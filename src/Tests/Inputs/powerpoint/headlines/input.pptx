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91" r:id="rId5"/>
    <p:sldId id="292" r:id="rId6"/>
    <p:sldId id="293" r:id="rId7"/>
    <p:sldId id="294" r:id="rId8"/>
    <p:sldId id="296" r:id="rId9"/>
    <p:sldId id="297" r:id="rId10"/>
    <p:sldId id="298" r:id="rId11"/>
    <p:sldId id="299" r:id="rId12"/>
    <p:sldId id="300" r:id="rId13"/>
    <p:sldId id="301" r:id="rId14"/>
    <p:sldId id="302" r:id="rId15"/>
    <p:sldId id="303" r:id="rId16"/>
    <p:sldId id="304" r:id="rId17"/>
    <p:sldId id="30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24" userDrawn="1">
          <p15:clr>
            <a:srgbClr val="A4A3A4"/>
          </p15:clr>
        </p15:guide>
        <p15:guide id="2" pos="3840" userDrawn="1">
          <p15:clr>
            <a:srgbClr val="A4A3A4"/>
          </p15:clr>
        </p15:guide>
        <p15:guide id="3" orient="horz" pos="2328" userDrawn="1">
          <p15:clr>
            <a:srgbClr val="A4A3A4"/>
          </p15:clr>
        </p15:guide>
        <p15:guide id="4" orient="horz" pos="3792" userDrawn="1">
          <p15:clr>
            <a:srgbClr val="A4A3A4"/>
          </p15:clr>
        </p15:guide>
        <p15:guide id="5" orient="horz" pos="888" userDrawn="1">
          <p15:clr>
            <a:srgbClr val="A4A3A4"/>
          </p15:clr>
        </p15:guide>
        <p15:guide id="6" pos="288" userDrawn="1">
          <p15:clr>
            <a:srgbClr val="A4A3A4"/>
          </p15:clr>
        </p15:guide>
        <p15:guide id="7" pos="7368" userDrawn="1">
          <p15:clr>
            <a:srgbClr val="A4A3A4"/>
          </p15:clr>
        </p15:guide>
        <p15:guide id="8" orient="horz" pos="2976" userDrawn="1">
          <p15:clr>
            <a:srgbClr val="A4A3A4"/>
          </p15:clr>
        </p15:guide>
        <p15:guide id="9" orient="horz" pos="1440" userDrawn="1">
          <p15:clr>
            <a:srgbClr val="A4A3A4"/>
          </p15:clr>
        </p15:guide>
        <p15:guide id="10" pos="2328" userDrawn="1">
          <p15:clr>
            <a:srgbClr val="A4A3A4"/>
          </p15:clr>
        </p15:guide>
        <p15:guide id="11" pos="5760" userDrawn="1">
          <p15:clr>
            <a:srgbClr val="A4A3A4"/>
          </p15:clr>
        </p15:guide>
        <p15:guide id="12" pos="13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4B9AA"/>
    <a:srgbClr val="FB9AAA"/>
    <a:srgbClr val="323232"/>
    <a:srgbClr val="D4636B"/>
    <a:srgbClr val="E4E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19"/>
    <p:restoredTop sz="94694"/>
  </p:normalViewPr>
  <p:slideViewPr>
    <p:cSldViewPr snapToGrid="0" showGuides="1">
      <p:cViewPr>
        <p:scale>
          <a:sx n="100" d="100"/>
          <a:sy n="100" d="100"/>
        </p:scale>
        <p:origin x="-91" y="-274"/>
      </p:cViewPr>
      <p:guideLst>
        <p:guide orient="horz" pos="1224"/>
        <p:guide pos="3840"/>
        <p:guide orient="horz" pos="2328"/>
        <p:guide orient="horz" pos="3792"/>
        <p:guide orient="horz" pos="888"/>
        <p:guide pos="288"/>
        <p:guide pos="7368"/>
        <p:guide orient="horz" pos="2976"/>
        <p:guide orient="horz" pos="1440"/>
        <p:guide pos="2328"/>
        <p:guide pos="5760"/>
        <p:guide pos="1368"/>
      </p:guideLst>
    </p:cSldViewPr>
  </p:slideViewPr>
  <p:outlineViewPr>
    <p:cViewPr>
      <p:scale>
        <a:sx n="33" d="100"/>
        <a:sy n="33" d="100"/>
      </p:scale>
      <p:origin x="0" y="0"/>
    </p:cViewPr>
  </p:outlineViewPr>
  <p:notesTextViewPr>
    <p:cViewPr>
      <p:scale>
        <a:sx n="45" d="100"/>
        <a:sy n="4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16/7/layout/HorizontalActionList" loCatId="list" qsTypeId="urn:microsoft.com/office/officeart/2005/8/quickstyle/simple1" qsCatId="simple" csTypeId="urn:microsoft.com/office/officeart/2005/8/colors/colorful1" csCatId="colorful" phldr="1"/>
      <dgm:spPr/>
      <dgm:t>
        <a:bodyPr/>
        <a:lstStyle/>
        <a:p>
          <a:endParaRPr lang="en-US"/>
        </a:p>
      </dgm:t>
    </dgm:pt>
    <dgm:pt modelId="{8FE81FEC-2664-411F-AEB3-065F29F52751}">
      <dgm:prSet custT="1"/>
      <dgm:spPr>
        <a:solidFill>
          <a:schemeClr val="accent4">
            <a:lumMod val="20000"/>
            <a:lumOff val="80000"/>
          </a:schemeClr>
        </a:solidFill>
        <a:ln>
          <a:noFill/>
        </a:ln>
      </dgm:spPr>
      <dgm:t>
        <a:bodyPr lIns="182880" tIns="182880" rIns="182880" bIns="182880"/>
        <a:lstStyle/>
        <a:p>
          <a:pPr marL="0" rtl="0">
            <a:buNone/>
          </a:pPr>
          <a:r>
            <a:rPr lang="en-US" sz="1400" dirty="0">
              <a:solidFill>
                <a:schemeClr val="tx1">
                  <a:lumMod val="75000"/>
                  <a:lumOff val="25000"/>
                </a:schemeClr>
              </a:solidFill>
              <a:latin typeface="Avenir Next LT Pro" panose="020B0504020202020204" pitchFamily="34" charset="77"/>
            </a:rPr>
            <a:t>Deploy strategic networks with compelling e-business needs</a:t>
          </a:r>
        </a:p>
      </dgm:t>
    </dgm:pt>
    <dgm:pt modelId="{BCBC007E-0269-421B-9C41-DE26D5C3A822}" type="parTrans" cxnId="{711E093C-AD42-45A4-8D40-A2D39702062E}">
      <dgm:prSet/>
      <dgm:spPr/>
      <dgm:t>
        <a:bodyPr/>
        <a:lstStyle/>
        <a:p>
          <a:endParaRPr lang="en-US"/>
        </a:p>
      </dgm:t>
    </dgm:pt>
    <dgm:pt modelId="{80230EB7-7230-4881-A631-309C07417378}" type="sibTrans" cxnId="{711E093C-AD42-45A4-8D40-A2D39702062E}">
      <dgm:prSet/>
      <dgm:spPr/>
      <dgm:t>
        <a:bodyPr/>
        <a:lstStyle/>
        <a:p>
          <a:endParaRPr lang="en-US"/>
        </a:p>
      </dgm:t>
    </dgm:pt>
    <dgm:pt modelId="{73D947E0-108F-4D20-A71E-3CF329F97212}">
      <dgm:prSet phldr="0" custT="1"/>
      <dgm:spPr>
        <a:solidFill>
          <a:schemeClr val="accent2">
            <a:lumMod val="75000"/>
          </a:schemeClr>
        </a:solidFill>
        <a:ln>
          <a:noFill/>
        </a:ln>
      </dgm:spPr>
      <dgm:t>
        <a:bodyPr/>
        <a:lstStyle/>
        <a:p>
          <a:pPr marL="0" algn="ctr" rtl="0"/>
          <a:r>
            <a:rPr lang="en-US" sz="2400" b="1" kern="1200" dirty="0">
              <a:solidFill>
                <a:schemeClr val="bg1"/>
              </a:solidFill>
              <a:latin typeface="Bodoni MT" panose="02070606080606020203" pitchFamily="18" charset="77"/>
              <a:ea typeface="+mn-ea"/>
              <a:cs typeface="+mn-cs"/>
            </a:rPr>
            <a:t>PLANNING</a:t>
          </a:r>
        </a:p>
      </dgm:t>
    </dgm:pt>
    <dgm:pt modelId="{9D249532-A24D-4D8F-848A-9F42F2E486C9}" type="parTrans" cxnId="{A0077D09-C12C-46D0-8DF7-194B6911362A}">
      <dgm:prSet/>
      <dgm:spPr/>
      <dgm:t>
        <a:bodyPr/>
        <a:lstStyle/>
        <a:p>
          <a:endParaRPr lang="en-US"/>
        </a:p>
      </dgm:t>
    </dgm:pt>
    <dgm:pt modelId="{AE813459-65AB-4FA9-B717-330DDA6DFA4E}" type="sibTrans" cxnId="{A0077D09-C12C-46D0-8DF7-194B6911362A}">
      <dgm:prSet/>
      <dgm:spPr/>
      <dgm:t>
        <a:bodyPr/>
        <a:lstStyle/>
        <a:p>
          <a:endParaRPr lang="en-US"/>
        </a:p>
      </dgm:t>
    </dgm:pt>
    <dgm:pt modelId="{30A490C8-22B4-4D68-875C-0F0DE2FF864D}">
      <dgm:prSet phldr="0" custT="1"/>
      <dgm:spPr>
        <a:solidFill>
          <a:schemeClr val="accent4">
            <a:lumMod val="20000"/>
            <a:lumOff val="80000"/>
          </a:schemeClr>
        </a:solidFill>
        <a:ln>
          <a:noFill/>
        </a:ln>
      </dgm:spPr>
      <dgm:t>
        <a:bodyPr/>
        <a:lstStyle/>
        <a:p>
          <a:pPr marL="0"/>
          <a:r>
            <a:rPr lang="en-US" sz="1400" dirty="0">
              <a:solidFill>
                <a:schemeClr val="tx1">
                  <a:lumMod val="75000"/>
                  <a:lumOff val="25000"/>
                </a:schemeClr>
              </a:solidFill>
              <a:latin typeface="Avenir Next LT Pro" panose="020B0504020202020204" pitchFamily="34" charset="77"/>
            </a:rPr>
            <a:t>Synergize scalable e-commerce</a:t>
          </a:r>
        </a:p>
      </dgm:t>
    </dgm:pt>
    <dgm:pt modelId="{035C64B0-4F0C-4FD1-BD23-B1D4C9887CBE}" type="parTrans" cxnId="{381FE1CC-8184-4745-8EB3-6DE11655998D}">
      <dgm:prSet/>
      <dgm:spPr/>
      <dgm:t>
        <a:bodyPr/>
        <a:lstStyle/>
        <a:p>
          <a:endParaRPr lang="en-US"/>
        </a:p>
      </dgm:t>
    </dgm:pt>
    <dgm:pt modelId="{45495DA8-8707-41E3-A12B-FA5766269C44}" type="sibTrans" cxnId="{381FE1CC-8184-4745-8EB3-6DE11655998D}">
      <dgm:prSet/>
      <dgm:spPr/>
      <dgm:t>
        <a:bodyPr/>
        <a:lstStyle/>
        <a:p>
          <a:endParaRPr lang="en-US"/>
        </a:p>
      </dgm:t>
    </dgm:pt>
    <dgm:pt modelId="{B1AFA1AF-0FF8-45B3-A6D0-0E255A2F637D}">
      <dgm:prSet phldr="0" custT="1"/>
      <dgm:spPr>
        <a:solidFill>
          <a:schemeClr val="accent2">
            <a:lumMod val="75000"/>
          </a:schemeClr>
        </a:solidFill>
        <a:ln>
          <a:noFill/>
        </a:ln>
      </dgm:spPr>
      <dgm:t>
        <a:bodyPr/>
        <a:lstStyle/>
        <a:p>
          <a:pPr marL="0"/>
          <a:r>
            <a:rPr lang="en-US" sz="2400" b="1" kern="1200" dirty="0">
              <a:solidFill>
                <a:srgbClr val="FFFFFF"/>
              </a:solidFill>
              <a:latin typeface="Bodoni MT" panose="02070606080606020203" pitchFamily="18" charset="77"/>
              <a:ea typeface="+mn-ea"/>
              <a:cs typeface="+mn-cs"/>
            </a:rPr>
            <a:t>MARKETING</a:t>
          </a:r>
        </a:p>
      </dgm:t>
    </dgm:pt>
    <dgm:pt modelId="{10C68AF5-481C-45AA-A216-8BBBB04515B9}" type="parTrans" cxnId="{F28D7702-2FC3-49BD-BB13-C989E5EE622A}">
      <dgm:prSet/>
      <dgm:spPr/>
      <dgm:t>
        <a:bodyPr/>
        <a:lstStyle/>
        <a:p>
          <a:endParaRPr lang="en-US"/>
        </a:p>
      </dgm:t>
    </dgm:pt>
    <dgm:pt modelId="{88649F7A-400B-4056-965D-C9AC0B3AD942}" type="sibTrans" cxnId="{F28D7702-2FC3-49BD-BB13-C989E5EE622A}">
      <dgm:prSet/>
      <dgm:spPr/>
      <dgm:t>
        <a:bodyPr/>
        <a:lstStyle/>
        <a:p>
          <a:endParaRPr lang="en-US"/>
        </a:p>
      </dgm:t>
    </dgm:pt>
    <dgm:pt modelId="{50418D2B-9486-42DE-AFDD-1D31420040FF}">
      <dgm:prSet phldr="0" custT="1"/>
      <dgm:spPr>
        <a:solidFill>
          <a:schemeClr val="accent4">
            <a:lumMod val="20000"/>
            <a:lumOff val="80000"/>
          </a:schemeClr>
        </a:solidFill>
        <a:ln>
          <a:noFill/>
        </a:ln>
      </dgm:spPr>
      <dgm:t>
        <a:bodyPr/>
        <a:lstStyle/>
        <a:p>
          <a:pPr marL="0"/>
          <a:r>
            <a:rPr lang="en-US" sz="1400" dirty="0">
              <a:solidFill>
                <a:schemeClr val="tx1">
                  <a:lumMod val="75000"/>
                  <a:lumOff val="25000"/>
                </a:schemeClr>
              </a:solidFill>
              <a:latin typeface="Avenir Next LT Pro" panose="020B0504020202020204" pitchFamily="34" charset="77"/>
            </a:rPr>
            <a:t>Disseminate standardized metrics</a:t>
          </a:r>
        </a:p>
      </dgm:t>
    </dgm:pt>
    <dgm:pt modelId="{D5A17F6B-93F5-442B-938A-0F38C281BE88}" type="parTrans" cxnId="{5A5BA622-5DEB-48B9-88D9-C1DE36C711E5}">
      <dgm:prSet/>
      <dgm:spPr/>
      <dgm:t>
        <a:bodyPr/>
        <a:lstStyle/>
        <a:p>
          <a:endParaRPr lang="en-US"/>
        </a:p>
      </dgm:t>
    </dgm:pt>
    <dgm:pt modelId="{1D87A0A5-8024-4710-846B-D5BFAC785107}" type="sibTrans" cxnId="{5A5BA622-5DEB-48B9-88D9-C1DE36C711E5}">
      <dgm:prSet/>
      <dgm:spPr/>
      <dgm:t>
        <a:bodyPr/>
        <a:lstStyle/>
        <a:p>
          <a:endParaRPr lang="en-US"/>
        </a:p>
      </dgm:t>
    </dgm:pt>
    <dgm:pt modelId="{E9682B4F-0217-4B50-923E-C104AA24290F}">
      <dgm:prSet phldr="0" custT="1"/>
      <dgm:spPr>
        <a:solidFill>
          <a:schemeClr val="accent2">
            <a:lumMod val="75000"/>
          </a:schemeClr>
        </a:solidFill>
        <a:ln>
          <a:noFill/>
        </a:ln>
      </dgm:spPr>
      <dgm:t>
        <a:bodyPr/>
        <a:lstStyle/>
        <a:p>
          <a:pPr marL="0"/>
          <a:r>
            <a:rPr lang="en-US" sz="2400" b="1" kern="1200" dirty="0">
              <a:solidFill>
                <a:srgbClr val="FFFFFF"/>
              </a:solidFill>
              <a:latin typeface="Bodoni MT" panose="02070606080606020203" pitchFamily="18" charset="77"/>
              <a:ea typeface="+mn-ea"/>
              <a:cs typeface="+mn-cs"/>
            </a:rPr>
            <a:t>DESIGN</a:t>
          </a:r>
        </a:p>
      </dgm:t>
    </dgm:pt>
    <dgm:pt modelId="{E0F6C4AF-9BBB-4698-91D7-F9AE3EACBD5D}" type="parTrans" cxnId="{6C23D0C9-74B2-4C8B-AB2F-A03B3B0EBE56}">
      <dgm:prSet/>
      <dgm:spPr/>
      <dgm:t>
        <a:bodyPr/>
        <a:lstStyle/>
        <a:p>
          <a:endParaRPr lang="en-US"/>
        </a:p>
      </dgm:t>
    </dgm:pt>
    <dgm:pt modelId="{B8632E42-D7EB-4C31-877E-6F1B2801851A}" type="sibTrans" cxnId="{6C23D0C9-74B2-4C8B-AB2F-A03B3B0EBE56}">
      <dgm:prSet/>
      <dgm:spPr/>
      <dgm:t>
        <a:bodyPr/>
        <a:lstStyle/>
        <a:p>
          <a:endParaRPr lang="en-US"/>
        </a:p>
      </dgm:t>
    </dgm:pt>
    <dgm:pt modelId="{0EC0C300-11E4-45CF-8418-973585107209}">
      <dgm:prSet phldr="0" custT="1"/>
      <dgm:spPr>
        <a:solidFill>
          <a:schemeClr val="accent4">
            <a:lumMod val="20000"/>
            <a:lumOff val="80000"/>
          </a:schemeClr>
        </a:solidFill>
        <a:ln>
          <a:noFill/>
        </a:ln>
      </dgm:spPr>
      <dgm:t>
        <a:bodyPr/>
        <a:lstStyle/>
        <a:p>
          <a:pPr marL="0"/>
          <a:r>
            <a:rPr lang="en-US" sz="1400" dirty="0">
              <a:solidFill>
                <a:schemeClr val="tx1">
                  <a:lumMod val="75000"/>
                  <a:lumOff val="25000"/>
                </a:schemeClr>
              </a:solidFill>
              <a:latin typeface="Avenir Next LT Pro" panose="020B0504020202020204" pitchFamily="34" charset="77"/>
            </a:rPr>
            <a:t>Coordinate e-business applications</a:t>
          </a:r>
        </a:p>
      </dgm:t>
    </dgm:pt>
    <dgm:pt modelId="{1E4DD98E-100E-46B7-B24A-408BBF69E9FA}" type="parTrans" cxnId="{51563A4F-C0EB-47D6-B5BC-47A4E599AD4B}">
      <dgm:prSet/>
      <dgm:spPr/>
      <dgm:t>
        <a:bodyPr/>
        <a:lstStyle/>
        <a:p>
          <a:endParaRPr lang="en-US"/>
        </a:p>
      </dgm:t>
    </dgm:pt>
    <dgm:pt modelId="{90FAB5D1-62B3-4FF6-A07D-EE607F529C32}" type="sibTrans" cxnId="{51563A4F-C0EB-47D6-B5BC-47A4E599AD4B}">
      <dgm:prSet/>
      <dgm:spPr/>
      <dgm:t>
        <a:bodyPr/>
        <a:lstStyle/>
        <a:p>
          <a:endParaRPr lang="en-US"/>
        </a:p>
      </dgm:t>
    </dgm:pt>
    <dgm:pt modelId="{FEB4A941-E9FA-4A86-A673-85FF34B35F20}">
      <dgm:prSet phldr="0" custT="1"/>
      <dgm:spPr>
        <a:solidFill>
          <a:schemeClr val="accent4">
            <a:lumMod val="20000"/>
            <a:lumOff val="80000"/>
          </a:schemeClr>
        </a:solidFill>
        <a:ln>
          <a:noFill/>
        </a:ln>
      </dgm:spPr>
      <dgm:t>
        <a:bodyPr/>
        <a:lstStyle/>
        <a:p>
          <a:pPr marL="0" rtl="0"/>
          <a:r>
            <a:rPr lang="en-US" sz="1400" dirty="0">
              <a:solidFill>
                <a:schemeClr val="tx1">
                  <a:lumMod val="75000"/>
                  <a:lumOff val="25000"/>
                </a:schemeClr>
              </a:solidFill>
              <a:latin typeface="Avenir Next LT Pro" panose="020B0504020202020204" pitchFamily="34" charset="77"/>
            </a:rPr>
            <a:t>Foster holistically superior methodologies</a:t>
          </a:r>
        </a:p>
      </dgm:t>
    </dgm:pt>
    <dgm:pt modelId="{39522508-BC4E-4DD5-A744-AFEFFE36DB74}" type="parTrans" cxnId="{F942F56C-9025-4AA1-9B36-C5AE0A93B0F5}">
      <dgm:prSet/>
      <dgm:spPr/>
      <dgm:t>
        <a:bodyPr/>
        <a:lstStyle/>
        <a:p>
          <a:endParaRPr lang="en-US"/>
        </a:p>
      </dgm:t>
    </dgm:pt>
    <dgm:pt modelId="{97624CC8-6315-4683-B26C-C30D552DA5A6}" type="sibTrans" cxnId="{F942F56C-9025-4AA1-9B36-C5AE0A93B0F5}">
      <dgm:prSet/>
      <dgm:spPr/>
      <dgm:t>
        <a:bodyPr/>
        <a:lstStyle/>
        <a:p>
          <a:endParaRPr lang="en-US"/>
        </a:p>
      </dgm:t>
    </dgm:pt>
    <dgm:pt modelId="{A2322D3A-7AC2-4C5C-9D7E-EAB2313D47D4}">
      <dgm:prSet phldr="0" custT="1"/>
      <dgm:spPr>
        <a:solidFill>
          <a:schemeClr val="accent2">
            <a:lumMod val="75000"/>
          </a:schemeClr>
        </a:solidFill>
        <a:ln>
          <a:noFill/>
        </a:ln>
      </dgm:spPr>
      <dgm:t>
        <a:bodyPr/>
        <a:lstStyle/>
        <a:p>
          <a:pPr marL="0"/>
          <a:r>
            <a:rPr lang="en-US" sz="2400" b="1" kern="1200" dirty="0">
              <a:solidFill>
                <a:srgbClr val="FFFFFF"/>
              </a:solidFill>
              <a:latin typeface="Bodoni MT" panose="02070606080606020203" pitchFamily="18" charset="77"/>
              <a:ea typeface="+mn-ea"/>
              <a:cs typeface="+mn-cs"/>
            </a:rPr>
            <a:t>LAUNCH</a:t>
          </a:r>
        </a:p>
      </dgm:t>
    </dgm:pt>
    <dgm:pt modelId="{4A8C15D4-B36F-4764-B4FF-F2AF790D3E17}" type="parTrans" cxnId="{179FAFCF-F878-464E-A8A6-1185EFA0E380}">
      <dgm:prSet/>
      <dgm:spPr/>
      <dgm:t>
        <a:bodyPr/>
        <a:lstStyle/>
        <a:p>
          <a:endParaRPr lang="en-US"/>
        </a:p>
      </dgm:t>
    </dgm:pt>
    <dgm:pt modelId="{84DE1C3A-3FC7-4DB3-88ED-33F65A71557A}" type="sibTrans" cxnId="{179FAFCF-F878-464E-A8A6-1185EFA0E380}">
      <dgm:prSet/>
      <dgm:spPr/>
      <dgm:t>
        <a:bodyPr/>
        <a:lstStyle/>
        <a:p>
          <a:endParaRPr lang="en-US"/>
        </a:p>
      </dgm:t>
    </dgm:pt>
    <dgm:pt modelId="{4F85505A-81B6-4FDA-A144-900B71DAD946}">
      <dgm:prSet phldr="0" custT="1"/>
      <dgm:spPr>
        <a:solidFill>
          <a:schemeClr val="accent2">
            <a:lumMod val="75000"/>
          </a:schemeClr>
        </a:solidFill>
        <a:ln>
          <a:noFill/>
        </a:ln>
      </dgm:spPr>
      <dgm:t>
        <a:bodyPr/>
        <a:lstStyle/>
        <a:p>
          <a:pPr marL="0"/>
          <a:r>
            <a:rPr lang="en-US" sz="2400" b="1" kern="1200" dirty="0">
              <a:solidFill>
                <a:srgbClr val="FFFFFF"/>
              </a:solidFill>
              <a:latin typeface="Bodoni MT" panose="02070606080606020203" pitchFamily="18" charset="77"/>
              <a:ea typeface="+mn-ea"/>
              <a:cs typeface="+mn-cs"/>
            </a:rPr>
            <a:t>STRATEGY</a:t>
          </a:r>
        </a:p>
      </dgm:t>
    </dgm:pt>
    <dgm:pt modelId="{D9A96E25-7BBE-4DDD-8DDE-B4970D4340A8}" type="parTrans" cxnId="{2D633B56-E147-4EFC-B9EE-6C0413F329B0}">
      <dgm:prSet/>
      <dgm:spPr/>
      <dgm:t>
        <a:bodyPr/>
        <a:lstStyle/>
        <a:p>
          <a:endParaRPr lang="en-US"/>
        </a:p>
      </dgm:t>
    </dgm:pt>
    <dgm:pt modelId="{68F74A88-49DC-44B1-BC0D-220A7B97601C}" type="sibTrans" cxnId="{2D633B56-E147-4EFC-B9EE-6C0413F329B0}">
      <dgm:prSet/>
      <dgm:spPr/>
      <dgm:t>
        <a:bodyPr/>
        <a:lstStyle/>
        <a:p>
          <a:endParaRPr lang="en-US"/>
        </a:p>
      </dgm:t>
    </dgm:pt>
    <dgm:pt modelId="{E4B4F7C4-5024-45F0-9FD7-C5068A1AE6C4}" type="pres">
      <dgm:prSet presAssocID="{0DD8915E-DC14-41D6-9BB5-F49E1C265163}" presName="Name0" presStyleCnt="0">
        <dgm:presLayoutVars>
          <dgm:dir/>
          <dgm:animLvl val="lvl"/>
          <dgm:resizeHandles val="exact"/>
        </dgm:presLayoutVars>
      </dgm:prSet>
      <dgm:spPr/>
    </dgm:pt>
    <dgm:pt modelId="{473E2436-1BC1-4A6C-8568-5C38418F52D1}" type="pres">
      <dgm:prSet presAssocID="{73D947E0-108F-4D20-A71E-3CF329F97212}" presName="composite" presStyleCnt="0"/>
      <dgm:spPr/>
    </dgm:pt>
    <dgm:pt modelId="{BDBD7220-3F85-45D2-BED6-5BBFBC23EAE3}" type="pres">
      <dgm:prSet presAssocID="{73D947E0-108F-4D20-A71E-3CF329F97212}" presName="parTx" presStyleLbl="alignNode1" presStyleIdx="0" presStyleCnt="5" custLinFactY="-24176" custLinFactNeighborY="-100000">
        <dgm:presLayoutVars>
          <dgm:chMax val="0"/>
          <dgm:chPref val="0"/>
        </dgm:presLayoutVars>
      </dgm:prSet>
      <dgm:spPr/>
    </dgm:pt>
    <dgm:pt modelId="{22359DD7-1BFB-4900-BAE6-6084F2F57988}" type="pres">
      <dgm:prSet presAssocID="{73D947E0-108F-4D20-A71E-3CF329F97212}" presName="desTx" presStyleLbl="alignAccFollowNode1" presStyleIdx="0" presStyleCnt="5" custScaleY="157772" custLinFactNeighborY="5238">
        <dgm:presLayoutVars/>
      </dgm:prSet>
      <dgm:spPr/>
    </dgm:pt>
    <dgm:pt modelId="{38C65349-0C40-499F-9765-B6F38C2DC3C3}" type="pres">
      <dgm:prSet presAssocID="{AE813459-65AB-4FA9-B717-330DDA6DFA4E}" presName="space" presStyleCnt="0"/>
      <dgm:spPr/>
    </dgm:pt>
    <dgm:pt modelId="{C6650FDC-3601-45F5-9125-6E3F90A53F8A}" type="pres">
      <dgm:prSet presAssocID="{B1AFA1AF-0FF8-45B3-A6D0-0E255A2F637D}" presName="composite" presStyleCnt="0"/>
      <dgm:spPr/>
    </dgm:pt>
    <dgm:pt modelId="{C4F84DEA-2002-4D32-8E80-70EEE05E345A}" type="pres">
      <dgm:prSet presAssocID="{B1AFA1AF-0FF8-45B3-A6D0-0E255A2F637D}" presName="parTx" presStyleLbl="alignNode1" presStyleIdx="1" presStyleCnt="5" custLinFactY="-24176" custLinFactNeighborY="-100000">
        <dgm:presLayoutVars>
          <dgm:chMax val="0"/>
          <dgm:chPref val="0"/>
        </dgm:presLayoutVars>
      </dgm:prSet>
      <dgm:spPr/>
    </dgm:pt>
    <dgm:pt modelId="{4FEB85EB-D046-4CDB-8A62-BBCE260C4490}" type="pres">
      <dgm:prSet presAssocID="{B1AFA1AF-0FF8-45B3-A6D0-0E255A2F637D}" presName="desTx" presStyleLbl="alignAccFollowNode1" presStyleIdx="1" presStyleCnt="5" custScaleY="157772" custLinFactNeighborY="5238">
        <dgm:presLayoutVars/>
      </dgm:prSet>
      <dgm:spPr/>
    </dgm:pt>
    <dgm:pt modelId="{40F59683-723F-44D1-8379-95635EED1AA8}" type="pres">
      <dgm:prSet presAssocID="{88649F7A-400B-4056-965D-C9AC0B3AD942}" presName="space" presStyleCnt="0"/>
      <dgm:spPr/>
    </dgm:pt>
    <dgm:pt modelId="{BB2E4F65-C461-40C3-BC82-6A29AA851F44}" type="pres">
      <dgm:prSet presAssocID="{E9682B4F-0217-4B50-923E-C104AA24290F}" presName="composite" presStyleCnt="0"/>
      <dgm:spPr/>
    </dgm:pt>
    <dgm:pt modelId="{49B7F8FA-D256-41EF-9327-52A3551D9A60}" type="pres">
      <dgm:prSet presAssocID="{E9682B4F-0217-4B50-923E-C104AA24290F}" presName="parTx" presStyleLbl="alignNode1" presStyleIdx="2" presStyleCnt="5" custLinFactY="-24176" custLinFactNeighborY="-100000">
        <dgm:presLayoutVars>
          <dgm:chMax val="0"/>
          <dgm:chPref val="0"/>
        </dgm:presLayoutVars>
      </dgm:prSet>
      <dgm:spPr/>
    </dgm:pt>
    <dgm:pt modelId="{6B5FE59C-B471-448A-AA7A-B526DCC4D4CA}" type="pres">
      <dgm:prSet presAssocID="{E9682B4F-0217-4B50-923E-C104AA24290F}" presName="desTx" presStyleLbl="alignAccFollowNode1" presStyleIdx="2" presStyleCnt="5" custScaleY="157772" custLinFactNeighborY="5238">
        <dgm:presLayoutVars/>
      </dgm:prSet>
      <dgm:spPr/>
    </dgm:pt>
    <dgm:pt modelId="{A91542D9-4FB3-4302-AD03-3D6EF82E6748}" type="pres">
      <dgm:prSet presAssocID="{B8632E42-D7EB-4C31-877E-6F1B2801851A}" presName="space" presStyleCnt="0"/>
      <dgm:spPr/>
    </dgm:pt>
    <dgm:pt modelId="{1A7C3045-2DAF-4A19-82DB-79436B2E4575}" type="pres">
      <dgm:prSet presAssocID="{4F85505A-81B6-4FDA-A144-900B71DAD946}" presName="composite" presStyleCnt="0"/>
      <dgm:spPr/>
    </dgm:pt>
    <dgm:pt modelId="{4132ECB1-6BEF-4935-AFA3-B2EAA48FDE7E}" type="pres">
      <dgm:prSet presAssocID="{4F85505A-81B6-4FDA-A144-900B71DAD946}" presName="parTx" presStyleLbl="alignNode1" presStyleIdx="3" presStyleCnt="5" custLinFactY="-24176" custLinFactNeighborY="-100000">
        <dgm:presLayoutVars>
          <dgm:chMax val="0"/>
          <dgm:chPref val="0"/>
        </dgm:presLayoutVars>
      </dgm:prSet>
      <dgm:spPr/>
    </dgm:pt>
    <dgm:pt modelId="{C42A8BDE-B838-475D-AFDE-17B60D744AB6}" type="pres">
      <dgm:prSet presAssocID="{4F85505A-81B6-4FDA-A144-900B71DAD946}" presName="desTx" presStyleLbl="alignAccFollowNode1" presStyleIdx="3" presStyleCnt="5" custScaleY="157772" custLinFactNeighborY="5238">
        <dgm:presLayoutVars/>
      </dgm:prSet>
      <dgm:spPr/>
    </dgm:pt>
    <dgm:pt modelId="{D0DC94A3-770A-4810-A89A-7DB7918862F6}" type="pres">
      <dgm:prSet presAssocID="{68F74A88-49DC-44B1-BC0D-220A7B97601C}" presName="space" presStyleCnt="0"/>
      <dgm:spPr/>
    </dgm:pt>
    <dgm:pt modelId="{647B2244-AC3A-441A-A6FB-6136FA04F429}" type="pres">
      <dgm:prSet presAssocID="{A2322D3A-7AC2-4C5C-9D7E-EAB2313D47D4}" presName="composite" presStyleCnt="0"/>
      <dgm:spPr/>
    </dgm:pt>
    <dgm:pt modelId="{59606EB9-9F10-4D12-A33F-A242FDCC0D0F}" type="pres">
      <dgm:prSet presAssocID="{A2322D3A-7AC2-4C5C-9D7E-EAB2313D47D4}" presName="parTx" presStyleLbl="alignNode1" presStyleIdx="4" presStyleCnt="5" custLinFactY="-24176" custLinFactNeighborY="-100000">
        <dgm:presLayoutVars>
          <dgm:chMax val="0"/>
          <dgm:chPref val="0"/>
        </dgm:presLayoutVars>
      </dgm:prSet>
      <dgm:spPr/>
    </dgm:pt>
    <dgm:pt modelId="{C8429E68-36DD-4F6A-A2F4-7CCDADCEFAD1}" type="pres">
      <dgm:prSet presAssocID="{A2322D3A-7AC2-4C5C-9D7E-EAB2313D47D4}" presName="desTx" presStyleLbl="alignAccFollowNode1" presStyleIdx="4" presStyleCnt="5" custScaleY="157772" custLinFactNeighborY="5238">
        <dgm:presLayoutVars/>
      </dgm:prSet>
      <dgm:spPr/>
    </dgm:pt>
  </dgm:ptLst>
  <dgm:cxnLst>
    <dgm:cxn modelId="{F28D7702-2FC3-49BD-BB13-C989E5EE622A}" srcId="{0DD8915E-DC14-41D6-9BB5-F49E1C265163}" destId="{B1AFA1AF-0FF8-45B3-A6D0-0E255A2F637D}" srcOrd="1" destOrd="0" parTransId="{10C68AF5-481C-45AA-A216-8BBBB04515B9}" sibTransId="{88649F7A-400B-4056-965D-C9AC0B3AD942}"/>
    <dgm:cxn modelId="{31826907-E438-4A1B-A800-F181C547104F}" type="presOf" srcId="{30A490C8-22B4-4D68-875C-0F0DE2FF864D}" destId="{22359DD7-1BFB-4900-BAE6-6084F2F57988}" srcOrd="0" destOrd="0" presId="urn:microsoft.com/office/officeart/2016/7/layout/HorizontalActionList"/>
    <dgm:cxn modelId="{A0077D09-C12C-46D0-8DF7-194B6911362A}" srcId="{0DD8915E-DC14-41D6-9BB5-F49E1C265163}" destId="{73D947E0-108F-4D20-A71E-3CF329F97212}" srcOrd="0" destOrd="0" parTransId="{9D249532-A24D-4D8F-848A-9F42F2E486C9}" sibTransId="{AE813459-65AB-4FA9-B717-330DDA6DFA4E}"/>
    <dgm:cxn modelId="{5A5BA622-5DEB-48B9-88D9-C1DE36C711E5}" srcId="{B1AFA1AF-0FF8-45B3-A6D0-0E255A2F637D}" destId="{50418D2B-9486-42DE-AFDD-1D31420040FF}" srcOrd="0" destOrd="0" parTransId="{D5A17F6B-93F5-442B-938A-0F38C281BE88}" sibTransId="{1D87A0A5-8024-4710-846B-D5BFAC785107}"/>
    <dgm:cxn modelId="{711E093C-AD42-45A4-8D40-A2D39702062E}" srcId="{A2322D3A-7AC2-4C5C-9D7E-EAB2313D47D4}" destId="{8FE81FEC-2664-411F-AEB3-065F29F52751}" srcOrd="0" destOrd="0" parTransId="{BCBC007E-0269-421B-9C41-DE26D5C3A822}" sibTransId="{80230EB7-7230-4881-A631-309C07417378}"/>
    <dgm:cxn modelId="{77A55366-077C-403B-A9E1-B9C6B5CA3288}" type="presOf" srcId="{73D947E0-108F-4D20-A71E-3CF329F97212}" destId="{BDBD7220-3F85-45D2-BED6-5BBFBC23EAE3}" srcOrd="0" destOrd="0" presId="urn:microsoft.com/office/officeart/2016/7/layout/HorizontalActionList"/>
    <dgm:cxn modelId="{F942F56C-9025-4AA1-9B36-C5AE0A93B0F5}" srcId="{4F85505A-81B6-4FDA-A144-900B71DAD946}" destId="{FEB4A941-E9FA-4A86-A673-85FF34B35F20}" srcOrd="0" destOrd="0" parTransId="{39522508-BC4E-4DD5-A744-AFEFFE36DB74}" sibTransId="{97624CC8-6315-4683-B26C-C30D552DA5A6}"/>
    <dgm:cxn modelId="{B7F6ED6E-855A-4A7B-AE18-3BD04546002C}" type="presOf" srcId="{B1AFA1AF-0FF8-45B3-A6D0-0E255A2F637D}" destId="{C4F84DEA-2002-4D32-8E80-70EEE05E345A}" srcOrd="0" destOrd="0" presId="urn:microsoft.com/office/officeart/2016/7/layout/HorizontalActionList"/>
    <dgm:cxn modelId="{51563A4F-C0EB-47D6-B5BC-47A4E599AD4B}" srcId="{E9682B4F-0217-4B50-923E-C104AA24290F}" destId="{0EC0C300-11E4-45CF-8418-973585107209}" srcOrd="0" destOrd="0" parTransId="{1E4DD98E-100E-46B7-B24A-408BBF69E9FA}" sibTransId="{90FAB5D1-62B3-4FF6-A07D-EE607F529C32}"/>
    <dgm:cxn modelId="{6291F24F-B536-4688-99BC-6A4CB5E15E15}" type="presOf" srcId="{4F85505A-81B6-4FDA-A144-900B71DAD946}" destId="{4132ECB1-6BEF-4935-AFA3-B2EAA48FDE7E}" srcOrd="0" destOrd="0" presId="urn:microsoft.com/office/officeart/2016/7/layout/HorizontalActionList"/>
    <dgm:cxn modelId="{2D633B56-E147-4EFC-B9EE-6C0413F329B0}" srcId="{0DD8915E-DC14-41D6-9BB5-F49E1C265163}" destId="{4F85505A-81B6-4FDA-A144-900B71DAD946}" srcOrd="3" destOrd="0" parTransId="{D9A96E25-7BBE-4DDD-8DDE-B4970D4340A8}" sibTransId="{68F74A88-49DC-44B1-BC0D-220A7B97601C}"/>
    <dgm:cxn modelId="{110097B3-0B24-42EE-9C79-845C028B379B}" type="presOf" srcId="{E9682B4F-0217-4B50-923E-C104AA24290F}" destId="{49B7F8FA-D256-41EF-9327-52A3551D9A60}" srcOrd="0" destOrd="0" presId="urn:microsoft.com/office/officeart/2016/7/layout/HorizontalActionList"/>
    <dgm:cxn modelId="{C54EA6C2-0E6B-42D8-9A4A-4456127A91A8}" type="presOf" srcId="{A2322D3A-7AC2-4C5C-9D7E-EAB2313D47D4}" destId="{59606EB9-9F10-4D12-A33F-A242FDCC0D0F}" srcOrd="0" destOrd="0" presId="urn:microsoft.com/office/officeart/2016/7/layout/HorizontalActionList"/>
    <dgm:cxn modelId="{E339F9C8-AD35-4E33-9434-788C81500EB2}" type="presOf" srcId="{8FE81FEC-2664-411F-AEB3-065F29F52751}" destId="{C8429E68-36DD-4F6A-A2F4-7CCDADCEFAD1}" srcOrd="0" destOrd="0" presId="urn:microsoft.com/office/officeart/2016/7/layout/HorizontalActionList"/>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8CB96BD1-8B01-481A-B525-C5C507C9951C}" type="presOf" srcId="{0EC0C300-11E4-45CF-8418-973585107209}" destId="{6B5FE59C-B471-448A-AA7A-B526DCC4D4CA}" srcOrd="0" destOrd="0" presId="urn:microsoft.com/office/officeart/2016/7/layout/HorizontalActionList"/>
    <dgm:cxn modelId="{36A4EED2-16DE-4F21-9B57-BD053CD7ED3D}" type="presOf" srcId="{FEB4A941-E9FA-4A86-A673-85FF34B35F20}" destId="{C42A8BDE-B838-475D-AFDE-17B60D744AB6}" srcOrd="0" destOrd="0" presId="urn:microsoft.com/office/officeart/2016/7/layout/HorizontalActionList"/>
    <dgm:cxn modelId="{BF1349D4-34AE-476D-8D7B-F3ABAB74304F}" type="presOf" srcId="{50418D2B-9486-42DE-AFDD-1D31420040FF}" destId="{4FEB85EB-D046-4CDB-8A62-BBCE260C4490}" srcOrd="0" destOrd="0" presId="urn:microsoft.com/office/officeart/2016/7/layout/HorizontalActionList"/>
    <dgm:cxn modelId="{825BC9D8-F515-4FBF-8CF8-23CD32968E1D}" type="presOf" srcId="{0DD8915E-DC14-41D6-9BB5-F49E1C265163}" destId="{E4B4F7C4-5024-45F0-9FD7-C5068A1AE6C4}" srcOrd="0" destOrd="0" presId="urn:microsoft.com/office/officeart/2016/7/layout/HorizontalActionList"/>
    <dgm:cxn modelId="{E9D2B9D9-3B26-471C-AF45-E02D1C258CD3}" type="presParOf" srcId="{E4B4F7C4-5024-45F0-9FD7-C5068A1AE6C4}" destId="{473E2436-1BC1-4A6C-8568-5C38418F52D1}" srcOrd="0" destOrd="0" presId="urn:microsoft.com/office/officeart/2016/7/layout/HorizontalActionList"/>
    <dgm:cxn modelId="{A151C920-5872-4C88-8534-922E9C800B9B}" type="presParOf" srcId="{473E2436-1BC1-4A6C-8568-5C38418F52D1}" destId="{BDBD7220-3F85-45D2-BED6-5BBFBC23EAE3}" srcOrd="0" destOrd="0" presId="urn:microsoft.com/office/officeart/2016/7/layout/HorizontalActionList"/>
    <dgm:cxn modelId="{45373909-AB37-4D9A-936C-DC8447BC111D}" type="presParOf" srcId="{473E2436-1BC1-4A6C-8568-5C38418F52D1}" destId="{22359DD7-1BFB-4900-BAE6-6084F2F57988}" srcOrd="1" destOrd="0" presId="urn:microsoft.com/office/officeart/2016/7/layout/HorizontalActionList"/>
    <dgm:cxn modelId="{CFC7E7C1-85BC-47FC-BC11-D0BACA8440B9}" type="presParOf" srcId="{E4B4F7C4-5024-45F0-9FD7-C5068A1AE6C4}" destId="{38C65349-0C40-499F-9765-B6F38C2DC3C3}" srcOrd="1" destOrd="0" presId="urn:microsoft.com/office/officeart/2016/7/layout/HorizontalActionList"/>
    <dgm:cxn modelId="{86FF1107-69E9-4310-A0D8-2BF61292A72B}" type="presParOf" srcId="{E4B4F7C4-5024-45F0-9FD7-C5068A1AE6C4}" destId="{C6650FDC-3601-45F5-9125-6E3F90A53F8A}" srcOrd="2" destOrd="0" presId="urn:microsoft.com/office/officeart/2016/7/layout/HorizontalActionList"/>
    <dgm:cxn modelId="{1C7F1C64-2F3D-4695-A56C-92B1B848B0C2}" type="presParOf" srcId="{C6650FDC-3601-45F5-9125-6E3F90A53F8A}" destId="{C4F84DEA-2002-4D32-8E80-70EEE05E345A}" srcOrd="0" destOrd="0" presId="urn:microsoft.com/office/officeart/2016/7/layout/HorizontalActionList"/>
    <dgm:cxn modelId="{DC59A3FF-666D-48A7-B3BE-98A9F829402D}" type="presParOf" srcId="{C6650FDC-3601-45F5-9125-6E3F90A53F8A}" destId="{4FEB85EB-D046-4CDB-8A62-BBCE260C4490}" srcOrd="1" destOrd="0" presId="urn:microsoft.com/office/officeart/2016/7/layout/HorizontalActionList"/>
    <dgm:cxn modelId="{AAE65B9C-F662-4FAA-8FDB-82E7FB86BB24}" type="presParOf" srcId="{E4B4F7C4-5024-45F0-9FD7-C5068A1AE6C4}" destId="{40F59683-723F-44D1-8379-95635EED1AA8}" srcOrd="3" destOrd="0" presId="urn:microsoft.com/office/officeart/2016/7/layout/HorizontalActionList"/>
    <dgm:cxn modelId="{F5BE37E3-59D0-4D56-B08C-9B1D93695802}" type="presParOf" srcId="{E4B4F7C4-5024-45F0-9FD7-C5068A1AE6C4}" destId="{BB2E4F65-C461-40C3-BC82-6A29AA851F44}" srcOrd="4" destOrd="0" presId="urn:microsoft.com/office/officeart/2016/7/layout/HorizontalActionList"/>
    <dgm:cxn modelId="{1FC3B8DB-8632-4AA8-99E5-4F0C12504130}" type="presParOf" srcId="{BB2E4F65-C461-40C3-BC82-6A29AA851F44}" destId="{49B7F8FA-D256-41EF-9327-52A3551D9A60}" srcOrd="0" destOrd="0" presId="urn:microsoft.com/office/officeart/2016/7/layout/HorizontalActionList"/>
    <dgm:cxn modelId="{03A1CBF9-FFCE-4B8C-9850-8B297556CCF4}" type="presParOf" srcId="{BB2E4F65-C461-40C3-BC82-6A29AA851F44}" destId="{6B5FE59C-B471-448A-AA7A-B526DCC4D4CA}" srcOrd="1" destOrd="0" presId="urn:microsoft.com/office/officeart/2016/7/layout/HorizontalActionList"/>
    <dgm:cxn modelId="{BAB9C1C4-8A05-4AE7-B42E-55875981524E}" type="presParOf" srcId="{E4B4F7C4-5024-45F0-9FD7-C5068A1AE6C4}" destId="{A91542D9-4FB3-4302-AD03-3D6EF82E6748}" srcOrd="5" destOrd="0" presId="urn:microsoft.com/office/officeart/2016/7/layout/HorizontalActionList"/>
    <dgm:cxn modelId="{F7DEAAC8-FCAD-4F6B-92BD-91B8342F3277}" type="presParOf" srcId="{E4B4F7C4-5024-45F0-9FD7-C5068A1AE6C4}" destId="{1A7C3045-2DAF-4A19-82DB-79436B2E4575}" srcOrd="6" destOrd="0" presId="urn:microsoft.com/office/officeart/2016/7/layout/HorizontalActionList"/>
    <dgm:cxn modelId="{13555CA3-20BE-41F8-BD09-0BA8CEE1C702}" type="presParOf" srcId="{1A7C3045-2DAF-4A19-82DB-79436B2E4575}" destId="{4132ECB1-6BEF-4935-AFA3-B2EAA48FDE7E}" srcOrd="0" destOrd="0" presId="urn:microsoft.com/office/officeart/2016/7/layout/HorizontalActionList"/>
    <dgm:cxn modelId="{0848E8B2-6BD5-4CB6-B7E0-F8F1B1F78E2F}" type="presParOf" srcId="{1A7C3045-2DAF-4A19-82DB-79436B2E4575}" destId="{C42A8BDE-B838-475D-AFDE-17B60D744AB6}" srcOrd="1" destOrd="0" presId="urn:microsoft.com/office/officeart/2016/7/layout/HorizontalActionList"/>
    <dgm:cxn modelId="{FD5AD2F1-E5D1-4359-99EB-D3225676DF7F}" type="presParOf" srcId="{E4B4F7C4-5024-45F0-9FD7-C5068A1AE6C4}" destId="{D0DC94A3-770A-4810-A89A-7DB7918862F6}" srcOrd="7" destOrd="0" presId="urn:microsoft.com/office/officeart/2016/7/layout/HorizontalActionList"/>
    <dgm:cxn modelId="{2608DA2F-9259-4A20-98D1-9A5F5780B66F}" type="presParOf" srcId="{E4B4F7C4-5024-45F0-9FD7-C5068A1AE6C4}" destId="{647B2244-AC3A-441A-A6FB-6136FA04F429}" srcOrd="8" destOrd="0" presId="urn:microsoft.com/office/officeart/2016/7/layout/HorizontalActionList"/>
    <dgm:cxn modelId="{F55613FD-292F-4CCF-A44A-E9FC24D70E0E}" type="presParOf" srcId="{647B2244-AC3A-441A-A6FB-6136FA04F429}" destId="{59606EB9-9F10-4D12-A33F-A242FDCC0D0F}" srcOrd="0" destOrd="0" presId="urn:microsoft.com/office/officeart/2016/7/layout/HorizontalActionList"/>
    <dgm:cxn modelId="{7B4FE576-C66F-4D92-B6AC-DA1D068316E4}" type="presParOf" srcId="{647B2244-AC3A-441A-A6FB-6136FA04F429}" destId="{C8429E68-36DD-4F6A-A2F4-7CCDADCEFAD1}"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D7220-3F85-45D2-BED6-5BBFBC23EAE3}">
      <dsp:nvSpPr>
        <dsp:cNvPr id="0" name=""/>
        <dsp:cNvSpPr/>
      </dsp:nvSpPr>
      <dsp:spPr>
        <a:xfrm>
          <a:off x="15218" y="0"/>
          <a:ext cx="1966668" cy="590000"/>
        </a:xfrm>
        <a:prstGeom prst="rect">
          <a:avLst/>
        </a:prstGeom>
        <a:solidFill>
          <a:schemeClr val="accent2">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411" tIns="155411" rIns="155411" bIns="155411"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bg1"/>
              </a:solidFill>
              <a:latin typeface="Bodoni MT" panose="02070606080606020203" pitchFamily="18" charset="77"/>
              <a:ea typeface="+mn-ea"/>
              <a:cs typeface="+mn-cs"/>
            </a:rPr>
            <a:t>PLANNING</a:t>
          </a:r>
        </a:p>
      </dsp:txBody>
      <dsp:txXfrm>
        <a:off x="15218" y="0"/>
        <a:ext cx="1966668" cy="590000"/>
      </dsp:txXfrm>
    </dsp:sp>
    <dsp:sp modelId="{22359DD7-1BFB-4900-BAE6-6084F2F57988}">
      <dsp:nvSpPr>
        <dsp:cNvPr id="0" name=""/>
        <dsp:cNvSpPr/>
      </dsp:nvSpPr>
      <dsp:spPr>
        <a:xfrm>
          <a:off x="15218" y="697798"/>
          <a:ext cx="1966668" cy="2947033"/>
        </a:xfrm>
        <a:prstGeom prst="rect">
          <a:avLst/>
        </a:prstGeom>
        <a:solidFill>
          <a:schemeClr val="accent4">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4263" tIns="194263" rIns="194263" bIns="194263" numCol="1" spcCol="1270" anchor="t" anchorCtr="0">
          <a:noAutofit/>
        </a:bodyPr>
        <a:lstStyle/>
        <a:p>
          <a:pPr marL="0" lvl="0" indent="0" algn="l" defTabSz="622300">
            <a:lnSpc>
              <a:spcPct val="90000"/>
            </a:lnSpc>
            <a:spcBef>
              <a:spcPct val="0"/>
            </a:spcBef>
            <a:spcAft>
              <a:spcPct val="35000"/>
            </a:spcAft>
            <a:buNone/>
          </a:pPr>
          <a:r>
            <a:rPr lang="en-US" sz="1400" kern="1200" dirty="0">
              <a:solidFill>
                <a:schemeClr val="tx1">
                  <a:lumMod val="75000"/>
                  <a:lumOff val="25000"/>
                </a:schemeClr>
              </a:solidFill>
              <a:latin typeface="Avenir Next LT Pro" panose="020B0504020202020204" pitchFamily="34" charset="77"/>
            </a:rPr>
            <a:t>Synergize scalable e-commerce</a:t>
          </a:r>
        </a:p>
      </dsp:txBody>
      <dsp:txXfrm>
        <a:off x="15218" y="697798"/>
        <a:ext cx="1966668" cy="2947033"/>
      </dsp:txXfrm>
    </dsp:sp>
    <dsp:sp modelId="{C4F84DEA-2002-4D32-8E80-70EEE05E345A}">
      <dsp:nvSpPr>
        <dsp:cNvPr id="0" name=""/>
        <dsp:cNvSpPr/>
      </dsp:nvSpPr>
      <dsp:spPr>
        <a:xfrm>
          <a:off x="2089676" y="0"/>
          <a:ext cx="1966668" cy="590000"/>
        </a:xfrm>
        <a:prstGeom prst="rect">
          <a:avLst/>
        </a:prstGeom>
        <a:solidFill>
          <a:schemeClr val="accent2">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411" tIns="155411" rIns="155411" bIns="155411"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FFFFFF"/>
              </a:solidFill>
              <a:latin typeface="Bodoni MT" panose="02070606080606020203" pitchFamily="18" charset="77"/>
              <a:ea typeface="+mn-ea"/>
              <a:cs typeface="+mn-cs"/>
            </a:rPr>
            <a:t>MARKETING</a:t>
          </a:r>
        </a:p>
      </dsp:txBody>
      <dsp:txXfrm>
        <a:off x="2089676" y="0"/>
        <a:ext cx="1966668" cy="590000"/>
      </dsp:txXfrm>
    </dsp:sp>
    <dsp:sp modelId="{4FEB85EB-D046-4CDB-8A62-BBCE260C4490}">
      <dsp:nvSpPr>
        <dsp:cNvPr id="0" name=""/>
        <dsp:cNvSpPr/>
      </dsp:nvSpPr>
      <dsp:spPr>
        <a:xfrm>
          <a:off x="2089676" y="697798"/>
          <a:ext cx="1966668" cy="2947033"/>
        </a:xfrm>
        <a:prstGeom prst="rect">
          <a:avLst/>
        </a:prstGeom>
        <a:solidFill>
          <a:schemeClr val="accent4">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4263" tIns="194263" rIns="194263" bIns="194263" numCol="1" spcCol="1270" anchor="t" anchorCtr="0">
          <a:noAutofit/>
        </a:bodyPr>
        <a:lstStyle/>
        <a:p>
          <a:pPr marL="0" lvl="0" indent="0" algn="l" defTabSz="622300">
            <a:lnSpc>
              <a:spcPct val="90000"/>
            </a:lnSpc>
            <a:spcBef>
              <a:spcPct val="0"/>
            </a:spcBef>
            <a:spcAft>
              <a:spcPct val="35000"/>
            </a:spcAft>
            <a:buNone/>
          </a:pPr>
          <a:r>
            <a:rPr lang="en-US" sz="1400" kern="1200" dirty="0">
              <a:solidFill>
                <a:schemeClr val="tx1">
                  <a:lumMod val="75000"/>
                  <a:lumOff val="25000"/>
                </a:schemeClr>
              </a:solidFill>
              <a:latin typeface="Avenir Next LT Pro" panose="020B0504020202020204" pitchFamily="34" charset="77"/>
            </a:rPr>
            <a:t>Disseminate standardized metrics</a:t>
          </a:r>
        </a:p>
      </dsp:txBody>
      <dsp:txXfrm>
        <a:off x="2089676" y="697798"/>
        <a:ext cx="1966668" cy="2947033"/>
      </dsp:txXfrm>
    </dsp:sp>
    <dsp:sp modelId="{49B7F8FA-D256-41EF-9327-52A3551D9A60}">
      <dsp:nvSpPr>
        <dsp:cNvPr id="0" name=""/>
        <dsp:cNvSpPr/>
      </dsp:nvSpPr>
      <dsp:spPr>
        <a:xfrm>
          <a:off x="4164134" y="0"/>
          <a:ext cx="1966668" cy="590000"/>
        </a:xfrm>
        <a:prstGeom prst="rect">
          <a:avLst/>
        </a:prstGeom>
        <a:solidFill>
          <a:schemeClr val="accent2">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411" tIns="155411" rIns="155411" bIns="155411"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FFFFFF"/>
              </a:solidFill>
              <a:latin typeface="Bodoni MT" panose="02070606080606020203" pitchFamily="18" charset="77"/>
              <a:ea typeface="+mn-ea"/>
              <a:cs typeface="+mn-cs"/>
            </a:rPr>
            <a:t>DESIGN</a:t>
          </a:r>
        </a:p>
      </dsp:txBody>
      <dsp:txXfrm>
        <a:off x="4164134" y="0"/>
        <a:ext cx="1966668" cy="590000"/>
      </dsp:txXfrm>
    </dsp:sp>
    <dsp:sp modelId="{6B5FE59C-B471-448A-AA7A-B526DCC4D4CA}">
      <dsp:nvSpPr>
        <dsp:cNvPr id="0" name=""/>
        <dsp:cNvSpPr/>
      </dsp:nvSpPr>
      <dsp:spPr>
        <a:xfrm>
          <a:off x="4164134" y="697798"/>
          <a:ext cx="1966668" cy="2947033"/>
        </a:xfrm>
        <a:prstGeom prst="rect">
          <a:avLst/>
        </a:prstGeom>
        <a:solidFill>
          <a:schemeClr val="accent4">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4263" tIns="194263" rIns="194263" bIns="194263" numCol="1" spcCol="1270" anchor="t" anchorCtr="0">
          <a:noAutofit/>
        </a:bodyPr>
        <a:lstStyle/>
        <a:p>
          <a:pPr marL="0" lvl="0" indent="0" algn="l" defTabSz="622300">
            <a:lnSpc>
              <a:spcPct val="90000"/>
            </a:lnSpc>
            <a:spcBef>
              <a:spcPct val="0"/>
            </a:spcBef>
            <a:spcAft>
              <a:spcPct val="35000"/>
            </a:spcAft>
            <a:buNone/>
          </a:pPr>
          <a:r>
            <a:rPr lang="en-US" sz="1400" kern="1200" dirty="0">
              <a:solidFill>
                <a:schemeClr val="tx1">
                  <a:lumMod val="75000"/>
                  <a:lumOff val="25000"/>
                </a:schemeClr>
              </a:solidFill>
              <a:latin typeface="Avenir Next LT Pro" panose="020B0504020202020204" pitchFamily="34" charset="77"/>
            </a:rPr>
            <a:t>Coordinate e-business applications</a:t>
          </a:r>
        </a:p>
      </dsp:txBody>
      <dsp:txXfrm>
        <a:off x="4164134" y="697798"/>
        <a:ext cx="1966668" cy="2947033"/>
      </dsp:txXfrm>
    </dsp:sp>
    <dsp:sp modelId="{4132ECB1-6BEF-4935-AFA3-B2EAA48FDE7E}">
      <dsp:nvSpPr>
        <dsp:cNvPr id="0" name=""/>
        <dsp:cNvSpPr/>
      </dsp:nvSpPr>
      <dsp:spPr>
        <a:xfrm>
          <a:off x="6238591" y="0"/>
          <a:ext cx="1966668" cy="590000"/>
        </a:xfrm>
        <a:prstGeom prst="rect">
          <a:avLst/>
        </a:prstGeom>
        <a:solidFill>
          <a:schemeClr val="accent2">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411" tIns="155411" rIns="155411" bIns="155411"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FFFFFF"/>
              </a:solidFill>
              <a:latin typeface="Bodoni MT" panose="02070606080606020203" pitchFamily="18" charset="77"/>
              <a:ea typeface="+mn-ea"/>
              <a:cs typeface="+mn-cs"/>
            </a:rPr>
            <a:t>STRATEGY</a:t>
          </a:r>
        </a:p>
      </dsp:txBody>
      <dsp:txXfrm>
        <a:off x="6238591" y="0"/>
        <a:ext cx="1966668" cy="590000"/>
      </dsp:txXfrm>
    </dsp:sp>
    <dsp:sp modelId="{C42A8BDE-B838-475D-AFDE-17B60D744AB6}">
      <dsp:nvSpPr>
        <dsp:cNvPr id="0" name=""/>
        <dsp:cNvSpPr/>
      </dsp:nvSpPr>
      <dsp:spPr>
        <a:xfrm>
          <a:off x="6238591" y="697798"/>
          <a:ext cx="1966668" cy="2947033"/>
        </a:xfrm>
        <a:prstGeom prst="rect">
          <a:avLst/>
        </a:prstGeom>
        <a:solidFill>
          <a:schemeClr val="accent4">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4263" tIns="194263" rIns="194263" bIns="194263"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chemeClr val="tx1">
                  <a:lumMod val="75000"/>
                  <a:lumOff val="25000"/>
                </a:schemeClr>
              </a:solidFill>
              <a:latin typeface="Avenir Next LT Pro" panose="020B0504020202020204" pitchFamily="34" charset="77"/>
            </a:rPr>
            <a:t>Foster holistically superior methodologies</a:t>
          </a:r>
        </a:p>
      </dsp:txBody>
      <dsp:txXfrm>
        <a:off x="6238591" y="697798"/>
        <a:ext cx="1966668" cy="2947033"/>
      </dsp:txXfrm>
    </dsp:sp>
    <dsp:sp modelId="{59606EB9-9F10-4D12-A33F-A242FDCC0D0F}">
      <dsp:nvSpPr>
        <dsp:cNvPr id="0" name=""/>
        <dsp:cNvSpPr/>
      </dsp:nvSpPr>
      <dsp:spPr>
        <a:xfrm>
          <a:off x="8313049" y="0"/>
          <a:ext cx="1966668" cy="590000"/>
        </a:xfrm>
        <a:prstGeom prst="rect">
          <a:avLst/>
        </a:prstGeom>
        <a:solidFill>
          <a:schemeClr val="accent2">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411" tIns="155411" rIns="155411" bIns="155411"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FFFFFF"/>
              </a:solidFill>
              <a:latin typeface="Bodoni MT" panose="02070606080606020203" pitchFamily="18" charset="77"/>
              <a:ea typeface="+mn-ea"/>
              <a:cs typeface="+mn-cs"/>
            </a:rPr>
            <a:t>LAUNCH</a:t>
          </a:r>
        </a:p>
      </dsp:txBody>
      <dsp:txXfrm>
        <a:off x="8313049" y="0"/>
        <a:ext cx="1966668" cy="590000"/>
      </dsp:txXfrm>
    </dsp:sp>
    <dsp:sp modelId="{C8429E68-36DD-4F6A-A2F4-7CCDADCEFAD1}">
      <dsp:nvSpPr>
        <dsp:cNvPr id="0" name=""/>
        <dsp:cNvSpPr/>
      </dsp:nvSpPr>
      <dsp:spPr>
        <a:xfrm>
          <a:off x="8313049" y="697798"/>
          <a:ext cx="1966668" cy="2947033"/>
        </a:xfrm>
        <a:prstGeom prst="rect">
          <a:avLst/>
        </a:prstGeom>
        <a:solidFill>
          <a:schemeClr val="accent4">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chemeClr val="tx1">
                  <a:lumMod val="75000"/>
                  <a:lumOff val="25000"/>
                </a:schemeClr>
              </a:solidFill>
              <a:latin typeface="Avenir Next LT Pro" panose="020B0504020202020204" pitchFamily="34" charset="77"/>
            </a:rPr>
            <a:t>Deploy strategic networks with compelling e-business needs</a:t>
          </a:r>
        </a:p>
      </dsp:txBody>
      <dsp:txXfrm>
        <a:off x="8313049" y="697798"/>
        <a:ext cx="1966668" cy="2947033"/>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6F78E-73F4-E74F-8679-362EAF9D71E0}"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9F5B3-7604-9041-B751-11A08572E7E3}" type="slidenum">
              <a:rPr lang="en-US" smtClean="0"/>
              <a:t>‹#›</a:t>
            </a:fld>
            <a:endParaRPr lang="en-US" dirty="0"/>
          </a:p>
        </p:txBody>
      </p:sp>
    </p:spTree>
    <p:extLst>
      <p:ext uri="{BB962C8B-B14F-4D97-AF65-F5344CB8AC3E}">
        <p14:creationId xmlns:p14="http://schemas.microsoft.com/office/powerpoint/2010/main" val="2843744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2E2D922-D22B-FE2D-233E-7C19C1063D80}"/>
              </a:ext>
            </a:extLst>
          </p:cNvPr>
          <p:cNvSpPr>
            <a:spLocks noGrp="1"/>
          </p:cNvSpPr>
          <p:nvPr>
            <p:ph type="pic" sz="quarter" idx="12"/>
          </p:nvPr>
        </p:nvSpPr>
        <p:spPr>
          <a:xfrm>
            <a:off x="7724781" y="2545444"/>
            <a:ext cx="3657600" cy="3657600"/>
          </a:xfrm>
          <a:solidFill>
            <a:schemeClr val="accent1">
              <a:lumMod val="90000"/>
            </a:schemeClr>
          </a:solidFill>
        </p:spPr>
        <p:txBody>
          <a:bodyPr anchor="ctr"/>
          <a:lstStyle>
            <a:lvl1pPr marL="0" indent="0" algn="ctr">
              <a:buNone/>
              <a:defRPr sz="1000"/>
            </a:lvl1pPr>
          </a:lstStyle>
          <a:p>
            <a:endParaRPr lang="en-US" dirty="0"/>
          </a:p>
        </p:txBody>
      </p:sp>
      <p:sp>
        <p:nvSpPr>
          <p:cNvPr id="2" name="Title 1">
            <a:extLst>
              <a:ext uri="{FF2B5EF4-FFF2-40B4-BE49-F238E27FC236}">
                <a16:creationId xmlns:a16="http://schemas.microsoft.com/office/drawing/2014/main" id="{F5CE9608-82F8-5A3A-8F2B-B02328A17B1C}"/>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3" name="Subtitle 2">
            <a:extLst>
              <a:ext uri="{FF2B5EF4-FFF2-40B4-BE49-F238E27FC236}">
                <a16:creationId xmlns:a16="http://schemas.microsoft.com/office/drawing/2014/main" id="{3D4EF1E8-FA5F-A239-4078-9559136871D4}"/>
              </a:ext>
            </a:extLst>
          </p:cNvPr>
          <p:cNvSpPr>
            <a:spLocks noGrp="1"/>
          </p:cNvSpPr>
          <p:nvPr>
            <p:ph type="subTitle" idx="1"/>
          </p:nvPr>
        </p:nvSpPr>
        <p:spPr>
          <a:xfrm>
            <a:off x="356616" y="5138928"/>
            <a:ext cx="5477256"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A6C6E2D-7286-A78B-3254-6E7A370C6A6B}"/>
              </a:ext>
            </a:extLst>
          </p:cNvPr>
          <p:cNvSpPr>
            <a:spLocks noGrp="1"/>
          </p:cNvSpPr>
          <p:nvPr>
            <p:ph type="pic" sz="quarter" idx="10"/>
          </p:nvPr>
        </p:nvSpPr>
        <p:spPr>
          <a:xfrm>
            <a:off x="6876288" y="2880360"/>
            <a:ext cx="1892808" cy="2990088"/>
          </a:xfrm>
        </p:spPr>
        <p:txBody>
          <a:bodyPr anchor="ctr"/>
          <a:lstStyle>
            <a:lvl1pPr marL="0" indent="0" algn="ctr">
              <a:buNone/>
              <a:defRPr sz="1000"/>
            </a:lvl1pPr>
          </a:lstStyle>
          <a:p>
            <a:endParaRPr lang="en-US" dirty="0"/>
          </a:p>
        </p:txBody>
      </p:sp>
      <p:sp>
        <p:nvSpPr>
          <p:cNvPr id="11" name="Text Placeholder 10">
            <a:extLst>
              <a:ext uri="{FF2B5EF4-FFF2-40B4-BE49-F238E27FC236}">
                <a16:creationId xmlns:a16="http://schemas.microsoft.com/office/drawing/2014/main" id="{FBFFEADD-5074-43DB-8F36-D0CB44E613C2}"/>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Tree>
    <p:extLst>
      <p:ext uri="{BB962C8B-B14F-4D97-AF65-F5344CB8AC3E}">
        <p14:creationId xmlns:p14="http://schemas.microsoft.com/office/powerpoint/2010/main" val="39334733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C17C-12A7-399B-31AC-AE7A040EBBDA}"/>
              </a:ext>
            </a:extLst>
          </p:cNvPr>
          <p:cNvSpPr/>
          <p:nvPr userDrawn="1"/>
        </p:nvSpPr>
        <p:spPr>
          <a:xfrm>
            <a:off x="9129011" y="816964"/>
            <a:ext cx="3062990" cy="6041036"/>
          </a:xfrm>
          <a:prstGeom prst="rect">
            <a:avLst/>
          </a:prstGeom>
          <a:solidFill>
            <a:schemeClr val="accent2">
              <a:lumMod val="60000"/>
              <a:lumOff val="4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2">
                  <a:lumMod val="60000"/>
                  <a:lumOff val="40000"/>
                </a:schemeClr>
              </a:solidFill>
            </a:endParaRP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640080" y="457200"/>
            <a:ext cx="10936224" cy="1298448"/>
          </a:xfrm>
        </p:spPr>
        <p:txBody>
          <a:bodyPr>
            <a:noAutofit/>
          </a:body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7" name="Picture Placeholder 6">
            <a:extLst>
              <a:ext uri="{FF2B5EF4-FFF2-40B4-BE49-F238E27FC236}">
                <a16:creationId xmlns:a16="http://schemas.microsoft.com/office/drawing/2014/main" id="{8B376F0E-CDE4-F6FD-62E6-E202D97C9C87}"/>
              </a:ext>
            </a:extLst>
          </p:cNvPr>
          <p:cNvSpPr>
            <a:spLocks noGrp="1"/>
          </p:cNvSpPr>
          <p:nvPr>
            <p:ph type="pic" sz="quarter" idx="12"/>
          </p:nvPr>
        </p:nvSpPr>
        <p:spPr>
          <a:xfrm>
            <a:off x="8211312" y="2304288"/>
            <a:ext cx="3172968" cy="3172968"/>
          </a:xfrm>
        </p:spPr>
        <p:txBody>
          <a:bodyPr anchor="ctr">
            <a:noAutofit/>
          </a:bodyPr>
          <a:lstStyle>
            <a:lvl1pPr marL="0" indent="0" algn="ctr">
              <a:buNone/>
              <a:defRPr sz="1200"/>
            </a:lvl1pPr>
          </a:lstStyle>
          <a:p>
            <a:endParaRPr lang="en-US" dirty="0"/>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3822192" y="2176272"/>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2" name="Text Placeholder 10">
            <a:extLst>
              <a:ext uri="{FF2B5EF4-FFF2-40B4-BE49-F238E27FC236}">
                <a16:creationId xmlns:a16="http://schemas.microsoft.com/office/drawing/2014/main" id="{F8FF02BC-C132-F5F7-4A13-D0E96037F19F}"/>
              </a:ext>
            </a:extLst>
          </p:cNvPr>
          <p:cNvSpPr>
            <a:spLocks noGrp="1"/>
          </p:cNvSpPr>
          <p:nvPr>
            <p:ph type="body" sz="quarter" idx="14"/>
          </p:nvPr>
        </p:nvSpPr>
        <p:spPr>
          <a:xfrm>
            <a:off x="3822192" y="2914650"/>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3" name="Text Placeholder 10">
            <a:extLst>
              <a:ext uri="{FF2B5EF4-FFF2-40B4-BE49-F238E27FC236}">
                <a16:creationId xmlns:a16="http://schemas.microsoft.com/office/drawing/2014/main" id="{FBE18830-001B-B82E-701F-2D308BC9849B}"/>
              </a:ext>
            </a:extLst>
          </p:cNvPr>
          <p:cNvSpPr>
            <a:spLocks noGrp="1"/>
          </p:cNvSpPr>
          <p:nvPr>
            <p:ph type="body" sz="quarter" idx="15"/>
          </p:nvPr>
        </p:nvSpPr>
        <p:spPr>
          <a:xfrm>
            <a:off x="3822192" y="3653028"/>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4" name="Text Placeholder 10">
            <a:extLst>
              <a:ext uri="{FF2B5EF4-FFF2-40B4-BE49-F238E27FC236}">
                <a16:creationId xmlns:a16="http://schemas.microsoft.com/office/drawing/2014/main" id="{EDB0F7C2-3561-BA83-5415-4B8330C5BFC0}"/>
              </a:ext>
            </a:extLst>
          </p:cNvPr>
          <p:cNvSpPr>
            <a:spLocks noGrp="1"/>
          </p:cNvSpPr>
          <p:nvPr>
            <p:ph type="body" sz="quarter" idx="16"/>
          </p:nvPr>
        </p:nvSpPr>
        <p:spPr>
          <a:xfrm>
            <a:off x="3822192" y="4391406"/>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3822192" y="5129784"/>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Tree>
    <p:extLst>
      <p:ext uri="{BB962C8B-B14F-4D97-AF65-F5344CB8AC3E}">
        <p14:creationId xmlns:p14="http://schemas.microsoft.com/office/powerpoint/2010/main" val="160642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0" y="3154680"/>
            <a:ext cx="12198096" cy="1709928"/>
          </a:xfrm>
        </p:spPr>
        <p:txBody>
          <a:bodyPr anchor="ctr">
            <a:noAutofit/>
          </a:bodyPr>
          <a:lstStyle>
            <a:lvl1pPr marL="0" indent="0" algn="ctr">
              <a:lnSpc>
                <a:spcPct val="90000"/>
              </a:lnSpc>
              <a:spcBef>
                <a:spcPts val="0"/>
              </a:spcBef>
              <a:buNone/>
              <a:defRPr sz="13800" b="1" cap="all" baseline="0">
                <a:solidFill>
                  <a:schemeClr val="tx1">
                    <a:lumMod val="75000"/>
                    <a:lumOff val="25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0" y="1828800"/>
            <a:ext cx="12198096" cy="1709928"/>
          </a:xfrm>
        </p:spPr>
        <p:txBody>
          <a:bodyPr>
            <a:noAutofit/>
          </a:bodyPr>
          <a:lstStyle>
            <a:lvl1pPr algn="ctr">
              <a:defRPr sz="13800" cap="all" baseline="0"/>
            </a:lvl1p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0" y="2587752"/>
            <a:ext cx="12198096" cy="1508760"/>
          </a:xfrm>
          <a:solidFill>
            <a:schemeClr val="accent1"/>
          </a:solidFill>
        </p:spPr>
        <p:txBody>
          <a:bodyPr lIns="877824" rIns="877824" anchor="ctr">
            <a:noAutofit/>
          </a:bodyPr>
          <a:lstStyle>
            <a:lvl1pPr marL="0" indent="0" algn="ctr">
              <a:lnSpc>
                <a:spcPct val="100000"/>
              </a:lnSpc>
              <a:spcBef>
                <a:spcPts val="0"/>
              </a:spcBef>
              <a:buNone/>
              <a:defRPr sz="1800" cap="none" baseline="0"/>
            </a:lvl1pPr>
          </a:lstStyle>
          <a:p>
            <a:pPr lvl="0"/>
            <a:r>
              <a:rPr lang="en-US" dirty="0"/>
              <a:t>Click to edit Master text styles</a:t>
            </a:r>
          </a:p>
        </p:txBody>
      </p:sp>
    </p:spTree>
    <p:extLst>
      <p:ext uri="{BB962C8B-B14F-4D97-AF65-F5344CB8AC3E}">
        <p14:creationId xmlns:p14="http://schemas.microsoft.com/office/powerpoint/2010/main" val="1760725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3"/>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090B92F-B1E5-5257-95EF-9608691E72FA}"/>
              </a:ext>
            </a:extLst>
          </p:cNvPr>
          <p:cNvSpPr>
            <a:spLocks noGrp="1"/>
          </p:cNvSpPr>
          <p:nvPr>
            <p:ph type="pic" sz="quarter" idx="12"/>
          </p:nvPr>
        </p:nvSpPr>
        <p:spPr>
          <a:xfrm>
            <a:off x="7987762" y="850614"/>
            <a:ext cx="3392424" cy="3392424"/>
          </a:xfrm>
          <a:solidFill>
            <a:schemeClr val="accent1">
              <a:lumMod val="90000"/>
            </a:schemeClr>
          </a:solidFill>
        </p:spPr>
        <p:txBody>
          <a:bodyPr anchor="ctr"/>
          <a:lstStyle>
            <a:lvl1pPr marL="0" indent="0" algn="ctr">
              <a:buNone/>
              <a:defRPr sz="1000"/>
            </a:lvl1pPr>
          </a:lstStyle>
          <a:p>
            <a:endParaRPr lang="en-US" dirty="0"/>
          </a:p>
        </p:txBody>
      </p:sp>
      <p:cxnSp>
        <p:nvCxnSpPr>
          <p:cNvPr id="11" name="Straight Connector 10">
            <a:extLst>
              <a:ext uri="{FF2B5EF4-FFF2-40B4-BE49-F238E27FC236}">
                <a16:creationId xmlns:a16="http://schemas.microsoft.com/office/drawing/2014/main" id="{A00590DB-1CC1-812C-5B3B-E798A1954E14}"/>
              </a:ext>
            </a:extLst>
          </p:cNvPr>
          <p:cNvCxnSpPr>
            <a:cxnSpLocks/>
          </p:cNvCxnSpPr>
          <p:nvPr userDrawn="1"/>
        </p:nvCxnSpPr>
        <p:spPr>
          <a:xfrm flipV="1">
            <a:off x="11031347" y="4545496"/>
            <a:ext cx="0" cy="2312504"/>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450C0AB6-9748-6CBD-93E7-334B0BA5ABEA}"/>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8" name="Text Placeholder 10">
            <a:extLst>
              <a:ext uri="{FF2B5EF4-FFF2-40B4-BE49-F238E27FC236}">
                <a16:creationId xmlns:a16="http://schemas.microsoft.com/office/drawing/2014/main" id="{C2259711-7EFE-2148-F50E-25FD01E3263B}"/>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
        <p:nvSpPr>
          <p:cNvPr id="9" name="Subtitle 2">
            <a:extLst>
              <a:ext uri="{FF2B5EF4-FFF2-40B4-BE49-F238E27FC236}">
                <a16:creationId xmlns:a16="http://schemas.microsoft.com/office/drawing/2014/main" id="{DA4EDA27-F4C5-CD0B-F971-E7FD300C4821}"/>
              </a:ext>
            </a:extLst>
          </p:cNvPr>
          <p:cNvSpPr>
            <a:spLocks noGrp="1"/>
          </p:cNvSpPr>
          <p:nvPr>
            <p:ph type="subTitle" idx="1"/>
          </p:nvPr>
        </p:nvSpPr>
        <p:spPr>
          <a:xfrm>
            <a:off x="356616" y="5138928"/>
            <a:ext cx="7123176"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8">
            <a:extLst>
              <a:ext uri="{FF2B5EF4-FFF2-40B4-BE49-F238E27FC236}">
                <a16:creationId xmlns:a16="http://schemas.microsoft.com/office/drawing/2014/main" id="{EAAF858D-31E9-7D8F-B203-45B2703EC37D}"/>
              </a:ext>
            </a:extLst>
          </p:cNvPr>
          <p:cNvSpPr>
            <a:spLocks noGrp="1"/>
          </p:cNvSpPr>
          <p:nvPr>
            <p:ph type="pic" sz="quarter" idx="10"/>
          </p:nvPr>
        </p:nvSpPr>
        <p:spPr>
          <a:xfrm>
            <a:off x="8686800" y="2286000"/>
            <a:ext cx="1993392" cy="3163824"/>
          </a:xfrm>
          <a:solidFill>
            <a:schemeClr val="bg2"/>
          </a:solidFill>
        </p:spPr>
        <p:txBody>
          <a:bodyPr anchor="ctr"/>
          <a:lstStyle>
            <a:lvl1pPr marL="0" indent="0" algn="ctr">
              <a:buNone/>
              <a:defRPr sz="100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4034626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8054-F9DF-2FE3-0142-D48931912FF6}"/>
              </a:ext>
            </a:extLst>
          </p:cNvPr>
          <p:cNvSpPr>
            <a:spLocks noGrp="1"/>
          </p:cNvSpPr>
          <p:nvPr>
            <p:ph type="title"/>
          </p:nvPr>
        </p:nvSpPr>
        <p:spPr>
          <a:xfrm>
            <a:off x="640080" y="457200"/>
            <a:ext cx="10936224" cy="1325563"/>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C0C55DDE-FFCC-5750-83A9-F88E2F74A1BC}"/>
              </a:ext>
            </a:extLst>
          </p:cNvPr>
          <p:cNvSpPr>
            <a:spLocks noGrp="1"/>
          </p:cNvSpPr>
          <p:nvPr>
            <p:ph idx="1"/>
          </p:nvPr>
        </p:nvSpPr>
        <p:spPr>
          <a:xfrm>
            <a:off x="969264" y="1947672"/>
            <a:ext cx="10296144" cy="4370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BDA0D14-310A-2EDC-99A1-FCFA29C787ED}"/>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6" name="Slide Number Placeholder 5">
            <a:extLst>
              <a:ext uri="{FF2B5EF4-FFF2-40B4-BE49-F238E27FC236}">
                <a16:creationId xmlns:a16="http://schemas.microsoft.com/office/drawing/2014/main" id="{5653FDCA-382D-537C-5751-191D136E9D17}"/>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379801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50C0AB6-9748-6CBD-93E7-334B0BA5ABEA}"/>
              </a:ext>
            </a:extLst>
          </p:cNvPr>
          <p:cNvSpPr>
            <a:spLocks noGrp="1"/>
          </p:cNvSpPr>
          <p:nvPr>
            <p:ph type="ctrTitle"/>
          </p:nvPr>
        </p:nvSpPr>
        <p:spPr>
          <a:xfrm>
            <a:off x="1014984" y="932688"/>
            <a:ext cx="10552176" cy="4764024"/>
          </a:xfrm>
        </p:spPr>
        <p:txBody>
          <a:bodyPr anchor="ctr">
            <a:noAutofit/>
          </a:bodyPr>
          <a:lstStyle>
            <a:lvl1pPr algn="ctr">
              <a:defRPr sz="8200" cap="none" baseline="0"/>
            </a:lvl1pPr>
          </a:lstStyle>
          <a:p>
            <a:r>
              <a:rPr lang="en-US" dirty="0"/>
              <a:t>Click to edit Master title style</a:t>
            </a:r>
          </a:p>
        </p:txBody>
      </p:sp>
      <p:sp>
        <p:nvSpPr>
          <p:cNvPr id="9" name="Subtitle 2">
            <a:extLst>
              <a:ext uri="{FF2B5EF4-FFF2-40B4-BE49-F238E27FC236}">
                <a16:creationId xmlns:a16="http://schemas.microsoft.com/office/drawing/2014/main" id="{DA4EDA27-F4C5-CD0B-F971-E7FD300C4821}"/>
              </a:ext>
            </a:extLst>
          </p:cNvPr>
          <p:cNvSpPr>
            <a:spLocks noGrp="1"/>
          </p:cNvSpPr>
          <p:nvPr>
            <p:ph type="subTitle" idx="1"/>
          </p:nvPr>
        </p:nvSpPr>
        <p:spPr>
          <a:xfrm>
            <a:off x="6693408" y="5788152"/>
            <a:ext cx="2578608"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 name="Straight Connector 1">
            <a:extLst>
              <a:ext uri="{FF2B5EF4-FFF2-40B4-BE49-F238E27FC236}">
                <a16:creationId xmlns:a16="http://schemas.microsoft.com/office/drawing/2014/main" id="{4B215B41-53EF-7995-A29E-CF60C8A56CEF}"/>
              </a:ext>
            </a:extLst>
          </p:cNvPr>
          <p:cNvCxnSpPr>
            <a:cxnSpLocks/>
          </p:cNvCxnSpPr>
          <p:nvPr userDrawn="1"/>
        </p:nvCxnSpPr>
        <p:spPr>
          <a:xfrm>
            <a:off x="0" y="6009861"/>
            <a:ext cx="6446922"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6BE9C915-8D4C-5E75-F776-9CD4D8D7E53B}"/>
              </a:ext>
            </a:extLst>
          </p:cNvPr>
          <p:cNvSpPr>
            <a:spLocks noGrp="1"/>
          </p:cNvSpPr>
          <p:nvPr>
            <p:ph type="body" sz="quarter" idx="10" hasCustomPrompt="1"/>
          </p:nvPr>
        </p:nvSpPr>
        <p:spPr>
          <a:xfrm>
            <a:off x="0" y="-1143000"/>
            <a:ext cx="2752344" cy="2551176"/>
          </a:xfrm>
        </p:spPr>
        <p:txBody>
          <a:bodyPr/>
          <a:lstStyle>
            <a:lvl1pPr marL="0" indent="0" algn="ctr">
              <a:buNone/>
              <a:defRPr sz="40000" b="1">
                <a:solidFill>
                  <a:schemeClr val="accent2">
                    <a:lumMod val="40000"/>
                    <a:lumOff val="60000"/>
                  </a:schemeClr>
                </a:solidFill>
                <a:latin typeface="+mj-lt"/>
              </a:defRPr>
            </a:lvl1pPr>
          </a:lstStyle>
          <a:p>
            <a:pPr lvl="0"/>
            <a:r>
              <a:rPr lang="en-US" dirty="0"/>
              <a:t>“</a:t>
            </a:r>
          </a:p>
        </p:txBody>
      </p:sp>
      <p:sp>
        <p:nvSpPr>
          <p:cNvPr id="6" name="Text Placeholder 3">
            <a:extLst>
              <a:ext uri="{FF2B5EF4-FFF2-40B4-BE49-F238E27FC236}">
                <a16:creationId xmlns:a16="http://schemas.microsoft.com/office/drawing/2014/main" id="{E095A89F-EF79-78DD-BEDC-74C21F5D538D}"/>
              </a:ext>
            </a:extLst>
          </p:cNvPr>
          <p:cNvSpPr>
            <a:spLocks noGrp="1"/>
          </p:cNvSpPr>
          <p:nvPr>
            <p:ph type="body" sz="quarter" idx="11" hasCustomPrompt="1"/>
          </p:nvPr>
        </p:nvSpPr>
        <p:spPr>
          <a:xfrm>
            <a:off x="9491472" y="4745736"/>
            <a:ext cx="2752344" cy="2551176"/>
          </a:xfrm>
        </p:spPr>
        <p:txBody>
          <a:bodyPr/>
          <a:lstStyle>
            <a:lvl1pPr marL="0" indent="0" algn="ctr">
              <a:buNone/>
              <a:defRPr sz="40000" b="1">
                <a:solidFill>
                  <a:schemeClr val="accent2">
                    <a:lumMod val="40000"/>
                    <a:lumOff val="60000"/>
                  </a:schemeClr>
                </a:solidFill>
                <a:latin typeface="+mj-lt"/>
              </a:defRPr>
            </a:lvl1pPr>
          </a:lstStyle>
          <a:p>
            <a:pPr lvl="0"/>
            <a:r>
              <a:rPr lang="en-US" dirty="0"/>
              <a:t>”</a:t>
            </a:r>
          </a:p>
        </p:txBody>
      </p:sp>
    </p:spTree>
    <p:extLst>
      <p:ext uri="{BB962C8B-B14F-4D97-AF65-F5344CB8AC3E}">
        <p14:creationId xmlns:p14="http://schemas.microsoft.com/office/powerpoint/2010/main" val="83371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54DD8-0FD2-091E-4A43-D5285DD8A4F0}"/>
              </a:ext>
            </a:extLst>
          </p:cNvPr>
          <p:cNvSpPr>
            <a:spLocks noGrp="1"/>
          </p:cNvSpPr>
          <p:nvPr>
            <p:ph type="title"/>
          </p:nvPr>
        </p:nvSpPr>
        <p:spPr>
          <a:xfrm>
            <a:off x="640080" y="457200"/>
            <a:ext cx="10936224" cy="1298448"/>
          </a:xfrm>
        </p:spPr>
        <p:txBody>
          <a:bodyPr/>
          <a:lstStyle/>
          <a:p>
            <a:r>
              <a:rPr lang="en-US"/>
              <a:t>Click to edit Master title style</a:t>
            </a:r>
          </a:p>
        </p:txBody>
      </p:sp>
      <p:sp>
        <p:nvSpPr>
          <p:cNvPr id="5" name="Rectangle 4">
            <a:extLst>
              <a:ext uri="{FF2B5EF4-FFF2-40B4-BE49-F238E27FC236}">
                <a16:creationId xmlns:a16="http://schemas.microsoft.com/office/drawing/2014/main" id="{6AC009C9-3824-FABC-07B9-A4C9BC63627A}"/>
              </a:ext>
            </a:extLst>
          </p:cNvPr>
          <p:cNvSpPr/>
          <p:nvPr userDrawn="1"/>
        </p:nvSpPr>
        <p:spPr>
          <a:xfrm>
            <a:off x="976788" y="1933921"/>
            <a:ext cx="1959429" cy="4933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6" name="Rectangle 5">
            <a:extLst>
              <a:ext uri="{FF2B5EF4-FFF2-40B4-BE49-F238E27FC236}">
                <a16:creationId xmlns:a16="http://schemas.microsoft.com/office/drawing/2014/main" id="{E21023D4-A9ED-002F-0B45-019DB4997807}"/>
              </a:ext>
            </a:extLst>
          </p:cNvPr>
          <p:cNvSpPr/>
          <p:nvPr userDrawn="1"/>
        </p:nvSpPr>
        <p:spPr>
          <a:xfrm>
            <a:off x="6394674" y="1933921"/>
            <a:ext cx="1959429" cy="4933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cxnSp>
        <p:nvCxnSpPr>
          <p:cNvPr id="7" name="Straight Connector 6">
            <a:extLst>
              <a:ext uri="{FF2B5EF4-FFF2-40B4-BE49-F238E27FC236}">
                <a16:creationId xmlns:a16="http://schemas.microsoft.com/office/drawing/2014/main" id="{FD2C298F-D572-B084-FEE9-B3E572860979}"/>
              </a:ext>
            </a:extLst>
          </p:cNvPr>
          <p:cNvCxnSpPr>
            <a:cxnSpLocks/>
          </p:cNvCxnSpPr>
          <p:nvPr userDrawn="1"/>
        </p:nvCxnSpPr>
        <p:spPr>
          <a:xfrm>
            <a:off x="3078820" y="2982133"/>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1AC3B6-A5EE-CC6F-3D11-437B77131B2E}"/>
              </a:ext>
            </a:extLst>
          </p:cNvPr>
          <p:cNvCxnSpPr>
            <a:cxnSpLocks/>
          </p:cNvCxnSpPr>
          <p:nvPr userDrawn="1"/>
        </p:nvCxnSpPr>
        <p:spPr>
          <a:xfrm>
            <a:off x="3068653" y="5567880"/>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60AF34A-9EAC-D22C-71D6-89C99B36221A}"/>
              </a:ext>
            </a:extLst>
          </p:cNvPr>
          <p:cNvCxnSpPr>
            <a:cxnSpLocks/>
          </p:cNvCxnSpPr>
          <p:nvPr userDrawn="1"/>
        </p:nvCxnSpPr>
        <p:spPr>
          <a:xfrm>
            <a:off x="8461423" y="2982133"/>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90D898-E343-5199-7EA3-0DE4BD9767D8}"/>
              </a:ext>
            </a:extLst>
          </p:cNvPr>
          <p:cNvCxnSpPr>
            <a:cxnSpLocks/>
          </p:cNvCxnSpPr>
          <p:nvPr userDrawn="1"/>
        </p:nvCxnSpPr>
        <p:spPr>
          <a:xfrm>
            <a:off x="8461423" y="5566074"/>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2" name="Picture Placeholder 11">
            <a:extLst>
              <a:ext uri="{FF2B5EF4-FFF2-40B4-BE49-F238E27FC236}">
                <a16:creationId xmlns:a16="http://schemas.microsoft.com/office/drawing/2014/main" id="{C00B5647-2B6E-CFB8-05E2-D6D583A82607}"/>
              </a:ext>
            </a:extLst>
          </p:cNvPr>
          <p:cNvSpPr>
            <a:spLocks noGrp="1"/>
          </p:cNvSpPr>
          <p:nvPr>
            <p:ph type="pic" sz="quarter" idx="12"/>
          </p:nvPr>
        </p:nvSpPr>
        <p:spPr>
          <a:xfrm>
            <a:off x="1984248" y="2157984"/>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3" name="Picture Placeholder 11">
            <a:extLst>
              <a:ext uri="{FF2B5EF4-FFF2-40B4-BE49-F238E27FC236}">
                <a16:creationId xmlns:a16="http://schemas.microsoft.com/office/drawing/2014/main" id="{3909E6A2-2DD4-4F22-956D-1B5E586C4934}"/>
              </a:ext>
            </a:extLst>
          </p:cNvPr>
          <p:cNvSpPr>
            <a:spLocks noGrp="1"/>
          </p:cNvSpPr>
          <p:nvPr>
            <p:ph type="pic" sz="quarter" idx="13"/>
          </p:nvPr>
        </p:nvSpPr>
        <p:spPr>
          <a:xfrm>
            <a:off x="7379208" y="2157984"/>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4" name="Picture Placeholder 11">
            <a:extLst>
              <a:ext uri="{FF2B5EF4-FFF2-40B4-BE49-F238E27FC236}">
                <a16:creationId xmlns:a16="http://schemas.microsoft.com/office/drawing/2014/main" id="{430630E9-C15D-F5DD-A03B-EEE67E761D46}"/>
              </a:ext>
            </a:extLst>
          </p:cNvPr>
          <p:cNvSpPr>
            <a:spLocks noGrp="1"/>
          </p:cNvSpPr>
          <p:nvPr>
            <p:ph type="pic" sz="quarter" idx="14"/>
          </p:nvPr>
        </p:nvSpPr>
        <p:spPr>
          <a:xfrm>
            <a:off x="1983643" y="4736592"/>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5" name="Picture Placeholder 11">
            <a:extLst>
              <a:ext uri="{FF2B5EF4-FFF2-40B4-BE49-F238E27FC236}">
                <a16:creationId xmlns:a16="http://schemas.microsoft.com/office/drawing/2014/main" id="{693530D4-E207-8018-C54B-C19326257D3D}"/>
              </a:ext>
            </a:extLst>
          </p:cNvPr>
          <p:cNvSpPr>
            <a:spLocks noGrp="1"/>
          </p:cNvSpPr>
          <p:nvPr>
            <p:ph type="pic" sz="quarter" idx="15"/>
          </p:nvPr>
        </p:nvSpPr>
        <p:spPr>
          <a:xfrm>
            <a:off x="7378603" y="4736592"/>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7" name="Text Placeholder 16">
            <a:extLst>
              <a:ext uri="{FF2B5EF4-FFF2-40B4-BE49-F238E27FC236}">
                <a16:creationId xmlns:a16="http://schemas.microsoft.com/office/drawing/2014/main" id="{EE0D0207-76F2-C0FA-F313-F5D2F82656CE}"/>
              </a:ext>
            </a:extLst>
          </p:cNvPr>
          <p:cNvSpPr>
            <a:spLocks noGrp="1"/>
          </p:cNvSpPr>
          <p:nvPr>
            <p:ph type="body" sz="quarter" idx="16"/>
          </p:nvPr>
        </p:nvSpPr>
        <p:spPr>
          <a:xfrm>
            <a:off x="3557016" y="2395728"/>
            <a:ext cx="2459736" cy="365760"/>
          </a:xfrm>
        </p:spPr>
        <p:txBody>
          <a:bodyPr lIns="109728" tIns="109728" rIns="109728" bIns="91440" anchor="ctr"/>
          <a:lstStyle>
            <a:lvl1pPr marL="0" indent="0">
              <a:lnSpc>
                <a:spcPct val="100000"/>
              </a:lnSpc>
              <a:spcBef>
                <a:spcPts val="0"/>
              </a:spcBef>
              <a:buNone/>
              <a:defRPr sz="1800" cap="all" spc="20" baseline="0"/>
            </a:lvl1pPr>
          </a:lstStyle>
          <a:p>
            <a:pPr lvl="0"/>
            <a:r>
              <a:rPr lang="en-US" dirty="0"/>
              <a:t>Click to edit Master text styles</a:t>
            </a:r>
          </a:p>
        </p:txBody>
      </p:sp>
      <p:sp>
        <p:nvSpPr>
          <p:cNvPr id="18" name="Text Placeholder 16">
            <a:extLst>
              <a:ext uri="{FF2B5EF4-FFF2-40B4-BE49-F238E27FC236}">
                <a16:creationId xmlns:a16="http://schemas.microsoft.com/office/drawing/2014/main" id="{94050553-7D63-5588-8C42-A3985DF2909F}"/>
              </a:ext>
            </a:extLst>
          </p:cNvPr>
          <p:cNvSpPr>
            <a:spLocks noGrp="1"/>
          </p:cNvSpPr>
          <p:nvPr>
            <p:ph type="body" sz="quarter" idx="17"/>
          </p:nvPr>
        </p:nvSpPr>
        <p:spPr>
          <a:xfrm>
            <a:off x="8951976" y="2395728"/>
            <a:ext cx="2459736" cy="365760"/>
          </a:xfrm>
        </p:spPr>
        <p:txBody>
          <a:bodyPr lIns="109728" tIns="109728" rIns="109728" bIns="91440" anchor="ctr"/>
          <a:lstStyle>
            <a:lvl1pPr marL="0" indent="0">
              <a:lnSpc>
                <a:spcPct val="100000"/>
              </a:lnSpc>
              <a:spcBef>
                <a:spcPts val="0"/>
              </a:spcBef>
              <a:buNone/>
              <a:defRPr sz="1800" cap="all" spc="20" baseline="0"/>
            </a:lvl1pPr>
          </a:lstStyle>
          <a:p>
            <a:pPr lvl="0"/>
            <a:r>
              <a:rPr lang="en-US" dirty="0"/>
              <a:t>Click to edit Master text styles</a:t>
            </a:r>
          </a:p>
        </p:txBody>
      </p:sp>
      <p:sp>
        <p:nvSpPr>
          <p:cNvPr id="19" name="Text Placeholder 16">
            <a:extLst>
              <a:ext uri="{FF2B5EF4-FFF2-40B4-BE49-F238E27FC236}">
                <a16:creationId xmlns:a16="http://schemas.microsoft.com/office/drawing/2014/main" id="{C83E3C83-61EE-7F38-6617-297F33FDFC80}"/>
              </a:ext>
            </a:extLst>
          </p:cNvPr>
          <p:cNvSpPr>
            <a:spLocks noGrp="1"/>
          </p:cNvSpPr>
          <p:nvPr>
            <p:ph type="body" sz="quarter" idx="18"/>
          </p:nvPr>
        </p:nvSpPr>
        <p:spPr>
          <a:xfrm>
            <a:off x="3557016" y="4983480"/>
            <a:ext cx="2459736" cy="365760"/>
          </a:xfrm>
        </p:spPr>
        <p:txBody>
          <a:bodyPr lIns="109728" tIns="109728" rIns="109728" bIns="91440" anchor="ctr"/>
          <a:lstStyle>
            <a:lvl1pPr marL="0" indent="0">
              <a:lnSpc>
                <a:spcPct val="100000"/>
              </a:lnSpc>
              <a:spcBef>
                <a:spcPts val="0"/>
              </a:spcBef>
              <a:buNone/>
              <a:defRPr sz="1800" cap="all" spc="20" baseline="0"/>
            </a:lvl1pPr>
          </a:lstStyle>
          <a:p>
            <a:pPr lvl="0"/>
            <a:r>
              <a:rPr lang="en-US" dirty="0"/>
              <a:t>Click to edit Master text styles</a:t>
            </a:r>
          </a:p>
        </p:txBody>
      </p:sp>
      <p:sp>
        <p:nvSpPr>
          <p:cNvPr id="20" name="Text Placeholder 16">
            <a:extLst>
              <a:ext uri="{FF2B5EF4-FFF2-40B4-BE49-F238E27FC236}">
                <a16:creationId xmlns:a16="http://schemas.microsoft.com/office/drawing/2014/main" id="{E4F0C230-CEF2-4829-F9D9-4A9D8CC18F3C}"/>
              </a:ext>
            </a:extLst>
          </p:cNvPr>
          <p:cNvSpPr>
            <a:spLocks noGrp="1"/>
          </p:cNvSpPr>
          <p:nvPr>
            <p:ph type="body" sz="quarter" idx="19"/>
          </p:nvPr>
        </p:nvSpPr>
        <p:spPr>
          <a:xfrm>
            <a:off x="8951976" y="4983480"/>
            <a:ext cx="2459736" cy="365760"/>
          </a:xfrm>
        </p:spPr>
        <p:txBody>
          <a:bodyPr lIns="109728" tIns="109728" rIns="109728" bIns="91440" anchor="ctr"/>
          <a:lstStyle>
            <a:lvl1pPr marL="0" indent="0">
              <a:lnSpc>
                <a:spcPct val="100000"/>
              </a:lnSpc>
              <a:spcBef>
                <a:spcPts val="0"/>
              </a:spcBef>
              <a:buNone/>
              <a:defRPr sz="1800" cap="all" spc="2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3C4BFE65-A254-A1B2-2B09-5BB8085A3396}"/>
              </a:ext>
            </a:extLst>
          </p:cNvPr>
          <p:cNvSpPr>
            <a:spLocks noGrp="1"/>
          </p:cNvSpPr>
          <p:nvPr>
            <p:ph type="body" sz="quarter" idx="20"/>
          </p:nvPr>
        </p:nvSpPr>
        <p:spPr>
          <a:xfrm>
            <a:off x="3568337" y="2816352"/>
            <a:ext cx="1810512" cy="256032"/>
          </a:xfrm>
          <a:solidFill>
            <a:schemeClr val="accent1"/>
          </a:solidFill>
        </p:spPr>
        <p:txBody>
          <a:bodyPr lIns="109728" tIns="109728" rIns="109728" bIns="91440" anchor="ctr"/>
          <a:lstStyle>
            <a:lvl1pPr marL="0" indent="0">
              <a:lnSpc>
                <a:spcPct val="100000"/>
              </a:lnSpc>
              <a:spcBef>
                <a:spcPts val="0"/>
              </a:spcBef>
              <a:buNone/>
              <a:defRPr sz="1600" b="1" cap="none" spc="20" baseline="0">
                <a:solidFill>
                  <a:schemeClr val="accent2">
                    <a:lumMod val="50000"/>
                  </a:schemeClr>
                </a:solidFill>
                <a:latin typeface="+mj-lt"/>
              </a:defRPr>
            </a:lvl1pPr>
          </a:lstStyle>
          <a:p>
            <a:pPr lvl="0"/>
            <a:r>
              <a:rPr lang="en-US" dirty="0"/>
              <a:t>Click to edit Master text styles</a:t>
            </a:r>
          </a:p>
        </p:txBody>
      </p:sp>
      <p:sp>
        <p:nvSpPr>
          <p:cNvPr id="22" name="Text Placeholder 16">
            <a:extLst>
              <a:ext uri="{FF2B5EF4-FFF2-40B4-BE49-F238E27FC236}">
                <a16:creationId xmlns:a16="http://schemas.microsoft.com/office/drawing/2014/main" id="{F0885B50-26EE-88F4-89DB-7736CBB248FD}"/>
              </a:ext>
            </a:extLst>
          </p:cNvPr>
          <p:cNvSpPr>
            <a:spLocks noGrp="1"/>
          </p:cNvSpPr>
          <p:nvPr>
            <p:ph type="body" sz="quarter" idx="21"/>
          </p:nvPr>
        </p:nvSpPr>
        <p:spPr>
          <a:xfrm>
            <a:off x="8951976" y="2816352"/>
            <a:ext cx="1810512" cy="256032"/>
          </a:xfrm>
          <a:solidFill>
            <a:schemeClr val="accent1"/>
          </a:solidFill>
        </p:spPr>
        <p:txBody>
          <a:bodyPr lIns="109728" tIns="109728" rIns="109728" bIns="91440" anchor="ctr"/>
          <a:lstStyle>
            <a:lvl1pPr marL="0" indent="0">
              <a:lnSpc>
                <a:spcPct val="100000"/>
              </a:lnSpc>
              <a:spcBef>
                <a:spcPts val="0"/>
              </a:spcBef>
              <a:buNone/>
              <a:defRPr sz="1600" b="1" cap="none" spc="20" baseline="0">
                <a:solidFill>
                  <a:schemeClr val="accent2">
                    <a:lumMod val="50000"/>
                  </a:schemeClr>
                </a:solidFill>
                <a:latin typeface="+mj-lt"/>
              </a:defRPr>
            </a:lvl1pPr>
          </a:lstStyle>
          <a:p>
            <a:pPr lvl="0"/>
            <a:r>
              <a:rPr lang="en-US" dirty="0"/>
              <a:t>Click to edit Master text styles</a:t>
            </a:r>
          </a:p>
        </p:txBody>
      </p:sp>
      <p:sp>
        <p:nvSpPr>
          <p:cNvPr id="23" name="Text Placeholder 16">
            <a:extLst>
              <a:ext uri="{FF2B5EF4-FFF2-40B4-BE49-F238E27FC236}">
                <a16:creationId xmlns:a16="http://schemas.microsoft.com/office/drawing/2014/main" id="{31CC9E02-F419-645B-186B-D3FDF688BE3D}"/>
              </a:ext>
            </a:extLst>
          </p:cNvPr>
          <p:cNvSpPr>
            <a:spLocks noGrp="1"/>
          </p:cNvSpPr>
          <p:nvPr>
            <p:ph type="body" sz="quarter" idx="22"/>
          </p:nvPr>
        </p:nvSpPr>
        <p:spPr>
          <a:xfrm>
            <a:off x="3568337" y="5349240"/>
            <a:ext cx="1810512" cy="365760"/>
          </a:xfrm>
          <a:solidFill>
            <a:schemeClr val="accent1"/>
          </a:solidFill>
        </p:spPr>
        <p:txBody>
          <a:bodyPr lIns="109728" tIns="109728" rIns="109728" bIns="91440" anchor="ctr"/>
          <a:lstStyle>
            <a:lvl1pPr marL="0" indent="0">
              <a:lnSpc>
                <a:spcPct val="100000"/>
              </a:lnSpc>
              <a:spcBef>
                <a:spcPts val="0"/>
              </a:spcBef>
              <a:buNone/>
              <a:defRPr sz="1600" b="1" cap="none" spc="20" baseline="0">
                <a:solidFill>
                  <a:schemeClr val="accent2">
                    <a:lumMod val="50000"/>
                  </a:schemeClr>
                </a:solidFill>
                <a:latin typeface="+mj-lt"/>
              </a:defRPr>
            </a:lvl1pPr>
          </a:lstStyle>
          <a:p>
            <a:pPr lvl="0"/>
            <a:r>
              <a:rPr lang="en-US" dirty="0"/>
              <a:t>Click to edit Master text styles</a:t>
            </a:r>
          </a:p>
        </p:txBody>
      </p:sp>
      <p:sp>
        <p:nvSpPr>
          <p:cNvPr id="24" name="Text Placeholder 16">
            <a:extLst>
              <a:ext uri="{FF2B5EF4-FFF2-40B4-BE49-F238E27FC236}">
                <a16:creationId xmlns:a16="http://schemas.microsoft.com/office/drawing/2014/main" id="{D6BFA8DA-6AF0-61F1-45B2-1FDCC246E63A}"/>
              </a:ext>
            </a:extLst>
          </p:cNvPr>
          <p:cNvSpPr>
            <a:spLocks noGrp="1"/>
          </p:cNvSpPr>
          <p:nvPr>
            <p:ph type="body" sz="quarter" idx="23"/>
          </p:nvPr>
        </p:nvSpPr>
        <p:spPr>
          <a:xfrm>
            <a:off x="8951976" y="5349240"/>
            <a:ext cx="1810512" cy="365760"/>
          </a:xfrm>
          <a:solidFill>
            <a:schemeClr val="accent1"/>
          </a:solidFill>
        </p:spPr>
        <p:txBody>
          <a:bodyPr lIns="109728" tIns="109728" rIns="109728" bIns="91440" anchor="ctr"/>
          <a:lstStyle>
            <a:lvl1pPr marL="0" indent="0">
              <a:lnSpc>
                <a:spcPct val="100000"/>
              </a:lnSpc>
              <a:spcBef>
                <a:spcPts val="0"/>
              </a:spcBef>
              <a:buNone/>
              <a:defRPr sz="1600" b="1" cap="none" spc="20" baseline="0">
                <a:solidFill>
                  <a:schemeClr val="accent2">
                    <a:lumMod val="50000"/>
                  </a:schemeClr>
                </a:solidFill>
                <a:latin typeface="+mj-lt"/>
              </a:defRPr>
            </a:lvl1pPr>
          </a:lstStyle>
          <a:p>
            <a:pPr lvl="0"/>
            <a:r>
              <a:rPr lang="en-US" dirty="0"/>
              <a:t>Click to edit Master text styles</a:t>
            </a:r>
          </a:p>
        </p:txBody>
      </p:sp>
      <p:sp>
        <p:nvSpPr>
          <p:cNvPr id="25" name="Slide Number Placeholder 2">
            <a:extLst>
              <a:ext uri="{FF2B5EF4-FFF2-40B4-BE49-F238E27FC236}">
                <a16:creationId xmlns:a16="http://schemas.microsoft.com/office/drawing/2014/main" id="{7C7F2D53-0EE2-0959-BEDE-668007CB0939}"/>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26" name="Footer Placeholder 3">
            <a:extLst>
              <a:ext uri="{FF2B5EF4-FFF2-40B4-BE49-F238E27FC236}">
                <a16:creationId xmlns:a16="http://schemas.microsoft.com/office/drawing/2014/main" id="{0E7E5B21-86A3-5D02-E445-C1E9180469C2}"/>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121026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99AD27-1F9E-2F81-1D38-74CDE4087F98}"/>
              </a:ext>
            </a:extLst>
          </p:cNvPr>
          <p:cNvSpPr/>
          <p:nvPr userDrawn="1"/>
        </p:nvSpPr>
        <p:spPr>
          <a:xfrm>
            <a:off x="0" y="2632933"/>
            <a:ext cx="12205251" cy="432183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2" name="Title 1">
            <a:extLst>
              <a:ext uri="{FF2B5EF4-FFF2-40B4-BE49-F238E27FC236}">
                <a16:creationId xmlns:a16="http://schemas.microsoft.com/office/drawing/2014/main" id="{D3154DD8-0FD2-091E-4A43-D5285DD8A4F0}"/>
              </a:ext>
            </a:extLst>
          </p:cNvPr>
          <p:cNvSpPr>
            <a:spLocks noGrp="1"/>
          </p:cNvSpPr>
          <p:nvPr>
            <p:ph type="title"/>
          </p:nvPr>
        </p:nvSpPr>
        <p:spPr>
          <a:xfrm>
            <a:off x="640080" y="457200"/>
            <a:ext cx="10936224" cy="1298448"/>
          </a:xfrm>
        </p:spPr>
        <p:txBody>
          <a:bodyPr/>
          <a:lstStyle/>
          <a:p>
            <a:r>
              <a:rPr lang="en-US"/>
              <a:t>Click to edit Master title style</a:t>
            </a:r>
          </a:p>
        </p:txBody>
      </p:sp>
      <p:sp>
        <p:nvSpPr>
          <p:cNvPr id="12" name="Picture Placeholder 11">
            <a:extLst>
              <a:ext uri="{FF2B5EF4-FFF2-40B4-BE49-F238E27FC236}">
                <a16:creationId xmlns:a16="http://schemas.microsoft.com/office/drawing/2014/main" id="{C00B5647-2B6E-CFB8-05E2-D6D583A82607}"/>
              </a:ext>
            </a:extLst>
          </p:cNvPr>
          <p:cNvSpPr>
            <a:spLocks noGrp="1"/>
          </p:cNvSpPr>
          <p:nvPr>
            <p:ph type="pic" sz="quarter" idx="12"/>
          </p:nvPr>
        </p:nvSpPr>
        <p:spPr>
          <a:xfrm>
            <a:off x="1069848"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3" name="Picture Placeholder 11">
            <a:extLst>
              <a:ext uri="{FF2B5EF4-FFF2-40B4-BE49-F238E27FC236}">
                <a16:creationId xmlns:a16="http://schemas.microsoft.com/office/drawing/2014/main" id="{3909E6A2-2DD4-4F22-956D-1B5E586C4934}"/>
              </a:ext>
            </a:extLst>
          </p:cNvPr>
          <p:cNvSpPr>
            <a:spLocks noGrp="1"/>
          </p:cNvSpPr>
          <p:nvPr>
            <p:ph type="pic" sz="quarter" idx="13"/>
          </p:nvPr>
        </p:nvSpPr>
        <p:spPr>
          <a:xfrm>
            <a:off x="3877056"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4" name="Picture Placeholder 11">
            <a:extLst>
              <a:ext uri="{FF2B5EF4-FFF2-40B4-BE49-F238E27FC236}">
                <a16:creationId xmlns:a16="http://schemas.microsoft.com/office/drawing/2014/main" id="{430630E9-C15D-F5DD-A03B-EEE67E761D46}"/>
              </a:ext>
            </a:extLst>
          </p:cNvPr>
          <p:cNvSpPr>
            <a:spLocks noGrp="1"/>
          </p:cNvSpPr>
          <p:nvPr>
            <p:ph type="pic" sz="quarter" idx="14"/>
          </p:nvPr>
        </p:nvSpPr>
        <p:spPr>
          <a:xfrm>
            <a:off x="6711696"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5" name="Picture Placeholder 11">
            <a:extLst>
              <a:ext uri="{FF2B5EF4-FFF2-40B4-BE49-F238E27FC236}">
                <a16:creationId xmlns:a16="http://schemas.microsoft.com/office/drawing/2014/main" id="{693530D4-E207-8018-C54B-C19326257D3D}"/>
              </a:ext>
            </a:extLst>
          </p:cNvPr>
          <p:cNvSpPr>
            <a:spLocks noGrp="1"/>
          </p:cNvSpPr>
          <p:nvPr>
            <p:ph type="pic" sz="quarter" idx="15"/>
          </p:nvPr>
        </p:nvSpPr>
        <p:spPr>
          <a:xfrm>
            <a:off x="9491472"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7" name="Text Placeholder 16">
            <a:extLst>
              <a:ext uri="{FF2B5EF4-FFF2-40B4-BE49-F238E27FC236}">
                <a16:creationId xmlns:a16="http://schemas.microsoft.com/office/drawing/2014/main" id="{EE0D0207-76F2-C0FA-F313-F5D2F82656CE}"/>
              </a:ext>
            </a:extLst>
          </p:cNvPr>
          <p:cNvSpPr>
            <a:spLocks noGrp="1"/>
          </p:cNvSpPr>
          <p:nvPr>
            <p:ph type="body" sz="quarter" idx="16"/>
          </p:nvPr>
        </p:nvSpPr>
        <p:spPr>
          <a:xfrm>
            <a:off x="941832"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18" name="Text Placeholder 16">
            <a:extLst>
              <a:ext uri="{FF2B5EF4-FFF2-40B4-BE49-F238E27FC236}">
                <a16:creationId xmlns:a16="http://schemas.microsoft.com/office/drawing/2014/main" id="{94050553-7D63-5588-8C42-A3985DF2909F}"/>
              </a:ext>
            </a:extLst>
          </p:cNvPr>
          <p:cNvSpPr>
            <a:spLocks noGrp="1"/>
          </p:cNvSpPr>
          <p:nvPr>
            <p:ph type="body" sz="quarter" idx="17"/>
          </p:nvPr>
        </p:nvSpPr>
        <p:spPr>
          <a:xfrm>
            <a:off x="3758184"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19" name="Text Placeholder 16">
            <a:extLst>
              <a:ext uri="{FF2B5EF4-FFF2-40B4-BE49-F238E27FC236}">
                <a16:creationId xmlns:a16="http://schemas.microsoft.com/office/drawing/2014/main" id="{C83E3C83-61EE-7F38-6617-297F33FDFC80}"/>
              </a:ext>
            </a:extLst>
          </p:cNvPr>
          <p:cNvSpPr>
            <a:spLocks noGrp="1"/>
          </p:cNvSpPr>
          <p:nvPr>
            <p:ph type="body" sz="quarter" idx="18"/>
          </p:nvPr>
        </p:nvSpPr>
        <p:spPr>
          <a:xfrm>
            <a:off x="6583680"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0" name="Text Placeholder 16">
            <a:extLst>
              <a:ext uri="{FF2B5EF4-FFF2-40B4-BE49-F238E27FC236}">
                <a16:creationId xmlns:a16="http://schemas.microsoft.com/office/drawing/2014/main" id="{E4F0C230-CEF2-4829-F9D9-4A9D8CC18F3C}"/>
              </a:ext>
            </a:extLst>
          </p:cNvPr>
          <p:cNvSpPr>
            <a:spLocks noGrp="1"/>
          </p:cNvSpPr>
          <p:nvPr>
            <p:ph type="body" sz="quarter" idx="19"/>
          </p:nvPr>
        </p:nvSpPr>
        <p:spPr>
          <a:xfrm>
            <a:off x="9372600"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3C4BFE65-A254-A1B2-2B09-5BB8085A3396}"/>
              </a:ext>
            </a:extLst>
          </p:cNvPr>
          <p:cNvSpPr>
            <a:spLocks noGrp="1"/>
          </p:cNvSpPr>
          <p:nvPr>
            <p:ph type="body" sz="quarter" idx="20"/>
          </p:nvPr>
        </p:nvSpPr>
        <p:spPr>
          <a:xfrm>
            <a:off x="941832"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2" name="Text Placeholder 16">
            <a:extLst>
              <a:ext uri="{FF2B5EF4-FFF2-40B4-BE49-F238E27FC236}">
                <a16:creationId xmlns:a16="http://schemas.microsoft.com/office/drawing/2014/main" id="{F0885B50-26EE-88F4-89DB-7736CBB248FD}"/>
              </a:ext>
            </a:extLst>
          </p:cNvPr>
          <p:cNvSpPr>
            <a:spLocks noGrp="1"/>
          </p:cNvSpPr>
          <p:nvPr>
            <p:ph type="body" sz="quarter" idx="21"/>
          </p:nvPr>
        </p:nvSpPr>
        <p:spPr>
          <a:xfrm>
            <a:off x="3758184"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3" name="Text Placeholder 16">
            <a:extLst>
              <a:ext uri="{FF2B5EF4-FFF2-40B4-BE49-F238E27FC236}">
                <a16:creationId xmlns:a16="http://schemas.microsoft.com/office/drawing/2014/main" id="{31CC9E02-F419-645B-186B-D3FDF688BE3D}"/>
              </a:ext>
            </a:extLst>
          </p:cNvPr>
          <p:cNvSpPr>
            <a:spLocks noGrp="1"/>
          </p:cNvSpPr>
          <p:nvPr>
            <p:ph type="body" sz="quarter" idx="22"/>
          </p:nvPr>
        </p:nvSpPr>
        <p:spPr>
          <a:xfrm>
            <a:off x="6583680"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4" name="Text Placeholder 16">
            <a:extLst>
              <a:ext uri="{FF2B5EF4-FFF2-40B4-BE49-F238E27FC236}">
                <a16:creationId xmlns:a16="http://schemas.microsoft.com/office/drawing/2014/main" id="{D6BFA8DA-6AF0-61F1-45B2-1FDCC246E63A}"/>
              </a:ext>
            </a:extLst>
          </p:cNvPr>
          <p:cNvSpPr>
            <a:spLocks noGrp="1"/>
          </p:cNvSpPr>
          <p:nvPr>
            <p:ph type="body" sz="quarter" idx="23"/>
          </p:nvPr>
        </p:nvSpPr>
        <p:spPr>
          <a:xfrm>
            <a:off x="9372600"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4" name="Picture Placeholder 11">
            <a:extLst>
              <a:ext uri="{FF2B5EF4-FFF2-40B4-BE49-F238E27FC236}">
                <a16:creationId xmlns:a16="http://schemas.microsoft.com/office/drawing/2014/main" id="{A1A3BD0B-A18A-8787-8F97-D7570F2D8ED9}"/>
              </a:ext>
            </a:extLst>
          </p:cNvPr>
          <p:cNvSpPr>
            <a:spLocks noGrp="1"/>
          </p:cNvSpPr>
          <p:nvPr>
            <p:ph type="pic" sz="quarter" idx="24"/>
          </p:nvPr>
        </p:nvSpPr>
        <p:spPr>
          <a:xfrm>
            <a:off x="1069848"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1" name="Picture Placeholder 11">
            <a:extLst>
              <a:ext uri="{FF2B5EF4-FFF2-40B4-BE49-F238E27FC236}">
                <a16:creationId xmlns:a16="http://schemas.microsoft.com/office/drawing/2014/main" id="{0EE97C40-9EA8-1271-799B-861AADDA89C8}"/>
              </a:ext>
            </a:extLst>
          </p:cNvPr>
          <p:cNvSpPr>
            <a:spLocks noGrp="1"/>
          </p:cNvSpPr>
          <p:nvPr>
            <p:ph type="pic" sz="quarter" idx="25"/>
          </p:nvPr>
        </p:nvSpPr>
        <p:spPr>
          <a:xfrm>
            <a:off x="3877056"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6" name="Picture Placeholder 11">
            <a:extLst>
              <a:ext uri="{FF2B5EF4-FFF2-40B4-BE49-F238E27FC236}">
                <a16:creationId xmlns:a16="http://schemas.microsoft.com/office/drawing/2014/main" id="{9553C6EE-C9CA-36E2-FEA4-9279C954531A}"/>
              </a:ext>
            </a:extLst>
          </p:cNvPr>
          <p:cNvSpPr>
            <a:spLocks noGrp="1"/>
          </p:cNvSpPr>
          <p:nvPr>
            <p:ph type="pic" sz="quarter" idx="26"/>
          </p:nvPr>
        </p:nvSpPr>
        <p:spPr>
          <a:xfrm>
            <a:off x="6711696"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27" name="Picture Placeholder 11">
            <a:extLst>
              <a:ext uri="{FF2B5EF4-FFF2-40B4-BE49-F238E27FC236}">
                <a16:creationId xmlns:a16="http://schemas.microsoft.com/office/drawing/2014/main" id="{3E1E7EF7-6119-3B30-6256-741E415C098E}"/>
              </a:ext>
            </a:extLst>
          </p:cNvPr>
          <p:cNvSpPr>
            <a:spLocks noGrp="1"/>
          </p:cNvSpPr>
          <p:nvPr>
            <p:ph type="pic" sz="quarter" idx="27"/>
          </p:nvPr>
        </p:nvSpPr>
        <p:spPr>
          <a:xfrm>
            <a:off x="9491472"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28" name="Text Placeholder 16">
            <a:extLst>
              <a:ext uri="{FF2B5EF4-FFF2-40B4-BE49-F238E27FC236}">
                <a16:creationId xmlns:a16="http://schemas.microsoft.com/office/drawing/2014/main" id="{1B0A4A9F-4439-5B3D-FEA1-2EEAA3B1ED56}"/>
              </a:ext>
            </a:extLst>
          </p:cNvPr>
          <p:cNvSpPr>
            <a:spLocks noGrp="1"/>
          </p:cNvSpPr>
          <p:nvPr>
            <p:ph type="body" sz="quarter" idx="28"/>
          </p:nvPr>
        </p:nvSpPr>
        <p:spPr>
          <a:xfrm>
            <a:off x="941832"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9" name="Text Placeholder 16">
            <a:extLst>
              <a:ext uri="{FF2B5EF4-FFF2-40B4-BE49-F238E27FC236}">
                <a16:creationId xmlns:a16="http://schemas.microsoft.com/office/drawing/2014/main" id="{5D11883B-FD87-FA9B-714F-5F02AE029111}"/>
              </a:ext>
            </a:extLst>
          </p:cNvPr>
          <p:cNvSpPr>
            <a:spLocks noGrp="1"/>
          </p:cNvSpPr>
          <p:nvPr>
            <p:ph type="body" sz="quarter" idx="29"/>
          </p:nvPr>
        </p:nvSpPr>
        <p:spPr>
          <a:xfrm>
            <a:off x="3758184"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0" name="Text Placeholder 16">
            <a:extLst>
              <a:ext uri="{FF2B5EF4-FFF2-40B4-BE49-F238E27FC236}">
                <a16:creationId xmlns:a16="http://schemas.microsoft.com/office/drawing/2014/main" id="{15AFF5E4-27E8-EB92-B33F-CD49000CABE0}"/>
              </a:ext>
            </a:extLst>
          </p:cNvPr>
          <p:cNvSpPr>
            <a:spLocks noGrp="1"/>
          </p:cNvSpPr>
          <p:nvPr>
            <p:ph type="body" sz="quarter" idx="30"/>
          </p:nvPr>
        </p:nvSpPr>
        <p:spPr>
          <a:xfrm>
            <a:off x="6583680"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1" name="Text Placeholder 16">
            <a:extLst>
              <a:ext uri="{FF2B5EF4-FFF2-40B4-BE49-F238E27FC236}">
                <a16:creationId xmlns:a16="http://schemas.microsoft.com/office/drawing/2014/main" id="{7DD26773-1C83-BF12-BAA8-AEC17A8B5236}"/>
              </a:ext>
            </a:extLst>
          </p:cNvPr>
          <p:cNvSpPr>
            <a:spLocks noGrp="1"/>
          </p:cNvSpPr>
          <p:nvPr>
            <p:ph type="body" sz="quarter" idx="31"/>
          </p:nvPr>
        </p:nvSpPr>
        <p:spPr>
          <a:xfrm>
            <a:off x="9372600"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2" name="Text Placeholder 16">
            <a:extLst>
              <a:ext uri="{FF2B5EF4-FFF2-40B4-BE49-F238E27FC236}">
                <a16:creationId xmlns:a16="http://schemas.microsoft.com/office/drawing/2014/main" id="{504DD6A5-3D1E-AB04-C217-0F9ABAA852C9}"/>
              </a:ext>
            </a:extLst>
          </p:cNvPr>
          <p:cNvSpPr>
            <a:spLocks noGrp="1"/>
          </p:cNvSpPr>
          <p:nvPr>
            <p:ph type="body" sz="quarter" idx="32"/>
          </p:nvPr>
        </p:nvSpPr>
        <p:spPr>
          <a:xfrm>
            <a:off x="941832"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3" name="Text Placeholder 16">
            <a:extLst>
              <a:ext uri="{FF2B5EF4-FFF2-40B4-BE49-F238E27FC236}">
                <a16:creationId xmlns:a16="http://schemas.microsoft.com/office/drawing/2014/main" id="{2860D1AB-1DEE-EA78-C939-96F7962D2588}"/>
              </a:ext>
            </a:extLst>
          </p:cNvPr>
          <p:cNvSpPr>
            <a:spLocks noGrp="1"/>
          </p:cNvSpPr>
          <p:nvPr>
            <p:ph type="body" sz="quarter" idx="33"/>
          </p:nvPr>
        </p:nvSpPr>
        <p:spPr>
          <a:xfrm>
            <a:off x="3758184"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4" name="Text Placeholder 16">
            <a:extLst>
              <a:ext uri="{FF2B5EF4-FFF2-40B4-BE49-F238E27FC236}">
                <a16:creationId xmlns:a16="http://schemas.microsoft.com/office/drawing/2014/main" id="{46FAB9C9-9535-D927-5ED4-2A2039CD6394}"/>
              </a:ext>
            </a:extLst>
          </p:cNvPr>
          <p:cNvSpPr>
            <a:spLocks noGrp="1"/>
          </p:cNvSpPr>
          <p:nvPr>
            <p:ph type="body" sz="quarter" idx="34"/>
          </p:nvPr>
        </p:nvSpPr>
        <p:spPr>
          <a:xfrm>
            <a:off x="6583680"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5" name="Text Placeholder 16">
            <a:extLst>
              <a:ext uri="{FF2B5EF4-FFF2-40B4-BE49-F238E27FC236}">
                <a16:creationId xmlns:a16="http://schemas.microsoft.com/office/drawing/2014/main" id="{27B80C8A-FB49-A852-F6DE-5C2A1223F2E0}"/>
              </a:ext>
            </a:extLst>
          </p:cNvPr>
          <p:cNvSpPr>
            <a:spLocks noGrp="1"/>
          </p:cNvSpPr>
          <p:nvPr>
            <p:ph type="body" sz="quarter" idx="35"/>
          </p:nvPr>
        </p:nvSpPr>
        <p:spPr>
          <a:xfrm>
            <a:off x="9372600"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34410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B34BBA69-4DC3-B6B5-F4C1-6B25DDED5A2E}"/>
              </a:ext>
            </a:extLst>
          </p:cNvPr>
          <p:cNvSpPr>
            <a:spLocks noGrp="1"/>
          </p:cNvSpPr>
          <p:nvPr>
            <p:ph type="body" sz="quarter" idx="17" hasCustomPrompt="1"/>
          </p:nvPr>
        </p:nvSpPr>
        <p:spPr>
          <a:xfrm>
            <a:off x="2072739" y="1949428"/>
            <a:ext cx="685800" cy="3240088"/>
          </a:xfrm>
          <a:solidFill>
            <a:schemeClr val="accent2"/>
          </a:solidFill>
        </p:spPr>
        <p:txBody>
          <a:bodyPr anchor="ctr"/>
          <a:lstStyle>
            <a:lvl1pPr marL="0" indent="0" algn="ctr">
              <a:buNone/>
              <a:defRPr>
                <a:solidFill>
                  <a:schemeClr val="tx1">
                    <a:alpha val="0"/>
                  </a:schemeClr>
                </a:solidFill>
              </a:defRPr>
            </a:lvl1pPr>
          </a:lstStyle>
          <a:p>
            <a:pPr lvl="0"/>
            <a:r>
              <a:rPr lang="en-US" dirty="0"/>
              <a:t>x</a:t>
            </a:r>
          </a:p>
        </p:txBody>
      </p:sp>
      <p:sp>
        <p:nvSpPr>
          <p:cNvPr id="9" name="Text Placeholder 8">
            <a:extLst>
              <a:ext uri="{FF2B5EF4-FFF2-40B4-BE49-F238E27FC236}">
                <a16:creationId xmlns:a16="http://schemas.microsoft.com/office/drawing/2014/main" id="{713CF3E7-06EB-A521-4C56-E4CA3DD2BE1E}"/>
              </a:ext>
            </a:extLst>
          </p:cNvPr>
          <p:cNvSpPr>
            <a:spLocks noGrp="1"/>
          </p:cNvSpPr>
          <p:nvPr>
            <p:ph type="body" sz="quarter" idx="12" hasCustomPrompt="1"/>
          </p:nvPr>
        </p:nvSpPr>
        <p:spPr>
          <a:xfrm>
            <a:off x="3904488" y="1949450"/>
            <a:ext cx="685800" cy="3240088"/>
          </a:xfrm>
          <a:solidFill>
            <a:schemeClr val="accent3"/>
          </a:solidFill>
        </p:spPr>
        <p:txBody>
          <a:bodyPr anchor="ctr"/>
          <a:lstStyle>
            <a:lvl1pPr marL="0" indent="0" algn="ctr">
              <a:buNone/>
              <a:defRPr>
                <a:solidFill>
                  <a:schemeClr val="tx1">
                    <a:alpha val="0"/>
                  </a:schemeClr>
                </a:solidFill>
              </a:defRPr>
            </a:lvl1pPr>
          </a:lstStyle>
          <a:p>
            <a:pPr lvl="0"/>
            <a:r>
              <a:rPr lang="en-US" dirty="0"/>
              <a:t>x</a:t>
            </a:r>
          </a:p>
        </p:txBody>
      </p:sp>
      <p:sp>
        <p:nvSpPr>
          <p:cNvPr id="11" name="Text Placeholder 8">
            <a:extLst>
              <a:ext uri="{FF2B5EF4-FFF2-40B4-BE49-F238E27FC236}">
                <a16:creationId xmlns:a16="http://schemas.microsoft.com/office/drawing/2014/main" id="{F9BFAC58-F350-7AB0-04A2-D1284CA80F72}"/>
              </a:ext>
            </a:extLst>
          </p:cNvPr>
          <p:cNvSpPr>
            <a:spLocks noGrp="1"/>
          </p:cNvSpPr>
          <p:nvPr>
            <p:ph type="body" sz="quarter" idx="14" hasCustomPrompt="1"/>
          </p:nvPr>
        </p:nvSpPr>
        <p:spPr>
          <a:xfrm>
            <a:off x="5779008" y="1949428"/>
            <a:ext cx="685800" cy="3240088"/>
          </a:xfrm>
          <a:solidFill>
            <a:schemeClr val="accent4">
              <a:lumMod val="60000"/>
              <a:lumOff val="4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2" name="Text Placeholder 8">
            <a:extLst>
              <a:ext uri="{FF2B5EF4-FFF2-40B4-BE49-F238E27FC236}">
                <a16:creationId xmlns:a16="http://schemas.microsoft.com/office/drawing/2014/main" id="{F7F9C969-6E6E-F416-8977-083F8F482F73}"/>
              </a:ext>
            </a:extLst>
          </p:cNvPr>
          <p:cNvSpPr>
            <a:spLocks noGrp="1"/>
          </p:cNvSpPr>
          <p:nvPr>
            <p:ph type="body" sz="quarter" idx="15" hasCustomPrompt="1"/>
          </p:nvPr>
        </p:nvSpPr>
        <p:spPr>
          <a:xfrm>
            <a:off x="7598664" y="1949428"/>
            <a:ext cx="685800" cy="3240088"/>
          </a:xfrm>
          <a:solidFill>
            <a:schemeClr val="accent5">
              <a:lumMod val="40000"/>
              <a:lumOff val="6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3" name="Text Placeholder 8">
            <a:extLst>
              <a:ext uri="{FF2B5EF4-FFF2-40B4-BE49-F238E27FC236}">
                <a16:creationId xmlns:a16="http://schemas.microsoft.com/office/drawing/2014/main" id="{A5B06717-E8CC-113A-852F-ABF4C695249F}"/>
              </a:ext>
            </a:extLst>
          </p:cNvPr>
          <p:cNvSpPr>
            <a:spLocks noGrp="1"/>
          </p:cNvSpPr>
          <p:nvPr>
            <p:ph type="body" sz="quarter" idx="16" hasCustomPrompt="1"/>
          </p:nvPr>
        </p:nvSpPr>
        <p:spPr>
          <a:xfrm>
            <a:off x="9436608" y="1949428"/>
            <a:ext cx="685800" cy="3240088"/>
          </a:xfrm>
          <a:solidFill>
            <a:schemeClr val="accent3">
              <a:lumMod val="60000"/>
              <a:lumOff val="4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5" name="Text Placeholder 16">
            <a:extLst>
              <a:ext uri="{FF2B5EF4-FFF2-40B4-BE49-F238E27FC236}">
                <a16:creationId xmlns:a16="http://schemas.microsoft.com/office/drawing/2014/main" id="{E14789EF-5CDE-6313-24AA-19D63DBA22C3}"/>
              </a:ext>
            </a:extLst>
          </p:cNvPr>
          <p:cNvSpPr>
            <a:spLocks noGrp="1"/>
          </p:cNvSpPr>
          <p:nvPr>
            <p:ph type="body" sz="quarter" idx="20"/>
          </p:nvPr>
        </p:nvSpPr>
        <p:spPr>
          <a:xfrm rot="16200000">
            <a:off x="676656"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6" name="Text Placeholder 16">
            <a:extLst>
              <a:ext uri="{FF2B5EF4-FFF2-40B4-BE49-F238E27FC236}">
                <a16:creationId xmlns:a16="http://schemas.microsoft.com/office/drawing/2014/main" id="{45183E19-6396-BC37-585D-3459E5A6F056}"/>
              </a:ext>
            </a:extLst>
          </p:cNvPr>
          <p:cNvSpPr>
            <a:spLocks noGrp="1"/>
          </p:cNvSpPr>
          <p:nvPr>
            <p:ph type="body" sz="quarter" idx="21"/>
          </p:nvPr>
        </p:nvSpPr>
        <p:spPr>
          <a:xfrm rot="16200000">
            <a:off x="2523744"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7" name="Text Placeholder 16">
            <a:extLst>
              <a:ext uri="{FF2B5EF4-FFF2-40B4-BE49-F238E27FC236}">
                <a16:creationId xmlns:a16="http://schemas.microsoft.com/office/drawing/2014/main" id="{BD93298C-7BDF-4FEB-9D50-9A70106605F9}"/>
              </a:ext>
            </a:extLst>
          </p:cNvPr>
          <p:cNvSpPr>
            <a:spLocks noGrp="1"/>
          </p:cNvSpPr>
          <p:nvPr>
            <p:ph type="body" sz="quarter" idx="22"/>
          </p:nvPr>
        </p:nvSpPr>
        <p:spPr>
          <a:xfrm rot="16200000">
            <a:off x="4389120"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8" name="Text Placeholder 16">
            <a:extLst>
              <a:ext uri="{FF2B5EF4-FFF2-40B4-BE49-F238E27FC236}">
                <a16:creationId xmlns:a16="http://schemas.microsoft.com/office/drawing/2014/main" id="{1C205F30-117C-F9B2-1DF1-4D808D72F07F}"/>
              </a:ext>
            </a:extLst>
          </p:cNvPr>
          <p:cNvSpPr>
            <a:spLocks noGrp="1"/>
          </p:cNvSpPr>
          <p:nvPr>
            <p:ph type="body" sz="quarter" idx="23"/>
          </p:nvPr>
        </p:nvSpPr>
        <p:spPr>
          <a:xfrm rot="16200000">
            <a:off x="8046720"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9" name="Text Placeholder 16">
            <a:extLst>
              <a:ext uri="{FF2B5EF4-FFF2-40B4-BE49-F238E27FC236}">
                <a16:creationId xmlns:a16="http://schemas.microsoft.com/office/drawing/2014/main" id="{D540A601-AB84-B187-127D-635BEAC7D2A5}"/>
              </a:ext>
            </a:extLst>
          </p:cNvPr>
          <p:cNvSpPr>
            <a:spLocks noGrp="1"/>
          </p:cNvSpPr>
          <p:nvPr>
            <p:ph type="body" sz="quarter" idx="34"/>
          </p:nvPr>
        </p:nvSpPr>
        <p:spPr>
          <a:xfrm rot="16200000">
            <a:off x="6199632"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20" name="Text Placeholder 16">
            <a:extLst>
              <a:ext uri="{FF2B5EF4-FFF2-40B4-BE49-F238E27FC236}">
                <a16:creationId xmlns:a16="http://schemas.microsoft.com/office/drawing/2014/main" id="{39FB08DE-7839-B706-A263-C826C48159CA}"/>
              </a:ext>
            </a:extLst>
          </p:cNvPr>
          <p:cNvSpPr>
            <a:spLocks noGrp="1"/>
          </p:cNvSpPr>
          <p:nvPr>
            <p:ph type="body" sz="quarter" idx="35"/>
          </p:nvPr>
        </p:nvSpPr>
        <p:spPr>
          <a:xfrm>
            <a:off x="2215750"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A93934A6-FE95-C496-F14E-85DA799206A2}"/>
              </a:ext>
            </a:extLst>
          </p:cNvPr>
          <p:cNvSpPr>
            <a:spLocks noGrp="1"/>
          </p:cNvSpPr>
          <p:nvPr>
            <p:ph type="body" sz="quarter" idx="36"/>
          </p:nvPr>
        </p:nvSpPr>
        <p:spPr>
          <a:xfrm>
            <a:off x="4052969"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2" name="Text Placeholder 16">
            <a:extLst>
              <a:ext uri="{FF2B5EF4-FFF2-40B4-BE49-F238E27FC236}">
                <a16:creationId xmlns:a16="http://schemas.microsoft.com/office/drawing/2014/main" id="{5C30B205-E799-B533-0710-85E8A6AED6EA}"/>
              </a:ext>
            </a:extLst>
          </p:cNvPr>
          <p:cNvSpPr>
            <a:spLocks noGrp="1"/>
          </p:cNvSpPr>
          <p:nvPr>
            <p:ph type="body" sz="quarter" idx="18"/>
          </p:nvPr>
        </p:nvSpPr>
        <p:spPr>
          <a:xfrm>
            <a:off x="5890188"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3" name="Text Placeholder 16">
            <a:extLst>
              <a:ext uri="{FF2B5EF4-FFF2-40B4-BE49-F238E27FC236}">
                <a16:creationId xmlns:a16="http://schemas.microsoft.com/office/drawing/2014/main" id="{3AFE0358-280A-EB8E-E2C5-932F3BD9FEEB}"/>
              </a:ext>
            </a:extLst>
          </p:cNvPr>
          <p:cNvSpPr>
            <a:spLocks noGrp="1"/>
          </p:cNvSpPr>
          <p:nvPr>
            <p:ph type="body" sz="quarter" idx="19"/>
          </p:nvPr>
        </p:nvSpPr>
        <p:spPr>
          <a:xfrm>
            <a:off x="7727407"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4" name="Text Placeholder 16">
            <a:extLst>
              <a:ext uri="{FF2B5EF4-FFF2-40B4-BE49-F238E27FC236}">
                <a16:creationId xmlns:a16="http://schemas.microsoft.com/office/drawing/2014/main" id="{E7337DF9-BEE0-9960-3F78-987551585C7B}"/>
              </a:ext>
            </a:extLst>
          </p:cNvPr>
          <p:cNvSpPr>
            <a:spLocks noGrp="1"/>
          </p:cNvSpPr>
          <p:nvPr>
            <p:ph type="body" sz="quarter" idx="31"/>
          </p:nvPr>
        </p:nvSpPr>
        <p:spPr>
          <a:xfrm>
            <a:off x="9564624"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5" name="Title 1">
            <a:extLst>
              <a:ext uri="{FF2B5EF4-FFF2-40B4-BE49-F238E27FC236}">
                <a16:creationId xmlns:a16="http://schemas.microsoft.com/office/drawing/2014/main" id="{87474658-A5AD-9D5A-7FD0-7082AC30877D}"/>
              </a:ext>
            </a:extLst>
          </p:cNvPr>
          <p:cNvSpPr>
            <a:spLocks noGrp="1"/>
          </p:cNvSpPr>
          <p:nvPr>
            <p:ph type="title"/>
          </p:nvPr>
        </p:nvSpPr>
        <p:spPr>
          <a:xfrm>
            <a:off x="640080" y="457200"/>
            <a:ext cx="10936224" cy="1298448"/>
          </a:xfrm>
        </p:spPr>
        <p:txBody>
          <a:bodyPr/>
          <a:lstStyle>
            <a:lvl1pPr algn="ctr">
              <a:defRPr/>
            </a:lvl1pPr>
          </a:lstStyle>
          <a:p>
            <a:r>
              <a:rPr lang="en-US"/>
              <a:t>Click to edit Master title style</a:t>
            </a:r>
          </a:p>
        </p:txBody>
      </p:sp>
      <p:sp>
        <p:nvSpPr>
          <p:cNvPr id="26" name="Slide Number Placeholder 2">
            <a:extLst>
              <a:ext uri="{FF2B5EF4-FFF2-40B4-BE49-F238E27FC236}">
                <a16:creationId xmlns:a16="http://schemas.microsoft.com/office/drawing/2014/main" id="{3013595B-EBCE-B1FB-3943-6DD82772C09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27" name="Footer Placeholder 3">
            <a:extLst>
              <a:ext uri="{FF2B5EF4-FFF2-40B4-BE49-F238E27FC236}">
                <a16:creationId xmlns:a16="http://schemas.microsoft.com/office/drawing/2014/main" id="{9398F5FD-521F-F335-268A-7300D9280BC6}"/>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2997813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4C9462-DD7C-E02D-1CDD-3A9BC288BE01}"/>
              </a:ext>
            </a:extLst>
          </p:cNvPr>
          <p:cNvSpPr/>
          <p:nvPr userDrawn="1"/>
        </p:nvSpPr>
        <p:spPr>
          <a:xfrm>
            <a:off x="6095999" y="0"/>
            <a:ext cx="6096000" cy="4762500"/>
          </a:xfrm>
          <a:prstGeom prst="rect">
            <a:avLst/>
          </a:prstGeom>
          <a:solidFill>
            <a:schemeClr val="accent4">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sp>
        <p:nvSpPr>
          <p:cNvPr id="3" name="Text Placeholder 2">
            <a:extLst>
              <a:ext uri="{FF2B5EF4-FFF2-40B4-BE49-F238E27FC236}">
                <a16:creationId xmlns:a16="http://schemas.microsoft.com/office/drawing/2014/main" id="{CF258996-D220-8B05-AE12-5AC4341BBFCF}"/>
              </a:ext>
            </a:extLst>
          </p:cNvPr>
          <p:cNvSpPr>
            <a:spLocks noGrp="1"/>
          </p:cNvSpPr>
          <p:nvPr>
            <p:ph type="body" idx="1"/>
          </p:nvPr>
        </p:nvSpPr>
        <p:spPr>
          <a:xfrm>
            <a:off x="4078224" y="2002536"/>
            <a:ext cx="727862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4078224" y="2615184"/>
            <a:ext cx="7278624" cy="1179576"/>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D5120D9-C6AF-17C8-8F32-1FEE6BFBC92A}"/>
              </a:ext>
            </a:extLst>
          </p:cNvPr>
          <p:cNvSpPr>
            <a:spLocks noGrp="1"/>
          </p:cNvSpPr>
          <p:nvPr>
            <p:ph type="body" sz="quarter" idx="3"/>
          </p:nvPr>
        </p:nvSpPr>
        <p:spPr>
          <a:xfrm>
            <a:off x="4078224" y="4352544"/>
            <a:ext cx="727862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4078224" y="4983480"/>
            <a:ext cx="7278624" cy="1179576"/>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cxnSp>
        <p:nvCxnSpPr>
          <p:cNvPr id="13" name="Straight Connector 12">
            <a:extLst>
              <a:ext uri="{FF2B5EF4-FFF2-40B4-BE49-F238E27FC236}">
                <a16:creationId xmlns:a16="http://schemas.microsoft.com/office/drawing/2014/main" id="{4FEB4121-C7B1-D448-DE15-4DFEA09D0655}"/>
              </a:ext>
            </a:extLst>
          </p:cNvPr>
          <p:cNvCxnSpPr>
            <a:cxnSpLocks/>
          </p:cNvCxnSpPr>
          <p:nvPr userDrawn="1"/>
        </p:nvCxnSpPr>
        <p:spPr>
          <a:xfrm>
            <a:off x="-2" y="231595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6431E3-2BD2-4D62-E397-DC4A847C7F2A}"/>
              </a:ext>
            </a:extLst>
          </p:cNvPr>
          <p:cNvCxnSpPr>
            <a:cxnSpLocks/>
          </p:cNvCxnSpPr>
          <p:nvPr userDrawn="1"/>
        </p:nvCxnSpPr>
        <p:spPr>
          <a:xfrm>
            <a:off x="-2" y="465910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Tree>
    <p:extLst>
      <p:ext uri="{BB962C8B-B14F-4D97-AF65-F5344CB8AC3E}">
        <p14:creationId xmlns:p14="http://schemas.microsoft.com/office/powerpoint/2010/main" val="343373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hre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E26A0C-E42F-6A2A-044B-8C817559CB87}"/>
              </a:ext>
            </a:extLst>
          </p:cNvPr>
          <p:cNvSpPr/>
          <p:nvPr userDrawn="1"/>
        </p:nvSpPr>
        <p:spPr>
          <a:xfrm>
            <a:off x="4377128" y="3560257"/>
            <a:ext cx="7814872" cy="3297743"/>
          </a:xfrm>
          <a:prstGeom prst="rect">
            <a:avLst/>
          </a:prstGeom>
          <a:solidFill>
            <a:schemeClr val="accent2">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cxnSp>
        <p:nvCxnSpPr>
          <p:cNvPr id="7" name="Straight Connector 6">
            <a:extLst>
              <a:ext uri="{FF2B5EF4-FFF2-40B4-BE49-F238E27FC236}">
                <a16:creationId xmlns:a16="http://schemas.microsoft.com/office/drawing/2014/main" id="{F156E3D2-16B0-AFFA-51A9-B37F5830B6D9}"/>
              </a:ext>
            </a:extLst>
          </p:cNvPr>
          <p:cNvCxnSpPr>
            <a:cxnSpLocks/>
          </p:cNvCxnSpPr>
          <p:nvPr userDrawn="1"/>
        </p:nvCxnSpPr>
        <p:spPr>
          <a:xfrm>
            <a:off x="0" y="2657582"/>
            <a:ext cx="10782300" cy="0"/>
          </a:xfrm>
          <a:prstGeom prst="line">
            <a:avLst/>
          </a:prstGeom>
          <a:ln w="15875" cap="sq" cmpd="sng">
            <a:solidFill>
              <a:schemeClr val="tx1">
                <a:lumMod val="75000"/>
                <a:lumOff val="25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CF258996-D220-8B05-AE12-5AC4341BBFCF}"/>
              </a:ext>
            </a:extLst>
          </p:cNvPr>
          <p:cNvSpPr>
            <a:spLocks noGrp="1"/>
          </p:cNvSpPr>
          <p:nvPr>
            <p:ph type="body" idx="1"/>
          </p:nvPr>
        </p:nvSpPr>
        <p:spPr>
          <a:xfrm>
            <a:off x="1664208"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1664208"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D5120D9-C6AF-17C8-8F32-1FEE6BFBC92A}"/>
              </a:ext>
            </a:extLst>
          </p:cNvPr>
          <p:cNvSpPr>
            <a:spLocks noGrp="1"/>
          </p:cNvSpPr>
          <p:nvPr>
            <p:ph type="body" sz="quarter" idx="3"/>
          </p:nvPr>
        </p:nvSpPr>
        <p:spPr>
          <a:xfrm>
            <a:off x="5010912"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5010912"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
        <p:nvSpPr>
          <p:cNvPr id="8" name="Text Placeholder 4">
            <a:extLst>
              <a:ext uri="{FF2B5EF4-FFF2-40B4-BE49-F238E27FC236}">
                <a16:creationId xmlns:a16="http://schemas.microsoft.com/office/drawing/2014/main" id="{9537EA5E-3E96-57B0-C639-22C290FCD5E8}"/>
              </a:ext>
            </a:extLst>
          </p:cNvPr>
          <p:cNvSpPr>
            <a:spLocks noGrp="1"/>
          </p:cNvSpPr>
          <p:nvPr>
            <p:ph type="body" sz="quarter" idx="12"/>
          </p:nvPr>
        </p:nvSpPr>
        <p:spPr>
          <a:xfrm>
            <a:off x="8348472"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a:extLst>
              <a:ext uri="{FF2B5EF4-FFF2-40B4-BE49-F238E27FC236}">
                <a16:creationId xmlns:a16="http://schemas.microsoft.com/office/drawing/2014/main" id="{C81D5F3B-60ED-CA80-3AE7-2EFC356E7748}"/>
              </a:ext>
            </a:extLst>
          </p:cNvPr>
          <p:cNvSpPr>
            <a:spLocks noGrp="1"/>
          </p:cNvSpPr>
          <p:nvPr>
            <p:ph sz="quarter" idx="13"/>
          </p:nvPr>
        </p:nvSpPr>
        <p:spPr>
          <a:xfrm>
            <a:off x="8348472"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7223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accent3"/>
        </a:solidFill>
        <a:effectLst/>
      </p:bgPr>
    </p:bg>
    <p:spTree>
      <p:nvGrpSpPr>
        <p:cNvPr id="1" name=""/>
        <p:cNvGrpSpPr/>
        <p:nvPr/>
      </p:nvGrpSpPr>
      <p:grpSpPr>
        <a:xfrm>
          <a:off x="0" y="0"/>
          <a:ext cx="0" cy="0"/>
          <a:chOff x="0" y="0"/>
          <a:chExt cx="0" cy="0"/>
        </a:xfrm>
      </p:grpSpPr>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0" y="3154680"/>
            <a:ext cx="12198096" cy="1709928"/>
          </a:xfrm>
        </p:spPr>
        <p:txBody>
          <a:bodyPr anchor="ctr">
            <a:noAutofit/>
          </a:bodyPr>
          <a:lstStyle>
            <a:lvl1pPr marL="0" indent="0" algn="ctr">
              <a:lnSpc>
                <a:spcPct val="90000"/>
              </a:lnSpc>
              <a:spcBef>
                <a:spcPts val="0"/>
              </a:spcBef>
              <a:buNone/>
              <a:defRPr sz="13800" b="1" cap="all" baseline="0">
                <a:solidFill>
                  <a:schemeClr val="accent4">
                    <a:lumMod val="75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0" y="1828800"/>
            <a:ext cx="12198096" cy="1709928"/>
          </a:xfrm>
        </p:spPr>
        <p:txBody>
          <a:bodyPr>
            <a:noAutofit/>
          </a:bodyPr>
          <a:lstStyle>
            <a:lvl1pPr algn="ctr">
              <a:defRPr sz="13800" cap="all" baseline="0">
                <a:solidFill>
                  <a:schemeClr val="accent4">
                    <a:lumMod val="75000"/>
                  </a:schemeClr>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0" y="2587752"/>
            <a:ext cx="12198096" cy="1508760"/>
          </a:xfrm>
          <a:solidFill>
            <a:schemeClr val="accent3"/>
          </a:solidFill>
        </p:spPr>
        <p:txBody>
          <a:bodyPr lIns="877824" rIns="877824" anchor="ctr">
            <a:noAutofit/>
          </a:bodyPr>
          <a:lstStyle>
            <a:lvl1pPr marL="0" indent="0" algn="ctr">
              <a:lnSpc>
                <a:spcPct val="100000"/>
              </a:lnSpc>
              <a:spcBef>
                <a:spcPts val="0"/>
              </a:spcBef>
              <a:buNone/>
              <a:defRPr sz="1800" cap="none" baseline="0"/>
            </a:lvl1pPr>
          </a:lstStyle>
          <a:p>
            <a:pPr lvl="0"/>
            <a:r>
              <a:rPr lang="en-US" dirty="0"/>
              <a:t>Click to edit Master text styles</a:t>
            </a:r>
          </a:p>
        </p:txBody>
      </p:sp>
    </p:spTree>
    <p:extLst>
      <p:ext uri="{BB962C8B-B14F-4D97-AF65-F5344CB8AC3E}">
        <p14:creationId xmlns:p14="http://schemas.microsoft.com/office/powerpoint/2010/main" val="2772879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A6C6E2D-7286-A78B-3254-6E7A370C6A6B}"/>
              </a:ext>
            </a:extLst>
          </p:cNvPr>
          <p:cNvSpPr>
            <a:spLocks noGrp="1"/>
          </p:cNvSpPr>
          <p:nvPr>
            <p:ph type="pic" sz="quarter" idx="10"/>
          </p:nvPr>
        </p:nvSpPr>
        <p:spPr>
          <a:xfrm>
            <a:off x="7653528" y="2532888"/>
            <a:ext cx="3730752" cy="3721608"/>
          </a:xfrm>
          <a:solidFill>
            <a:schemeClr val="accent1">
              <a:lumMod val="90000"/>
            </a:schemeClr>
          </a:solidFill>
        </p:spPr>
        <p:txBody>
          <a:bodyPr anchor="ctr"/>
          <a:lstStyle>
            <a:lvl1pPr marL="0" indent="0" algn="ctr">
              <a:buNone/>
              <a:defRPr sz="1000"/>
            </a:lvl1pPr>
          </a:lstStyle>
          <a:p>
            <a:endParaRPr lang="en-US" dirty="0"/>
          </a:p>
        </p:txBody>
      </p:sp>
      <p:sp>
        <p:nvSpPr>
          <p:cNvPr id="2" name="Title 1">
            <a:extLst>
              <a:ext uri="{FF2B5EF4-FFF2-40B4-BE49-F238E27FC236}">
                <a16:creationId xmlns:a16="http://schemas.microsoft.com/office/drawing/2014/main" id="{F5CE9608-82F8-5A3A-8F2B-B02328A17B1C}"/>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3" name="Subtitle 2">
            <a:extLst>
              <a:ext uri="{FF2B5EF4-FFF2-40B4-BE49-F238E27FC236}">
                <a16:creationId xmlns:a16="http://schemas.microsoft.com/office/drawing/2014/main" id="{3D4EF1E8-FA5F-A239-4078-9559136871D4}"/>
              </a:ext>
            </a:extLst>
          </p:cNvPr>
          <p:cNvSpPr>
            <a:spLocks noGrp="1"/>
          </p:cNvSpPr>
          <p:nvPr>
            <p:ph type="subTitle" idx="1"/>
          </p:nvPr>
        </p:nvSpPr>
        <p:spPr>
          <a:xfrm>
            <a:off x="356616" y="4187952"/>
            <a:ext cx="5376672" cy="13716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BFFEADD-5074-43DB-8F36-D0CB44E613C2}"/>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
        <p:nvSpPr>
          <p:cNvPr id="6" name="Picture Placeholder 8">
            <a:extLst>
              <a:ext uri="{FF2B5EF4-FFF2-40B4-BE49-F238E27FC236}">
                <a16:creationId xmlns:a16="http://schemas.microsoft.com/office/drawing/2014/main" id="{343883A3-D444-AA65-322E-C4F2B66929CF}"/>
              </a:ext>
            </a:extLst>
          </p:cNvPr>
          <p:cNvSpPr>
            <a:spLocks noGrp="1"/>
          </p:cNvSpPr>
          <p:nvPr>
            <p:ph type="pic" sz="quarter" idx="12"/>
          </p:nvPr>
        </p:nvSpPr>
        <p:spPr>
          <a:xfrm>
            <a:off x="5632704" y="3593592"/>
            <a:ext cx="3410712" cy="1783080"/>
          </a:xfrm>
          <a:solidFill>
            <a:schemeClr val="accent5">
              <a:lumMod val="20000"/>
              <a:lumOff val="80000"/>
            </a:schemeClr>
          </a:solidFill>
        </p:spPr>
        <p:txBody>
          <a:bodyPr anchor="ctr"/>
          <a:lstStyle>
            <a:lvl1pPr marL="0" indent="0" algn="ctr">
              <a:buNone/>
              <a:defRPr sz="1000"/>
            </a:lvl1pPr>
          </a:lstStyle>
          <a:p>
            <a:endParaRPr lang="en-US" dirty="0"/>
          </a:p>
        </p:txBody>
      </p:sp>
    </p:spTree>
    <p:extLst>
      <p:ext uri="{BB962C8B-B14F-4D97-AF65-F5344CB8AC3E}">
        <p14:creationId xmlns:p14="http://schemas.microsoft.com/office/powerpoint/2010/main" val="36479055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4C9462-DD7C-E02D-1CDD-3A9BC288BE01}"/>
              </a:ext>
            </a:extLst>
          </p:cNvPr>
          <p:cNvSpPr/>
          <p:nvPr userDrawn="1"/>
        </p:nvSpPr>
        <p:spPr>
          <a:xfrm>
            <a:off x="6095999" y="0"/>
            <a:ext cx="6096000" cy="4762500"/>
          </a:xfrm>
          <a:prstGeom prst="rect">
            <a:avLst/>
          </a:prstGeom>
          <a:solidFill>
            <a:schemeClr val="accent4">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4078224" y="1984248"/>
            <a:ext cx="7278624" cy="1810512"/>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4078224" y="4352544"/>
            <a:ext cx="7278624" cy="1810512"/>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cxnSp>
        <p:nvCxnSpPr>
          <p:cNvPr id="13" name="Straight Connector 12">
            <a:extLst>
              <a:ext uri="{FF2B5EF4-FFF2-40B4-BE49-F238E27FC236}">
                <a16:creationId xmlns:a16="http://schemas.microsoft.com/office/drawing/2014/main" id="{4FEB4121-C7B1-D448-DE15-4DFEA09D0655}"/>
              </a:ext>
            </a:extLst>
          </p:cNvPr>
          <p:cNvCxnSpPr>
            <a:cxnSpLocks/>
          </p:cNvCxnSpPr>
          <p:nvPr userDrawn="1"/>
        </p:nvCxnSpPr>
        <p:spPr>
          <a:xfrm>
            <a:off x="-2" y="231595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6431E3-2BD2-4D62-E397-DC4A847C7F2A}"/>
              </a:ext>
            </a:extLst>
          </p:cNvPr>
          <p:cNvCxnSpPr>
            <a:cxnSpLocks/>
          </p:cNvCxnSpPr>
          <p:nvPr userDrawn="1"/>
        </p:nvCxnSpPr>
        <p:spPr>
          <a:xfrm>
            <a:off x="-2" y="465910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Tree>
    <p:extLst>
      <p:ext uri="{BB962C8B-B14F-4D97-AF65-F5344CB8AC3E}">
        <p14:creationId xmlns:p14="http://schemas.microsoft.com/office/powerpoint/2010/main" val="3377991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7BFC0-622D-78DB-4C7F-A2FA024C5956}"/>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4CFF80F-DCFA-670B-579E-37B302452052}"/>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9ED5F004-91A0-6002-ADBC-13D488B34C56}"/>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1922672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55F8A4-5F7C-D72D-3152-E32D36CB3821}"/>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F7C25242-09B4-0142-6671-8450905AA5DC}"/>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1259075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525B-C154-D20D-97A4-047C9CC98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A1B8FF-2966-C2CF-BC8F-A322410A5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988CC0-E81C-D2FD-24CC-8D1179C58B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2">
            <a:extLst>
              <a:ext uri="{FF2B5EF4-FFF2-40B4-BE49-F238E27FC236}">
                <a16:creationId xmlns:a16="http://schemas.microsoft.com/office/drawing/2014/main" id="{E7F841FD-D5EE-62EE-F649-30697BB81B06}"/>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9" name="Footer Placeholder 3">
            <a:extLst>
              <a:ext uri="{FF2B5EF4-FFF2-40B4-BE49-F238E27FC236}">
                <a16:creationId xmlns:a16="http://schemas.microsoft.com/office/drawing/2014/main" id="{0533D4FA-41B7-3B85-9984-899340B9D595}"/>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3046943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058E3-7897-8638-F0DE-3DDACC000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AE7686-00A6-DD15-45FE-E6663C21E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C271584-1072-B88D-B424-16D9F75AC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2">
            <a:extLst>
              <a:ext uri="{FF2B5EF4-FFF2-40B4-BE49-F238E27FC236}">
                <a16:creationId xmlns:a16="http://schemas.microsoft.com/office/drawing/2014/main" id="{D4020094-C16F-1070-9F84-9CBF13F85F81}"/>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9" name="Footer Placeholder 3">
            <a:extLst>
              <a:ext uri="{FF2B5EF4-FFF2-40B4-BE49-F238E27FC236}">
                <a16:creationId xmlns:a16="http://schemas.microsoft.com/office/drawing/2014/main" id="{C24EA55D-AFC4-F4F2-FB5D-EB20AFEA48B6}"/>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2706105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1206C-54A4-0DD2-0DA0-0828D48AF8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9FA9B531-1C66-2F6C-4232-5ADD330DF70F}"/>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B064FE0-ADDF-F3C6-AEAB-A27E120C236F}"/>
              </a:ext>
            </a:extLst>
          </p:cNvPr>
          <p:cNvSpPr>
            <a:spLocks noGrp="1"/>
          </p:cNvSpPr>
          <p:nvPr>
            <p:ph type="sldNum" sz="quarter" idx="4"/>
          </p:nvPr>
        </p:nvSpPr>
        <p:spPr>
          <a:xfrm>
            <a:off x="135369" y="6428281"/>
            <a:ext cx="402336" cy="283464"/>
          </a:xfrm>
          <a:prstGeom prst="rect">
            <a:avLst/>
          </a:prstGeom>
        </p:spPr>
        <p:txBody>
          <a:bodyPr vert="horz" lIns="91440" tIns="45720" rIns="91440" bIns="45720" rtlCol="0" anchor="ctr">
            <a:noAutofit/>
          </a:bodyPr>
          <a:lstStyle>
            <a:lvl1pPr algn="ctr">
              <a:defRPr sz="1200">
                <a:solidFill>
                  <a:schemeClr val="tx1">
                    <a:lumMod val="75000"/>
                    <a:lumOff val="25000"/>
                  </a:schemeClr>
                </a:solidFill>
              </a:defRPr>
            </a:lvl1pPr>
          </a:lstStyle>
          <a:p>
            <a:fld id="{BC0F0449-EF10-3E4D-894D-3DE10CF4206D}" type="slidenum">
              <a:rPr lang="en-US" smtClean="0"/>
              <a:pPr/>
              <a:t>‹#›</a:t>
            </a:fld>
            <a:endParaRPr lang="en-US" dirty="0"/>
          </a:p>
        </p:txBody>
      </p:sp>
      <p:cxnSp>
        <p:nvCxnSpPr>
          <p:cNvPr id="8" name="Straight Connector 7">
            <a:extLst>
              <a:ext uri="{FF2B5EF4-FFF2-40B4-BE49-F238E27FC236}">
                <a16:creationId xmlns:a16="http://schemas.microsoft.com/office/drawing/2014/main" id="{78710315-F2E5-50AA-6E01-B56CA2A14274}"/>
              </a:ext>
            </a:extLst>
          </p:cNvPr>
          <p:cNvCxnSpPr>
            <a:cxnSpLocks/>
          </p:cNvCxnSpPr>
          <p:nvPr userDrawn="1"/>
        </p:nvCxnSpPr>
        <p:spPr>
          <a:xfrm>
            <a:off x="334058" y="1754908"/>
            <a:ext cx="0" cy="4562299"/>
          </a:xfrm>
          <a:prstGeom prst="line">
            <a:avLst/>
          </a:prstGeom>
          <a:ln w="12700" cap="sq" cmpd="sng">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C5CE6DBE-1597-24EC-79C6-1B2879B1667C}"/>
              </a:ext>
            </a:extLst>
          </p:cNvPr>
          <p:cNvSpPr>
            <a:spLocks noGrp="1"/>
          </p:cNvSpPr>
          <p:nvPr>
            <p:ph type="ftr" sz="quarter" idx="3"/>
          </p:nvPr>
        </p:nvSpPr>
        <p:spPr>
          <a:xfrm rot="16200000">
            <a:off x="-531091" y="983633"/>
            <a:ext cx="1728216" cy="283464"/>
          </a:xfrm>
          <a:prstGeom prst="rect">
            <a:avLst/>
          </a:prstGeom>
        </p:spPr>
        <p:txBody>
          <a:bodyPr vert="horz" lIns="91440" tIns="45720" rIns="91440" bIns="45720" rtlCol="0" anchor="ctr">
            <a:noAutofit/>
          </a:bodyPr>
          <a:lstStyle>
            <a:lvl1pPr algn="r">
              <a:defRPr sz="1200">
                <a:solidFill>
                  <a:schemeClr val="tx1">
                    <a:lumMod val="75000"/>
                    <a:lumOff val="25000"/>
                  </a:schemeClr>
                </a:solidFill>
              </a:defRPr>
            </a:lvl1pPr>
          </a:lstStyle>
          <a:p>
            <a:r>
              <a:rPr lang="en-US" dirty="0"/>
              <a:t>Presentation title</a:t>
            </a:r>
          </a:p>
        </p:txBody>
      </p:sp>
    </p:spTree>
    <p:extLst>
      <p:ext uri="{BB962C8B-B14F-4D97-AF65-F5344CB8AC3E}">
        <p14:creationId xmlns:p14="http://schemas.microsoft.com/office/powerpoint/2010/main" val="165795543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51" r:id="rId4"/>
    <p:sldLayoutId id="2147483650" r:id="rId5"/>
    <p:sldLayoutId id="2147483663" r:id="rId6"/>
    <p:sldLayoutId id="2147483664" r:id="rId7"/>
    <p:sldLayoutId id="2147483665" r:id="rId8"/>
    <p:sldLayoutId id="2147483666" r:id="rId9"/>
    <p:sldLayoutId id="2147483653" r:id="rId10"/>
    <p:sldLayoutId id="2147483667" r:id="rId11"/>
    <p:sldLayoutId id="2147483668" r:id="rId12"/>
    <p:sldLayoutId id="2147483669" r:id="rId13"/>
    <p:sldLayoutId id="2147483670" r:id="rId14"/>
    <p:sldLayoutId id="2147483654" r:id="rId15"/>
    <p:sldLayoutId id="2147483655" r:id="rId16"/>
    <p:sldLayoutId id="2147483656" r:id="rId17"/>
    <p:sldLayoutId id="2147483657" r:id="rId18"/>
  </p:sldLayoutIdLst>
  <p:hf hdr="0" dt="0"/>
  <p:txStyles>
    <p:titleStyle>
      <a:lvl1pPr algn="l" defTabSz="914400" rtl="0" eaLnBrk="1" latinLnBrk="0" hangingPunct="1">
        <a:lnSpc>
          <a:spcPct val="90000"/>
        </a:lnSpc>
        <a:spcBef>
          <a:spcPct val="0"/>
        </a:spcBef>
        <a:buNone/>
        <a:defRPr sz="8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mailto:mirjam@contoso.com" TargetMode="External"/><Relationship Id="rId1" Type="http://schemas.openxmlformats.org/officeDocument/2006/relationships/slideLayout" Target="../slideLayouts/slideLayout13.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312D-9F8D-45AE-D652-54AF78669CE3}"/>
              </a:ext>
            </a:extLst>
          </p:cNvPr>
          <p:cNvSpPr>
            <a:spLocks noGrp="1"/>
          </p:cNvSpPr>
          <p:nvPr>
            <p:ph type="ctrTitle"/>
          </p:nvPr>
        </p:nvSpPr>
        <p:spPr/>
        <p:txBody>
          <a:bodyPr/>
          <a:lstStyle/>
          <a:p>
            <a:r>
              <a:rPr lang="en-US" dirty="0"/>
              <a:t>PRESENTATION</a:t>
            </a:r>
          </a:p>
        </p:txBody>
      </p:sp>
      <p:sp>
        <p:nvSpPr>
          <p:cNvPr id="3" name="Subtitle 2">
            <a:extLst>
              <a:ext uri="{FF2B5EF4-FFF2-40B4-BE49-F238E27FC236}">
                <a16:creationId xmlns:a16="http://schemas.microsoft.com/office/drawing/2014/main" id="{8C5924B5-15AC-3D2D-8B36-0947D8BE6C50}"/>
              </a:ext>
            </a:extLst>
          </p:cNvPr>
          <p:cNvSpPr>
            <a:spLocks noGrp="1"/>
          </p:cNvSpPr>
          <p:nvPr>
            <p:ph type="subTitle" idx="1"/>
          </p:nvPr>
        </p:nvSpPr>
        <p:spPr/>
        <p:txBody>
          <a:bodyPr/>
          <a:lstStyle/>
          <a:p>
            <a:r>
              <a:rPr lang="en-US" dirty="0"/>
              <a:t>By Mirjam Nilsson</a:t>
            </a:r>
          </a:p>
          <a:p>
            <a:endParaRPr lang="en-US" dirty="0"/>
          </a:p>
        </p:txBody>
      </p:sp>
      <p:sp>
        <p:nvSpPr>
          <p:cNvPr id="14" name="Text Placeholder 13">
            <a:extLst>
              <a:ext uri="{FF2B5EF4-FFF2-40B4-BE49-F238E27FC236}">
                <a16:creationId xmlns:a16="http://schemas.microsoft.com/office/drawing/2014/main" id="{A5452AA9-0944-5B3B-51AA-B3C68D70706F}"/>
              </a:ext>
            </a:extLst>
          </p:cNvPr>
          <p:cNvSpPr>
            <a:spLocks noGrp="1"/>
          </p:cNvSpPr>
          <p:nvPr>
            <p:ph type="body" sz="quarter" idx="11"/>
          </p:nvPr>
        </p:nvSpPr>
        <p:spPr/>
        <p:txBody>
          <a:bodyPr/>
          <a:lstStyle/>
          <a:p>
            <a:r>
              <a:rPr lang="en-US" dirty="0"/>
              <a:t>Title</a:t>
            </a:r>
          </a:p>
        </p:txBody>
      </p:sp>
      <p:pic>
        <p:nvPicPr>
          <p:cNvPr id="11" name="Picture Placeholder 10" descr="Close-up of wave patterned structure">
            <a:extLst>
              <a:ext uri="{FF2B5EF4-FFF2-40B4-BE49-F238E27FC236}">
                <a16:creationId xmlns:a16="http://schemas.microsoft.com/office/drawing/2014/main" id="{A279F7F9-953B-03FF-FD27-18F0F871448D}"/>
              </a:ext>
            </a:extLst>
          </p:cNvPr>
          <p:cNvPicPr>
            <a:picLocks noGrp="1" noChangeAspect="1"/>
          </p:cNvPicPr>
          <p:nvPr>
            <p:ph type="pic" sz="quarter" idx="12"/>
          </p:nvPr>
        </p:nvPicPr>
        <p:blipFill>
          <a:blip r:embed="rId2"/>
          <a:srcRect/>
          <a:stretch>
            <a:fillRect/>
          </a:stretch>
        </p:blipFill>
        <p:spPr>
          <a:prstGeom prst="rect">
            <a:avLst/>
          </a:prstGeom>
        </p:spPr>
      </p:pic>
      <p:pic>
        <p:nvPicPr>
          <p:cNvPr id="6" name="Picture Placeholder 5" descr="Woman wearing long dress">
            <a:extLst>
              <a:ext uri="{FF2B5EF4-FFF2-40B4-BE49-F238E27FC236}">
                <a16:creationId xmlns:a16="http://schemas.microsoft.com/office/drawing/2014/main" id="{F668097F-00A9-716E-EFC7-74594DB23EE3}"/>
              </a:ext>
            </a:extLst>
          </p:cNvPr>
          <p:cNvPicPr>
            <a:picLocks noGrp="1" noChangeAspect="1"/>
          </p:cNvPicPr>
          <p:nvPr>
            <p:ph type="pic" sz="quarter" idx="10"/>
          </p:nvPr>
        </p:nvPicPr>
        <p:blipFill rotWithShape="1">
          <a:blip r:embed="rId3"/>
          <a:srcRect t="105" b="105"/>
          <a:stretch/>
        </p:blipFill>
        <p:spPr/>
      </p:pic>
      <p:cxnSp>
        <p:nvCxnSpPr>
          <p:cNvPr id="5" name="Straight Connector 4">
            <a:extLst>
              <a:ext uri="{FF2B5EF4-FFF2-40B4-BE49-F238E27FC236}">
                <a16:creationId xmlns:a16="http://schemas.microsoft.com/office/drawing/2014/main" id="{55105C76-333F-CECF-8C54-AFF8F7E4B22B}"/>
              </a:ext>
              <a:ext uri="{C183D7F6-B498-43B3-948B-1728B52AA6E4}">
                <adec:decorative xmlns:adec="http://schemas.microsoft.com/office/drawing/2017/decorative" val="1"/>
              </a:ext>
            </a:extLst>
          </p:cNvPr>
          <p:cNvCxnSpPr>
            <a:cxnSpLocks/>
          </p:cNvCxnSpPr>
          <p:nvPr/>
        </p:nvCxnSpPr>
        <p:spPr>
          <a:xfrm>
            <a:off x="0" y="4401233"/>
            <a:ext cx="7253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2777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2947-A8EE-B17B-3646-1E07A83C2DD8}"/>
              </a:ext>
            </a:extLst>
          </p:cNvPr>
          <p:cNvSpPr>
            <a:spLocks noGrp="1"/>
          </p:cNvSpPr>
          <p:nvPr>
            <p:ph type="title"/>
          </p:nvPr>
        </p:nvSpPr>
        <p:spPr/>
        <p:txBody>
          <a:bodyPr/>
          <a:lstStyle/>
          <a:p>
            <a:r>
              <a:rPr lang="en-US" sz="8200" b="1" dirty="0">
                <a:solidFill>
                  <a:schemeClr val="tx1">
                    <a:lumMod val="75000"/>
                    <a:lumOff val="25000"/>
                  </a:schemeClr>
                </a:solidFill>
                <a:latin typeface="Bodoni MT" panose="02070606080606020203" pitchFamily="18" charset="77"/>
              </a:rPr>
              <a:t>Agenda</a:t>
            </a:r>
            <a:endParaRPr lang="en-US" dirty="0"/>
          </a:p>
        </p:txBody>
      </p:sp>
      <p:sp>
        <p:nvSpPr>
          <p:cNvPr id="4" name="Text Placeholder 3">
            <a:extLst>
              <a:ext uri="{FF2B5EF4-FFF2-40B4-BE49-F238E27FC236}">
                <a16:creationId xmlns:a16="http://schemas.microsoft.com/office/drawing/2014/main" id="{23425B83-375B-6FF1-962F-8D6730F75247}"/>
              </a:ext>
            </a:extLst>
          </p:cNvPr>
          <p:cNvSpPr>
            <a:spLocks noGrp="1"/>
          </p:cNvSpPr>
          <p:nvPr>
            <p:ph type="body" sz="quarter" idx="13"/>
          </p:nvPr>
        </p:nvSpPr>
        <p:spPr/>
        <p:txBody>
          <a:bodyPr/>
          <a:lstStyle/>
          <a:p>
            <a:r>
              <a:rPr lang="en-US" sz="2400" dirty="0">
                <a:solidFill>
                  <a:schemeClr val="tx1">
                    <a:lumMod val="75000"/>
                    <a:lumOff val="25000"/>
                  </a:schemeClr>
                </a:solidFill>
                <a:latin typeface="Avenir Next LT Pro" panose="020B0504020202020204" pitchFamily="34" charset="77"/>
                <a:cs typeface="Posterama" panose="020B0504020200020000" pitchFamily="34" charset="0"/>
              </a:rPr>
              <a:t>INTRODUCTION</a:t>
            </a:r>
          </a:p>
        </p:txBody>
      </p:sp>
      <p:sp>
        <p:nvSpPr>
          <p:cNvPr id="5" name="Text Placeholder 4">
            <a:extLst>
              <a:ext uri="{FF2B5EF4-FFF2-40B4-BE49-F238E27FC236}">
                <a16:creationId xmlns:a16="http://schemas.microsoft.com/office/drawing/2014/main" id="{1965DDC4-4B1B-573D-4C74-3F61A7A26C8B}"/>
              </a:ext>
            </a:extLst>
          </p:cNvPr>
          <p:cNvSpPr>
            <a:spLocks noGrp="1"/>
          </p:cNvSpPr>
          <p:nvPr>
            <p:ph type="body" sz="quarter" idx="14"/>
          </p:nvPr>
        </p:nvSpPr>
        <p:spPr/>
        <p:txBody>
          <a:bodyPr/>
          <a:lstStyle/>
          <a:p>
            <a:r>
              <a:rPr lang="en-US" sz="2400" dirty="0">
                <a:solidFill>
                  <a:schemeClr val="tx1">
                    <a:lumMod val="75000"/>
                    <a:lumOff val="25000"/>
                  </a:schemeClr>
                </a:solidFill>
                <a:latin typeface="Avenir Next LT Pro" panose="020B0504020202020204" pitchFamily="34" charset="77"/>
                <a:cs typeface="Posterama" panose="020B0504020200020000" pitchFamily="34" charset="0"/>
              </a:rPr>
              <a:t>PRIMARY GOALS</a:t>
            </a:r>
          </a:p>
        </p:txBody>
      </p:sp>
      <p:sp>
        <p:nvSpPr>
          <p:cNvPr id="6" name="Text Placeholder 5">
            <a:extLst>
              <a:ext uri="{FF2B5EF4-FFF2-40B4-BE49-F238E27FC236}">
                <a16:creationId xmlns:a16="http://schemas.microsoft.com/office/drawing/2014/main" id="{41953859-9A3D-FCA7-B80C-12C4F9C801F5}"/>
              </a:ext>
            </a:extLst>
          </p:cNvPr>
          <p:cNvSpPr>
            <a:spLocks noGrp="1"/>
          </p:cNvSpPr>
          <p:nvPr>
            <p:ph type="body" sz="quarter" idx="15"/>
          </p:nvPr>
        </p:nvSpPr>
        <p:spPr/>
        <p:txBody>
          <a:bodyPr/>
          <a:lstStyle/>
          <a:p>
            <a:r>
              <a:rPr lang="en-US" sz="2400" dirty="0">
                <a:solidFill>
                  <a:schemeClr val="tx1">
                    <a:lumMod val="75000"/>
                    <a:lumOff val="25000"/>
                  </a:schemeClr>
                </a:solidFill>
                <a:latin typeface="Avenir Next LT Pro" panose="020B0504020202020204" pitchFamily="34" charset="77"/>
                <a:cs typeface="Posterama" panose="020B0504020200020000" pitchFamily="34" charset="0"/>
              </a:rPr>
              <a:t>AREAS OF GROWTH</a:t>
            </a:r>
          </a:p>
        </p:txBody>
      </p:sp>
      <p:sp>
        <p:nvSpPr>
          <p:cNvPr id="7" name="Text Placeholder 6">
            <a:extLst>
              <a:ext uri="{FF2B5EF4-FFF2-40B4-BE49-F238E27FC236}">
                <a16:creationId xmlns:a16="http://schemas.microsoft.com/office/drawing/2014/main" id="{72C8CAC3-F973-5810-1745-31FDEA9AEB9B}"/>
              </a:ext>
            </a:extLst>
          </p:cNvPr>
          <p:cNvSpPr>
            <a:spLocks noGrp="1"/>
          </p:cNvSpPr>
          <p:nvPr>
            <p:ph type="body" sz="quarter" idx="16"/>
          </p:nvPr>
        </p:nvSpPr>
        <p:spPr/>
        <p:txBody>
          <a:bodyPr/>
          <a:lstStyle/>
          <a:p>
            <a:r>
              <a:rPr lang="en-US" sz="2400" dirty="0">
                <a:solidFill>
                  <a:schemeClr val="tx1">
                    <a:lumMod val="75000"/>
                    <a:lumOff val="25000"/>
                  </a:schemeClr>
                </a:solidFill>
                <a:latin typeface="Avenir Next LT Pro" panose="020B0504020202020204" pitchFamily="34" charset="77"/>
                <a:cs typeface="Posterama" panose="020B0504020200020000" pitchFamily="34" charset="0"/>
              </a:rPr>
              <a:t>TIMELINE</a:t>
            </a:r>
          </a:p>
        </p:txBody>
      </p:sp>
      <p:sp>
        <p:nvSpPr>
          <p:cNvPr id="8" name="Text Placeholder 7">
            <a:extLst>
              <a:ext uri="{FF2B5EF4-FFF2-40B4-BE49-F238E27FC236}">
                <a16:creationId xmlns:a16="http://schemas.microsoft.com/office/drawing/2014/main" id="{FA4F8D3C-A35C-6050-5BA1-A457850BD198}"/>
              </a:ext>
            </a:extLst>
          </p:cNvPr>
          <p:cNvSpPr>
            <a:spLocks noGrp="1"/>
          </p:cNvSpPr>
          <p:nvPr>
            <p:ph type="body" sz="quarter" idx="17"/>
          </p:nvPr>
        </p:nvSpPr>
        <p:spPr/>
        <p:txBody>
          <a:bodyPr/>
          <a:lstStyle/>
          <a:p>
            <a:r>
              <a:rPr lang="en-US" sz="2400" dirty="0">
                <a:solidFill>
                  <a:schemeClr val="tx1">
                    <a:lumMod val="75000"/>
                    <a:lumOff val="25000"/>
                  </a:schemeClr>
                </a:solidFill>
                <a:latin typeface="Avenir Next LT Pro" panose="020B0504020202020204" pitchFamily="34" charset="77"/>
                <a:cs typeface="Posterama" panose="020B0504020200020000" pitchFamily="34" charset="0"/>
              </a:rPr>
              <a:t>SUMMARY</a:t>
            </a:r>
            <a:endParaRPr lang="en-US" dirty="0"/>
          </a:p>
        </p:txBody>
      </p:sp>
      <p:pic>
        <p:nvPicPr>
          <p:cNvPr id="15" name="Picture Placeholder 14" descr="Woman with earrings">
            <a:extLst>
              <a:ext uri="{FF2B5EF4-FFF2-40B4-BE49-F238E27FC236}">
                <a16:creationId xmlns:a16="http://schemas.microsoft.com/office/drawing/2014/main" id="{EA8593BC-98D5-D147-F4C1-F0F8676C5B74}"/>
              </a:ext>
            </a:extLst>
          </p:cNvPr>
          <p:cNvPicPr>
            <a:picLocks noGrp="1" noChangeAspect="1"/>
          </p:cNvPicPr>
          <p:nvPr>
            <p:ph type="pic" sz="quarter" idx="12"/>
          </p:nvPr>
        </p:nvPicPr>
        <p:blipFill>
          <a:blip r:embed="rId2"/>
          <a:srcRect t="25" b="25"/>
          <a:stretch>
            <a:fillRect/>
          </a:stretch>
        </p:blipFill>
        <p:spPr>
          <a:prstGeom prst="rect">
            <a:avLst/>
          </a:prstGeom>
        </p:spPr>
      </p:pic>
      <p:cxnSp>
        <p:nvCxnSpPr>
          <p:cNvPr id="9" name="Straight Connector 8">
            <a:extLst>
              <a:ext uri="{FF2B5EF4-FFF2-40B4-BE49-F238E27FC236}">
                <a16:creationId xmlns:a16="http://schemas.microsoft.com/office/drawing/2014/main" id="{DCCE9A27-A8DD-BBED-EE1A-1868BC9B1423}"/>
              </a:ext>
              <a:ext uri="{C183D7F6-B498-43B3-948B-1728B52AA6E4}">
                <adec:decorative xmlns:adec="http://schemas.microsoft.com/office/drawing/2017/decorative" val="1"/>
              </a:ext>
            </a:extLst>
          </p:cNvPr>
          <p:cNvCxnSpPr>
            <a:cxnSpLocks/>
          </p:cNvCxnSpPr>
          <p:nvPr/>
        </p:nvCxnSpPr>
        <p:spPr>
          <a:xfrm>
            <a:off x="0" y="2405687"/>
            <a:ext cx="33428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ED1DD56-9C52-AF32-9ACC-20A073A91220}"/>
              </a:ext>
              <a:ext uri="{C183D7F6-B498-43B3-948B-1728B52AA6E4}">
                <adec:decorative xmlns:adec="http://schemas.microsoft.com/office/drawing/2017/decorative" val="1"/>
              </a:ext>
            </a:extLst>
          </p:cNvPr>
          <p:cNvCxnSpPr>
            <a:cxnSpLocks/>
          </p:cNvCxnSpPr>
          <p:nvPr/>
        </p:nvCxnSpPr>
        <p:spPr>
          <a:xfrm>
            <a:off x="0" y="3145178"/>
            <a:ext cx="33428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871A53C-BA63-8898-3711-64A91D0EA0A5}"/>
              </a:ext>
              <a:ext uri="{C183D7F6-B498-43B3-948B-1728B52AA6E4}">
                <adec:decorative xmlns:adec="http://schemas.microsoft.com/office/drawing/2017/decorative" val="1"/>
              </a:ext>
            </a:extLst>
          </p:cNvPr>
          <p:cNvCxnSpPr>
            <a:cxnSpLocks/>
          </p:cNvCxnSpPr>
          <p:nvPr/>
        </p:nvCxnSpPr>
        <p:spPr>
          <a:xfrm>
            <a:off x="0" y="3884364"/>
            <a:ext cx="33428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28DFF9-2FD8-6E90-9A7F-88DC69943EC8}"/>
              </a:ext>
              <a:ext uri="{C183D7F6-B498-43B3-948B-1728B52AA6E4}">
                <adec:decorative xmlns:adec="http://schemas.microsoft.com/office/drawing/2017/decorative" val="1"/>
              </a:ext>
            </a:extLst>
          </p:cNvPr>
          <p:cNvCxnSpPr>
            <a:cxnSpLocks/>
          </p:cNvCxnSpPr>
          <p:nvPr/>
        </p:nvCxnSpPr>
        <p:spPr>
          <a:xfrm>
            <a:off x="0" y="4623550"/>
            <a:ext cx="33428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7DF6878-7B84-0FFE-4DE0-443F42243057}"/>
              </a:ext>
              <a:ext uri="{C183D7F6-B498-43B3-948B-1728B52AA6E4}">
                <adec:decorative xmlns:adec="http://schemas.microsoft.com/office/drawing/2017/decorative" val="1"/>
              </a:ext>
            </a:extLst>
          </p:cNvPr>
          <p:cNvCxnSpPr>
            <a:cxnSpLocks/>
          </p:cNvCxnSpPr>
          <p:nvPr/>
        </p:nvCxnSpPr>
        <p:spPr>
          <a:xfrm>
            <a:off x="0" y="5360759"/>
            <a:ext cx="33428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2BA6604D-000E-22C8-24D5-252D34A319AE}"/>
              </a:ext>
            </a:extLst>
          </p:cNvPr>
          <p:cNvSpPr>
            <a:spLocks noGrp="1"/>
          </p:cNvSpPr>
          <p:nvPr>
            <p:ph type="ftr" sz="quarter" idx="11"/>
          </p:nvPr>
        </p:nvSpPr>
        <p:spPr/>
        <p:txBody>
          <a:bodyPr/>
          <a:lstStyle/>
          <a:p>
            <a:r>
              <a:rPr lang="en-US" dirty="0"/>
              <a:t>Presentation title</a:t>
            </a:r>
          </a:p>
        </p:txBody>
      </p:sp>
      <p:sp>
        <p:nvSpPr>
          <p:cNvPr id="14" name="Slide Number Placeholder 13">
            <a:extLst>
              <a:ext uri="{FF2B5EF4-FFF2-40B4-BE49-F238E27FC236}">
                <a16:creationId xmlns:a16="http://schemas.microsoft.com/office/drawing/2014/main" id="{3488E50A-6024-E606-567A-C84456CFB4AA}"/>
              </a:ext>
            </a:extLst>
          </p:cNvPr>
          <p:cNvSpPr>
            <a:spLocks noGrp="1"/>
          </p:cNvSpPr>
          <p:nvPr>
            <p:ph type="sldNum" sz="quarter" idx="10"/>
          </p:nvPr>
        </p:nvSpPr>
        <p:spPr/>
        <p:txBody>
          <a:bodyPr/>
          <a:lstStyle/>
          <a:p>
            <a:fld id="{BC0F0449-EF10-3E4D-894D-3DE10CF4206D}" type="slidenum">
              <a:rPr lang="en-US" smtClean="0"/>
              <a:pPr/>
              <a:t>2</a:t>
            </a:fld>
            <a:endParaRPr lang="en-US" dirty="0"/>
          </a:p>
        </p:txBody>
      </p:sp>
    </p:spTree>
    <p:extLst>
      <p:ext uri="{BB962C8B-B14F-4D97-AF65-F5344CB8AC3E}">
        <p14:creationId xmlns:p14="http://schemas.microsoft.com/office/powerpoint/2010/main" val="1026260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8284A0-26F1-3BE2-A26F-1A23C42AD16C}"/>
              </a:ext>
            </a:extLst>
          </p:cNvPr>
          <p:cNvSpPr>
            <a:spLocks noGrp="1"/>
          </p:cNvSpPr>
          <p:nvPr>
            <p:ph type="body" sz="quarter" idx="17"/>
          </p:nvPr>
        </p:nvSpPr>
        <p:spPr/>
        <p:txBody>
          <a:bodyPr/>
          <a:lstStyle/>
          <a:p>
            <a:r>
              <a:rPr lang="en-US" sz="13800" b="1" dirty="0">
                <a:solidFill>
                  <a:schemeClr val="tx1">
                    <a:lumMod val="75000"/>
                    <a:lumOff val="25000"/>
                  </a:schemeClr>
                </a:solidFill>
                <a:latin typeface="Bodoni MT" panose="02070606080606020203" pitchFamily="18" charset="77"/>
              </a:rPr>
              <a:t>INTRODUCTION</a:t>
            </a:r>
            <a:endParaRPr lang="en-US" dirty="0"/>
          </a:p>
        </p:txBody>
      </p:sp>
      <p:sp>
        <p:nvSpPr>
          <p:cNvPr id="3" name="Title 2">
            <a:extLst>
              <a:ext uri="{FF2B5EF4-FFF2-40B4-BE49-F238E27FC236}">
                <a16:creationId xmlns:a16="http://schemas.microsoft.com/office/drawing/2014/main" id="{D08878B2-B388-D02B-96F8-A8F92CBD264E}"/>
              </a:ext>
            </a:extLst>
          </p:cNvPr>
          <p:cNvSpPr>
            <a:spLocks noGrp="1"/>
          </p:cNvSpPr>
          <p:nvPr>
            <p:ph type="title"/>
          </p:nvPr>
        </p:nvSpPr>
        <p:spPr/>
        <p:txBody>
          <a:bodyPr/>
          <a:lstStyle/>
          <a:p>
            <a:r>
              <a:rPr lang="en-US" sz="13800" b="1" dirty="0">
                <a:solidFill>
                  <a:schemeClr val="tx1">
                    <a:lumMod val="75000"/>
                    <a:lumOff val="25000"/>
                  </a:schemeClr>
                </a:solidFill>
                <a:latin typeface="Bodoni MT" panose="02070606080606020203" pitchFamily="18" charset="77"/>
              </a:rPr>
              <a:t>INTRODUCTION</a:t>
            </a:r>
            <a:endParaRPr lang="en-US" dirty="0"/>
          </a:p>
        </p:txBody>
      </p:sp>
      <p:sp>
        <p:nvSpPr>
          <p:cNvPr id="4" name="Text Placeholder 3">
            <a:extLst>
              <a:ext uri="{FF2B5EF4-FFF2-40B4-BE49-F238E27FC236}">
                <a16:creationId xmlns:a16="http://schemas.microsoft.com/office/drawing/2014/main" id="{DBBF4507-43F2-CA5E-E122-7C096CEE21DD}"/>
              </a:ext>
            </a:extLst>
          </p:cNvPr>
          <p:cNvSpPr>
            <a:spLocks noGrp="1"/>
          </p:cNvSpPr>
          <p:nvPr>
            <p:ph type="body" sz="quarter" idx="13"/>
          </p:nvPr>
        </p:nvSpPr>
        <p:spPr/>
        <p:txBody>
          <a:bodyPr/>
          <a:lstStyle/>
          <a:p>
            <a:r>
              <a:rPr lang="en-US" dirty="0">
                <a:solidFill>
                  <a:schemeClr val="tx1">
                    <a:lumMod val="75000"/>
                    <a:lumOff val="25000"/>
                  </a:schemeClr>
                </a:solidFill>
                <a:effectLst/>
                <a:latin typeface="Avenir Next LT Pro" panose="020B0504020202020204" pitchFamily="34" charset="77"/>
              </a:rPr>
              <a:t>At Contoso, we empower organizations to foster collaborative thinking to further drive workplace innovation. By closing the loop and leveraging agile frameworks, we help business grow </a:t>
            </a:r>
            <a:br>
              <a:rPr lang="en-US" dirty="0">
                <a:solidFill>
                  <a:schemeClr val="tx1">
                    <a:lumMod val="75000"/>
                    <a:lumOff val="25000"/>
                  </a:schemeClr>
                </a:solidFill>
                <a:effectLst/>
                <a:latin typeface="Avenir Next LT Pro" panose="020B0504020202020204" pitchFamily="34" charset="77"/>
              </a:rPr>
            </a:br>
            <a:r>
              <a:rPr lang="en-US" dirty="0">
                <a:solidFill>
                  <a:schemeClr val="tx1">
                    <a:lumMod val="75000"/>
                    <a:lumOff val="25000"/>
                  </a:schemeClr>
                </a:solidFill>
                <a:effectLst/>
                <a:latin typeface="Avenir Next LT Pro" panose="020B0504020202020204" pitchFamily="34" charset="77"/>
              </a:rPr>
              <a:t>organically and foster a consumer-first mindset.</a:t>
            </a:r>
            <a:endParaRPr lang="en-US" dirty="0">
              <a:solidFill>
                <a:schemeClr val="tx1">
                  <a:lumMod val="75000"/>
                  <a:lumOff val="25000"/>
                </a:schemeClr>
              </a:solidFill>
              <a:latin typeface="Avenir Next LT Pro" panose="020B0504020202020204" pitchFamily="34" charset="77"/>
            </a:endParaRPr>
          </a:p>
        </p:txBody>
      </p:sp>
      <p:sp>
        <p:nvSpPr>
          <p:cNvPr id="5" name="Footer Placeholder 4">
            <a:extLst>
              <a:ext uri="{FF2B5EF4-FFF2-40B4-BE49-F238E27FC236}">
                <a16:creationId xmlns:a16="http://schemas.microsoft.com/office/drawing/2014/main" id="{D71E8602-2DDC-C449-AC08-A1600458FDC6}"/>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2ED8BA28-85D7-DA88-6312-E1E1C423D4E8}"/>
              </a:ext>
            </a:extLst>
          </p:cNvPr>
          <p:cNvSpPr>
            <a:spLocks noGrp="1"/>
          </p:cNvSpPr>
          <p:nvPr>
            <p:ph type="sldNum" sz="quarter" idx="10"/>
          </p:nvPr>
        </p:nvSpPr>
        <p:spPr/>
        <p:txBody>
          <a:bodyPr/>
          <a:lstStyle/>
          <a:p>
            <a:fld id="{BC0F0449-EF10-3E4D-894D-3DE10CF4206D}" type="slidenum">
              <a:rPr lang="en-US" smtClean="0"/>
              <a:pPr/>
              <a:t>3</a:t>
            </a:fld>
            <a:endParaRPr lang="en-US" dirty="0"/>
          </a:p>
        </p:txBody>
      </p:sp>
    </p:spTree>
    <p:extLst>
      <p:ext uri="{BB962C8B-B14F-4D97-AF65-F5344CB8AC3E}">
        <p14:creationId xmlns:p14="http://schemas.microsoft.com/office/powerpoint/2010/main" val="1174648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5270A-0A7B-171E-3A2A-BD57071346E1}"/>
              </a:ext>
            </a:extLst>
          </p:cNvPr>
          <p:cNvSpPr>
            <a:spLocks noGrp="1"/>
          </p:cNvSpPr>
          <p:nvPr>
            <p:ph type="ctrTitle"/>
          </p:nvPr>
        </p:nvSpPr>
        <p:spPr/>
        <p:txBody>
          <a:bodyPr/>
          <a:lstStyle/>
          <a:p>
            <a:r>
              <a:rPr lang="en-US" dirty="0"/>
              <a:t>PRIMARY</a:t>
            </a:r>
          </a:p>
        </p:txBody>
      </p:sp>
      <p:sp>
        <p:nvSpPr>
          <p:cNvPr id="4" name="Subtitle 3">
            <a:extLst>
              <a:ext uri="{FF2B5EF4-FFF2-40B4-BE49-F238E27FC236}">
                <a16:creationId xmlns:a16="http://schemas.microsoft.com/office/drawing/2014/main" id="{04B61190-0BCB-DB29-8BC9-44077AE41CC0}"/>
              </a:ext>
            </a:extLst>
          </p:cNvPr>
          <p:cNvSpPr>
            <a:spLocks noGrp="1"/>
          </p:cNvSpPr>
          <p:nvPr>
            <p:ph type="subTitle" idx="1"/>
          </p:nvPr>
        </p:nvSpPr>
        <p:spPr/>
        <p:txBody>
          <a:bodyPr/>
          <a:lstStyle/>
          <a:p>
            <a:r>
              <a:rPr lang="en-US" dirty="0"/>
              <a:t>Annual Revenue Growth</a:t>
            </a:r>
          </a:p>
        </p:txBody>
      </p:sp>
      <p:sp>
        <p:nvSpPr>
          <p:cNvPr id="3" name="Text Placeholder 2">
            <a:extLst>
              <a:ext uri="{FF2B5EF4-FFF2-40B4-BE49-F238E27FC236}">
                <a16:creationId xmlns:a16="http://schemas.microsoft.com/office/drawing/2014/main" id="{8A4B2976-644B-FCC8-CD6B-ECF158E99237}"/>
              </a:ext>
            </a:extLst>
          </p:cNvPr>
          <p:cNvSpPr>
            <a:spLocks noGrp="1"/>
          </p:cNvSpPr>
          <p:nvPr>
            <p:ph type="body" sz="quarter" idx="11"/>
          </p:nvPr>
        </p:nvSpPr>
        <p:spPr/>
        <p:txBody>
          <a:bodyPr/>
          <a:lstStyle/>
          <a:p>
            <a:r>
              <a:rPr lang="en-US" dirty="0"/>
              <a:t>GOALS</a:t>
            </a:r>
          </a:p>
        </p:txBody>
      </p:sp>
      <p:pic>
        <p:nvPicPr>
          <p:cNvPr id="16" name="Picture Placeholder 15" descr="Circular benches in a stadium">
            <a:extLst>
              <a:ext uri="{FF2B5EF4-FFF2-40B4-BE49-F238E27FC236}">
                <a16:creationId xmlns:a16="http://schemas.microsoft.com/office/drawing/2014/main" id="{C6D5F393-D6AB-3788-5738-895762E74CBB}"/>
              </a:ext>
            </a:extLst>
          </p:cNvPr>
          <p:cNvPicPr>
            <a:picLocks noGrp="1" noChangeAspect="1"/>
          </p:cNvPicPr>
          <p:nvPr>
            <p:ph type="pic" sz="quarter" idx="12"/>
          </p:nvPr>
        </p:nvPicPr>
        <p:blipFill>
          <a:blip r:embed="rId2"/>
          <a:srcRect l="90" r="90"/>
          <a:stretch>
            <a:fillRect/>
          </a:stretch>
        </p:blipFill>
        <p:spPr>
          <a:prstGeom prst="rect">
            <a:avLst/>
          </a:prstGeom>
        </p:spPr>
      </p:pic>
      <p:pic>
        <p:nvPicPr>
          <p:cNvPr id="6" name="Picture Placeholder 5" descr="Woman wearing fashionable clothes">
            <a:extLst>
              <a:ext uri="{FF2B5EF4-FFF2-40B4-BE49-F238E27FC236}">
                <a16:creationId xmlns:a16="http://schemas.microsoft.com/office/drawing/2014/main" id="{599C6404-0E44-4518-766A-C50506CB2B4A}"/>
              </a:ext>
            </a:extLst>
          </p:cNvPr>
          <p:cNvPicPr>
            <a:picLocks noGrp="1" noChangeAspect="1"/>
          </p:cNvPicPr>
          <p:nvPr>
            <p:ph type="pic" sz="quarter" idx="10"/>
          </p:nvPr>
        </p:nvPicPr>
        <p:blipFill>
          <a:blip r:embed="rId3"/>
          <a:srcRect t="12" b="12"/>
          <a:stretch>
            <a:fillRect/>
          </a:stretch>
        </p:blipFill>
        <p:spPr/>
      </p:pic>
    </p:spTree>
    <p:extLst>
      <p:ext uri="{BB962C8B-B14F-4D97-AF65-F5344CB8AC3E}">
        <p14:creationId xmlns:p14="http://schemas.microsoft.com/office/powerpoint/2010/main" val="834481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1167-A015-14F3-0E66-61289B85771E}"/>
              </a:ext>
            </a:extLst>
          </p:cNvPr>
          <p:cNvSpPr>
            <a:spLocks noGrp="1"/>
          </p:cNvSpPr>
          <p:nvPr>
            <p:ph type="title"/>
          </p:nvPr>
        </p:nvSpPr>
        <p:spPr/>
        <p:txBody>
          <a:bodyPr/>
          <a:lstStyle/>
          <a:p>
            <a:r>
              <a:rPr lang="en-US" sz="8200" b="1" dirty="0">
                <a:solidFill>
                  <a:schemeClr val="tx1">
                    <a:lumMod val="75000"/>
                    <a:lumOff val="25000"/>
                  </a:schemeClr>
                </a:solidFill>
                <a:latin typeface="Bodoni MT" panose="02070606080606020203" pitchFamily="18" charset="77"/>
              </a:rPr>
              <a:t>Areas of growth</a:t>
            </a:r>
          </a:p>
        </p:txBody>
      </p:sp>
      <p:sp>
        <p:nvSpPr>
          <p:cNvPr id="3" name="Footer Placeholder 2">
            <a:extLst>
              <a:ext uri="{FF2B5EF4-FFF2-40B4-BE49-F238E27FC236}">
                <a16:creationId xmlns:a16="http://schemas.microsoft.com/office/drawing/2014/main" id="{A2B34493-432C-7B61-401E-F8D45663E70A}"/>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8B315FFF-D345-3845-FE27-1023E9448F82}"/>
              </a:ext>
            </a:extLst>
          </p:cNvPr>
          <p:cNvSpPr>
            <a:spLocks noGrp="1"/>
          </p:cNvSpPr>
          <p:nvPr>
            <p:ph type="sldNum" sz="quarter" idx="12"/>
          </p:nvPr>
        </p:nvSpPr>
        <p:spPr/>
        <p:txBody>
          <a:bodyPr/>
          <a:lstStyle/>
          <a:p>
            <a:fld id="{BC0F0449-EF10-3E4D-894D-3DE10CF4206D}" type="slidenum">
              <a:rPr lang="en-US" smtClean="0"/>
              <a:t>5</a:t>
            </a:fld>
            <a:endParaRPr lang="en-US" dirty="0"/>
          </a:p>
        </p:txBody>
      </p:sp>
      <p:graphicFrame>
        <p:nvGraphicFramePr>
          <p:cNvPr id="4" name="Table 4">
            <a:extLst>
              <a:ext uri="{FF2B5EF4-FFF2-40B4-BE49-F238E27FC236}">
                <a16:creationId xmlns:a16="http://schemas.microsoft.com/office/drawing/2014/main" id="{36DFD360-CF9A-4E41-7F53-25592CB30A3D}"/>
              </a:ext>
            </a:extLst>
          </p:cNvPr>
          <p:cNvGraphicFramePr>
            <a:graphicFrameLocks noGrp="1"/>
          </p:cNvGraphicFramePr>
          <p:nvPr>
            <p:ph idx="1"/>
            <p:extLst>
              <p:ext uri="{D42A27DB-BD31-4B8C-83A1-F6EECF244321}">
                <p14:modId xmlns:p14="http://schemas.microsoft.com/office/powerpoint/2010/main" val="3781391051"/>
              </p:ext>
            </p:extLst>
          </p:nvPr>
        </p:nvGraphicFramePr>
        <p:xfrm>
          <a:off x="969963" y="1947863"/>
          <a:ext cx="10328585" cy="4033905"/>
        </p:xfrm>
        <a:graphic>
          <a:graphicData uri="http://schemas.openxmlformats.org/drawingml/2006/table">
            <a:tbl>
              <a:tblPr firstRow="1" bandRow="1">
                <a:tableStyleId>{1E171933-4619-4E11-9A3F-F7608DF75F80}</a:tableStyleId>
              </a:tblPr>
              <a:tblGrid>
                <a:gridCol w="2065717">
                  <a:extLst>
                    <a:ext uri="{9D8B030D-6E8A-4147-A177-3AD203B41FA5}">
                      <a16:colId xmlns:a16="http://schemas.microsoft.com/office/drawing/2014/main" val="1689330750"/>
                    </a:ext>
                  </a:extLst>
                </a:gridCol>
                <a:gridCol w="2065717">
                  <a:extLst>
                    <a:ext uri="{9D8B030D-6E8A-4147-A177-3AD203B41FA5}">
                      <a16:colId xmlns:a16="http://schemas.microsoft.com/office/drawing/2014/main" val="2660631934"/>
                    </a:ext>
                  </a:extLst>
                </a:gridCol>
                <a:gridCol w="2065717">
                  <a:extLst>
                    <a:ext uri="{9D8B030D-6E8A-4147-A177-3AD203B41FA5}">
                      <a16:colId xmlns:a16="http://schemas.microsoft.com/office/drawing/2014/main" val="3909717689"/>
                    </a:ext>
                  </a:extLst>
                </a:gridCol>
                <a:gridCol w="2065717">
                  <a:extLst>
                    <a:ext uri="{9D8B030D-6E8A-4147-A177-3AD203B41FA5}">
                      <a16:colId xmlns:a16="http://schemas.microsoft.com/office/drawing/2014/main" val="1603189107"/>
                    </a:ext>
                  </a:extLst>
                </a:gridCol>
                <a:gridCol w="2065717">
                  <a:extLst>
                    <a:ext uri="{9D8B030D-6E8A-4147-A177-3AD203B41FA5}">
                      <a16:colId xmlns:a16="http://schemas.microsoft.com/office/drawing/2014/main" val="2755691855"/>
                    </a:ext>
                  </a:extLst>
                </a:gridCol>
              </a:tblGrid>
              <a:tr h="806781">
                <a:tc>
                  <a:txBody>
                    <a:bodyPr/>
                    <a:lstStyle/>
                    <a:p>
                      <a:pPr algn="ctr"/>
                      <a:endParaRPr lang="en-US" dirty="0"/>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60000"/>
                        <a:lumOff val="40000"/>
                      </a:schemeClr>
                    </a:solidFill>
                  </a:tcPr>
                </a:tc>
                <a:tc>
                  <a:txBody>
                    <a:bodyPr/>
                    <a:lstStyle/>
                    <a:p>
                      <a:pPr algn="ctr"/>
                      <a:r>
                        <a:rPr lang="en-US" sz="2400" b="1" i="0" dirty="0">
                          <a:solidFill>
                            <a:schemeClr val="tx1">
                              <a:lumMod val="75000"/>
                              <a:lumOff val="25000"/>
                            </a:schemeClr>
                          </a:solidFill>
                          <a:latin typeface="Bodoni MT" panose="02070606080606020203" pitchFamily="18" charset="77"/>
                        </a:rPr>
                        <a:t>B2B</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60000"/>
                        <a:lumOff val="40000"/>
                      </a:schemeClr>
                    </a:solidFill>
                  </a:tcPr>
                </a:tc>
                <a:tc>
                  <a:txBody>
                    <a:bodyPr/>
                    <a:lstStyle/>
                    <a:p>
                      <a:pPr algn="ctr"/>
                      <a:r>
                        <a:rPr lang="en-US" sz="2400" b="1" i="0" dirty="0">
                          <a:solidFill>
                            <a:schemeClr val="tx1">
                              <a:lumMod val="75000"/>
                              <a:lumOff val="25000"/>
                            </a:schemeClr>
                          </a:solidFill>
                          <a:latin typeface="Bodoni MT" panose="02070606080606020203" pitchFamily="18" charset="77"/>
                        </a:rPr>
                        <a:t>SUPPLY CHAIN</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60000"/>
                        <a:lumOff val="40000"/>
                      </a:schemeClr>
                    </a:solidFill>
                  </a:tcPr>
                </a:tc>
                <a:tc>
                  <a:txBody>
                    <a:bodyPr/>
                    <a:lstStyle/>
                    <a:p>
                      <a:pPr algn="ctr"/>
                      <a:r>
                        <a:rPr lang="en-US" sz="2400" b="1" i="0" dirty="0">
                          <a:solidFill>
                            <a:schemeClr val="tx1">
                              <a:lumMod val="75000"/>
                              <a:lumOff val="25000"/>
                            </a:schemeClr>
                          </a:solidFill>
                          <a:latin typeface="Bodoni MT" panose="02070606080606020203" pitchFamily="18" charset="77"/>
                        </a:rPr>
                        <a:t>ROI</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60000"/>
                        <a:lumOff val="40000"/>
                      </a:schemeClr>
                    </a:solidFill>
                  </a:tcPr>
                </a:tc>
                <a:tc>
                  <a:txBody>
                    <a:bodyPr/>
                    <a:lstStyle/>
                    <a:p>
                      <a:pPr algn="ctr"/>
                      <a:r>
                        <a:rPr lang="en-US" sz="2400" b="1" i="0" dirty="0">
                          <a:solidFill>
                            <a:schemeClr val="tx1">
                              <a:lumMod val="75000"/>
                              <a:lumOff val="25000"/>
                            </a:schemeClr>
                          </a:solidFill>
                          <a:latin typeface="Bodoni MT" panose="02070606080606020203" pitchFamily="18" charset="77"/>
                        </a:rPr>
                        <a:t>E-COMMERCE</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479928716"/>
                  </a:ext>
                </a:extLst>
              </a:tr>
              <a:tr h="806781">
                <a:tc>
                  <a:txBody>
                    <a:bodyPr/>
                    <a:lstStyle/>
                    <a:p>
                      <a:pPr algn="ctr"/>
                      <a:r>
                        <a:rPr lang="en-US" sz="2400" b="1" i="0" dirty="0">
                          <a:solidFill>
                            <a:schemeClr val="tx1">
                              <a:lumMod val="75000"/>
                              <a:lumOff val="25000"/>
                            </a:schemeClr>
                          </a:solidFill>
                          <a:latin typeface="Bodoni MT" panose="02070606080606020203" pitchFamily="18" charset="77"/>
                        </a:rPr>
                        <a:t>Q1</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5">
                        <a:lumMod val="40000"/>
                        <a:lumOff val="6000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4.5</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2.3</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1.7</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5.0</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extLst>
                  <a:ext uri="{0D108BD9-81ED-4DB2-BD59-A6C34878D82A}">
                    <a16:rowId xmlns:a16="http://schemas.microsoft.com/office/drawing/2014/main" val="1760208656"/>
                  </a:ext>
                </a:extLst>
              </a:tr>
              <a:tr h="806781">
                <a:tc>
                  <a:txBody>
                    <a:bodyPr/>
                    <a:lstStyle/>
                    <a:p>
                      <a:pPr algn="ctr"/>
                      <a:r>
                        <a:rPr lang="en-US" sz="2400" b="1" i="0" dirty="0">
                          <a:solidFill>
                            <a:schemeClr val="tx1">
                              <a:lumMod val="75000"/>
                              <a:lumOff val="25000"/>
                            </a:schemeClr>
                          </a:solidFill>
                          <a:latin typeface="Bodoni MT" panose="02070606080606020203" pitchFamily="18" charset="77"/>
                        </a:rPr>
                        <a:t>Q2</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5">
                        <a:lumMod val="40000"/>
                        <a:lumOff val="6000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3.2</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5.1</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4.4</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3.0</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extLst>
                  <a:ext uri="{0D108BD9-81ED-4DB2-BD59-A6C34878D82A}">
                    <a16:rowId xmlns:a16="http://schemas.microsoft.com/office/drawing/2014/main" val="3634243071"/>
                  </a:ext>
                </a:extLst>
              </a:tr>
              <a:tr h="806781">
                <a:tc>
                  <a:txBody>
                    <a:bodyPr/>
                    <a:lstStyle/>
                    <a:p>
                      <a:pPr algn="ctr"/>
                      <a:r>
                        <a:rPr lang="en-US" sz="2400" b="1" i="0" dirty="0">
                          <a:solidFill>
                            <a:schemeClr val="tx1">
                              <a:lumMod val="75000"/>
                              <a:lumOff val="25000"/>
                            </a:schemeClr>
                          </a:solidFill>
                          <a:latin typeface="Bodoni MT" panose="02070606080606020203" pitchFamily="18" charset="77"/>
                        </a:rPr>
                        <a:t>Q3</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5">
                        <a:lumMod val="40000"/>
                        <a:lumOff val="6000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2.1</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1.7</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2.5</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2.8</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4">
                        <a:lumMod val="20000"/>
                        <a:lumOff val="80000"/>
                        <a:alpha val="67220"/>
                      </a:schemeClr>
                    </a:solidFill>
                  </a:tcPr>
                </a:tc>
                <a:extLst>
                  <a:ext uri="{0D108BD9-81ED-4DB2-BD59-A6C34878D82A}">
                    <a16:rowId xmlns:a16="http://schemas.microsoft.com/office/drawing/2014/main" val="415808797"/>
                  </a:ext>
                </a:extLst>
              </a:tr>
              <a:tr h="806781">
                <a:tc>
                  <a:txBody>
                    <a:bodyPr/>
                    <a:lstStyle/>
                    <a:p>
                      <a:pPr algn="ctr"/>
                      <a:r>
                        <a:rPr lang="en-US" sz="2400" b="1" i="0" dirty="0">
                          <a:solidFill>
                            <a:schemeClr val="tx1">
                              <a:lumMod val="75000"/>
                              <a:lumOff val="25000"/>
                            </a:schemeClr>
                          </a:solidFill>
                          <a:latin typeface="Bodoni MT" panose="02070606080606020203" pitchFamily="18" charset="77"/>
                        </a:rPr>
                        <a:t>Q4</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5">
                        <a:lumMod val="40000"/>
                        <a:lumOff val="6000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4.5</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2.2</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1.7</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tc>
                  <a:txBody>
                    <a:bodyPr/>
                    <a:lstStyle/>
                    <a:p>
                      <a:pPr algn="ctr"/>
                      <a:r>
                        <a:rPr lang="en-US" dirty="0">
                          <a:solidFill>
                            <a:schemeClr val="tx1">
                              <a:lumMod val="75000"/>
                              <a:lumOff val="25000"/>
                            </a:schemeClr>
                          </a:solidFill>
                          <a:latin typeface="Avenir Next LT Pro" panose="020B0504020202020204" pitchFamily="34" charset="77"/>
                        </a:rPr>
                        <a:t>7.0</a:t>
                      </a:r>
                    </a:p>
                  </a:txBody>
                  <a:tcPr anchor="ctr">
                    <a:lnL w="76200" cap="flat" cmpd="sng" algn="ctr">
                      <a:solidFill>
                        <a:schemeClr val="accent1"/>
                      </a:solidFill>
                      <a:prstDash val="solid"/>
                      <a:round/>
                      <a:headEnd type="none" w="med" len="med"/>
                      <a:tailEnd type="none" w="med" len="med"/>
                    </a:lnL>
                    <a:lnR w="76200" cap="flat" cmpd="sng" algn="ctr">
                      <a:solidFill>
                        <a:schemeClr val="accent1"/>
                      </a:solidFill>
                      <a:prstDash val="solid"/>
                      <a:round/>
                      <a:headEnd type="none" w="med" len="med"/>
                      <a:tailEnd type="none" w="med" len="med"/>
                    </a:lnR>
                    <a:lnT w="76200" cap="flat" cmpd="sng" algn="ctr">
                      <a:solidFill>
                        <a:schemeClr val="accent1"/>
                      </a:solidFill>
                      <a:prstDash val="solid"/>
                      <a:round/>
                      <a:headEnd type="none" w="med" len="med"/>
                      <a:tailEnd type="none" w="med" len="med"/>
                    </a:lnT>
                    <a:lnB w="76200" cap="flat" cmpd="sng" algn="ctr">
                      <a:solidFill>
                        <a:schemeClr val="accent1"/>
                      </a:solidFill>
                      <a:prstDash val="solid"/>
                      <a:round/>
                      <a:headEnd type="none" w="med" len="med"/>
                      <a:tailEnd type="none" w="med" len="med"/>
                    </a:lnB>
                    <a:solidFill>
                      <a:schemeClr val="accent3">
                        <a:lumMod val="20000"/>
                        <a:lumOff val="80000"/>
                        <a:alpha val="67220"/>
                      </a:schemeClr>
                    </a:solidFill>
                  </a:tcPr>
                </a:tc>
                <a:extLst>
                  <a:ext uri="{0D108BD9-81ED-4DB2-BD59-A6C34878D82A}">
                    <a16:rowId xmlns:a16="http://schemas.microsoft.com/office/drawing/2014/main" val="380950325"/>
                  </a:ext>
                </a:extLst>
              </a:tr>
            </a:tbl>
          </a:graphicData>
        </a:graphic>
      </p:graphicFrame>
    </p:spTree>
    <p:extLst>
      <p:ext uri="{BB962C8B-B14F-4D97-AF65-F5344CB8AC3E}">
        <p14:creationId xmlns:p14="http://schemas.microsoft.com/office/powerpoint/2010/main" val="197728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EF9CB-8035-25C8-8AE0-6C1FE1D67B70}"/>
              </a:ext>
            </a:extLst>
          </p:cNvPr>
          <p:cNvSpPr>
            <a:spLocks noGrp="1"/>
          </p:cNvSpPr>
          <p:nvPr>
            <p:ph type="ctrTitle"/>
          </p:nvPr>
        </p:nvSpPr>
        <p:spPr/>
        <p:txBody>
          <a:bodyPr/>
          <a:lstStyle/>
          <a:p>
            <a:r>
              <a:rPr lang="en-US" sz="8200" b="1" dirty="0">
                <a:solidFill>
                  <a:schemeClr val="tx1">
                    <a:lumMod val="75000"/>
                    <a:lumOff val="25000"/>
                  </a:schemeClr>
                </a:solidFill>
                <a:latin typeface="Bodoni MT" panose="02070606080606020203" pitchFamily="18" charset="77"/>
              </a:rPr>
              <a:t>Success is the sum of small efforts - repeated day in </a:t>
            </a:r>
            <a:br>
              <a:rPr lang="en-US" sz="8200" b="1" dirty="0">
                <a:solidFill>
                  <a:schemeClr val="tx1">
                    <a:lumMod val="75000"/>
                    <a:lumOff val="25000"/>
                  </a:schemeClr>
                </a:solidFill>
                <a:latin typeface="Bodoni MT" panose="02070606080606020203" pitchFamily="18" charset="77"/>
              </a:rPr>
            </a:br>
            <a:r>
              <a:rPr lang="en-US" sz="8200" b="1" dirty="0">
                <a:solidFill>
                  <a:schemeClr val="tx1">
                    <a:lumMod val="75000"/>
                    <a:lumOff val="25000"/>
                  </a:schemeClr>
                </a:solidFill>
                <a:latin typeface="Bodoni MT" panose="02070606080606020203" pitchFamily="18" charset="77"/>
              </a:rPr>
              <a:t>and day out.</a:t>
            </a:r>
            <a:endParaRPr lang="en-US" dirty="0"/>
          </a:p>
        </p:txBody>
      </p:sp>
      <p:sp>
        <p:nvSpPr>
          <p:cNvPr id="3" name="Subtitle 2">
            <a:extLst>
              <a:ext uri="{FF2B5EF4-FFF2-40B4-BE49-F238E27FC236}">
                <a16:creationId xmlns:a16="http://schemas.microsoft.com/office/drawing/2014/main" id="{44797D34-6693-FC4F-F19B-0635FD9B9A7E}"/>
              </a:ext>
            </a:extLst>
          </p:cNvPr>
          <p:cNvSpPr>
            <a:spLocks noGrp="1"/>
          </p:cNvSpPr>
          <p:nvPr>
            <p:ph type="subTitle" idx="1"/>
          </p:nvPr>
        </p:nvSpPr>
        <p:spPr/>
        <p:txBody>
          <a:bodyPr/>
          <a:lstStyle/>
          <a:p>
            <a:r>
              <a:rPr lang="en-US" dirty="0">
                <a:solidFill>
                  <a:schemeClr val="tx1">
                    <a:lumMod val="75000"/>
                    <a:lumOff val="25000"/>
                  </a:schemeClr>
                </a:solidFill>
                <a:latin typeface="Avenir Next LT Pro" panose="020B0504020202020204" pitchFamily="34" charset="77"/>
              </a:rPr>
              <a:t>Robert Collier</a:t>
            </a:r>
            <a:endParaRPr lang="en-US" dirty="0"/>
          </a:p>
        </p:txBody>
      </p:sp>
      <p:sp>
        <p:nvSpPr>
          <p:cNvPr id="4" name="Text Placeholder 3">
            <a:extLst>
              <a:ext uri="{FF2B5EF4-FFF2-40B4-BE49-F238E27FC236}">
                <a16:creationId xmlns:a16="http://schemas.microsoft.com/office/drawing/2014/main" id="{92223D32-50D6-1293-3BD0-74080CEA367E}"/>
              </a:ext>
            </a:extLst>
          </p:cNvPr>
          <p:cNvSpPr>
            <a:spLocks noGrp="1"/>
          </p:cNvSpPr>
          <p:nvPr>
            <p:ph type="body" sz="quarter" idx="10"/>
          </p:nvPr>
        </p:nvSpPr>
        <p:spPr/>
        <p:txBody>
          <a:bodyPr/>
          <a:lstStyle/>
          <a:p>
            <a:r>
              <a:rPr lang="en-US" dirty="0"/>
              <a:t>“</a:t>
            </a:r>
          </a:p>
        </p:txBody>
      </p:sp>
      <p:sp>
        <p:nvSpPr>
          <p:cNvPr id="5" name="Text Placeholder 4">
            <a:extLst>
              <a:ext uri="{FF2B5EF4-FFF2-40B4-BE49-F238E27FC236}">
                <a16:creationId xmlns:a16="http://schemas.microsoft.com/office/drawing/2014/main" id="{E6FFD7C4-D5E8-E837-9F9E-7BF2AEB6B65E}"/>
              </a:ext>
            </a:extLst>
          </p:cNvPr>
          <p:cNvSpPr>
            <a:spLocks noGrp="1"/>
          </p:cNvSpPr>
          <p:nvPr>
            <p:ph type="body" sz="quarter" idx="11"/>
          </p:nvPr>
        </p:nvSpPr>
        <p:spPr/>
        <p:txBody>
          <a:bodyPr/>
          <a:lstStyle/>
          <a:p>
            <a:r>
              <a:rPr lang="en-US" dirty="0"/>
              <a:t>”</a:t>
            </a:r>
          </a:p>
        </p:txBody>
      </p:sp>
    </p:spTree>
    <p:extLst>
      <p:ext uri="{BB962C8B-B14F-4D97-AF65-F5344CB8AC3E}">
        <p14:creationId xmlns:p14="http://schemas.microsoft.com/office/powerpoint/2010/main" val="1162765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CE39-A628-C856-43E8-BFE4779F52C3}"/>
              </a:ext>
            </a:extLst>
          </p:cNvPr>
          <p:cNvSpPr>
            <a:spLocks noGrp="1"/>
          </p:cNvSpPr>
          <p:nvPr>
            <p:ph type="title"/>
          </p:nvPr>
        </p:nvSpPr>
        <p:spPr/>
        <p:txBody>
          <a:bodyPr/>
          <a:lstStyle/>
          <a:p>
            <a:r>
              <a:rPr lang="en-US" dirty="0"/>
              <a:t>Meet our team</a:t>
            </a:r>
          </a:p>
        </p:txBody>
      </p:sp>
      <p:pic>
        <p:nvPicPr>
          <p:cNvPr id="40" name="Picture Placeholder 39" descr="Team member head shot">
            <a:extLst>
              <a:ext uri="{FF2B5EF4-FFF2-40B4-BE49-F238E27FC236}">
                <a16:creationId xmlns:a16="http://schemas.microsoft.com/office/drawing/2014/main" id="{1E50CA53-6153-223E-1B3A-7BD256108A35}"/>
              </a:ext>
            </a:extLst>
          </p:cNvPr>
          <p:cNvPicPr>
            <a:picLocks noGrp="1" noChangeAspect="1"/>
          </p:cNvPicPr>
          <p:nvPr>
            <p:ph type="pic" sz="quarter" idx="12"/>
          </p:nvPr>
        </p:nvPicPr>
        <p:blipFill>
          <a:blip r:embed="rId2"/>
          <a:srcRect t="73" b="73"/>
          <a:stretch>
            <a:fillRect/>
          </a:stretch>
        </p:blipFill>
        <p:spPr>
          <a:prstGeom prst="rect">
            <a:avLst/>
          </a:prstGeom>
        </p:spPr>
      </p:pic>
      <p:pic>
        <p:nvPicPr>
          <p:cNvPr id="43" name="Picture Placeholder 42" descr="Team member head shot">
            <a:extLst>
              <a:ext uri="{FF2B5EF4-FFF2-40B4-BE49-F238E27FC236}">
                <a16:creationId xmlns:a16="http://schemas.microsoft.com/office/drawing/2014/main" id="{8DE046B0-E56A-1140-1086-15CFD9EEB3DC}"/>
              </a:ext>
            </a:extLst>
          </p:cNvPr>
          <p:cNvPicPr>
            <a:picLocks noGrp="1" noChangeAspect="1"/>
          </p:cNvPicPr>
          <p:nvPr>
            <p:ph type="pic" sz="quarter" idx="14"/>
          </p:nvPr>
        </p:nvPicPr>
        <p:blipFill>
          <a:blip r:embed="rId3"/>
          <a:srcRect t="73" b="73"/>
          <a:stretch>
            <a:fillRect/>
          </a:stretch>
        </p:blipFill>
        <p:spPr>
          <a:prstGeom prst="rect">
            <a:avLst/>
          </a:prstGeom>
        </p:spPr>
      </p:pic>
      <p:sp>
        <p:nvSpPr>
          <p:cNvPr id="7" name="Text Placeholder 6">
            <a:extLst>
              <a:ext uri="{FF2B5EF4-FFF2-40B4-BE49-F238E27FC236}">
                <a16:creationId xmlns:a16="http://schemas.microsoft.com/office/drawing/2014/main" id="{5B36185E-A80C-246E-450C-3FE5A197C055}"/>
              </a:ext>
            </a:extLst>
          </p:cNvPr>
          <p:cNvSpPr>
            <a:spLocks noGrp="1"/>
          </p:cNvSpPr>
          <p:nvPr>
            <p:ph type="body" sz="quarter" idx="16"/>
          </p:nvPr>
        </p:nvSpPr>
        <p:spPr/>
        <p:txBody>
          <a:bodyPr/>
          <a:lstStyle/>
          <a:p>
            <a:r>
              <a:rPr lang="en-US" dirty="0"/>
              <a:t>Takuma HAYASHI​</a:t>
            </a:r>
          </a:p>
        </p:txBody>
      </p:sp>
      <p:sp>
        <p:nvSpPr>
          <p:cNvPr id="11" name="Text Placeholder 10">
            <a:extLst>
              <a:ext uri="{FF2B5EF4-FFF2-40B4-BE49-F238E27FC236}">
                <a16:creationId xmlns:a16="http://schemas.microsoft.com/office/drawing/2014/main" id="{617EB815-3B9E-65BA-8C33-AE70A3166CB9}"/>
              </a:ext>
            </a:extLst>
          </p:cNvPr>
          <p:cNvSpPr>
            <a:spLocks noGrp="1"/>
          </p:cNvSpPr>
          <p:nvPr>
            <p:ph type="body" sz="quarter" idx="20"/>
          </p:nvPr>
        </p:nvSpPr>
        <p:spPr>
          <a:xfrm>
            <a:off x="3568337" y="2816352"/>
            <a:ext cx="1005840" cy="256032"/>
          </a:xfrm>
        </p:spPr>
        <p:txBody>
          <a:bodyPr/>
          <a:lstStyle/>
          <a:p>
            <a:r>
              <a:rPr lang="en-US" dirty="0"/>
              <a:t>President</a:t>
            </a:r>
          </a:p>
        </p:txBody>
      </p:sp>
      <p:sp>
        <p:nvSpPr>
          <p:cNvPr id="9" name="Text Placeholder 8">
            <a:extLst>
              <a:ext uri="{FF2B5EF4-FFF2-40B4-BE49-F238E27FC236}">
                <a16:creationId xmlns:a16="http://schemas.microsoft.com/office/drawing/2014/main" id="{C7811971-3C81-E09B-F282-F31D6CEF45B1}"/>
              </a:ext>
            </a:extLst>
          </p:cNvPr>
          <p:cNvSpPr>
            <a:spLocks noGrp="1"/>
          </p:cNvSpPr>
          <p:nvPr>
            <p:ph type="body" sz="quarter" idx="18"/>
          </p:nvPr>
        </p:nvSpPr>
        <p:spPr/>
        <p:txBody>
          <a:bodyPr/>
          <a:lstStyle/>
          <a:p>
            <a:r>
              <a:rPr lang="en-US" dirty="0"/>
              <a:t>FLORA BERGGREN​</a:t>
            </a:r>
          </a:p>
        </p:txBody>
      </p:sp>
      <p:sp>
        <p:nvSpPr>
          <p:cNvPr id="13" name="Text Placeholder 12">
            <a:extLst>
              <a:ext uri="{FF2B5EF4-FFF2-40B4-BE49-F238E27FC236}">
                <a16:creationId xmlns:a16="http://schemas.microsoft.com/office/drawing/2014/main" id="{37E821A3-D17B-F3DD-0CFE-AC4EE04B850E}"/>
              </a:ext>
            </a:extLst>
          </p:cNvPr>
          <p:cNvSpPr>
            <a:spLocks noGrp="1"/>
          </p:cNvSpPr>
          <p:nvPr>
            <p:ph type="body" sz="quarter" idx="22"/>
          </p:nvPr>
        </p:nvSpPr>
        <p:spPr>
          <a:xfrm>
            <a:off x="3568337" y="5349240"/>
            <a:ext cx="1920240" cy="365760"/>
          </a:xfrm>
        </p:spPr>
        <p:txBody>
          <a:bodyPr/>
          <a:lstStyle/>
          <a:p>
            <a:r>
              <a:rPr lang="en-US" dirty="0"/>
              <a:t>Chief Operations Officer</a:t>
            </a:r>
          </a:p>
        </p:txBody>
      </p:sp>
      <p:pic>
        <p:nvPicPr>
          <p:cNvPr id="41" name="Picture Placeholder 40" descr="Team member head shot">
            <a:extLst>
              <a:ext uri="{FF2B5EF4-FFF2-40B4-BE49-F238E27FC236}">
                <a16:creationId xmlns:a16="http://schemas.microsoft.com/office/drawing/2014/main" id="{46A2B722-FC1D-08B1-5C99-C41931EA8783}"/>
              </a:ext>
            </a:extLst>
          </p:cNvPr>
          <p:cNvPicPr>
            <a:picLocks noGrp="1" noChangeAspect="1"/>
          </p:cNvPicPr>
          <p:nvPr>
            <p:ph type="pic" sz="quarter" idx="13"/>
          </p:nvPr>
        </p:nvPicPr>
        <p:blipFill>
          <a:blip r:embed="rId4"/>
          <a:srcRect t="139" b="139"/>
          <a:stretch>
            <a:fillRect/>
          </a:stretch>
        </p:blipFill>
        <p:spPr>
          <a:prstGeom prst="rect">
            <a:avLst/>
          </a:prstGeom>
        </p:spPr>
      </p:pic>
      <p:pic>
        <p:nvPicPr>
          <p:cNvPr id="42" name="Picture Placeholder 41" descr="Team member head shot">
            <a:extLst>
              <a:ext uri="{FF2B5EF4-FFF2-40B4-BE49-F238E27FC236}">
                <a16:creationId xmlns:a16="http://schemas.microsoft.com/office/drawing/2014/main" id="{1F35CD7E-DA20-E17F-F8A6-82B1DF62A8CB}"/>
              </a:ext>
            </a:extLst>
          </p:cNvPr>
          <p:cNvPicPr>
            <a:picLocks noGrp="1" noChangeAspect="1"/>
          </p:cNvPicPr>
          <p:nvPr>
            <p:ph type="pic" sz="quarter" idx="15"/>
          </p:nvPr>
        </p:nvPicPr>
        <p:blipFill>
          <a:blip r:embed="rId5"/>
          <a:srcRect t="73" b="73"/>
          <a:stretch>
            <a:fillRect/>
          </a:stretch>
        </p:blipFill>
        <p:spPr>
          <a:prstGeom prst="rect">
            <a:avLst/>
          </a:prstGeom>
        </p:spPr>
      </p:pic>
      <p:sp>
        <p:nvSpPr>
          <p:cNvPr id="8" name="Text Placeholder 7">
            <a:extLst>
              <a:ext uri="{FF2B5EF4-FFF2-40B4-BE49-F238E27FC236}">
                <a16:creationId xmlns:a16="http://schemas.microsoft.com/office/drawing/2014/main" id="{3C9CDD4D-9251-B7FC-D5D1-F6D3C001BA1D}"/>
              </a:ext>
            </a:extLst>
          </p:cNvPr>
          <p:cNvSpPr>
            <a:spLocks noGrp="1"/>
          </p:cNvSpPr>
          <p:nvPr>
            <p:ph type="body" sz="quarter" idx="17"/>
          </p:nvPr>
        </p:nvSpPr>
        <p:spPr/>
        <p:txBody>
          <a:bodyPr/>
          <a:lstStyle/>
          <a:p>
            <a:r>
              <a:rPr lang="en-US" dirty="0"/>
              <a:t>MIRJAM NILSSON​</a:t>
            </a:r>
          </a:p>
        </p:txBody>
      </p:sp>
      <p:sp>
        <p:nvSpPr>
          <p:cNvPr id="12" name="Text Placeholder 11">
            <a:extLst>
              <a:ext uri="{FF2B5EF4-FFF2-40B4-BE49-F238E27FC236}">
                <a16:creationId xmlns:a16="http://schemas.microsoft.com/office/drawing/2014/main" id="{AB71C6B7-1B95-D1B6-D095-45969D220418}"/>
              </a:ext>
            </a:extLst>
          </p:cNvPr>
          <p:cNvSpPr>
            <a:spLocks noGrp="1"/>
          </p:cNvSpPr>
          <p:nvPr>
            <p:ph type="body" sz="quarter" idx="21"/>
          </p:nvPr>
        </p:nvSpPr>
        <p:spPr/>
        <p:txBody>
          <a:bodyPr/>
          <a:lstStyle/>
          <a:p>
            <a:r>
              <a:rPr lang="en-US" dirty="0"/>
              <a:t>Chief Executive Officer</a:t>
            </a:r>
          </a:p>
        </p:txBody>
      </p:sp>
      <p:sp>
        <p:nvSpPr>
          <p:cNvPr id="10" name="Text Placeholder 9">
            <a:extLst>
              <a:ext uri="{FF2B5EF4-FFF2-40B4-BE49-F238E27FC236}">
                <a16:creationId xmlns:a16="http://schemas.microsoft.com/office/drawing/2014/main" id="{35C1D596-EF92-338F-893E-1CB36A913AB4}"/>
              </a:ext>
            </a:extLst>
          </p:cNvPr>
          <p:cNvSpPr>
            <a:spLocks noGrp="1"/>
          </p:cNvSpPr>
          <p:nvPr>
            <p:ph type="body" sz="quarter" idx="19"/>
          </p:nvPr>
        </p:nvSpPr>
        <p:spPr/>
        <p:txBody>
          <a:bodyPr/>
          <a:lstStyle/>
          <a:p>
            <a:r>
              <a:rPr lang="en-US" dirty="0"/>
              <a:t>RAJESH SANTOSHI​</a:t>
            </a:r>
          </a:p>
        </p:txBody>
      </p:sp>
      <p:sp>
        <p:nvSpPr>
          <p:cNvPr id="14" name="Text Placeholder 13">
            <a:extLst>
              <a:ext uri="{FF2B5EF4-FFF2-40B4-BE49-F238E27FC236}">
                <a16:creationId xmlns:a16="http://schemas.microsoft.com/office/drawing/2014/main" id="{4B285713-6C19-D8E4-C821-42C5C3145370}"/>
              </a:ext>
            </a:extLst>
          </p:cNvPr>
          <p:cNvSpPr>
            <a:spLocks noGrp="1"/>
          </p:cNvSpPr>
          <p:nvPr>
            <p:ph type="body" sz="quarter" idx="23"/>
          </p:nvPr>
        </p:nvSpPr>
        <p:spPr>
          <a:xfrm>
            <a:off x="8951976" y="5349240"/>
            <a:ext cx="1371600" cy="365760"/>
          </a:xfrm>
        </p:spPr>
        <p:txBody>
          <a:bodyPr/>
          <a:lstStyle/>
          <a:p>
            <a:r>
              <a:rPr lang="en-US" dirty="0"/>
              <a:t>VP Marketing</a:t>
            </a:r>
          </a:p>
        </p:txBody>
      </p:sp>
      <p:sp>
        <p:nvSpPr>
          <p:cNvPr id="3" name="Footer Placeholder 2">
            <a:extLst>
              <a:ext uri="{FF2B5EF4-FFF2-40B4-BE49-F238E27FC236}">
                <a16:creationId xmlns:a16="http://schemas.microsoft.com/office/drawing/2014/main" id="{BAF3BA10-8E36-F61F-3B60-3125879797C1}"/>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43647665-340C-1D0C-8176-7B710B52C296}"/>
              </a:ext>
            </a:extLst>
          </p:cNvPr>
          <p:cNvSpPr>
            <a:spLocks noGrp="1"/>
          </p:cNvSpPr>
          <p:nvPr>
            <p:ph type="sldNum" sz="quarter" idx="10"/>
          </p:nvPr>
        </p:nvSpPr>
        <p:spPr/>
        <p:txBody>
          <a:bodyPr/>
          <a:lstStyle/>
          <a:p>
            <a:fld id="{BC0F0449-EF10-3E4D-894D-3DE10CF4206D}" type="slidenum">
              <a:rPr lang="en-US" smtClean="0"/>
              <a:pPr/>
              <a:t>7</a:t>
            </a:fld>
            <a:endParaRPr lang="en-US" dirty="0"/>
          </a:p>
        </p:txBody>
      </p:sp>
    </p:spTree>
    <p:extLst>
      <p:ext uri="{BB962C8B-B14F-4D97-AF65-F5344CB8AC3E}">
        <p14:creationId xmlns:p14="http://schemas.microsoft.com/office/powerpoint/2010/main" val="907844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CE39-A628-C856-43E8-BFE4779F52C3}"/>
              </a:ext>
            </a:extLst>
          </p:cNvPr>
          <p:cNvSpPr>
            <a:spLocks noGrp="1"/>
          </p:cNvSpPr>
          <p:nvPr>
            <p:ph type="title"/>
          </p:nvPr>
        </p:nvSpPr>
        <p:spPr/>
        <p:txBody>
          <a:bodyPr/>
          <a:lstStyle/>
          <a:p>
            <a:pPr algn="l"/>
            <a:r>
              <a:rPr lang="en-US" sz="8200" b="1" dirty="0">
                <a:solidFill>
                  <a:schemeClr val="tx1">
                    <a:lumMod val="75000"/>
                    <a:lumOff val="25000"/>
                  </a:schemeClr>
                </a:solidFill>
                <a:latin typeface="Bodoni MT" panose="02070606080606020203" pitchFamily="18" charset="77"/>
              </a:rPr>
              <a:t>Meet our extended team</a:t>
            </a:r>
          </a:p>
        </p:txBody>
      </p:sp>
      <p:pic>
        <p:nvPicPr>
          <p:cNvPr id="60" name="Picture Placeholder 59" descr="Team member head shot">
            <a:extLst>
              <a:ext uri="{FF2B5EF4-FFF2-40B4-BE49-F238E27FC236}">
                <a16:creationId xmlns:a16="http://schemas.microsoft.com/office/drawing/2014/main" id="{F7D68BD0-DABA-B2BE-5A88-4CAE624A028D}"/>
              </a:ext>
            </a:extLst>
          </p:cNvPr>
          <p:cNvPicPr>
            <a:picLocks noGrp="1" noChangeAspect="1"/>
          </p:cNvPicPr>
          <p:nvPr>
            <p:ph type="pic" sz="quarter" idx="12"/>
          </p:nvPr>
        </p:nvPicPr>
        <p:blipFill rotWithShape="1">
          <a:blip r:embed="rId2"/>
          <a:srcRect t="377" b="377"/>
          <a:stretch/>
        </p:blipFill>
        <p:spPr>
          <a:prstGeom prst="rect">
            <a:avLst/>
          </a:prstGeom>
        </p:spPr>
      </p:pic>
      <p:pic>
        <p:nvPicPr>
          <p:cNvPr id="61" name="Picture Placeholder 60" descr="Team member head shot">
            <a:extLst>
              <a:ext uri="{FF2B5EF4-FFF2-40B4-BE49-F238E27FC236}">
                <a16:creationId xmlns:a16="http://schemas.microsoft.com/office/drawing/2014/main" id="{CF91F85D-D522-3540-44D7-967CFA26C2D9}"/>
              </a:ext>
            </a:extLst>
          </p:cNvPr>
          <p:cNvPicPr>
            <a:picLocks noGrp="1" noChangeAspect="1"/>
          </p:cNvPicPr>
          <p:nvPr>
            <p:ph type="pic" sz="quarter" idx="13"/>
          </p:nvPr>
        </p:nvPicPr>
        <p:blipFill rotWithShape="1">
          <a:blip r:embed="rId3"/>
          <a:srcRect l="749" r="749"/>
          <a:stretch/>
        </p:blipFill>
        <p:spPr>
          <a:prstGeom prst="rect">
            <a:avLst/>
          </a:prstGeom>
        </p:spPr>
      </p:pic>
      <p:pic>
        <p:nvPicPr>
          <p:cNvPr id="62" name="Picture Placeholder 61" descr="Team member head shot">
            <a:extLst>
              <a:ext uri="{FF2B5EF4-FFF2-40B4-BE49-F238E27FC236}">
                <a16:creationId xmlns:a16="http://schemas.microsoft.com/office/drawing/2014/main" id="{4E67F204-FCEB-19A7-A250-35DCBABBA974}"/>
              </a:ext>
            </a:extLst>
          </p:cNvPr>
          <p:cNvPicPr>
            <a:picLocks noGrp="1" noChangeAspect="1"/>
          </p:cNvPicPr>
          <p:nvPr>
            <p:ph type="pic" sz="quarter" idx="14"/>
          </p:nvPr>
        </p:nvPicPr>
        <p:blipFill rotWithShape="1">
          <a:blip r:embed="rId4"/>
          <a:srcRect t="566" b="566"/>
          <a:stretch/>
        </p:blipFill>
        <p:spPr>
          <a:prstGeom prst="rect">
            <a:avLst/>
          </a:prstGeom>
        </p:spPr>
      </p:pic>
      <p:pic>
        <p:nvPicPr>
          <p:cNvPr id="63" name="Picture Placeholder 62" descr="Team member head shot">
            <a:extLst>
              <a:ext uri="{FF2B5EF4-FFF2-40B4-BE49-F238E27FC236}">
                <a16:creationId xmlns:a16="http://schemas.microsoft.com/office/drawing/2014/main" id="{653D3FD1-BD82-74E5-1B54-0FF7B8F1B1DA}"/>
              </a:ext>
            </a:extLst>
          </p:cNvPr>
          <p:cNvPicPr>
            <a:picLocks noGrp="1" noChangeAspect="1"/>
          </p:cNvPicPr>
          <p:nvPr>
            <p:ph type="pic" sz="quarter" idx="15"/>
          </p:nvPr>
        </p:nvPicPr>
        <p:blipFill rotWithShape="1">
          <a:blip r:embed="rId5"/>
          <a:srcRect l="746" r="746"/>
          <a:stretch/>
        </p:blipFill>
        <p:spPr>
          <a:prstGeom prst="rect">
            <a:avLst/>
          </a:prstGeom>
        </p:spPr>
      </p:pic>
      <p:sp>
        <p:nvSpPr>
          <p:cNvPr id="7" name="Text Placeholder 6">
            <a:extLst>
              <a:ext uri="{FF2B5EF4-FFF2-40B4-BE49-F238E27FC236}">
                <a16:creationId xmlns:a16="http://schemas.microsoft.com/office/drawing/2014/main" id="{5B36185E-A80C-246E-450C-3FE5A197C055}"/>
              </a:ext>
            </a:extLst>
          </p:cNvPr>
          <p:cNvSpPr>
            <a:spLocks noGrp="1"/>
          </p:cNvSpPr>
          <p:nvPr>
            <p:ph type="body" sz="quarter" idx="16"/>
          </p:nvPr>
        </p:nvSpPr>
        <p:spPr/>
        <p:txBody>
          <a:bodyPr/>
          <a:lstStyle/>
          <a:p>
            <a:r>
              <a:rPr lang="en-US" dirty="0"/>
              <a:t>Takuma HAYASHI​</a:t>
            </a:r>
          </a:p>
        </p:txBody>
      </p:sp>
      <p:sp>
        <p:nvSpPr>
          <p:cNvPr id="8" name="Text Placeholder 7">
            <a:extLst>
              <a:ext uri="{FF2B5EF4-FFF2-40B4-BE49-F238E27FC236}">
                <a16:creationId xmlns:a16="http://schemas.microsoft.com/office/drawing/2014/main" id="{3C9CDD4D-9251-B7FC-D5D1-F6D3C001BA1D}"/>
              </a:ext>
            </a:extLst>
          </p:cNvPr>
          <p:cNvSpPr>
            <a:spLocks noGrp="1"/>
          </p:cNvSpPr>
          <p:nvPr>
            <p:ph type="body" sz="quarter" idx="17"/>
          </p:nvPr>
        </p:nvSpPr>
        <p:spPr/>
        <p:txBody>
          <a:bodyPr/>
          <a:lstStyle/>
          <a:p>
            <a:r>
              <a:rPr lang="en-US" dirty="0"/>
              <a:t>MIRJAM NILSSON​</a:t>
            </a:r>
          </a:p>
        </p:txBody>
      </p:sp>
      <p:sp>
        <p:nvSpPr>
          <p:cNvPr id="9" name="Text Placeholder 8">
            <a:extLst>
              <a:ext uri="{FF2B5EF4-FFF2-40B4-BE49-F238E27FC236}">
                <a16:creationId xmlns:a16="http://schemas.microsoft.com/office/drawing/2014/main" id="{C7811971-3C81-E09B-F282-F31D6CEF45B1}"/>
              </a:ext>
            </a:extLst>
          </p:cNvPr>
          <p:cNvSpPr>
            <a:spLocks noGrp="1"/>
          </p:cNvSpPr>
          <p:nvPr>
            <p:ph type="body" sz="quarter" idx="18"/>
          </p:nvPr>
        </p:nvSpPr>
        <p:spPr/>
        <p:txBody>
          <a:bodyPr/>
          <a:lstStyle/>
          <a:p>
            <a:r>
              <a:rPr lang="en-US" dirty="0"/>
              <a:t>FLORA BERGGREN​</a:t>
            </a:r>
          </a:p>
        </p:txBody>
      </p:sp>
      <p:sp>
        <p:nvSpPr>
          <p:cNvPr id="10" name="Text Placeholder 9">
            <a:extLst>
              <a:ext uri="{FF2B5EF4-FFF2-40B4-BE49-F238E27FC236}">
                <a16:creationId xmlns:a16="http://schemas.microsoft.com/office/drawing/2014/main" id="{35C1D596-EF92-338F-893E-1CB36A913AB4}"/>
              </a:ext>
            </a:extLst>
          </p:cNvPr>
          <p:cNvSpPr>
            <a:spLocks noGrp="1"/>
          </p:cNvSpPr>
          <p:nvPr>
            <p:ph type="body" sz="quarter" idx="19"/>
          </p:nvPr>
        </p:nvSpPr>
        <p:spPr/>
        <p:txBody>
          <a:bodyPr/>
          <a:lstStyle/>
          <a:p>
            <a:r>
              <a:rPr lang="en-US" dirty="0"/>
              <a:t>RAJESH SANTOSHI​</a:t>
            </a:r>
          </a:p>
        </p:txBody>
      </p:sp>
      <p:sp>
        <p:nvSpPr>
          <p:cNvPr id="11" name="Text Placeholder 10">
            <a:extLst>
              <a:ext uri="{FF2B5EF4-FFF2-40B4-BE49-F238E27FC236}">
                <a16:creationId xmlns:a16="http://schemas.microsoft.com/office/drawing/2014/main" id="{617EB815-3B9E-65BA-8C33-AE70A3166CB9}"/>
              </a:ext>
            </a:extLst>
          </p:cNvPr>
          <p:cNvSpPr>
            <a:spLocks noGrp="1"/>
          </p:cNvSpPr>
          <p:nvPr>
            <p:ph type="body" sz="quarter" idx="20"/>
          </p:nvPr>
        </p:nvSpPr>
        <p:spPr/>
        <p:txBody>
          <a:bodyPr/>
          <a:lstStyle/>
          <a:p>
            <a:r>
              <a:rPr lang="en-US" dirty="0"/>
              <a:t>President</a:t>
            </a:r>
          </a:p>
        </p:txBody>
      </p:sp>
      <p:sp>
        <p:nvSpPr>
          <p:cNvPr id="12" name="Text Placeholder 11">
            <a:extLst>
              <a:ext uri="{FF2B5EF4-FFF2-40B4-BE49-F238E27FC236}">
                <a16:creationId xmlns:a16="http://schemas.microsoft.com/office/drawing/2014/main" id="{AB71C6B7-1B95-D1B6-D095-45969D220418}"/>
              </a:ext>
            </a:extLst>
          </p:cNvPr>
          <p:cNvSpPr>
            <a:spLocks noGrp="1"/>
          </p:cNvSpPr>
          <p:nvPr>
            <p:ph type="body" sz="quarter" idx="21"/>
          </p:nvPr>
        </p:nvSpPr>
        <p:spPr/>
        <p:txBody>
          <a:bodyPr/>
          <a:lstStyle/>
          <a:p>
            <a:r>
              <a:rPr lang="en-US" dirty="0"/>
              <a:t>Chief Executive Officer</a:t>
            </a:r>
          </a:p>
        </p:txBody>
      </p:sp>
      <p:sp>
        <p:nvSpPr>
          <p:cNvPr id="13" name="Text Placeholder 12">
            <a:extLst>
              <a:ext uri="{FF2B5EF4-FFF2-40B4-BE49-F238E27FC236}">
                <a16:creationId xmlns:a16="http://schemas.microsoft.com/office/drawing/2014/main" id="{37E821A3-D17B-F3DD-0CFE-AC4EE04B850E}"/>
              </a:ext>
            </a:extLst>
          </p:cNvPr>
          <p:cNvSpPr>
            <a:spLocks noGrp="1"/>
          </p:cNvSpPr>
          <p:nvPr>
            <p:ph type="body" sz="quarter" idx="22"/>
          </p:nvPr>
        </p:nvSpPr>
        <p:spPr/>
        <p:txBody>
          <a:bodyPr/>
          <a:lstStyle/>
          <a:p>
            <a:r>
              <a:rPr lang="en-US" dirty="0"/>
              <a:t>Chief Operations Officer</a:t>
            </a:r>
          </a:p>
        </p:txBody>
      </p:sp>
      <p:sp>
        <p:nvSpPr>
          <p:cNvPr id="14" name="Text Placeholder 13">
            <a:extLst>
              <a:ext uri="{FF2B5EF4-FFF2-40B4-BE49-F238E27FC236}">
                <a16:creationId xmlns:a16="http://schemas.microsoft.com/office/drawing/2014/main" id="{4B285713-6C19-D8E4-C821-42C5C3145370}"/>
              </a:ext>
            </a:extLst>
          </p:cNvPr>
          <p:cNvSpPr>
            <a:spLocks noGrp="1"/>
          </p:cNvSpPr>
          <p:nvPr>
            <p:ph type="body" sz="quarter" idx="23"/>
          </p:nvPr>
        </p:nvSpPr>
        <p:spPr/>
        <p:txBody>
          <a:bodyPr/>
          <a:lstStyle/>
          <a:p>
            <a:r>
              <a:rPr lang="en-US" dirty="0"/>
              <a:t>VP Marketing</a:t>
            </a:r>
          </a:p>
        </p:txBody>
      </p:sp>
      <p:pic>
        <p:nvPicPr>
          <p:cNvPr id="64" name="Picture Placeholder 63" descr="Team member head shot">
            <a:extLst>
              <a:ext uri="{FF2B5EF4-FFF2-40B4-BE49-F238E27FC236}">
                <a16:creationId xmlns:a16="http://schemas.microsoft.com/office/drawing/2014/main" id="{DB143580-1008-EDFD-4E18-89A598EB8C4D}"/>
              </a:ext>
            </a:extLst>
          </p:cNvPr>
          <p:cNvPicPr>
            <a:picLocks noGrp="1" noChangeAspect="1"/>
          </p:cNvPicPr>
          <p:nvPr>
            <p:ph type="pic" sz="quarter" idx="24"/>
          </p:nvPr>
        </p:nvPicPr>
        <p:blipFill rotWithShape="1">
          <a:blip r:embed="rId6"/>
          <a:srcRect t="1172" b="1172"/>
          <a:stretch/>
        </p:blipFill>
        <p:spPr>
          <a:prstGeom prst="rect">
            <a:avLst/>
          </a:prstGeom>
        </p:spPr>
      </p:pic>
      <p:pic>
        <p:nvPicPr>
          <p:cNvPr id="65" name="Picture Placeholder 64" descr="Team member head shot">
            <a:extLst>
              <a:ext uri="{FF2B5EF4-FFF2-40B4-BE49-F238E27FC236}">
                <a16:creationId xmlns:a16="http://schemas.microsoft.com/office/drawing/2014/main" id="{87E5A7F4-660F-45EE-D51D-BC3BEACEA9F6}"/>
              </a:ext>
            </a:extLst>
          </p:cNvPr>
          <p:cNvPicPr>
            <a:picLocks noGrp="1" noChangeAspect="1"/>
          </p:cNvPicPr>
          <p:nvPr>
            <p:ph type="pic" sz="quarter" idx="25"/>
          </p:nvPr>
        </p:nvPicPr>
        <p:blipFill rotWithShape="1">
          <a:blip r:embed="rId7"/>
          <a:srcRect t="49" b="49"/>
          <a:stretch/>
        </p:blipFill>
        <p:spPr>
          <a:prstGeom prst="rect">
            <a:avLst/>
          </a:prstGeom>
        </p:spPr>
      </p:pic>
      <p:pic>
        <p:nvPicPr>
          <p:cNvPr id="66" name="Picture Placeholder 65" descr="Team member head shot">
            <a:extLst>
              <a:ext uri="{FF2B5EF4-FFF2-40B4-BE49-F238E27FC236}">
                <a16:creationId xmlns:a16="http://schemas.microsoft.com/office/drawing/2014/main" id="{A3778C4D-493D-3D2A-82F6-D2E6EEE108ED}"/>
              </a:ext>
            </a:extLst>
          </p:cNvPr>
          <p:cNvPicPr>
            <a:picLocks noGrp="1" noChangeAspect="1"/>
          </p:cNvPicPr>
          <p:nvPr>
            <p:ph type="pic" sz="quarter" idx="26"/>
          </p:nvPr>
        </p:nvPicPr>
        <p:blipFill rotWithShape="1">
          <a:blip r:embed="rId8"/>
          <a:srcRect t="1172" b="1172"/>
          <a:stretch/>
        </p:blipFill>
        <p:spPr>
          <a:prstGeom prst="rect">
            <a:avLst/>
          </a:prstGeom>
        </p:spPr>
      </p:pic>
      <p:pic>
        <p:nvPicPr>
          <p:cNvPr id="67" name="Picture Placeholder 66" descr="Team member head shot">
            <a:extLst>
              <a:ext uri="{FF2B5EF4-FFF2-40B4-BE49-F238E27FC236}">
                <a16:creationId xmlns:a16="http://schemas.microsoft.com/office/drawing/2014/main" id="{DC27B773-E1BF-A31C-2E43-1AF48DA832F3}"/>
              </a:ext>
            </a:extLst>
          </p:cNvPr>
          <p:cNvPicPr>
            <a:picLocks noGrp="1" noChangeAspect="1"/>
          </p:cNvPicPr>
          <p:nvPr>
            <p:ph type="pic" sz="quarter" idx="27"/>
          </p:nvPr>
        </p:nvPicPr>
        <p:blipFill rotWithShape="1">
          <a:blip r:embed="rId9"/>
          <a:srcRect t="1159" b="1159"/>
          <a:stretch/>
        </p:blipFill>
        <p:spPr>
          <a:prstGeom prst="rect">
            <a:avLst/>
          </a:prstGeom>
        </p:spPr>
      </p:pic>
      <p:sp>
        <p:nvSpPr>
          <p:cNvPr id="15" name="Text Placeholder 14">
            <a:extLst>
              <a:ext uri="{FF2B5EF4-FFF2-40B4-BE49-F238E27FC236}">
                <a16:creationId xmlns:a16="http://schemas.microsoft.com/office/drawing/2014/main" id="{51284066-0D4F-D8AA-2646-920776753466}"/>
              </a:ext>
            </a:extLst>
          </p:cNvPr>
          <p:cNvSpPr>
            <a:spLocks noGrp="1"/>
          </p:cNvSpPr>
          <p:nvPr>
            <p:ph type="body" sz="quarter" idx="28"/>
          </p:nvPr>
        </p:nvSpPr>
        <p:spPr/>
        <p:txBody>
          <a:bodyPr/>
          <a:lstStyle/>
          <a:p>
            <a:r>
              <a:rPr lang="en-US" sz="1400" b="0" dirty="0">
                <a:solidFill>
                  <a:schemeClr val="tx1">
                    <a:lumMod val="75000"/>
                    <a:lumOff val="25000"/>
                  </a:schemeClr>
                </a:solidFill>
                <a:latin typeface="Avenir Next LT Pro" panose="020B0504020202020204" pitchFamily="34" charset="77"/>
              </a:rPr>
              <a:t>GRAHAM BARNES</a:t>
            </a:r>
            <a:endParaRPr lang="en-US" sz="1400" b="0" i="0" dirty="0">
              <a:solidFill>
                <a:schemeClr val="tx1">
                  <a:lumMod val="75000"/>
                  <a:lumOff val="25000"/>
                </a:schemeClr>
              </a:solidFill>
              <a:effectLst/>
              <a:latin typeface="Avenir Next LT Pro" panose="020B0504020202020204" pitchFamily="34" charset="77"/>
            </a:endParaRPr>
          </a:p>
        </p:txBody>
      </p:sp>
      <p:sp>
        <p:nvSpPr>
          <p:cNvPr id="16" name="Text Placeholder 15">
            <a:extLst>
              <a:ext uri="{FF2B5EF4-FFF2-40B4-BE49-F238E27FC236}">
                <a16:creationId xmlns:a16="http://schemas.microsoft.com/office/drawing/2014/main" id="{08727868-F003-F167-9205-4A3C97E3FCFD}"/>
              </a:ext>
            </a:extLst>
          </p:cNvPr>
          <p:cNvSpPr>
            <a:spLocks noGrp="1"/>
          </p:cNvSpPr>
          <p:nvPr>
            <p:ph type="body" sz="quarter" idx="29"/>
          </p:nvPr>
        </p:nvSpPr>
        <p:spPr/>
        <p:txBody>
          <a:bodyPr/>
          <a:lstStyle/>
          <a:p>
            <a:pPr algn="l" rtl="0" fontAlgn="base"/>
            <a:r>
              <a:rPr lang="en-US" sz="1400" b="0" dirty="0">
                <a:solidFill>
                  <a:schemeClr val="tx1">
                    <a:lumMod val="75000"/>
                    <a:lumOff val="25000"/>
                  </a:schemeClr>
                </a:solidFill>
                <a:latin typeface="Avenir Next LT Pro" panose="020B0504020202020204" pitchFamily="34" charset="77"/>
              </a:rPr>
              <a:t>ROWAN MURPHY</a:t>
            </a:r>
            <a:endParaRPr lang="en-US" sz="1400" b="0" i="0" dirty="0">
              <a:solidFill>
                <a:schemeClr val="tx1">
                  <a:lumMod val="75000"/>
                  <a:lumOff val="25000"/>
                </a:schemeClr>
              </a:solidFill>
              <a:effectLst/>
              <a:latin typeface="Avenir Next LT Pro" panose="020B0504020202020204" pitchFamily="34" charset="77"/>
            </a:endParaRPr>
          </a:p>
        </p:txBody>
      </p:sp>
      <p:sp>
        <p:nvSpPr>
          <p:cNvPr id="17" name="Text Placeholder 16">
            <a:extLst>
              <a:ext uri="{FF2B5EF4-FFF2-40B4-BE49-F238E27FC236}">
                <a16:creationId xmlns:a16="http://schemas.microsoft.com/office/drawing/2014/main" id="{890060CC-DA43-BB7E-2456-D792D5CA8C9E}"/>
              </a:ext>
            </a:extLst>
          </p:cNvPr>
          <p:cNvSpPr>
            <a:spLocks noGrp="1"/>
          </p:cNvSpPr>
          <p:nvPr>
            <p:ph type="body" sz="quarter" idx="30"/>
          </p:nvPr>
        </p:nvSpPr>
        <p:spPr/>
        <p:txBody>
          <a:bodyPr/>
          <a:lstStyle/>
          <a:p>
            <a:pPr algn="l" rtl="0" fontAlgn="base"/>
            <a:r>
              <a:rPr lang="en-US" sz="1400" b="0" dirty="0">
                <a:solidFill>
                  <a:schemeClr val="tx1">
                    <a:lumMod val="75000"/>
                    <a:lumOff val="25000"/>
                  </a:schemeClr>
                </a:solidFill>
                <a:latin typeface="Avenir Next LT Pro" panose="020B0504020202020204" pitchFamily="34" charset="77"/>
              </a:rPr>
              <a:t>ELIZABETH MOORE</a:t>
            </a:r>
            <a:endParaRPr lang="en-US" sz="1400" b="0" i="0" dirty="0">
              <a:solidFill>
                <a:schemeClr val="tx1">
                  <a:lumMod val="75000"/>
                  <a:lumOff val="25000"/>
                </a:schemeClr>
              </a:solidFill>
              <a:effectLst/>
              <a:latin typeface="Avenir Next LT Pro" panose="020B0504020202020204" pitchFamily="34" charset="77"/>
            </a:endParaRPr>
          </a:p>
        </p:txBody>
      </p:sp>
      <p:sp>
        <p:nvSpPr>
          <p:cNvPr id="18" name="Text Placeholder 17">
            <a:extLst>
              <a:ext uri="{FF2B5EF4-FFF2-40B4-BE49-F238E27FC236}">
                <a16:creationId xmlns:a16="http://schemas.microsoft.com/office/drawing/2014/main" id="{B02E232E-D59B-5CA3-2A11-9A942D4D4477}"/>
              </a:ext>
            </a:extLst>
          </p:cNvPr>
          <p:cNvSpPr>
            <a:spLocks noGrp="1"/>
          </p:cNvSpPr>
          <p:nvPr>
            <p:ph type="body" sz="quarter" idx="31"/>
          </p:nvPr>
        </p:nvSpPr>
        <p:spPr/>
        <p:txBody>
          <a:bodyPr/>
          <a:lstStyle/>
          <a:p>
            <a:pPr algn="l" rtl="0" fontAlgn="base"/>
            <a:r>
              <a:rPr lang="en-US" sz="1400" b="0" dirty="0">
                <a:solidFill>
                  <a:schemeClr val="tx1">
                    <a:lumMod val="75000"/>
                    <a:lumOff val="25000"/>
                  </a:schemeClr>
                </a:solidFill>
                <a:latin typeface="Avenir Next LT Pro" panose="020B0504020202020204" pitchFamily="34" charset="77"/>
              </a:rPr>
              <a:t>ROBIN KLINE</a:t>
            </a:r>
            <a:endParaRPr lang="en-US" sz="1400" b="0" i="0" dirty="0">
              <a:solidFill>
                <a:schemeClr val="tx1">
                  <a:lumMod val="75000"/>
                  <a:lumOff val="25000"/>
                </a:schemeClr>
              </a:solidFill>
              <a:effectLst/>
              <a:latin typeface="Avenir Next LT Pro" panose="020B0504020202020204" pitchFamily="34" charset="77"/>
            </a:endParaRPr>
          </a:p>
        </p:txBody>
      </p:sp>
      <p:sp>
        <p:nvSpPr>
          <p:cNvPr id="19" name="Text Placeholder 18">
            <a:extLst>
              <a:ext uri="{FF2B5EF4-FFF2-40B4-BE49-F238E27FC236}">
                <a16:creationId xmlns:a16="http://schemas.microsoft.com/office/drawing/2014/main" id="{084C3357-F46F-72F5-E378-B60D7C133218}"/>
              </a:ext>
            </a:extLst>
          </p:cNvPr>
          <p:cNvSpPr>
            <a:spLocks noGrp="1"/>
          </p:cNvSpPr>
          <p:nvPr>
            <p:ph type="body" sz="quarter" idx="32"/>
          </p:nvPr>
        </p:nvSpPr>
        <p:spPr/>
        <p:txBody>
          <a:bodyPr/>
          <a:lstStyle/>
          <a:p>
            <a:pPr algn="l"/>
            <a:r>
              <a:rPr lang="en-US" sz="1400" b="1" dirty="0">
                <a:solidFill>
                  <a:schemeClr val="accent2">
                    <a:lumMod val="50000"/>
                  </a:schemeClr>
                </a:solidFill>
                <a:latin typeface="Bodoni MT" panose="02070606080606020203" pitchFamily="18" charset="77"/>
                <a:cs typeface="Calibri"/>
              </a:rPr>
              <a:t>VP Product</a:t>
            </a:r>
          </a:p>
        </p:txBody>
      </p:sp>
      <p:sp>
        <p:nvSpPr>
          <p:cNvPr id="20" name="Text Placeholder 19">
            <a:extLst>
              <a:ext uri="{FF2B5EF4-FFF2-40B4-BE49-F238E27FC236}">
                <a16:creationId xmlns:a16="http://schemas.microsoft.com/office/drawing/2014/main" id="{E82D61EF-8A54-B157-5853-0D5713923DE5}"/>
              </a:ext>
            </a:extLst>
          </p:cNvPr>
          <p:cNvSpPr>
            <a:spLocks noGrp="1"/>
          </p:cNvSpPr>
          <p:nvPr>
            <p:ph type="body" sz="quarter" idx="33"/>
          </p:nvPr>
        </p:nvSpPr>
        <p:spPr/>
        <p:txBody>
          <a:bodyPr/>
          <a:lstStyle/>
          <a:p>
            <a:pPr algn="l"/>
            <a:r>
              <a:rPr lang="en-US" sz="1400" b="1" dirty="0">
                <a:solidFill>
                  <a:schemeClr val="accent2">
                    <a:lumMod val="50000"/>
                  </a:schemeClr>
                </a:solidFill>
                <a:latin typeface="Bodoni MT" panose="02070606080606020203" pitchFamily="18" charset="77"/>
                <a:cs typeface="Calibri"/>
              </a:rPr>
              <a:t>CEO Strategist</a:t>
            </a:r>
          </a:p>
        </p:txBody>
      </p:sp>
      <p:sp>
        <p:nvSpPr>
          <p:cNvPr id="21" name="Text Placeholder 20">
            <a:extLst>
              <a:ext uri="{FF2B5EF4-FFF2-40B4-BE49-F238E27FC236}">
                <a16:creationId xmlns:a16="http://schemas.microsoft.com/office/drawing/2014/main" id="{EDF21060-5BFC-87F1-CDCC-9DB74AF80905}"/>
              </a:ext>
            </a:extLst>
          </p:cNvPr>
          <p:cNvSpPr>
            <a:spLocks noGrp="1"/>
          </p:cNvSpPr>
          <p:nvPr>
            <p:ph type="body" sz="quarter" idx="34"/>
          </p:nvPr>
        </p:nvSpPr>
        <p:spPr/>
        <p:txBody>
          <a:bodyPr/>
          <a:lstStyle/>
          <a:p>
            <a:pPr algn="l"/>
            <a:r>
              <a:rPr lang="en-US" sz="1400" b="1" dirty="0">
                <a:solidFill>
                  <a:schemeClr val="accent2">
                    <a:lumMod val="50000"/>
                  </a:schemeClr>
                </a:solidFill>
                <a:latin typeface="Bodoni MT" panose="02070606080606020203" pitchFamily="18" charset="77"/>
                <a:cs typeface="Calibri"/>
              </a:rPr>
              <a:t>Product Designer</a:t>
            </a:r>
          </a:p>
        </p:txBody>
      </p:sp>
      <p:sp>
        <p:nvSpPr>
          <p:cNvPr id="22" name="Text Placeholder 21">
            <a:extLst>
              <a:ext uri="{FF2B5EF4-FFF2-40B4-BE49-F238E27FC236}">
                <a16:creationId xmlns:a16="http://schemas.microsoft.com/office/drawing/2014/main" id="{103B435E-BABF-3968-F1CC-51F135186872}"/>
              </a:ext>
            </a:extLst>
          </p:cNvPr>
          <p:cNvSpPr>
            <a:spLocks noGrp="1"/>
          </p:cNvSpPr>
          <p:nvPr>
            <p:ph type="body" sz="quarter" idx="35"/>
          </p:nvPr>
        </p:nvSpPr>
        <p:spPr/>
        <p:txBody>
          <a:bodyPr/>
          <a:lstStyle/>
          <a:p>
            <a:r>
              <a:rPr lang="en-US" sz="1400" b="1" dirty="0">
                <a:solidFill>
                  <a:schemeClr val="accent2">
                    <a:lumMod val="50000"/>
                  </a:schemeClr>
                </a:solidFill>
                <a:latin typeface="Bodoni MT" panose="02070606080606020203" pitchFamily="18" charset="77"/>
                <a:cs typeface="Calibri"/>
              </a:rPr>
              <a:t>Content Developer</a:t>
            </a:r>
          </a:p>
        </p:txBody>
      </p:sp>
    </p:spTree>
    <p:extLst>
      <p:ext uri="{BB962C8B-B14F-4D97-AF65-F5344CB8AC3E}">
        <p14:creationId xmlns:p14="http://schemas.microsoft.com/office/powerpoint/2010/main" val="985340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C52AF-76FA-4A58-FA92-4EFA918B6BEE}"/>
              </a:ext>
            </a:extLst>
          </p:cNvPr>
          <p:cNvSpPr>
            <a:spLocks noGrp="1"/>
          </p:cNvSpPr>
          <p:nvPr>
            <p:ph type="title"/>
          </p:nvPr>
        </p:nvSpPr>
        <p:spPr/>
        <p:txBody>
          <a:bodyPr/>
          <a:lstStyle/>
          <a:p>
            <a:r>
              <a:rPr lang="en-US" sz="8200" b="1" dirty="0">
                <a:solidFill>
                  <a:schemeClr val="tx1">
                    <a:lumMod val="75000"/>
                    <a:lumOff val="25000"/>
                  </a:schemeClr>
                </a:solidFill>
                <a:latin typeface="Bodoni MT" panose="02070606080606020203" pitchFamily="18" charset="77"/>
              </a:rPr>
              <a:t>Plan for product launch</a:t>
            </a:r>
            <a:endParaRPr lang="en-US" dirty="0"/>
          </a:p>
        </p:txBody>
      </p:sp>
      <p:sp>
        <p:nvSpPr>
          <p:cNvPr id="3" name="Footer Placeholder 2">
            <a:extLst>
              <a:ext uri="{FF2B5EF4-FFF2-40B4-BE49-F238E27FC236}">
                <a16:creationId xmlns:a16="http://schemas.microsoft.com/office/drawing/2014/main" id="{09E46F4C-52A5-B85C-F425-92FB539C50F4}"/>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3A79F181-21FC-EE62-3B2C-7E57458B4319}"/>
              </a:ext>
            </a:extLst>
          </p:cNvPr>
          <p:cNvSpPr>
            <a:spLocks noGrp="1"/>
          </p:cNvSpPr>
          <p:nvPr>
            <p:ph type="sldNum" sz="quarter" idx="12"/>
          </p:nvPr>
        </p:nvSpPr>
        <p:spPr/>
        <p:txBody>
          <a:bodyPr/>
          <a:lstStyle/>
          <a:p>
            <a:fld id="{BC0F0449-EF10-3E4D-894D-3DE10CF4206D}" type="slidenum">
              <a:rPr lang="en-US" smtClean="0"/>
              <a:t>9</a:t>
            </a:fld>
            <a:endParaRPr lang="en-US" dirty="0"/>
          </a:p>
        </p:txBody>
      </p:sp>
      <p:graphicFrame>
        <p:nvGraphicFramePr>
          <p:cNvPr id="4" name="Content Placeholder 3" descr="Horizontal Action List SmartArt graphic">
            <a:extLst>
              <a:ext uri="{FF2B5EF4-FFF2-40B4-BE49-F238E27FC236}">
                <a16:creationId xmlns:a16="http://schemas.microsoft.com/office/drawing/2014/main" id="{E1E34263-CC5A-1D77-34DE-4C612F0030B1}"/>
              </a:ext>
            </a:extLst>
          </p:cNvPr>
          <p:cNvGraphicFramePr>
            <a:graphicFrameLocks noGrp="1"/>
          </p:cNvGraphicFramePr>
          <p:nvPr>
            <p:ph idx="1"/>
            <p:extLst>
              <p:ext uri="{D42A27DB-BD31-4B8C-83A1-F6EECF244321}">
                <p14:modId xmlns:p14="http://schemas.microsoft.com/office/powerpoint/2010/main" val="3843640911"/>
              </p:ext>
            </p:extLst>
          </p:nvPr>
        </p:nvGraphicFramePr>
        <p:xfrm>
          <a:off x="969963" y="1947863"/>
          <a:ext cx="10294937" cy="40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005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773267-9FE2-5FBD-4A16-B792CE83D797}"/>
              </a:ext>
            </a:extLst>
          </p:cNvPr>
          <p:cNvSpPr>
            <a:spLocks noGrp="1"/>
          </p:cNvSpPr>
          <p:nvPr>
            <p:ph type="title"/>
          </p:nvPr>
        </p:nvSpPr>
        <p:spPr/>
        <p:txBody>
          <a:bodyPr/>
          <a:lstStyle/>
          <a:p>
            <a:r>
              <a:rPr lang="en-US" dirty="0"/>
              <a:t>Timeline</a:t>
            </a:r>
          </a:p>
        </p:txBody>
      </p:sp>
      <p:sp>
        <p:nvSpPr>
          <p:cNvPr id="41" name="Text Placeholder 40">
            <a:extLst>
              <a:ext uri="{FF2B5EF4-FFF2-40B4-BE49-F238E27FC236}">
                <a16:creationId xmlns:a16="http://schemas.microsoft.com/office/drawing/2014/main" id="{B4103DE9-4B14-EE47-B16F-584A7CCA3CBA}"/>
              </a:ext>
            </a:extLst>
          </p:cNvPr>
          <p:cNvSpPr>
            <a:spLocks noGrp="1"/>
          </p:cNvSpPr>
          <p:nvPr>
            <p:ph type="body" sz="quarter" idx="20"/>
          </p:nvPr>
        </p:nvSpPr>
        <p:spPr/>
        <p:txBody>
          <a:bodyPr/>
          <a:lstStyle/>
          <a:p>
            <a:r>
              <a:rPr lang="en-US" sz="2400" b="1" kern="1200" dirty="0">
                <a:solidFill>
                  <a:schemeClr val="tx1">
                    <a:lumMod val="75000"/>
                    <a:lumOff val="25000"/>
                  </a:schemeClr>
                </a:solidFill>
                <a:latin typeface="Bodoni MT" panose="02070606080606020203" pitchFamily="18" charset="77"/>
              </a:rPr>
              <a:t>SEPTEMBER 20XX</a:t>
            </a:r>
          </a:p>
        </p:txBody>
      </p:sp>
      <p:sp>
        <p:nvSpPr>
          <p:cNvPr id="53" name="Text Placeholder 52">
            <a:extLst>
              <a:ext uri="{FF2B5EF4-FFF2-40B4-BE49-F238E27FC236}">
                <a16:creationId xmlns:a16="http://schemas.microsoft.com/office/drawing/2014/main" id="{9FBF423C-BD16-84F3-BFB4-6085045D2F9B}"/>
              </a:ext>
            </a:extLst>
          </p:cNvPr>
          <p:cNvSpPr>
            <a:spLocks noGrp="1"/>
          </p:cNvSpPr>
          <p:nvPr>
            <p:ph type="body" sz="quarter" idx="17"/>
          </p:nvPr>
        </p:nvSpPr>
        <p:spPr/>
        <p:txBody>
          <a:bodyPr/>
          <a:lstStyle/>
          <a:p>
            <a:endParaRPr lang="en-US" dirty="0"/>
          </a:p>
        </p:txBody>
      </p:sp>
      <p:sp>
        <p:nvSpPr>
          <p:cNvPr id="47" name="Text Placeholder 46">
            <a:extLst>
              <a:ext uri="{FF2B5EF4-FFF2-40B4-BE49-F238E27FC236}">
                <a16:creationId xmlns:a16="http://schemas.microsoft.com/office/drawing/2014/main" id="{189CFBFA-8BD8-1EE5-D703-5AFBD1A1F8B4}"/>
              </a:ext>
            </a:extLst>
          </p:cNvPr>
          <p:cNvSpPr>
            <a:spLocks noGrp="1"/>
          </p:cNvSpPr>
          <p:nvPr>
            <p:ph type="body" sz="quarter" idx="35"/>
          </p:nvPr>
        </p:nvSpPr>
        <p:spPr/>
        <p:txBody>
          <a:bodyPr/>
          <a:lstStyle/>
          <a:p>
            <a:r>
              <a:rPr lang="en-US" sz="1400" b="0" kern="1200" dirty="0">
                <a:solidFill>
                  <a:schemeClr val="tx1">
                    <a:lumMod val="75000"/>
                    <a:lumOff val="25000"/>
                  </a:schemeClr>
                </a:solidFill>
                <a:latin typeface="Avenir Next LT Pro" panose="020B0504020202020204" pitchFamily="34" charset="77"/>
              </a:rPr>
              <a:t>Synergize scalable </a:t>
            </a:r>
            <a:r>
              <a:rPr lang="en-US" sz="1400" kern="1200" dirty="0">
                <a:solidFill>
                  <a:schemeClr val="tx1">
                    <a:lumMod val="75000"/>
                    <a:lumOff val="25000"/>
                  </a:schemeClr>
                </a:solidFill>
                <a:latin typeface="Avenir Next LT Pro" panose="020B0504020202020204" pitchFamily="34" charset="77"/>
              </a:rPr>
              <a:t>e-commerce</a:t>
            </a:r>
          </a:p>
          <a:p>
            <a:endParaRPr lang="en-US" dirty="0"/>
          </a:p>
        </p:txBody>
      </p:sp>
      <p:sp>
        <p:nvSpPr>
          <p:cNvPr id="42" name="Text Placeholder 41">
            <a:extLst>
              <a:ext uri="{FF2B5EF4-FFF2-40B4-BE49-F238E27FC236}">
                <a16:creationId xmlns:a16="http://schemas.microsoft.com/office/drawing/2014/main" id="{AAAD9982-8AB6-4703-B211-740B7102B5B5}"/>
              </a:ext>
            </a:extLst>
          </p:cNvPr>
          <p:cNvSpPr>
            <a:spLocks noGrp="1"/>
          </p:cNvSpPr>
          <p:nvPr>
            <p:ph type="body" sz="quarter" idx="21"/>
          </p:nvPr>
        </p:nvSpPr>
        <p:spPr/>
        <p:txBody>
          <a:bodyPr/>
          <a:lstStyle/>
          <a:p>
            <a:r>
              <a:rPr lang="en-US" sz="2400" b="1" dirty="0">
                <a:solidFill>
                  <a:schemeClr val="tx1">
                    <a:lumMod val="75000"/>
                    <a:lumOff val="25000"/>
                  </a:schemeClr>
                </a:solidFill>
                <a:latin typeface="Bodoni MT" panose="02070606080606020203" pitchFamily="18" charset="77"/>
              </a:rPr>
              <a:t>NOVEMBER</a:t>
            </a:r>
            <a:r>
              <a:rPr lang="en-US" sz="2400" b="1" kern="1200" dirty="0">
                <a:solidFill>
                  <a:schemeClr val="tx1">
                    <a:lumMod val="75000"/>
                    <a:lumOff val="25000"/>
                  </a:schemeClr>
                </a:solidFill>
                <a:latin typeface="Bodoni MT" panose="02070606080606020203" pitchFamily="18" charset="77"/>
              </a:rPr>
              <a:t> 20XX</a:t>
            </a:r>
          </a:p>
        </p:txBody>
      </p:sp>
      <p:sp>
        <p:nvSpPr>
          <p:cNvPr id="49" name="Text Placeholder 48">
            <a:extLst>
              <a:ext uri="{FF2B5EF4-FFF2-40B4-BE49-F238E27FC236}">
                <a16:creationId xmlns:a16="http://schemas.microsoft.com/office/drawing/2014/main" id="{87507067-DBD3-4EAB-D1D1-9E07E24AB6BC}"/>
              </a:ext>
            </a:extLst>
          </p:cNvPr>
          <p:cNvSpPr>
            <a:spLocks noGrp="1"/>
          </p:cNvSpPr>
          <p:nvPr>
            <p:ph type="body" sz="quarter" idx="12"/>
          </p:nvPr>
        </p:nvSpPr>
        <p:spPr/>
        <p:txBody>
          <a:bodyPr/>
          <a:lstStyle/>
          <a:p>
            <a:endParaRPr lang="en-US" dirty="0"/>
          </a:p>
        </p:txBody>
      </p:sp>
      <p:sp>
        <p:nvSpPr>
          <p:cNvPr id="48" name="Text Placeholder 47">
            <a:extLst>
              <a:ext uri="{FF2B5EF4-FFF2-40B4-BE49-F238E27FC236}">
                <a16:creationId xmlns:a16="http://schemas.microsoft.com/office/drawing/2014/main" id="{87DD9848-3A88-52E5-972E-F2B07C86796D}"/>
              </a:ext>
            </a:extLst>
          </p:cNvPr>
          <p:cNvSpPr>
            <a:spLocks noGrp="1"/>
          </p:cNvSpPr>
          <p:nvPr>
            <p:ph type="body" sz="quarter" idx="36"/>
          </p:nvPr>
        </p:nvSpPr>
        <p:spPr/>
        <p:txBody>
          <a:bodyPr/>
          <a:lstStyle/>
          <a:p>
            <a:r>
              <a:rPr lang="en-US" sz="1400" b="0" kern="1200" dirty="0">
                <a:solidFill>
                  <a:schemeClr val="tx1">
                    <a:lumMod val="75000"/>
                    <a:lumOff val="25000"/>
                  </a:schemeClr>
                </a:solidFill>
                <a:latin typeface="Avenir Next LT Pro" panose="020B0504020202020204" pitchFamily="34" charset="77"/>
              </a:rPr>
              <a:t>Disseminate standardized metrics</a:t>
            </a:r>
            <a:endParaRPr lang="en-US" sz="1400" kern="1200" dirty="0">
              <a:solidFill>
                <a:schemeClr val="tx1">
                  <a:lumMod val="75000"/>
                  <a:lumOff val="25000"/>
                </a:schemeClr>
              </a:solidFill>
              <a:latin typeface="Avenir Next LT Pro" panose="020B0504020202020204" pitchFamily="34" charset="77"/>
            </a:endParaRPr>
          </a:p>
          <a:p>
            <a:endParaRPr lang="en-US" dirty="0"/>
          </a:p>
        </p:txBody>
      </p:sp>
      <p:sp>
        <p:nvSpPr>
          <p:cNvPr id="43" name="Text Placeholder 42">
            <a:extLst>
              <a:ext uri="{FF2B5EF4-FFF2-40B4-BE49-F238E27FC236}">
                <a16:creationId xmlns:a16="http://schemas.microsoft.com/office/drawing/2014/main" id="{E1CCB0FF-EA05-E6C3-0625-7F4D18D24802}"/>
              </a:ext>
            </a:extLst>
          </p:cNvPr>
          <p:cNvSpPr>
            <a:spLocks noGrp="1"/>
          </p:cNvSpPr>
          <p:nvPr>
            <p:ph type="body" sz="quarter" idx="22"/>
          </p:nvPr>
        </p:nvSpPr>
        <p:spPr/>
        <p:txBody>
          <a:bodyPr/>
          <a:lstStyle/>
          <a:p>
            <a:r>
              <a:rPr lang="en-US" sz="2400" b="1" kern="1200" dirty="0">
                <a:solidFill>
                  <a:schemeClr val="tx1">
                    <a:lumMod val="75000"/>
                    <a:lumOff val="25000"/>
                  </a:schemeClr>
                </a:solidFill>
                <a:latin typeface="Bodoni MT" panose="02070606080606020203" pitchFamily="18" charset="77"/>
              </a:rPr>
              <a:t>JANUARY 20XX</a:t>
            </a:r>
          </a:p>
        </p:txBody>
      </p:sp>
      <p:sp>
        <p:nvSpPr>
          <p:cNvPr id="50" name="Text Placeholder 49">
            <a:extLst>
              <a:ext uri="{FF2B5EF4-FFF2-40B4-BE49-F238E27FC236}">
                <a16:creationId xmlns:a16="http://schemas.microsoft.com/office/drawing/2014/main" id="{F64EF864-4BC6-C4F2-2FE2-3D8BF150A81F}"/>
              </a:ext>
            </a:extLst>
          </p:cNvPr>
          <p:cNvSpPr>
            <a:spLocks noGrp="1"/>
          </p:cNvSpPr>
          <p:nvPr>
            <p:ph type="body" sz="quarter" idx="14"/>
          </p:nvPr>
        </p:nvSpPr>
        <p:spPr/>
        <p:txBody>
          <a:bodyPr/>
          <a:lstStyle/>
          <a:p>
            <a:endParaRPr lang="en-US" dirty="0"/>
          </a:p>
        </p:txBody>
      </p:sp>
      <p:sp>
        <p:nvSpPr>
          <p:cNvPr id="39" name="Text Placeholder 38">
            <a:extLst>
              <a:ext uri="{FF2B5EF4-FFF2-40B4-BE49-F238E27FC236}">
                <a16:creationId xmlns:a16="http://schemas.microsoft.com/office/drawing/2014/main" id="{F11CD61A-29C4-B85C-FEBA-954B4634FE9D}"/>
              </a:ext>
            </a:extLst>
          </p:cNvPr>
          <p:cNvSpPr>
            <a:spLocks noGrp="1"/>
          </p:cNvSpPr>
          <p:nvPr>
            <p:ph type="body" sz="quarter" idx="18"/>
          </p:nvPr>
        </p:nvSpPr>
        <p:spPr/>
        <p:txBody>
          <a:bodyPr/>
          <a:lstStyle/>
          <a:p>
            <a:r>
              <a:rPr lang="en-US" sz="1400" b="0" kern="1200" dirty="0">
                <a:solidFill>
                  <a:schemeClr val="tx1">
                    <a:lumMod val="75000"/>
                    <a:lumOff val="25000"/>
                  </a:schemeClr>
                </a:solidFill>
                <a:latin typeface="Avenir Next LT Pro" panose="020B0504020202020204" pitchFamily="34" charset="77"/>
              </a:rPr>
              <a:t>Coordinate e-business applications</a:t>
            </a:r>
            <a:endParaRPr lang="en-US" sz="1400" kern="1200" dirty="0">
              <a:solidFill>
                <a:schemeClr val="tx1">
                  <a:lumMod val="75000"/>
                  <a:lumOff val="25000"/>
                </a:schemeClr>
              </a:solidFill>
              <a:latin typeface="Avenir Next LT Pro" panose="020B0504020202020204" pitchFamily="34" charset="77"/>
            </a:endParaRPr>
          </a:p>
          <a:p>
            <a:endParaRPr lang="en-US" dirty="0"/>
          </a:p>
        </p:txBody>
      </p:sp>
      <p:sp>
        <p:nvSpPr>
          <p:cNvPr id="46" name="Text Placeholder 45">
            <a:extLst>
              <a:ext uri="{FF2B5EF4-FFF2-40B4-BE49-F238E27FC236}">
                <a16:creationId xmlns:a16="http://schemas.microsoft.com/office/drawing/2014/main" id="{A2514E7F-9A44-8895-8EAE-E24403A5E62B}"/>
              </a:ext>
            </a:extLst>
          </p:cNvPr>
          <p:cNvSpPr>
            <a:spLocks noGrp="1"/>
          </p:cNvSpPr>
          <p:nvPr>
            <p:ph type="body" sz="quarter" idx="34"/>
          </p:nvPr>
        </p:nvSpPr>
        <p:spPr/>
        <p:txBody>
          <a:bodyPr/>
          <a:lstStyle/>
          <a:p>
            <a:r>
              <a:rPr lang="en-US" sz="2400" b="1" kern="1200" dirty="0">
                <a:solidFill>
                  <a:schemeClr val="tx1">
                    <a:lumMod val="75000"/>
                    <a:lumOff val="25000"/>
                  </a:schemeClr>
                </a:solidFill>
                <a:latin typeface="Bodoni MT" panose="02070606080606020203" pitchFamily="18" charset="77"/>
              </a:rPr>
              <a:t>MARCH 20XX</a:t>
            </a:r>
          </a:p>
        </p:txBody>
      </p:sp>
      <p:sp>
        <p:nvSpPr>
          <p:cNvPr id="51" name="Text Placeholder 50">
            <a:extLst>
              <a:ext uri="{FF2B5EF4-FFF2-40B4-BE49-F238E27FC236}">
                <a16:creationId xmlns:a16="http://schemas.microsoft.com/office/drawing/2014/main" id="{36C7C1BB-6F18-CC3B-BA96-AD7B4B149A29}"/>
              </a:ext>
            </a:extLst>
          </p:cNvPr>
          <p:cNvSpPr>
            <a:spLocks noGrp="1"/>
          </p:cNvSpPr>
          <p:nvPr>
            <p:ph type="body" sz="quarter" idx="15"/>
          </p:nvPr>
        </p:nvSpPr>
        <p:spPr/>
        <p:txBody>
          <a:bodyPr/>
          <a:lstStyle/>
          <a:p>
            <a:endParaRPr lang="en-US" dirty="0"/>
          </a:p>
        </p:txBody>
      </p:sp>
      <p:sp>
        <p:nvSpPr>
          <p:cNvPr id="40" name="Text Placeholder 39">
            <a:extLst>
              <a:ext uri="{FF2B5EF4-FFF2-40B4-BE49-F238E27FC236}">
                <a16:creationId xmlns:a16="http://schemas.microsoft.com/office/drawing/2014/main" id="{E68264E3-AD0B-ACCD-B5C7-A995D53B8F0F}"/>
              </a:ext>
            </a:extLst>
          </p:cNvPr>
          <p:cNvSpPr>
            <a:spLocks noGrp="1"/>
          </p:cNvSpPr>
          <p:nvPr>
            <p:ph type="body" sz="quarter" idx="19"/>
          </p:nvPr>
        </p:nvSpPr>
        <p:spPr/>
        <p:txBody>
          <a:bodyPr/>
          <a:lstStyle/>
          <a:p>
            <a:r>
              <a:rPr lang="en-US" sz="1400" b="0" kern="1200" dirty="0">
                <a:solidFill>
                  <a:schemeClr val="tx1">
                    <a:lumMod val="75000"/>
                    <a:lumOff val="25000"/>
                  </a:schemeClr>
                </a:solidFill>
                <a:latin typeface="Avenir Next LT Pro" panose="020B0504020202020204" pitchFamily="34" charset="77"/>
              </a:rPr>
              <a:t>Foster holistically superior methodologies</a:t>
            </a:r>
            <a:endParaRPr lang="en-US" sz="1400" kern="1200" dirty="0">
              <a:solidFill>
                <a:schemeClr val="tx1">
                  <a:lumMod val="75000"/>
                  <a:lumOff val="25000"/>
                </a:schemeClr>
              </a:solidFill>
              <a:latin typeface="Avenir Next LT Pro" panose="020B0504020202020204" pitchFamily="34" charset="77"/>
            </a:endParaRPr>
          </a:p>
          <a:p>
            <a:endParaRPr lang="en-US" dirty="0"/>
          </a:p>
        </p:txBody>
      </p:sp>
      <p:sp>
        <p:nvSpPr>
          <p:cNvPr id="44" name="Text Placeholder 43">
            <a:extLst>
              <a:ext uri="{FF2B5EF4-FFF2-40B4-BE49-F238E27FC236}">
                <a16:creationId xmlns:a16="http://schemas.microsoft.com/office/drawing/2014/main" id="{5635B623-E84A-8539-301C-C220A3B0C036}"/>
              </a:ext>
            </a:extLst>
          </p:cNvPr>
          <p:cNvSpPr>
            <a:spLocks noGrp="1"/>
          </p:cNvSpPr>
          <p:nvPr>
            <p:ph type="body" sz="quarter" idx="23"/>
          </p:nvPr>
        </p:nvSpPr>
        <p:spPr/>
        <p:txBody>
          <a:bodyPr/>
          <a:lstStyle/>
          <a:p>
            <a:r>
              <a:rPr lang="en-US" sz="2400" b="1" kern="1200" dirty="0">
                <a:solidFill>
                  <a:schemeClr val="tx1">
                    <a:lumMod val="75000"/>
                    <a:lumOff val="25000"/>
                  </a:schemeClr>
                </a:solidFill>
                <a:latin typeface="Bodoni MT" panose="02070606080606020203" pitchFamily="18" charset="77"/>
              </a:rPr>
              <a:t>MAY 20XX</a:t>
            </a:r>
          </a:p>
        </p:txBody>
      </p:sp>
      <p:sp>
        <p:nvSpPr>
          <p:cNvPr id="52" name="Text Placeholder 51">
            <a:extLst>
              <a:ext uri="{FF2B5EF4-FFF2-40B4-BE49-F238E27FC236}">
                <a16:creationId xmlns:a16="http://schemas.microsoft.com/office/drawing/2014/main" id="{4667A8EC-BE26-6640-DCB8-988914A4D3F6}"/>
              </a:ext>
            </a:extLst>
          </p:cNvPr>
          <p:cNvSpPr>
            <a:spLocks noGrp="1"/>
          </p:cNvSpPr>
          <p:nvPr>
            <p:ph type="body" sz="quarter" idx="16"/>
          </p:nvPr>
        </p:nvSpPr>
        <p:spPr/>
        <p:txBody>
          <a:bodyPr/>
          <a:lstStyle/>
          <a:p>
            <a:endParaRPr lang="en-US" dirty="0"/>
          </a:p>
        </p:txBody>
      </p:sp>
      <p:sp>
        <p:nvSpPr>
          <p:cNvPr id="45" name="Text Placeholder 44">
            <a:extLst>
              <a:ext uri="{FF2B5EF4-FFF2-40B4-BE49-F238E27FC236}">
                <a16:creationId xmlns:a16="http://schemas.microsoft.com/office/drawing/2014/main" id="{2B5F1DC1-0EC0-2AAF-808D-6F31722D2221}"/>
              </a:ext>
            </a:extLst>
          </p:cNvPr>
          <p:cNvSpPr>
            <a:spLocks noGrp="1"/>
          </p:cNvSpPr>
          <p:nvPr>
            <p:ph type="body" sz="quarter" idx="31"/>
          </p:nvPr>
        </p:nvSpPr>
        <p:spPr/>
        <p:txBody>
          <a:bodyPr/>
          <a:lstStyle/>
          <a:p>
            <a:r>
              <a:rPr lang="en-US" sz="1400" b="0" kern="1200" dirty="0">
                <a:solidFill>
                  <a:schemeClr val="tx1">
                    <a:lumMod val="75000"/>
                    <a:lumOff val="25000"/>
                  </a:schemeClr>
                </a:solidFill>
                <a:latin typeface="Avenir Next LT Pro" panose="020B0504020202020204" pitchFamily="34" charset="77"/>
              </a:rPr>
              <a:t>Deploy strategic networks with compelling e-business needs</a:t>
            </a:r>
            <a:endParaRPr lang="en-US" sz="1400" kern="1200" dirty="0">
              <a:solidFill>
                <a:schemeClr val="tx1">
                  <a:lumMod val="75000"/>
                  <a:lumOff val="25000"/>
                </a:schemeClr>
              </a:solidFill>
              <a:latin typeface="Avenir Next LT Pro" panose="020B0504020202020204" pitchFamily="34" charset="77"/>
            </a:endParaRPr>
          </a:p>
          <a:p>
            <a:endParaRPr lang="en-US" dirty="0"/>
          </a:p>
        </p:txBody>
      </p:sp>
      <p:cxnSp>
        <p:nvCxnSpPr>
          <p:cNvPr id="54" name="Straight Connector 53">
            <a:extLst>
              <a:ext uri="{FF2B5EF4-FFF2-40B4-BE49-F238E27FC236}">
                <a16:creationId xmlns:a16="http://schemas.microsoft.com/office/drawing/2014/main" id="{CF5F8C3F-7AA4-2DE4-17AA-6E149F124676}"/>
              </a:ext>
              <a:ext uri="{C183D7F6-B498-43B3-948B-1728B52AA6E4}">
                <adec:decorative xmlns:adec="http://schemas.microsoft.com/office/drawing/2017/decorative" val="1"/>
              </a:ext>
            </a:extLst>
          </p:cNvPr>
          <p:cNvCxnSpPr>
            <a:cxnSpLocks/>
          </p:cNvCxnSpPr>
          <p:nvPr/>
        </p:nvCxnSpPr>
        <p:spPr>
          <a:xfrm>
            <a:off x="971367" y="2294468"/>
            <a:ext cx="10273522" cy="0"/>
          </a:xfrm>
          <a:prstGeom prst="line">
            <a:avLst/>
          </a:prstGeom>
          <a:ln w="15875" cap="sq" cmpd="sng">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57202F62-98D0-9235-996A-2E9BD101C266}"/>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2B90D3F3-624B-720C-6FE9-5EB694C35521}"/>
              </a:ext>
            </a:extLst>
          </p:cNvPr>
          <p:cNvSpPr>
            <a:spLocks noGrp="1"/>
          </p:cNvSpPr>
          <p:nvPr>
            <p:ph type="sldNum" sz="quarter" idx="10"/>
          </p:nvPr>
        </p:nvSpPr>
        <p:spPr/>
        <p:txBody>
          <a:bodyPr/>
          <a:lstStyle/>
          <a:p>
            <a:fld id="{BC0F0449-EF10-3E4D-894D-3DE10CF4206D}" type="slidenum">
              <a:rPr lang="en-US" smtClean="0"/>
              <a:pPr/>
              <a:t>10</a:t>
            </a:fld>
            <a:endParaRPr lang="en-US" dirty="0"/>
          </a:p>
        </p:txBody>
      </p:sp>
    </p:spTree>
    <p:extLst>
      <p:ext uri="{BB962C8B-B14F-4D97-AF65-F5344CB8AC3E}">
        <p14:creationId xmlns:p14="http://schemas.microsoft.com/office/powerpoint/2010/main" val="201165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3D716-38C2-4B52-4595-F3CB7AB1F60D}"/>
              </a:ext>
            </a:extLst>
          </p:cNvPr>
          <p:cNvSpPr>
            <a:spLocks noGrp="1"/>
          </p:cNvSpPr>
          <p:nvPr>
            <p:ph type="title"/>
          </p:nvPr>
        </p:nvSpPr>
        <p:spPr/>
        <p:txBody>
          <a:bodyPr/>
          <a:lstStyle/>
          <a:p>
            <a:r>
              <a:rPr lang="en-US" dirty="0"/>
              <a:t>Areas of focus</a:t>
            </a:r>
          </a:p>
        </p:txBody>
      </p:sp>
      <p:sp>
        <p:nvSpPr>
          <p:cNvPr id="8" name="Text Placeholder 7">
            <a:extLst>
              <a:ext uri="{FF2B5EF4-FFF2-40B4-BE49-F238E27FC236}">
                <a16:creationId xmlns:a16="http://schemas.microsoft.com/office/drawing/2014/main" id="{314E9B28-7FE6-B429-330A-2341E57F1C44}"/>
              </a:ext>
            </a:extLst>
          </p:cNvPr>
          <p:cNvSpPr>
            <a:spLocks noGrp="1"/>
          </p:cNvSpPr>
          <p:nvPr>
            <p:ph type="body" idx="1"/>
          </p:nvPr>
        </p:nvSpPr>
        <p:spPr/>
        <p:txBody>
          <a:bodyPr/>
          <a:lstStyle/>
          <a:p>
            <a:r>
              <a:rPr lang="en-US" dirty="0"/>
              <a:t>B2B MARKET SCENARIOS</a:t>
            </a:r>
          </a:p>
        </p:txBody>
      </p:sp>
      <p:sp>
        <p:nvSpPr>
          <p:cNvPr id="9" name="Content Placeholder 8">
            <a:extLst>
              <a:ext uri="{FF2B5EF4-FFF2-40B4-BE49-F238E27FC236}">
                <a16:creationId xmlns:a16="http://schemas.microsoft.com/office/drawing/2014/main" id="{5F2AB59A-9C75-72C2-A712-0378A92C897F}"/>
              </a:ext>
            </a:extLst>
          </p:cNvPr>
          <p:cNvSpPr>
            <a:spLocks noGrp="1"/>
          </p:cNvSpPr>
          <p:nvPr>
            <p:ph sz="half" idx="2"/>
          </p:nvPr>
        </p:nvSpPr>
        <p:spPr/>
        <p:txBody>
          <a:bodyPr/>
          <a:lstStyle/>
          <a:p>
            <a:r>
              <a:rPr lang="en-US" dirty="0"/>
              <a:t>Develop winning strategies to keep ahead of the competition</a:t>
            </a:r>
          </a:p>
          <a:p>
            <a:r>
              <a:rPr lang="en-US" dirty="0"/>
              <a:t>Capitalize </a:t>
            </a:r>
            <a:r>
              <a:rPr lang="en-US"/>
              <a:t>on low-hanging </a:t>
            </a:r>
            <a:r>
              <a:rPr lang="en-US" dirty="0"/>
              <a:t>fruit to identify a ballpark value</a:t>
            </a:r>
          </a:p>
          <a:p>
            <a:r>
              <a:rPr lang="en-US" dirty="0"/>
              <a:t>Visualize customer directed convergence</a:t>
            </a:r>
          </a:p>
          <a:p>
            <a:endParaRPr lang="en-US" dirty="0"/>
          </a:p>
        </p:txBody>
      </p:sp>
      <p:sp>
        <p:nvSpPr>
          <p:cNvPr id="10" name="Text Placeholder 9">
            <a:extLst>
              <a:ext uri="{FF2B5EF4-FFF2-40B4-BE49-F238E27FC236}">
                <a16:creationId xmlns:a16="http://schemas.microsoft.com/office/drawing/2014/main" id="{3D0831BA-17C0-FE05-F651-08DB1257FD44}"/>
              </a:ext>
            </a:extLst>
          </p:cNvPr>
          <p:cNvSpPr>
            <a:spLocks noGrp="1"/>
          </p:cNvSpPr>
          <p:nvPr>
            <p:ph type="body" sz="quarter" idx="3"/>
          </p:nvPr>
        </p:nvSpPr>
        <p:spPr/>
        <p:txBody>
          <a:bodyPr/>
          <a:lstStyle/>
          <a:p>
            <a:r>
              <a:rPr lang="en-US" dirty="0"/>
              <a:t>CLOUD-BASED OPPORTUNITIES</a:t>
            </a:r>
          </a:p>
        </p:txBody>
      </p:sp>
      <p:sp>
        <p:nvSpPr>
          <p:cNvPr id="11" name="Content Placeholder 10">
            <a:extLst>
              <a:ext uri="{FF2B5EF4-FFF2-40B4-BE49-F238E27FC236}">
                <a16:creationId xmlns:a16="http://schemas.microsoft.com/office/drawing/2014/main" id="{870CE918-6A89-4B47-D960-C117025FF6CB}"/>
              </a:ext>
            </a:extLst>
          </p:cNvPr>
          <p:cNvSpPr>
            <a:spLocks noGrp="1"/>
          </p:cNvSpPr>
          <p:nvPr>
            <p:ph sz="quarter" idx="4"/>
          </p:nvPr>
        </p:nvSpPr>
        <p:spPr/>
        <p:txBody>
          <a:bodyPr/>
          <a:lstStyle/>
          <a:p>
            <a:r>
              <a:rPr lang="en-US" dirty="0"/>
              <a:t>Iterative approaches to corporate strategy</a:t>
            </a:r>
          </a:p>
          <a:p>
            <a:r>
              <a:rPr lang="en-US" dirty="0"/>
              <a:t>Establish a management framework from the inside</a:t>
            </a:r>
          </a:p>
          <a:p>
            <a:endParaRPr lang="en-US" dirty="0"/>
          </a:p>
        </p:txBody>
      </p:sp>
      <p:sp>
        <p:nvSpPr>
          <p:cNvPr id="3" name="Footer Placeholder 2">
            <a:extLst>
              <a:ext uri="{FF2B5EF4-FFF2-40B4-BE49-F238E27FC236}">
                <a16:creationId xmlns:a16="http://schemas.microsoft.com/office/drawing/2014/main" id="{6CEDB43A-63E6-C816-959B-E176D7517CFF}"/>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DAA6B0B-6F70-0473-E59E-D53FA749FA29}"/>
              </a:ext>
            </a:extLst>
          </p:cNvPr>
          <p:cNvSpPr>
            <a:spLocks noGrp="1"/>
          </p:cNvSpPr>
          <p:nvPr>
            <p:ph type="sldNum" sz="quarter" idx="10"/>
          </p:nvPr>
        </p:nvSpPr>
        <p:spPr/>
        <p:txBody>
          <a:bodyPr/>
          <a:lstStyle/>
          <a:p>
            <a:fld id="{BC0F0449-EF10-3E4D-894D-3DE10CF4206D}" type="slidenum">
              <a:rPr lang="en-US" smtClean="0"/>
              <a:pPr/>
              <a:t>11</a:t>
            </a:fld>
            <a:endParaRPr lang="en-US" dirty="0"/>
          </a:p>
        </p:txBody>
      </p:sp>
    </p:spTree>
    <p:extLst>
      <p:ext uri="{BB962C8B-B14F-4D97-AF65-F5344CB8AC3E}">
        <p14:creationId xmlns:p14="http://schemas.microsoft.com/office/powerpoint/2010/main" val="183959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A80AC7-AF38-7287-BCD5-413814E1A685}"/>
              </a:ext>
            </a:extLst>
          </p:cNvPr>
          <p:cNvSpPr>
            <a:spLocks noGrp="1"/>
          </p:cNvSpPr>
          <p:nvPr>
            <p:ph type="title"/>
          </p:nvPr>
        </p:nvSpPr>
        <p:spPr/>
        <p:txBody>
          <a:bodyPr/>
          <a:lstStyle/>
          <a:p>
            <a:r>
              <a:rPr lang="en-US" dirty="0"/>
              <a:t>How we get there</a:t>
            </a:r>
          </a:p>
        </p:txBody>
      </p:sp>
      <p:sp>
        <p:nvSpPr>
          <p:cNvPr id="2" name="Text Placeholder 1">
            <a:extLst>
              <a:ext uri="{FF2B5EF4-FFF2-40B4-BE49-F238E27FC236}">
                <a16:creationId xmlns:a16="http://schemas.microsoft.com/office/drawing/2014/main" id="{78112977-E8D4-634A-290F-CD18B41E9493}"/>
              </a:ext>
            </a:extLst>
          </p:cNvPr>
          <p:cNvSpPr>
            <a:spLocks noGrp="1"/>
          </p:cNvSpPr>
          <p:nvPr>
            <p:ph type="body" idx="1"/>
          </p:nvPr>
        </p:nvSpPr>
        <p:spPr/>
        <p:txBody>
          <a:bodyPr/>
          <a:lstStyle/>
          <a:p>
            <a:pPr lvl="0"/>
            <a:r>
              <a:rPr lang="en-US" dirty="0"/>
              <a:t>ROI</a:t>
            </a:r>
          </a:p>
        </p:txBody>
      </p:sp>
      <p:sp>
        <p:nvSpPr>
          <p:cNvPr id="3" name="Content Placeholder 2">
            <a:extLst>
              <a:ext uri="{FF2B5EF4-FFF2-40B4-BE49-F238E27FC236}">
                <a16:creationId xmlns:a16="http://schemas.microsoft.com/office/drawing/2014/main" id="{2174649C-CBA1-11ED-AB13-C8B9665E1FAA}"/>
              </a:ext>
            </a:extLst>
          </p:cNvPr>
          <p:cNvSpPr>
            <a:spLocks noGrp="1"/>
          </p:cNvSpPr>
          <p:nvPr>
            <p:ph sz="half" idx="2"/>
          </p:nvPr>
        </p:nvSpPr>
        <p:spPr/>
        <p:txBody>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p:txBody>
      </p:sp>
      <p:sp>
        <p:nvSpPr>
          <p:cNvPr id="4" name="Text Placeholder 3">
            <a:extLst>
              <a:ext uri="{FF2B5EF4-FFF2-40B4-BE49-F238E27FC236}">
                <a16:creationId xmlns:a16="http://schemas.microsoft.com/office/drawing/2014/main" id="{85A47A93-6E90-0CA6-8F25-0E66CB3F3EC9}"/>
              </a:ext>
            </a:extLst>
          </p:cNvPr>
          <p:cNvSpPr>
            <a:spLocks noGrp="1"/>
          </p:cNvSpPr>
          <p:nvPr>
            <p:ph type="body" sz="quarter" idx="3"/>
          </p:nvPr>
        </p:nvSpPr>
        <p:spPr/>
        <p:txBody>
          <a:bodyPr/>
          <a:lstStyle/>
          <a:p>
            <a:r>
              <a:rPr lang="en-US" dirty="0"/>
              <a:t>NICHE MARKETS</a:t>
            </a:r>
          </a:p>
        </p:txBody>
      </p:sp>
      <p:sp>
        <p:nvSpPr>
          <p:cNvPr id="5" name="Content Placeholder 4">
            <a:extLst>
              <a:ext uri="{FF2B5EF4-FFF2-40B4-BE49-F238E27FC236}">
                <a16:creationId xmlns:a16="http://schemas.microsoft.com/office/drawing/2014/main" id="{EA4E5B59-B3E7-9A21-3ACF-DA31CFEF2AD0}"/>
              </a:ext>
            </a:extLst>
          </p:cNvPr>
          <p:cNvSpPr>
            <a:spLocks noGrp="1"/>
          </p:cNvSpPr>
          <p:nvPr>
            <p:ph sz="quarter" idx="4"/>
          </p:nvPr>
        </p:nvSpPr>
        <p:spPr/>
        <p:txBody>
          <a:bodyPr/>
          <a:lstStyle/>
          <a:p>
            <a:r>
              <a:rPr lang="en-US" dirty="0"/>
              <a:t>Pursue scalable customer service through sustainable strategies​</a:t>
            </a:r>
          </a:p>
          <a:p>
            <a:r>
              <a:rPr lang="en-US" dirty="0"/>
              <a:t>Engage top-line web services with cutting-edge deliverables</a:t>
            </a:r>
          </a:p>
          <a:p>
            <a:endParaRPr lang="en-US" dirty="0"/>
          </a:p>
        </p:txBody>
      </p:sp>
      <p:sp>
        <p:nvSpPr>
          <p:cNvPr id="7" name="Text Placeholder 6">
            <a:extLst>
              <a:ext uri="{FF2B5EF4-FFF2-40B4-BE49-F238E27FC236}">
                <a16:creationId xmlns:a16="http://schemas.microsoft.com/office/drawing/2014/main" id="{942989E4-1C92-2B34-AB7D-944073EA91FC}"/>
              </a:ext>
            </a:extLst>
          </p:cNvPr>
          <p:cNvSpPr>
            <a:spLocks noGrp="1"/>
          </p:cNvSpPr>
          <p:nvPr>
            <p:ph type="body" sz="quarter" idx="12"/>
          </p:nvPr>
        </p:nvSpPr>
        <p:spPr/>
        <p:txBody>
          <a:bodyPr/>
          <a:lstStyle/>
          <a:p>
            <a:r>
              <a:rPr lang="en-US" dirty="0"/>
              <a:t>SUPPLY CHAINS</a:t>
            </a:r>
          </a:p>
        </p:txBody>
      </p:sp>
      <p:sp>
        <p:nvSpPr>
          <p:cNvPr id="8" name="Content Placeholder 7">
            <a:extLst>
              <a:ext uri="{FF2B5EF4-FFF2-40B4-BE49-F238E27FC236}">
                <a16:creationId xmlns:a16="http://schemas.microsoft.com/office/drawing/2014/main" id="{2D32E792-2E65-E515-4DC4-6F99AF752B1D}"/>
              </a:ext>
            </a:extLst>
          </p:cNvPr>
          <p:cNvSpPr>
            <a:spLocks noGrp="1"/>
          </p:cNvSpPr>
          <p:nvPr>
            <p:ph sz="quarter" idx="13"/>
          </p:nvPr>
        </p:nvSpPr>
        <p:spPr/>
        <p:txBody>
          <a:bodyPr/>
          <a:lstStyle/>
          <a:p>
            <a:r>
              <a:rPr lang="en-US" dirty="0"/>
              <a:t>Cultivate one-to-one customer service with robust ideas​</a:t>
            </a:r>
          </a:p>
          <a:p>
            <a:r>
              <a:rPr lang="en-US" dirty="0"/>
              <a:t>Maximize timely deliverables for real-time schemas</a:t>
            </a:r>
          </a:p>
          <a:p>
            <a:endParaRPr lang="en-US" dirty="0"/>
          </a:p>
        </p:txBody>
      </p:sp>
      <p:sp>
        <p:nvSpPr>
          <p:cNvPr id="16" name="Footer Placeholder 15">
            <a:extLst>
              <a:ext uri="{FF2B5EF4-FFF2-40B4-BE49-F238E27FC236}">
                <a16:creationId xmlns:a16="http://schemas.microsoft.com/office/drawing/2014/main" id="{5D1B7B9C-13B9-79F1-2B78-B603D23C90DD}"/>
              </a:ext>
            </a:extLst>
          </p:cNvPr>
          <p:cNvSpPr>
            <a:spLocks noGrp="1"/>
          </p:cNvSpPr>
          <p:nvPr>
            <p:ph type="ftr" sz="quarter" idx="11"/>
          </p:nvPr>
        </p:nvSpPr>
        <p:spPr/>
        <p:txBody>
          <a:bodyPr/>
          <a:lstStyle/>
          <a:p>
            <a:r>
              <a:rPr lang="en-US" dirty="0"/>
              <a:t>Presentation title</a:t>
            </a:r>
          </a:p>
        </p:txBody>
      </p:sp>
      <p:sp>
        <p:nvSpPr>
          <p:cNvPr id="17" name="Slide Number Placeholder 16">
            <a:extLst>
              <a:ext uri="{FF2B5EF4-FFF2-40B4-BE49-F238E27FC236}">
                <a16:creationId xmlns:a16="http://schemas.microsoft.com/office/drawing/2014/main" id="{46AFC68A-D6EE-4A98-CB34-51D0ABF7CC97}"/>
              </a:ext>
            </a:extLst>
          </p:cNvPr>
          <p:cNvSpPr>
            <a:spLocks noGrp="1"/>
          </p:cNvSpPr>
          <p:nvPr>
            <p:ph type="sldNum" sz="quarter" idx="10"/>
          </p:nvPr>
        </p:nvSpPr>
        <p:spPr/>
        <p:txBody>
          <a:bodyPr/>
          <a:lstStyle/>
          <a:p>
            <a:fld id="{BC0F0449-EF10-3E4D-894D-3DE10CF4206D}" type="slidenum">
              <a:rPr lang="en-US" smtClean="0"/>
              <a:pPr/>
              <a:t>12</a:t>
            </a:fld>
            <a:endParaRPr lang="en-US" dirty="0"/>
          </a:p>
        </p:txBody>
      </p:sp>
    </p:spTree>
    <p:extLst>
      <p:ext uri="{BB962C8B-B14F-4D97-AF65-F5344CB8AC3E}">
        <p14:creationId xmlns:p14="http://schemas.microsoft.com/office/powerpoint/2010/main" val="2226611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9C3144-3F92-12F3-FE8C-028E8EB17163}"/>
              </a:ext>
            </a:extLst>
          </p:cNvPr>
          <p:cNvSpPr>
            <a:spLocks noGrp="1"/>
          </p:cNvSpPr>
          <p:nvPr>
            <p:ph type="body" sz="quarter" idx="17"/>
          </p:nvPr>
        </p:nvSpPr>
        <p:spPr/>
        <p:txBody>
          <a:bodyPr/>
          <a:lstStyle/>
          <a:p>
            <a:r>
              <a:rPr lang="en-US" sz="13800" b="1" dirty="0">
                <a:solidFill>
                  <a:schemeClr val="accent4">
                    <a:lumMod val="75000"/>
                  </a:schemeClr>
                </a:solidFill>
                <a:latin typeface="Bodoni MT" panose="02070606080606020203" pitchFamily="18" charset="77"/>
              </a:rPr>
              <a:t>SUMMARY</a:t>
            </a:r>
            <a:endParaRPr lang="en-US" dirty="0"/>
          </a:p>
        </p:txBody>
      </p:sp>
      <p:sp>
        <p:nvSpPr>
          <p:cNvPr id="3" name="Title 2">
            <a:extLst>
              <a:ext uri="{FF2B5EF4-FFF2-40B4-BE49-F238E27FC236}">
                <a16:creationId xmlns:a16="http://schemas.microsoft.com/office/drawing/2014/main" id="{EC1F0631-990B-017C-AD3F-BB24153274FE}"/>
              </a:ext>
            </a:extLst>
          </p:cNvPr>
          <p:cNvSpPr>
            <a:spLocks noGrp="1"/>
          </p:cNvSpPr>
          <p:nvPr>
            <p:ph type="title"/>
          </p:nvPr>
        </p:nvSpPr>
        <p:spPr/>
        <p:txBody>
          <a:bodyPr/>
          <a:lstStyle/>
          <a:p>
            <a:r>
              <a:rPr lang="en-US" sz="13800" b="1" dirty="0">
                <a:solidFill>
                  <a:schemeClr val="accent4">
                    <a:lumMod val="75000"/>
                  </a:schemeClr>
                </a:solidFill>
                <a:latin typeface="Bodoni MT" panose="02070606080606020203" pitchFamily="18" charset="77"/>
              </a:rPr>
              <a:t>SUMMARY</a:t>
            </a:r>
            <a:endParaRPr lang="en-US" dirty="0"/>
          </a:p>
        </p:txBody>
      </p:sp>
      <p:sp>
        <p:nvSpPr>
          <p:cNvPr id="4" name="Text Placeholder 3">
            <a:extLst>
              <a:ext uri="{FF2B5EF4-FFF2-40B4-BE49-F238E27FC236}">
                <a16:creationId xmlns:a16="http://schemas.microsoft.com/office/drawing/2014/main" id="{F0B17D85-16DB-4D91-5D38-795163E5A670}"/>
              </a:ext>
            </a:extLst>
          </p:cNvPr>
          <p:cNvSpPr>
            <a:spLocks noGrp="1"/>
          </p:cNvSpPr>
          <p:nvPr>
            <p:ph type="body" sz="quarter" idx="13"/>
          </p:nvPr>
        </p:nvSpPr>
        <p:spPr/>
        <p:txBody>
          <a:bodyPr/>
          <a:lstStyle/>
          <a:p>
            <a:r>
              <a:rPr lang="en-US" b="0" i="0" u="none" strike="noStrike" dirty="0">
                <a:solidFill>
                  <a:schemeClr val="tx1">
                    <a:lumMod val="75000"/>
                    <a:lumOff val="25000"/>
                  </a:schemeClr>
                </a:solidFill>
                <a:effectLst/>
                <a:latin typeface="Avenir Next LT Pro" panose="020B0504020202020204" pitchFamily="34" charset="77"/>
              </a:rPr>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r>
              <a:rPr lang="en-US" b="0" i="0" dirty="0">
                <a:solidFill>
                  <a:schemeClr val="tx1">
                    <a:lumMod val="75000"/>
                    <a:lumOff val="25000"/>
                  </a:schemeClr>
                </a:solidFill>
                <a:effectLst/>
                <a:latin typeface="Avenir Next LT Pro" panose="020B0504020202020204" pitchFamily="34" charset="77"/>
              </a:rPr>
              <a:t>​</a:t>
            </a:r>
          </a:p>
        </p:txBody>
      </p:sp>
      <p:sp>
        <p:nvSpPr>
          <p:cNvPr id="5" name="Footer Placeholder 4">
            <a:extLst>
              <a:ext uri="{FF2B5EF4-FFF2-40B4-BE49-F238E27FC236}">
                <a16:creationId xmlns:a16="http://schemas.microsoft.com/office/drawing/2014/main" id="{6595FE26-D488-1F2B-D432-00FD6B334ED0}"/>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E9533AA5-C126-DFD3-EA44-A4744DDD59A0}"/>
              </a:ext>
            </a:extLst>
          </p:cNvPr>
          <p:cNvSpPr>
            <a:spLocks noGrp="1"/>
          </p:cNvSpPr>
          <p:nvPr>
            <p:ph type="sldNum" sz="quarter" idx="10"/>
          </p:nvPr>
        </p:nvSpPr>
        <p:spPr/>
        <p:txBody>
          <a:bodyPr/>
          <a:lstStyle/>
          <a:p>
            <a:fld id="{BC0F0449-EF10-3E4D-894D-3DE10CF4206D}" type="slidenum">
              <a:rPr lang="en-US" smtClean="0"/>
              <a:pPr/>
              <a:t>13</a:t>
            </a:fld>
            <a:endParaRPr lang="en-US" dirty="0"/>
          </a:p>
        </p:txBody>
      </p:sp>
    </p:spTree>
    <p:extLst>
      <p:ext uri="{BB962C8B-B14F-4D97-AF65-F5344CB8AC3E}">
        <p14:creationId xmlns:p14="http://schemas.microsoft.com/office/powerpoint/2010/main" val="819511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9E7504-A822-8D32-FB21-6E5C86630C87}"/>
              </a:ext>
            </a:extLst>
          </p:cNvPr>
          <p:cNvSpPr>
            <a:spLocks noGrp="1"/>
          </p:cNvSpPr>
          <p:nvPr>
            <p:ph type="ctrTitle"/>
          </p:nvPr>
        </p:nvSpPr>
        <p:spPr/>
        <p:txBody>
          <a:bodyPr/>
          <a:lstStyle/>
          <a:p>
            <a:r>
              <a:rPr lang="en-US" sz="13800" b="1" dirty="0">
                <a:solidFill>
                  <a:schemeClr val="tx1">
                    <a:lumMod val="75000"/>
                    <a:lumOff val="25000"/>
                  </a:schemeClr>
                </a:solidFill>
                <a:latin typeface="Bodoni MT" panose="02070606080606020203" pitchFamily="18" charset="77"/>
              </a:rPr>
              <a:t>THANK</a:t>
            </a:r>
            <a:endParaRPr lang="en-US" dirty="0"/>
          </a:p>
        </p:txBody>
      </p:sp>
      <p:sp>
        <p:nvSpPr>
          <p:cNvPr id="5" name="Text Placeholder 4">
            <a:extLst>
              <a:ext uri="{FF2B5EF4-FFF2-40B4-BE49-F238E27FC236}">
                <a16:creationId xmlns:a16="http://schemas.microsoft.com/office/drawing/2014/main" id="{F4166225-7300-EC8A-12B0-C29B3D59880D}"/>
              </a:ext>
            </a:extLst>
          </p:cNvPr>
          <p:cNvSpPr>
            <a:spLocks noGrp="1"/>
          </p:cNvSpPr>
          <p:nvPr>
            <p:ph type="body" sz="quarter" idx="11"/>
          </p:nvPr>
        </p:nvSpPr>
        <p:spPr/>
        <p:txBody>
          <a:bodyPr/>
          <a:lstStyle/>
          <a:p>
            <a:pPr algn="l"/>
            <a:r>
              <a:rPr lang="en-US" sz="13800" b="1" i="1" dirty="0">
                <a:solidFill>
                  <a:schemeClr val="tx1">
                    <a:lumMod val="75000"/>
                    <a:lumOff val="25000"/>
                  </a:schemeClr>
                </a:solidFill>
                <a:latin typeface="Bodoni MT" panose="02070606080606020203" pitchFamily="18" charset="77"/>
              </a:rPr>
              <a:t>YOU</a:t>
            </a:r>
            <a:endParaRPr lang="en-US" sz="11500" b="1" i="1" dirty="0">
              <a:solidFill>
                <a:schemeClr val="tx1">
                  <a:lumMod val="75000"/>
                  <a:lumOff val="25000"/>
                </a:schemeClr>
              </a:solidFill>
              <a:latin typeface="Bodoni MT" panose="02070606080606020203" pitchFamily="18" charset="77"/>
            </a:endParaRPr>
          </a:p>
        </p:txBody>
      </p:sp>
      <p:sp>
        <p:nvSpPr>
          <p:cNvPr id="4" name="Subtitle 3">
            <a:extLst>
              <a:ext uri="{FF2B5EF4-FFF2-40B4-BE49-F238E27FC236}">
                <a16:creationId xmlns:a16="http://schemas.microsoft.com/office/drawing/2014/main" id="{FC500F29-FD47-8A47-7330-3D43A023FF1F}"/>
              </a:ext>
            </a:extLst>
          </p:cNvPr>
          <p:cNvSpPr>
            <a:spLocks noGrp="1"/>
          </p:cNvSpPr>
          <p:nvPr>
            <p:ph type="subTitle" idx="1"/>
          </p:nvPr>
        </p:nvSpPr>
        <p:spPr/>
        <p:txBody>
          <a:bodyPr/>
          <a:lstStyle/>
          <a:p>
            <a:pPr algn="l"/>
            <a:r>
              <a:rPr lang="en-US" dirty="0">
                <a:solidFill>
                  <a:schemeClr val="tx1">
                    <a:lumMod val="75000"/>
                    <a:lumOff val="25000"/>
                  </a:schemeClr>
                </a:solidFill>
                <a:latin typeface="Avenir Next LT Pro" panose="020B0504020202020204" pitchFamily="34" charset="77"/>
              </a:rPr>
              <a:t>Mirjam Nilsson</a:t>
            </a:r>
          </a:p>
          <a:p>
            <a:pPr algn="l"/>
            <a:r>
              <a:rPr lang="en-US" dirty="0">
                <a:latin typeface="Avenir Next LT Pro" panose="020B0504020202020204" pitchFamily="34" charset="77"/>
                <a:hlinkClick r:id="rId2"/>
              </a:rPr>
              <a:t>mirjam@contoso.com</a:t>
            </a:r>
            <a:endParaRPr lang="en-US" dirty="0">
              <a:latin typeface="Avenir Next LT Pro" panose="020B0504020202020204" pitchFamily="34" charset="77"/>
            </a:endParaRPr>
          </a:p>
          <a:p>
            <a:pPr algn="l"/>
            <a:r>
              <a:rPr lang="en-US" dirty="0">
                <a:solidFill>
                  <a:schemeClr val="tx1">
                    <a:lumMod val="75000"/>
                    <a:lumOff val="25000"/>
                  </a:schemeClr>
                </a:solidFill>
                <a:latin typeface="Avenir Next LT Pro" panose="020B0504020202020204" pitchFamily="34" charset="77"/>
              </a:rPr>
              <a:t>www.contoso.com</a:t>
            </a:r>
          </a:p>
        </p:txBody>
      </p:sp>
      <p:pic>
        <p:nvPicPr>
          <p:cNvPr id="9" name="Picture Placeholder 8" descr="Person walking on steps">
            <a:extLst>
              <a:ext uri="{FF2B5EF4-FFF2-40B4-BE49-F238E27FC236}">
                <a16:creationId xmlns:a16="http://schemas.microsoft.com/office/drawing/2014/main" id="{05A44911-5ED6-9870-A087-4FC2B11BA82E}"/>
              </a:ext>
            </a:extLst>
          </p:cNvPr>
          <p:cNvPicPr>
            <a:picLocks noGrp="1" noChangeAspect="1"/>
          </p:cNvPicPr>
          <p:nvPr>
            <p:ph type="pic" sz="quarter" idx="10"/>
          </p:nvPr>
        </p:nvPicPr>
        <p:blipFill>
          <a:blip r:embed="rId3"/>
          <a:srcRect t="46" b="46"/>
          <a:stretch>
            <a:fillRect/>
          </a:stretch>
        </p:blipFill>
        <p:spPr>
          <a:prstGeom prst="rect">
            <a:avLst/>
          </a:prstGeom>
        </p:spPr>
      </p:pic>
      <p:pic>
        <p:nvPicPr>
          <p:cNvPr id="8" name="Picture Placeholder 7" descr="Light reflection on water">
            <a:extLst>
              <a:ext uri="{FF2B5EF4-FFF2-40B4-BE49-F238E27FC236}">
                <a16:creationId xmlns:a16="http://schemas.microsoft.com/office/drawing/2014/main" id="{38B6D85B-92FB-EE63-76D0-30C6568EC316}"/>
              </a:ext>
            </a:extLst>
          </p:cNvPr>
          <p:cNvPicPr>
            <a:picLocks noGrp="1" noChangeAspect="1"/>
          </p:cNvPicPr>
          <p:nvPr>
            <p:ph type="pic" sz="quarter" idx="12"/>
          </p:nvPr>
        </p:nvPicPr>
        <p:blipFill>
          <a:blip r:embed="rId4"/>
          <a:srcRect t="240" b="240"/>
          <a:stretch>
            <a:fillRect/>
          </a:stretch>
        </p:blipFill>
        <p:spPr>
          <a:prstGeom prst="rect">
            <a:avLst/>
          </a:prstGeom>
        </p:spPr>
      </p:pic>
      <p:cxnSp>
        <p:nvCxnSpPr>
          <p:cNvPr id="7" name="Straight Connector 6">
            <a:extLst>
              <a:ext uri="{FF2B5EF4-FFF2-40B4-BE49-F238E27FC236}">
                <a16:creationId xmlns:a16="http://schemas.microsoft.com/office/drawing/2014/main" id="{3408A721-3F05-2984-FC02-8CE14FFF8FE8}"/>
              </a:ext>
              <a:ext uri="{C183D7F6-B498-43B3-948B-1728B52AA6E4}">
                <adec:decorative xmlns:adec="http://schemas.microsoft.com/office/drawing/2017/decorative" val="1"/>
              </a:ext>
            </a:extLst>
          </p:cNvPr>
          <p:cNvCxnSpPr>
            <a:cxnSpLocks/>
          </p:cNvCxnSpPr>
          <p:nvPr/>
        </p:nvCxnSpPr>
        <p:spPr>
          <a:xfrm>
            <a:off x="10884166" y="0"/>
            <a:ext cx="0" cy="411480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4051586"/>
      </p:ext>
    </p:extLst>
  </p:cSld>
  <p:clrMapOvr>
    <a:masterClrMapping/>
  </p:clrMapOvr>
</p:sld>
</file>

<file path=ppt/theme/theme1.xml><?xml version="1.0" encoding="utf-8"?>
<a:theme xmlns:a="http://schemas.openxmlformats.org/drawingml/2006/main" name="Office Theme">
  <a:themeElements>
    <a:clrScheme name="Custom 51">
      <a:dk1>
        <a:srgbClr val="010101"/>
      </a:dk1>
      <a:lt1>
        <a:srgbClr val="FFFFFF"/>
      </a:lt1>
      <a:dk2>
        <a:srgbClr val="F9987F"/>
      </a:dk2>
      <a:lt2>
        <a:srgbClr val="E6E3E5"/>
      </a:lt2>
      <a:accent1>
        <a:srgbClr val="E4E1DB"/>
      </a:accent1>
      <a:accent2>
        <a:srgbClr val="C08D80"/>
      </a:accent2>
      <a:accent3>
        <a:srgbClr val="D3B9AA"/>
      </a:accent3>
      <a:accent4>
        <a:srgbClr val="C17250"/>
      </a:accent4>
      <a:accent5>
        <a:srgbClr val="6F4838"/>
      </a:accent5>
      <a:accent6>
        <a:srgbClr val="9F5700"/>
      </a:accent6>
      <a:hlink>
        <a:srgbClr val="9F5700"/>
      </a:hlink>
      <a:folHlink>
        <a:srgbClr val="BF8C7F"/>
      </a:folHlink>
    </a:clrScheme>
    <a:fontScheme name="Custom 42">
      <a:majorFont>
        <a:latin typeface="Bodoni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8DECC2-4004-45B0-9152-E844B904755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33CA24C-CD06-4FED-9400-8722D47B2DE8}">
  <ds:schemaRefs>
    <ds:schemaRef ds:uri="http://schemas.microsoft.com/sharepoint/v3/contenttype/forms"/>
  </ds:schemaRefs>
</ds:datastoreItem>
</file>

<file path=customXml/itemProps3.xml><?xml version="1.0" encoding="utf-8"?>
<ds:datastoreItem xmlns:ds="http://schemas.openxmlformats.org/officeDocument/2006/customXml" ds:itemID="{2D7B06D1-7850-46BB-A9CE-FFFBBA2716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TM00089993</Template>
  <TotalTime>0</TotalTime>
  <Words>427</Words>
  <Application>Microsoft Office PowerPoint</Application>
  <PresentationFormat>Widescreen</PresentationFormat>
  <Paragraphs>137</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PRESENTATION</vt:lpstr>
      <vt:lpstr>Agenda</vt:lpstr>
      <vt:lpstr>INTRODUCTION</vt:lpstr>
      <vt:lpstr>PRIMARY</vt:lpstr>
      <vt:lpstr>Areas of growth</vt:lpstr>
      <vt:lpstr>Success is the sum of small efforts - repeated day in  and day out.</vt:lpstr>
      <vt:lpstr>Meet our team</vt:lpstr>
      <vt:lpstr>Meet our extended team</vt:lpstr>
      <vt:lpstr>Plan for product launch</vt:lpstr>
      <vt:lpstr>Timeline</vt:lpstr>
      <vt:lpstr>Areas of focus</vt:lpstr>
      <vt:lpstr>How we get there</vt:lpstr>
      <vt:lpstr>SUMMARY</vt:lpstr>
      <vt:lpstr>THANK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2026-07-16T06:05:43Z</dcterms:created>
  <dcterms:modified xsi:type="dcterms:W3CDTF">2026-07-16T06:05:45Z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