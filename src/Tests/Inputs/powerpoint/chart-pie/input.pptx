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C1-4AF4-BA69-3E7C446704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9BB7-970E-BC3A-038E-9FA75CAA0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37B05-BF46-880B-AE23-03366406F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F4BB0-1E62-FA63-C4B8-49D8459C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03417-56B1-AA06-55BE-5D0F10F30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AC34A-711E-B869-3CC8-0E4FEA20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513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C88F-FA52-9B97-477E-BF0EE1D0D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11114-EF2D-5085-8A92-AC4E9B8F6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3E43B-6480-CE40-7DC2-93756C17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31627-4C78-2E10-8BDF-E8C8CD31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7129D-1B9F-9CD9-7521-098D8EE3E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8573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0B60-E0C3-C375-9C19-E7DFDDDED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E2B62-B0F3-B544-76E2-5CE55B7CF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7FFBD-2940-D345-EAC9-0F57154A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AC9D-503A-0285-0F89-01336007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26001-F569-428D-5D9D-3E0CFA7E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29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E85CF-14FC-284E-08DD-97B3EDEB1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2C3D2-8B1E-E1C2-EDDE-8DEB319A6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8EE24-205A-F498-8F64-5E6962537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0EF90-8857-3B18-577B-0563B3E63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373F6-5D42-B403-ADAC-81FC81869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38485-D4F5-E714-78BF-C99BF52F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4425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3917-E51D-D75A-2822-B4B7AC076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EC9C7-C6EC-4656-D2AD-A688939A8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44276-C976-31A6-1F0E-BA70C5ED0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DF645-AA3B-2BC8-9144-C41EE1730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875A7-6272-2739-2810-0D1412EFF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4FF765-2E5C-F892-1BFF-EC8E9671D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EB0220-455D-1F97-498F-67652384D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8599E-AC2D-6943-4FFA-1C80C5D9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1247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630B-5A62-5AA1-B89F-9AFEA9E8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4CD41-854E-5A78-F7EF-7DF434CB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74FCB2-EB43-1692-E099-B23FAD30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57EC8-5E08-8B84-AB81-023179046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1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50F0CB-1C71-A20A-3F34-90D1CD81C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D4ABC-BAA8-E8CB-F736-AC7A8E30E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5D2A6-1476-CA67-87B6-6363D058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6325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C11E-7BE4-422A-042E-B212E94AF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66C28-85D3-296D-FD8F-259A031E7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45476-62E0-D408-F3E8-9F7473FF4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B5E7F-FB0A-6F29-E985-A24F223E6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2C85C-845C-2D90-BC1A-D861D699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FB714-0B89-8BEA-CB62-2CDFACC2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38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A6DA-CCEE-1AA9-2D79-06EB3F7B8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266924-4793-8160-3E96-4CA41CAA1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78060-0780-DD9E-CAD5-E874A6B27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AEB2D-0371-7A0A-078F-43E11541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A3547-EE44-86BF-8708-6488F319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7C291-903A-A516-7019-4B48008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77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5B33C-E0BF-2FFB-9816-18C99B70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3EA11-37F8-298D-DAE3-CF11B83E1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4516B-0668-E439-C212-A30B5352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953F-9265-0B5B-96F4-5026210F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ABFA-4E19-0E8C-1A8E-C78789A0B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55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EFFC4D-B0E6-8339-9BA9-20A4B3DBA8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185CA-7E31-8B29-F9D1-535D229D1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3E448-AF23-2B4A-DE32-D2D31ADD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3EA5A-DFF3-FFF4-3D37-DE374B51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4E725-C017-84BF-43DF-11183BDC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234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75CA5-D634-649A-A96F-F5B0A2970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2381E-D95B-20F5-94DD-B6B312296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F252-7999-349B-128F-946E67A61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23B2F-A624-4B8D-A593-D4CB3FFF37E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BF0A2-E94B-228F-2E73-10E196BD7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42047-53FA-3807-B998-06E455545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93A47-67B6-4F11-9CCE-F2EE74487F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7469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3E0B617-4BAA-040F-4FDC-672C37A86F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927260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07997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2026-10-25T21:44:11Z</dcterms:created>
  <dcterms:modified xsi:type="dcterms:W3CDTF">2026-10-25T21:44:11Z</dcterms:modified>
</cp:coreProperties>
</file>