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83" r:id="rId5"/>
    <p:sldId id="298" r:id="rId6"/>
    <p:sldId id="285" r:id="rId7"/>
    <p:sldId id="297" r:id="rId8"/>
    <p:sldId id="287" r:id="rId9"/>
    <p:sldId id="294" r:id="rId10"/>
    <p:sldId id="295" r:id="rId11"/>
    <p:sldId id="296" r:id="rId12"/>
    <p:sldId id="293" r:id="rId13"/>
    <p:sldId id="292" r:id="rId14"/>
    <p:sldId id="291" r:id="rId15"/>
    <p:sldId id="290" r:id="rId16"/>
    <p:sldId id="289" r:id="rId17"/>
    <p:sldId id="28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3A2F"/>
    <a:srgbClr val="474134"/>
    <a:srgbClr val="554D3D"/>
    <a:srgbClr val="595515"/>
    <a:srgbClr val="5A532C"/>
    <a:srgbClr val="5B542C"/>
    <a:srgbClr val="59522B"/>
    <a:srgbClr val="5D562D"/>
    <a:srgbClr val="655D31"/>
    <a:srgbClr val="6B6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27"/>
    <p:restoredTop sz="94879" autoAdjust="0"/>
  </p:normalViewPr>
  <p:slideViewPr>
    <p:cSldViewPr snapToGrid="0" showGuides="1">
      <p:cViewPr>
        <p:scale>
          <a:sx n="100" d="100"/>
          <a:sy n="100" d="100"/>
        </p:scale>
        <p:origin x="72" y="-1200"/>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26648-F114-4402-B049-AA57EA7F2020}"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2815FE-BC4D-474E-9AA3-6983BC3D8777}" type="slidenum">
              <a:rPr lang="en-US" smtClean="0"/>
              <a:t>‹#›</a:t>
            </a:fld>
            <a:endParaRPr lang="en-US"/>
          </a:p>
        </p:txBody>
      </p:sp>
    </p:spTree>
    <p:extLst>
      <p:ext uri="{BB962C8B-B14F-4D97-AF65-F5344CB8AC3E}">
        <p14:creationId xmlns:p14="http://schemas.microsoft.com/office/powerpoint/2010/main" val="3613559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0177DF1D-D731-86FC-22F9-00221AD8C227}"/>
              </a:ext>
            </a:extLst>
          </p:cNvPr>
          <p:cNvSpPr>
            <a:spLocks noGrp="1"/>
          </p:cNvSpPr>
          <p:nvPr>
            <p:ph type="pic" sz="quarter" idx="10"/>
          </p:nvPr>
        </p:nvSpPr>
        <p:spPr>
          <a:xfrm>
            <a:off x="1289143" y="440217"/>
            <a:ext cx="9613711" cy="2327086"/>
          </a:xfrm>
          <a:ln w="15875">
            <a:solidFill>
              <a:schemeClr val="accent1"/>
            </a:solidFill>
          </a:ln>
        </p:spPr>
        <p:txBody>
          <a:bodyPr anchor="ctr">
            <a:noAutofit/>
          </a:bodyPr>
          <a:lstStyle>
            <a:lvl1pPr marL="0" indent="0" algn="ctr">
              <a:buNone/>
              <a:defRPr>
                <a:solidFill>
                  <a:schemeClr val="accent1"/>
                </a:solidFill>
              </a:defRPr>
            </a:lvl1pPr>
          </a:lstStyle>
          <a:p>
            <a:endParaRPr lang="en-US" dirty="0"/>
          </a:p>
        </p:txBody>
      </p:sp>
      <p:sp>
        <p:nvSpPr>
          <p:cNvPr id="2" name="Title 1">
            <a:extLst>
              <a:ext uri="{FF2B5EF4-FFF2-40B4-BE49-F238E27FC236}">
                <a16:creationId xmlns:a16="http://schemas.microsoft.com/office/drawing/2014/main" id="{C7A4FE67-D925-EFE3-2BA5-C28DA7C030D8}"/>
              </a:ext>
            </a:extLst>
          </p:cNvPr>
          <p:cNvSpPr>
            <a:spLocks noGrp="1"/>
          </p:cNvSpPr>
          <p:nvPr>
            <p:ph type="ctrTitle"/>
          </p:nvPr>
        </p:nvSpPr>
        <p:spPr>
          <a:xfrm>
            <a:off x="1143000" y="3236976"/>
            <a:ext cx="6867144" cy="2386584"/>
          </a:xfrm>
        </p:spPr>
        <p:txBody>
          <a:bodyPr anchor="b">
            <a:noAutofit/>
          </a:bodyPr>
          <a:lstStyle>
            <a:lvl1pPr algn="l">
              <a:defRPr sz="66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33D58524-513B-3FD2-4ED0-CB0CA3A3DF58}"/>
              </a:ext>
            </a:extLst>
          </p:cNvPr>
          <p:cNvSpPr>
            <a:spLocks noGrp="1"/>
          </p:cNvSpPr>
          <p:nvPr>
            <p:ph type="subTitle" idx="1"/>
          </p:nvPr>
        </p:nvSpPr>
        <p:spPr>
          <a:xfrm>
            <a:off x="6327648" y="5971032"/>
            <a:ext cx="3776472" cy="530352"/>
          </a:xfrm>
        </p:spPr>
        <p:txBody>
          <a:bodyPr>
            <a:noAutofit/>
          </a:bodyPr>
          <a:lstStyle>
            <a:lvl1pPr marL="0" indent="0" algn="ctr">
              <a:buNone/>
              <a:defRPr sz="2000">
                <a:solidFill>
                  <a:schemeClr val="accent1"/>
                </a:solidFill>
                <a:latin typeface="Gill Sans MT" panose="020B03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8" name="Straight Connector 7">
            <a:extLst>
              <a:ext uri="{FF2B5EF4-FFF2-40B4-BE49-F238E27FC236}">
                <a16:creationId xmlns:a16="http://schemas.microsoft.com/office/drawing/2014/main" id="{AAA2A54F-058C-EF24-C892-91614AF2D7E8}"/>
              </a:ext>
            </a:extLst>
          </p:cNvPr>
          <p:cNvCxnSpPr>
            <a:cxnSpLocks/>
          </p:cNvCxnSpPr>
          <p:nvPr userDrawn="1"/>
        </p:nvCxnSpPr>
        <p:spPr>
          <a:xfrm flipV="1">
            <a:off x="398367"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A313A15-57C2-5BD9-DE2B-442792010C50}"/>
              </a:ext>
            </a:extLst>
          </p:cNvPr>
          <p:cNvCxnSpPr>
            <a:cxnSpLocks/>
          </p:cNvCxnSpPr>
          <p:nvPr userDrawn="1"/>
        </p:nvCxnSpPr>
        <p:spPr>
          <a:xfrm flipV="1">
            <a:off x="11793633"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D750DB-651A-3C95-E822-712897C2D5A4}"/>
              </a:ext>
            </a:extLst>
          </p:cNvPr>
          <p:cNvCxnSpPr>
            <a:cxnSpLocks/>
          </p:cNvCxnSpPr>
          <p:nvPr userDrawn="1"/>
        </p:nvCxnSpPr>
        <p:spPr>
          <a:xfrm>
            <a:off x="398366" y="3226467"/>
            <a:ext cx="11395267" cy="443"/>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136281F-EE75-A92A-B85E-00B02B5C0B67}"/>
              </a:ext>
            </a:extLst>
          </p:cNvPr>
          <p:cNvCxnSpPr>
            <a:cxnSpLocks/>
          </p:cNvCxnSpPr>
          <p:nvPr userDrawn="1"/>
        </p:nvCxnSpPr>
        <p:spPr>
          <a:xfrm>
            <a:off x="-11430" y="6165891"/>
            <a:ext cx="633979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5B98AA9-64E2-C5F9-3E90-D02F312EDC52}"/>
              </a:ext>
            </a:extLst>
          </p:cNvPr>
          <p:cNvCxnSpPr>
            <a:cxnSpLocks/>
          </p:cNvCxnSpPr>
          <p:nvPr userDrawn="1"/>
        </p:nvCxnSpPr>
        <p:spPr>
          <a:xfrm>
            <a:off x="10103564" y="6165891"/>
            <a:ext cx="208843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440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5495544" y="0"/>
            <a:ext cx="4370832" cy="2194560"/>
          </a:xfrm>
        </p:spPr>
        <p:txBody>
          <a:bodyPr/>
          <a:lstStyle>
            <a:lvl1pPr algn="l">
              <a:defRPr sz="7200"/>
            </a:lvl1pPr>
          </a:lstStyle>
          <a:p>
            <a:r>
              <a:rPr lang="en-US" dirty="0"/>
              <a:t>Click to edit Master title style</a:t>
            </a:r>
          </a:p>
        </p:txBody>
      </p:sp>
      <p:sp>
        <p:nvSpPr>
          <p:cNvPr id="13" name="Picture Placeholder 12">
            <a:extLst>
              <a:ext uri="{FF2B5EF4-FFF2-40B4-BE49-F238E27FC236}">
                <a16:creationId xmlns:a16="http://schemas.microsoft.com/office/drawing/2014/main" id="{54A61420-31F3-2DF5-A319-19A8896350EA}"/>
              </a:ext>
            </a:extLst>
          </p:cNvPr>
          <p:cNvSpPr>
            <a:spLocks noGrp="1"/>
          </p:cNvSpPr>
          <p:nvPr>
            <p:ph type="pic" sz="quarter" idx="13"/>
          </p:nvPr>
        </p:nvSpPr>
        <p:spPr>
          <a:xfrm>
            <a:off x="1" y="3810"/>
            <a:ext cx="4856184" cy="6850379"/>
          </a:xfrm>
          <a:ln w="15875">
            <a:solidFill>
              <a:schemeClr val="tx1"/>
            </a:solidFill>
          </a:ln>
        </p:spPr>
        <p:txBody>
          <a:bodyPr/>
          <a:lstStyle/>
          <a:p>
            <a:endParaRPr lang="en-US" dirty="0"/>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4856185" y="2212849"/>
            <a:ext cx="7335814" cy="46451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16354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32D5F1B-4B4F-5C42-0EFC-AE54D2C4EC2F}"/>
              </a:ext>
            </a:extLst>
          </p:cNvPr>
          <p:cNvSpPr>
            <a:spLocks noGrp="1"/>
          </p:cNvSpPr>
          <p:nvPr>
            <p:ph type="pic" sz="quarter" idx="10"/>
          </p:nvPr>
        </p:nvSpPr>
        <p:spPr>
          <a:xfrm>
            <a:off x="0" y="0"/>
            <a:ext cx="12192000" cy="6858000"/>
          </a:xfrm>
          <a:solidFill>
            <a:schemeClr val="accent2">
              <a:lumMod val="40000"/>
              <a:lumOff val="60000"/>
            </a:schemeClr>
          </a:solidFill>
        </p:spPr>
        <p:txBody>
          <a:bodyPr/>
          <a:lstStyle>
            <a:lvl1pPr marL="0" indent="0">
              <a:buNone/>
              <a:defRPr/>
            </a:lvl1pPr>
          </a:lstStyle>
          <a:p>
            <a:endParaRPr lang="en-US" dirty="0"/>
          </a:p>
        </p:txBody>
      </p:sp>
      <p:sp>
        <p:nvSpPr>
          <p:cNvPr id="2" name="Title 1">
            <a:extLst>
              <a:ext uri="{FF2B5EF4-FFF2-40B4-BE49-F238E27FC236}">
                <a16:creationId xmlns:a16="http://schemas.microsoft.com/office/drawing/2014/main" id="{FE63A1AE-C2A2-3984-EE25-E51E8DD651B1}"/>
              </a:ext>
            </a:extLst>
          </p:cNvPr>
          <p:cNvSpPr>
            <a:spLocks noGrp="1"/>
          </p:cNvSpPr>
          <p:nvPr>
            <p:ph type="title"/>
          </p:nvPr>
        </p:nvSpPr>
        <p:spPr>
          <a:xfrm>
            <a:off x="1508760" y="1188720"/>
            <a:ext cx="9171432" cy="4480560"/>
          </a:xfrm>
          <a:ln w="15875">
            <a:solidFill>
              <a:schemeClr val="accent1"/>
            </a:solidFill>
          </a:ln>
        </p:spPr>
        <p:txBody>
          <a:bodyPr lIns="365760" bIns="640080" anchor="ctr"/>
          <a:lstStyle>
            <a:lvl1pPr>
              <a:defRPr sz="72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C27A141F-6D41-3734-9073-FB0B24ECBB3C}"/>
              </a:ext>
            </a:extLst>
          </p:cNvPr>
          <p:cNvSpPr>
            <a:spLocks noGrp="1"/>
          </p:cNvSpPr>
          <p:nvPr>
            <p:ph type="body" idx="1"/>
          </p:nvPr>
        </p:nvSpPr>
        <p:spPr>
          <a:xfrm>
            <a:off x="6665976" y="5102352"/>
            <a:ext cx="2889504" cy="365760"/>
          </a:xfrm>
        </p:spPr>
        <p:txBody>
          <a:bodyPr/>
          <a:lstStyle>
            <a:lvl1pPr marL="0" indent="0" algn="ctr">
              <a:lnSpc>
                <a:spcPct val="100000"/>
              </a:lnSpc>
              <a:spcBef>
                <a:spcPts val="0"/>
              </a:spcBef>
              <a:buNone/>
              <a:defRPr sz="18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941374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picture">
    <p:bg>
      <p:bgPr>
        <a:solidFill>
          <a:schemeClr val="accent4">
            <a:lumMod val="50000"/>
          </a:schemeClr>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B66CC86A-5147-8A3A-D69B-E3F6DBACAE98}"/>
              </a:ext>
            </a:extLst>
          </p:cNvPr>
          <p:cNvSpPr>
            <a:spLocks noGrp="1"/>
          </p:cNvSpPr>
          <p:nvPr>
            <p:ph type="pic" sz="quarter" idx="13"/>
          </p:nvPr>
        </p:nvSpPr>
        <p:spPr>
          <a:xfrm>
            <a:off x="1636301" y="928122"/>
            <a:ext cx="3251199" cy="5001754"/>
          </a:xfrm>
          <a:ln w="15875">
            <a:solidFill>
              <a:schemeClr val="accent1"/>
            </a:solidFill>
          </a:ln>
        </p:spPr>
        <p:txBody>
          <a:bodyPr anchor="ctr"/>
          <a:lstStyle>
            <a:lvl1pPr marL="0" indent="0" algn="ctr">
              <a:buNone/>
              <a:defRPr>
                <a:solidFill>
                  <a:schemeClr val="accent1"/>
                </a:solidFill>
              </a:defRPr>
            </a:lvl1pPr>
          </a:lstStyle>
          <a:p>
            <a:endParaRPr lang="en-US" dirty="0"/>
          </a:p>
        </p:txBody>
      </p: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6400800" y="1225296"/>
            <a:ext cx="4718304" cy="1645920"/>
          </a:xfrm>
        </p:spPr>
        <p:txBody>
          <a:bodyPr/>
          <a:lstStyle>
            <a:lvl1pPr>
              <a:defRPr baseline="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6400800" y="2898648"/>
            <a:ext cx="4370832" cy="2029968"/>
          </a:xfrm>
        </p:spPr>
        <p:txBody>
          <a:bodyPr/>
          <a:lstStyle>
            <a:lvl1pPr marL="0" indent="0">
              <a:lnSpc>
                <a:spcPct val="100000"/>
              </a:lnSpc>
              <a:buNone/>
              <a:defRPr sz="1800">
                <a:solidFill>
                  <a:schemeClr val="accent1"/>
                </a:solidFill>
              </a:defRPr>
            </a:lvl1pPr>
            <a:lvl2pPr marL="566928" indent="-283464">
              <a:lnSpc>
                <a:spcPct val="100000"/>
              </a:lnSpc>
              <a:buFont typeface="Wingdings" panose="05000000000000000000" pitchFamily="2" charset="2"/>
              <a:buChar char="§"/>
              <a:defRPr sz="1600">
                <a:solidFill>
                  <a:schemeClr val="accent1"/>
                </a:solidFill>
              </a:defRPr>
            </a:lvl2pPr>
            <a:lvl3pPr marL="850392" indent="-283464">
              <a:lnSpc>
                <a:spcPct val="100000"/>
              </a:lnSpc>
              <a:buFont typeface="Wingdings" panose="05000000000000000000" pitchFamily="2" charset="2"/>
              <a:buChar char="§"/>
              <a:defRPr sz="1400">
                <a:solidFill>
                  <a:schemeClr val="accent1"/>
                </a:solidFill>
              </a:defRPr>
            </a:lvl3pPr>
            <a:lvl4pPr marL="1133856" indent="-283464">
              <a:lnSpc>
                <a:spcPct val="100000"/>
              </a:lnSpc>
              <a:buFont typeface="Wingdings" panose="05000000000000000000" pitchFamily="2" charset="2"/>
              <a:buChar char="§"/>
              <a:defRPr sz="1200">
                <a:solidFill>
                  <a:schemeClr val="accent1"/>
                </a:solidFill>
              </a:defRPr>
            </a:lvl4pPr>
            <a:lvl5pPr marL="1417320" indent="-283464">
              <a:lnSpc>
                <a:spcPct val="100000"/>
              </a:lnSpc>
              <a:buFont typeface="Wingdings" panose="05000000000000000000" pitchFamily="2" charset="2"/>
              <a:buChar char="§"/>
              <a:defRPr sz="12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8" name="Straight Connector 7">
            <a:extLst>
              <a:ext uri="{FF2B5EF4-FFF2-40B4-BE49-F238E27FC236}">
                <a16:creationId xmlns:a16="http://schemas.microsoft.com/office/drawing/2014/main" id="{011CC225-384C-A7E8-AFBF-89D35684100D}"/>
              </a:ext>
            </a:extLst>
          </p:cNvPr>
          <p:cNvCxnSpPr>
            <a:cxnSpLocks/>
          </p:cNvCxnSpPr>
          <p:nvPr userDrawn="1"/>
        </p:nvCxnSpPr>
        <p:spPr>
          <a:xfrm>
            <a:off x="0" y="395159"/>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59E07A8-FF17-EE00-CEAE-9071F30D748F}"/>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352F90E-8B45-B50A-6BB9-250D96DE376E}"/>
              </a:ext>
            </a:extLst>
          </p:cNvPr>
          <p:cNvCxnSpPr>
            <a:cxnSpLocks/>
          </p:cNvCxnSpPr>
          <p:nvPr userDrawn="1"/>
        </p:nvCxnSpPr>
        <p:spPr>
          <a:xfrm flipV="1">
            <a:off x="398367"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915D5E-49E8-33A0-1B5E-9B7880A4BC60}"/>
              </a:ext>
            </a:extLst>
          </p:cNvPr>
          <p:cNvCxnSpPr>
            <a:cxnSpLocks/>
          </p:cNvCxnSpPr>
          <p:nvPr userDrawn="1"/>
        </p:nvCxnSpPr>
        <p:spPr>
          <a:xfrm flipV="1">
            <a:off x="11793633"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56D179-21F4-E208-F1F2-385E53DC3F00}"/>
              </a:ext>
            </a:extLst>
          </p:cNvPr>
          <p:cNvCxnSpPr>
            <a:cxnSpLocks/>
          </p:cNvCxnSpPr>
          <p:nvPr userDrawn="1"/>
        </p:nvCxnSpPr>
        <p:spPr>
          <a:xfrm flipV="1">
            <a:off x="6096000" y="395159"/>
            <a:ext cx="0" cy="6044326"/>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4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2039112" y="54864"/>
            <a:ext cx="8165592" cy="969264"/>
          </a:xfrm>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987552" y="1444752"/>
            <a:ext cx="10287000" cy="4562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p>
            <a:r>
              <a:rPr lang="en-US" dirty="0"/>
              <a:t>presentation title</a:t>
            </a:r>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p>
            <a:r>
              <a:rPr lang="en-US"/>
              <a:t>20XX</a:t>
            </a:r>
            <a:endParaRPr lang="en-US" dirty="0"/>
          </a:p>
        </p:txBody>
      </p:sp>
      <p:cxnSp>
        <p:nvCxnSpPr>
          <p:cNvPr id="8" name="Straight Connector 7">
            <a:extLst>
              <a:ext uri="{FF2B5EF4-FFF2-40B4-BE49-F238E27FC236}">
                <a16:creationId xmlns:a16="http://schemas.microsoft.com/office/drawing/2014/main" id="{61B47E35-6C3A-C32C-9037-4D421B7FAE15}"/>
              </a:ext>
            </a:extLst>
          </p:cNvPr>
          <p:cNvCxnSpPr>
            <a:cxnSpLocks/>
          </p:cNvCxnSpPr>
          <p:nvPr userDrawn="1"/>
        </p:nvCxnSpPr>
        <p:spPr>
          <a:xfrm>
            <a:off x="398366" y="103195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8DBFA4F-F38F-EF0F-7457-5210BB03F444}"/>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68DEE4A-F4AB-FB9A-FDD7-3AFBB5A2740B}"/>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C921DE1-D458-FC03-01B4-9ECBDF8B6F27}"/>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9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640080" y="466344"/>
            <a:ext cx="3236976" cy="996696"/>
          </a:xfrm>
        </p:spPr>
        <p:txBody>
          <a:bodyPr/>
          <a:lstStyle>
            <a:lvl1pPr>
              <a:defRPr>
                <a:solidFill>
                  <a:schemeClr val="accent1"/>
                </a:solidFill>
              </a:defRPr>
            </a:lvl1pPr>
          </a:lstStyle>
          <a:p>
            <a:r>
              <a:rPr lang="en-US" dirty="0"/>
              <a:t>Click to edit Master title style</a:t>
            </a:r>
          </a:p>
        </p:txBody>
      </p:sp>
      <p:sp>
        <p:nvSpPr>
          <p:cNvPr id="19" name="Text Placeholder 2">
            <a:extLst>
              <a:ext uri="{FF2B5EF4-FFF2-40B4-BE49-F238E27FC236}">
                <a16:creationId xmlns:a16="http://schemas.microsoft.com/office/drawing/2014/main" id="{CB1722C2-4C66-F8BA-B3DD-6199116EFB25}"/>
              </a:ext>
            </a:extLst>
          </p:cNvPr>
          <p:cNvSpPr>
            <a:spLocks noGrp="1"/>
          </p:cNvSpPr>
          <p:nvPr>
            <p:ph type="body" idx="1"/>
          </p:nvPr>
        </p:nvSpPr>
        <p:spPr>
          <a:xfrm>
            <a:off x="630936"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1" name="Text Placeholder 2">
            <a:extLst>
              <a:ext uri="{FF2B5EF4-FFF2-40B4-BE49-F238E27FC236}">
                <a16:creationId xmlns:a16="http://schemas.microsoft.com/office/drawing/2014/main" id="{EEF857FA-9C5E-BED3-1ABB-A734EE39340B}"/>
              </a:ext>
            </a:extLst>
          </p:cNvPr>
          <p:cNvSpPr>
            <a:spLocks noGrp="1"/>
          </p:cNvSpPr>
          <p:nvPr>
            <p:ph type="body" idx="14"/>
          </p:nvPr>
        </p:nvSpPr>
        <p:spPr>
          <a:xfrm>
            <a:off x="3584448"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2" name="Text Placeholder 2">
            <a:extLst>
              <a:ext uri="{FF2B5EF4-FFF2-40B4-BE49-F238E27FC236}">
                <a16:creationId xmlns:a16="http://schemas.microsoft.com/office/drawing/2014/main" id="{F990F14B-1D1F-AA8D-BB23-FA8F7EEF666B}"/>
              </a:ext>
            </a:extLst>
          </p:cNvPr>
          <p:cNvSpPr>
            <a:spLocks noGrp="1"/>
          </p:cNvSpPr>
          <p:nvPr>
            <p:ph type="body" idx="15"/>
          </p:nvPr>
        </p:nvSpPr>
        <p:spPr>
          <a:xfrm>
            <a:off x="6483096"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4">
            <a:extLst>
              <a:ext uri="{FF2B5EF4-FFF2-40B4-BE49-F238E27FC236}">
                <a16:creationId xmlns:a16="http://schemas.microsoft.com/office/drawing/2014/main" id="{7D1D0610-E513-F5EA-0393-622F692CA0F2}"/>
              </a:ext>
            </a:extLst>
          </p:cNvPr>
          <p:cNvSpPr>
            <a:spLocks noGrp="1"/>
          </p:cNvSpPr>
          <p:nvPr>
            <p:ph type="body" sz="quarter" idx="3"/>
          </p:nvPr>
        </p:nvSpPr>
        <p:spPr>
          <a:xfrm>
            <a:off x="9528048"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Text Placeholder 2">
            <a:extLst>
              <a:ext uri="{FF2B5EF4-FFF2-40B4-BE49-F238E27FC236}">
                <a16:creationId xmlns:a16="http://schemas.microsoft.com/office/drawing/2014/main" id="{68F906E4-47B1-BEE5-E30F-146C6869BF2D}"/>
              </a:ext>
            </a:extLst>
          </p:cNvPr>
          <p:cNvSpPr>
            <a:spLocks noGrp="1"/>
          </p:cNvSpPr>
          <p:nvPr>
            <p:ph type="body" idx="17"/>
          </p:nvPr>
        </p:nvSpPr>
        <p:spPr>
          <a:xfrm>
            <a:off x="630936"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Text Placeholder 2">
            <a:extLst>
              <a:ext uri="{FF2B5EF4-FFF2-40B4-BE49-F238E27FC236}">
                <a16:creationId xmlns:a16="http://schemas.microsoft.com/office/drawing/2014/main" id="{5C6EFDC5-2080-3126-AB93-FB89817B2C28}"/>
              </a:ext>
            </a:extLst>
          </p:cNvPr>
          <p:cNvSpPr>
            <a:spLocks noGrp="1"/>
          </p:cNvSpPr>
          <p:nvPr>
            <p:ph type="body" idx="19"/>
          </p:nvPr>
        </p:nvSpPr>
        <p:spPr>
          <a:xfrm>
            <a:off x="3584448"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Text Placeholder 2">
            <a:extLst>
              <a:ext uri="{FF2B5EF4-FFF2-40B4-BE49-F238E27FC236}">
                <a16:creationId xmlns:a16="http://schemas.microsoft.com/office/drawing/2014/main" id="{D6CD9CDA-E122-F6EB-30B5-26D7E17771AB}"/>
              </a:ext>
            </a:extLst>
          </p:cNvPr>
          <p:cNvSpPr>
            <a:spLocks noGrp="1"/>
          </p:cNvSpPr>
          <p:nvPr>
            <p:ph type="body" idx="20"/>
          </p:nvPr>
        </p:nvSpPr>
        <p:spPr>
          <a:xfrm>
            <a:off x="6483096"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Text Placeholder 4">
            <a:extLst>
              <a:ext uri="{FF2B5EF4-FFF2-40B4-BE49-F238E27FC236}">
                <a16:creationId xmlns:a16="http://schemas.microsoft.com/office/drawing/2014/main" id="{3BF37293-4E33-5570-29ED-04EB525DD199}"/>
              </a:ext>
            </a:extLst>
          </p:cNvPr>
          <p:cNvSpPr>
            <a:spLocks noGrp="1"/>
          </p:cNvSpPr>
          <p:nvPr>
            <p:ph type="body" sz="quarter" idx="18"/>
          </p:nvPr>
        </p:nvSpPr>
        <p:spPr>
          <a:xfrm>
            <a:off x="9528048"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2" name="Picture Placeholder 31">
            <a:extLst>
              <a:ext uri="{FF2B5EF4-FFF2-40B4-BE49-F238E27FC236}">
                <a16:creationId xmlns:a16="http://schemas.microsoft.com/office/drawing/2014/main" id="{87F13219-232C-C38C-7D86-D48FAC7D8270}"/>
              </a:ext>
            </a:extLst>
          </p:cNvPr>
          <p:cNvSpPr>
            <a:spLocks noGrp="1"/>
          </p:cNvSpPr>
          <p:nvPr>
            <p:ph type="pic" sz="quarter" idx="22"/>
          </p:nvPr>
        </p:nvSpPr>
        <p:spPr>
          <a:xfrm>
            <a:off x="740664"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endParaRPr lang="en-US" dirty="0"/>
          </a:p>
        </p:txBody>
      </p:sp>
      <p:sp>
        <p:nvSpPr>
          <p:cNvPr id="33" name="Picture Placeholder 31">
            <a:extLst>
              <a:ext uri="{FF2B5EF4-FFF2-40B4-BE49-F238E27FC236}">
                <a16:creationId xmlns:a16="http://schemas.microsoft.com/office/drawing/2014/main" id="{F8C639A8-0897-2015-9829-94E98335DF21}"/>
              </a:ext>
            </a:extLst>
          </p:cNvPr>
          <p:cNvSpPr>
            <a:spLocks noGrp="1"/>
          </p:cNvSpPr>
          <p:nvPr>
            <p:ph type="pic" sz="quarter" idx="23"/>
          </p:nvPr>
        </p:nvSpPr>
        <p:spPr>
          <a:xfrm>
            <a:off x="3685032"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endParaRPr lang="en-US" dirty="0"/>
          </a:p>
        </p:txBody>
      </p:sp>
      <p:sp>
        <p:nvSpPr>
          <p:cNvPr id="34" name="Picture Placeholder 31">
            <a:extLst>
              <a:ext uri="{FF2B5EF4-FFF2-40B4-BE49-F238E27FC236}">
                <a16:creationId xmlns:a16="http://schemas.microsoft.com/office/drawing/2014/main" id="{6CBA6ABC-D5D1-9758-59EA-8DE549CC612D}"/>
              </a:ext>
            </a:extLst>
          </p:cNvPr>
          <p:cNvSpPr>
            <a:spLocks noGrp="1"/>
          </p:cNvSpPr>
          <p:nvPr>
            <p:ph type="pic" sz="quarter" idx="24"/>
          </p:nvPr>
        </p:nvSpPr>
        <p:spPr>
          <a:xfrm>
            <a:off x="6601968"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endParaRPr lang="en-US" dirty="0"/>
          </a:p>
        </p:txBody>
      </p:sp>
      <p:sp>
        <p:nvSpPr>
          <p:cNvPr id="36" name="Picture Placeholder 31">
            <a:extLst>
              <a:ext uri="{FF2B5EF4-FFF2-40B4-BE49-F238E27FC236}">
                <a16:creationId xmlns:a16="http://schemas.microsoft.com/office/drawing/2014/main" id="{40E68EB8-B0D8-E5D4-CE19-45219E4D7038}"/>
              </a:ext>
            </a:extLst>
          </p:cNvPr>
          <p:cNvSpPr>
            <a:spLocks noGrp="1"/>
          </p:cNvSpPr>
          <p:nvPr>
            <p:ph type="pic" sz="quarter" idx="26"/>
          </p:nvPr>
        </p:nvSpPr>
        <p:spPr>
          <a:xfrm>
            <a:off x="9546336"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endParaRPr lang="en-US" dirty="0"/>
          </a:p>
        </p:txBody>
      </p:sp>
      <p:cxnSp>
        <p:nvCxnSpPr>
          <p:cNvPr id="17" name="Straight Connector 16">
            <a:extLst>
              <a:ext uri="{FF2B5EF4-FFF2-40B4-BE49-F238E27FC236}">
                <a16:creationId xmlns:a16="http://schemas.microsoft.com/office/drawing/2014/main" id="{0E26C148-CFEE-21C0-96F3-EBC299FD2285}"/>
              </a:ext>
            </a:extLst>
          </p:cNvPr>
          <p:cNvCxnSpPr>
            <a:cxnSpLocks/>
          </p:cNvCxnSpPr>
          <p:nvPr userDrawn="1"/>
        </p:nvCxnSpPr>
        <p:spPr>
          <a:xfrm>
            <a:off x="6585357" y="2355475"/>
            <a:ext cx="1925203"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5BFA673-0676-EDA2-B7AA-6FA05B486C17}"/>
              </a:ext>
            </a:extLst>
          </p:cNvPr>
          <p:cNvCxnSpPr>
            <a:cxnSpLocks/>
          </p:cNvCxnSpPr>
          <p:nvPr userDrawn="1"/>
        </p:nvCxnSpPr>
        <p:spPr>
          <a:xfrm>
            <a:off x="9628632" y="2361693"/>
            <a:ext cx="192938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5B0A4BB-506D-F90C-BF18-B86999FDC27A}"/>
              </a:ext>
            </a:extLst>
          </p:cNvPr>
          <p:cNvCxnSpPr>
            <a:cxnSpLocks/>
          </p:cNvCxnSpPr>
          <p:nvPr userDrawn="1"/>
        </p:nvCxnSpPr>
        <p:spPr>
          <a:xfrm>
            <a:off x="729735" y="2354726"/>
            <a:ext cx="192938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4F1002-8ECA-FF8D-84D1-D74BB9C00127}"/>
              </a:ext>
            </a:extLst>
          </p:cNvPr>
          <p:cNvCxnSpPr>
            <a:cxnSpLocks/>
          </p:cNvCxnSpPr>
          <p:nvPr userDrawn="1"/>
        </p:nvCxnSpPr>
        <p:spPr>
          <a:xfrm>
            <a:off x="3672459" y="2349116"/>
            <a:ext cx="192938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9" name="Straight Connector 8">
            <a:extLst>
              <a:ext uri="{FF2B5EF4-FFF2-40B4-BE49-F238E27FC236}">
                <a16:creationId xmlns:a16="http://schemas.microsoft.com/office/drawing/2014/main" id="{C60493A2-A97C-AF3D-B912-358EF45F61BD}"/>
              </a:ext>
            </a:extLst>
          </p:cNvPr>
          <p:cNvCxnSpPr>
            <a:cxnSpLocks/>
          </p:cNvCxnSpPr>
          <p:nvPr userDrawn="1"/>
        </p:nvCxnSpPr>
        <p:spPr>
          <a:xfrm>
            <a:off x="3866404" y="929468"/>
            <a:ext cx="832559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35BFB79-CBB3-07C6-9054-B6A67EB74CD0}"/>
              </a:ext>
            </a:extLst>
          </p:cNvPr>
          <p:cNvCxnSpPr>
            <a:cxnSpLocks/>
          </p:cNvCxnSpPr>
          <p:nvPr userDrawn="1"/>
        </p:nvCxnSpPr>
        <p:spPr>
          <a:xfrm>
            <a:off x="0" y="397080"/>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D070E1-5B92-2362-47F1-B8BCB4EFFA48}"/>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6930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2039112" y="192024"/>
            <a:ext cx="8165592" cy="722376"/>
          </a:xfrm>
        </p:spPr>
        <p:txBody>
          <a:bodyPr/>
          <a:lstStyle>
            <a:lvl1pPr algn="ctr">
              <a:defRPr>
                <a:solidFill>
                  <a:schemeClr val="accent1"/>
                </a:solidFill>
              </a:defRPr>
            </a:lvl1pPr>
          </a:lstStyle>
          <a:p>
            <a:r>
              <a:rPr lang="en-US" dirty="0"/>
              <a:t>Click to edit Master title style</a:t>
            </a:r>
          </a:p>
        </p:txBody>
      </p:sp>
      <p:sp>
        <p:nvSpPr>
          <p:cNvPr id="32" name="Picture Placeholder 31">
            <a:extLst>
              <a:ext uri="{FF2B5EF4-FFF2-40B4-BE49-F238E27FC236}">
                <a16:creationId xmlns:a16="http://schemas.microsoft.com/office/drawing/2014/main" id="{87F13219-232C-C38C-7D86-D48FAC7D8270}"/>
              </a:ext>
            </a:extLst>
          </p:cNvPr>
          <p:cNvSpPr>
            <a:spLocks noGrp="1"/>
          </p:cNvSpPr>
          <p:nvPr>
            <p:ph type="pic" sz="quarter" idx="22"/>
          </p:nvPr>
        </p:nvSpPr>
        <p:spPr>
          <a:xfrm>
            <a:off x="1101852"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endParaRPr lang="en-US" dirty="0"/>
          </a:p>
        </p:txBody>
      </p:sp>
      <p:sp>
        <p:nvSpPr>
          <p:cNvPr id="19" name="Text Placeholder 2">
            <a:extLst>
              <a:ext uri="{FF2B5EF4-FFF2-40B4-BE49-F238E27FC236}">
                <a16:creationId xmlns:a16="http://schemas.microsoft.com/office/drawing/2014/main" id="{CB1722C2-4C66-F8BA-B3DD-6199116EFB25}"/>
              </a:ext>
            </a:extLst>
          </p:cNvPr>
          <p:cNvSpPr>
            <a:spLocks noGrp="1"/>
          </p:cNvSpPr>
          <p:nvPr>
            <p:ph type="body" idx="1"/>
          </p:nvPr>
        </p:nvSpPr>
        <p:spPr>
          <a:xfrm>
            <a:off x="992124"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Text Placeholder 2">
            <a:extLst>
              <a:ext uri="{FF2B5EF4-FFF2-40B4-BE49-F238E27FC236}">
                <a16:creationId xmlns:a16="http://schemas.microsoft.com/office/drawing/2014/main" id="{68F906E4-47B1-BEE5-E30F-146C6869BF2D}"/>
              </a:ext>
            </a:extLst>
          </p:cNvPr>
          <p:cNvSpPr>
            <a:spLocks noGrp="1"/>
          </p:cNvSpPr>
          <p:nvPr>
            <p:ph type="body" idx="17"/>
          </p:nvPr>
        </p:nvSpPr>
        <p:spPr>
          <a:xfrm>
            <a:off x="1060704"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31">
            <a:extLst>
              <a:ext uri="{FF2B5EF4-FFF2-40B4-BE49-F238E27FC236}">
                <a16:creationId xmlns:a16="http://schemas.microsoft.com/office/drawing/2014/main" id="{19E34216-9950-3FAF-F3B8-AB91DE926287}"/>
              </a:ext>
            </a:extLst>
          </p:cNvPr>
          <p:cNvSpPr>
            <a:spLocks noGrp="1"/>
          </p:cNvSpPr>
          <p:nvPr>
            <p:ph type="pic" sz="quarter" idx="27"/>
          </p:nvPr>
        </p:nvSpPr>
        <p:spPr>
          <a:xfrm>
            <a:off x="1101852"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endParaRPr lang="en-US" dirty="0"/>
          </a:p>
        </p:txBody>
      </p:sp>
      <p:sp>
        <p:nvSpPr>
          <p:cNvPr id="45" name="Text Placeholder 2">
            <a:extLst>
              <a:ext uri="{FF2B5EF4-FFF2-40B4-BE49-F238E27FC236}">
                <a16:creationId xmlns:a16="http://schemas.microsoft.com/office/drawing/2014/main" id="{C3F46F42-C5D7-B0CE-E3C5-46117B70A93B}"/>
              </a:ext>
            </a:extLst>
          </p:cNvPr>
          <p:cNvSpPr>
            <a:spLocks noGrp="1"/>
          </p:cNvSpPr>
          <p:nvPr>
            <p:ph type="body" idx="35"/>
          </p:nvPr>
        </p:nvSpPr>
        <p:spPr>
          <a:xfrm>
            <a:off x="978408"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1" name="Text Placeholder 2">
            <a:extLst>
              <a:ext uri="{FF2B5EF4-FFF2-40B4-BE49-F238E27FC236}">
                <a16:creationId xmlns:a16="http://schemas.microsoft.com/office/drawing/2014/main" id="{F01F58CE-C433-DC58-1D16-405DC2D82D88}"/>
              </a:ext>
            </a:extLst>
          </p:cNvPr>
          <p:cNvSpPr>
            <a:spLocks noGrp="1"/>
          </p:cNvSpPr>
          <p:nvPr>
            <p:ph type="body" idx="31"/>
          </p:nvPr>
        </p:nvSpPr>
        <p:spPr>
          <a:xfrm>
            <a:off x="1060704"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3" name="Picture Placeholder 31">
            <a:extLst>
              <a:ext uri="{FF2B5EF4-FFF2-40B4-BE49-F238E27FC236}">
                <a16:creationId xmlns:a16="http://schemas.microsoft.com/office/drawing/2014/main" id="{F8C639A8-0897-2015-9829-94E98335DF21}"/>
              </a:ext>
            </a:extLst>
          </p:cNvPr>
          <p:cNvSpPr>
            <a:spLocks noGrp="1"/>
          </p:cNvSpPr>
          <p:nvPr>
            <p:ph type="pic" sz="quarter" idx="23"/>
          </p:nvPr>
        </p:nvSpPr>
        <p:spPr>
          <a:xfrm>
            <a:off x="3962764"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endParaRPr lang="en-US" dirty="0"/>
          </a:p>
        </p:txBody>
      </p:sp>
      <p:sp>
        <p:nvSpPr>
          <p:cNvPr id="21" name="Text Placeholder 2">
            <a:extLst>
              <a:ext uri="{FF2B5EF4-FFF2-40B4-BE49-F238E27FC236}">
                <a16:creationId xmlns:a16="http://schemas.microsoft.com/office/drawing/2014/main" id="{EEF857FA-9C5E-BED3-1ABB-A734EE39340B}"/>
              </a:ext>
            </a:extLst>
          </p:cNvPr>
          <p:cNvSpPr>
            <a:spLocks noGrp="1"/>
          </p:cNvSpPr>
          <p:nvPr>
            <p:ph type="body" idx="14"/>
          </p:nvPr>
        </p:nvSpPr>
        <p:spPr>
          <a:xfrm>
            <a:off x="3853036"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Text Placeholder 2">
            <a:extLst>
              <a:ext uri="{FF2B5EF4-FFF2-40B4-BE49-F238E27FC236}">
                <a16:creationId xmlns:a16="http://schemas.microsoft.com/office/drawing/2014/main" id="{5C6EFDC5-2080-3126-AB93-FB89817B2C28}"/>
              </a:ext>
            </a:extLst>
          </p:cNvPr>
          <p:cNvSpPr>
            <a:spLocks noGrp="1"/>
          </p:cNvSpPr>
          <p:nvPr>
            <p:ph type="body" idx="19"/>
          </p:nvPr>
        </p:nvSpPr>
        <p:spPr>
          <a:xfrm>
            <a:off x="3921616"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5" name="Picture Placeholder 31">
            <a:extLst>
              <a:ext uri="{FF2B5EF4-FFF2-40B4-BE49-F238E27FC236}">
                <a16:creationId xmlns:a16="http://schemas.microsoft.com/office/drawing/2014/main" id="{D8E671C2-9C83-AF2B-0C7A-D8CE14204636}"/>
              </a:ext>
            </a:extLst>
          </p:cNvPr>
          <p:cNvSpPr>
            <a:spLocks noGrp="1"/>
          </p:cNvSpPr>
          <p:nvPr>
            <p:ph type="pic" sz="quarter" idx="28"/>
          </p:nvPr>
        </p:nvSpPr>
        <p:spPr>
          <a:xfrm>
            <a:off x="3962764"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endParaRPr lang="en-US" dirty="0"/>
          </a:p>
        </p:txBody>
      </p:sp>
      <p:sp>
        <p:nvSpPr>
          <p:cNvPr id="47" name="Text Placeholder 2">
            <a:extLst>
              <a:ext uri="{FF2B5EF4-FFF2-40B4-BE49-F238E27FC236}">
                <a16:creationId xmlns:a16="http://schemas.microsoft.com/office/drawing/2014/main" id="{1E0C8150-95EC-3B89-D427-0C4AD56ABB9E}"/>
              </a:ext>
            </a:extLst>
          </p:cNvPr>
          <p:cNvSpPr>
            <a:spLocks noGrp="1"/>
          </p:cNvSpPr>
          <p:nvPr>
            <p:ph type="body" idx="37"/>
          </p:nvPr>
        </p:nvSpPr>
        <p:spPr>
          <a:xfrm>
            <a:off x="3839320"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3" name="Text Placeholder 2">
            <a:extLst>
              <a:ext uri="{FF2B5EF4-FFF2-40B4-BE49-F238E27FC236}">
                <a16:creationId xmlns:a16="http://schemas.microsoft.com/office/drawing/2014/main" id="{8B6CA730-8E8F-2283-CFDB-358748B1ED30}"/>
              </a:ext>
            </a:extLst>
          </p:cNvPr>
          <p:cNvSpPr>
            <a:spLocks noGrp="1"/>
          </p:cNvSpPr>
          <p:nvPr>
            <p:ph type="body" idx="33"/>
          </p:nvPr>
        </p:nvSpPr>
        <p:spPr>
          <a:xfrm>
            <a:off x="3921616"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4" name="Picture Placeholder 31">
            <a:extLst>
              <a:ext uri="{FF2B5EF4-FFF2-40B4-BE49-F238E27FC236}">
                <a16:creationId xmlns:a16="http://schemas.microsoft.com/office/drawing/2014/main" id="{6CBA6ABC-D5D1-9758-59EA-8DE549CC612D}"/>
              </a:ext>
            </a:extLst>
          </p:cNvPr>
          <p:cNvSpPr>
            <a:spLocks noGrp="1"/>
          </p:cNvSpPr>
          <p:nvPr>
            <p:ph type="pic" sz="quarter" idx="24"/>
          </p:nvPr>
        </p:nvSpPr>
        <p:spPr>
          <a:xfrm>
            <a:off x="6841853"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endParaRPr lang="en-US" dirty="0"/>
          </a:p>
        </p:txBody>
      </p:sp>
      <p:sp>
        <p:nvSpPr>
          <p:cNvPr id="22" name="Text Placeholder 2">
            <a:extLst>
              <a:ext uri="{FF2B5EF4-FFF2-40B4-BE49-F238E27FC236}">
                <a16:creationId xmlns:a16="http://schemas.microsoft.com/office/drawing/2014/main" id="{F990F14B-1D1F-AA8D-BB23-FA8F7EEF666B}"/>
              </a:ext>
            </a:extLst>
          </p:cNvPr>
          <p:cNvSpPr>
            <a:spLocks noGrp="1"/>
          </p:cNvSpPr>
          <p:nvPr>
            <p:ph type="body" idx="15"/>
          </p:nvPr>
        </p:nvSpPr>
        <p:spPr>
          <a:xfrm>
            <a:off x="6732125"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Text Placeholder 2">
            <a:extLst>
              <a:ext uri="{FF2B5EF4-FFF2-40B4-BE49-F238E27FC236}">
                <a16:creationId xmlns:a16="http://schemas.microsoft.com/office/drawing/2014/main" id="{D6CD9CDA-E122-F6EB-30B5-26D7E17771AB}"/>
              </a:ext>
            </a:extLst>
          </p:cNvPr>
          <p:cNvSpPr>
            <a:spLocks noGrp="1"/>
          </p:cNvSpPr>
          <p:nvPr>
            <p:ph type="body" idx="20"/>
          </p:nvPr>
        </p:nvSpPr>
        <p:spPr>
          <a:xfrm>
            <a:off x="6800705"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8" name="Picture Placeholder 31">
            <a:extLst>
              <a:ext uri="{FF2B5EF4-FFF2-40B4-BE49-F238E27FC236}">
                <a16:creationId xmlns:a16="http://schemas.microsoft.com/office/drawing/2014/main" id="{385AF281-7DED-566C-E62C-76BBF2A795A8}"/>
              </a:ext>
            </a:extLst>
          </p:cNvPr>
          <p:cNvSpPr>
            <a:spLocks noGrp="1"/>
          </p:cNvSpPr>
          <p:nvPr>
            <p:ph type="pic" sz="quarter" idx="29"/>
          </p:nvPr>
        </p:nvSpPr>
        <p:spPr>
          <a:xfrm>
            <a:off x="6841853"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endParaRPr lang="en-US" dirty="0"/>
          </a:p>
        </p:txBody>
      </p:sp>
      <p:sp>
        <p:nvSpPr>
          <p:cNvPr id="48" name="Text Placeholder 2">
            <a:extLst>
              <a:ext uri="{FF2B5EF4-FFF2-40B4-BE49-F238E27FC236}">
                <a16:creationId xmlns:a16="http://schemas.microsoft.com/office/drawing/2014/main" id="{D1C2E707-78B6-51F1-8B2D-EA2147D58C21}"/>
              </a:ext>
            </a:extLst>
          </p:cNvPr>
          <p:cNvSpPr>
            <a:spLocks noGrp="1"/>
          </p:cNvSpPr>
          <p:nvPr>
            <p:ph type="body" idx="38"/>
          </p:nvPr>
        </p:nvSpPr>
        <p:spPr>
          <a:xfrm>
            <a:off x="6718409"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4" name="Text Placeholder 2">
            <a:extLst>
              <a:ext uri="{FF2B5EF4-FFF2-40B4-BE49-F238E27FC236}">
                <a16:creationId xmlns:a16="http://schemas.microsoft.com/office/drawing/2014/main" id="{9E91D85A-CBAB-980E-5BD9-3BCF8CEAC7EA}"/>
              </a:ext>
            </a:extLst>
          </p:cNvPr>
          <p:cNvSpPr>
            <a:spLocks noGrp="1"/>
          </p:cNvSpPr>
          <p:nvPr>
            <p:ph type="body" idx="34"/>
          </p:nvPr>
        </p:nvSpPr>
        <p:spPr>
          <a:xfrm>
            <a:off x="6800705"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6" name="Picture Placeholder 31">
            <a:extLst>
              <a:ext uri="{FF2B5EF4-FFF2-40B4-BE49-F238E27FC236}">
                <a16:creationId xmlns:a16="http://schemas.microsoft.com/office/drawing/2014/main" id="{40E68EB8-B0D8-E5D4-CE19-45219E4D7038}"/>
              </a:ext>
            </a:extLst>
          </p:cNvPr>
          <p:cNvSpPr>
            <a:spLocks noGrp="1"/>
          </p:cNvSpPr>
          <p:nvPr>
            <p:ph type="pic" sz="quarter" idx="26"/>
          </p:nvPr>
        </p:nvSpPr>
        <p:spPr>
          <a:xfrm>
            <a:off x="9685057"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endParaRPr lang="en-US" dirty="0"/>
          </a:p>
        </p:txBody>
      </p:sp>
      <p:sp>
        <p:nvSpPr>
          <p:cNvPr id="20" name="Text Placeholder 4">
            <a:extLst>
              <a:ext uri="{FF2B5EF4-FFF2-40B4-BE49-F238E27FC236}">
                <a16:creationId xmlns:a16="http://schemas.microsoft.com/office/drawing/2014/main" id="{7D1D0610-E513-F5EA-0393-622F692CA0F2}"/>
              </a:ext>
            </a:extLst>
          </p:cNvPr>
          <p:cNvSpPr>
            <a:spLocks noGrp="1"/>
          </p:cNvSpPr>
          <p:nvPr>
            <p:ph type="body" sz="quarter" idx="3"/>
          </p:nvPr>
        </p:nvSpPr>
        <p:spPr>
          <a:xfrm>
            <a:off x="9575329"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Text Placeholder 4">
            <a:extLst>
              <a:ext uri="{FF2B5EF4-FFF2-40B4-BE49-F238E27FC236}">
                <a16:creationId xmlns:a16="http://schemas.microsoft.com/office/drawing/2014/main" id="{3BF37293-4E33-5570-29ED-04EB525DD199}"/>
              </a:ext>
            </a:extLst>
          </p:cNvPr>
          <p:cNvSpPr>
            <a:spLocks noGrp="1"/>
          </p:cNvSpPr>
          <p:nvPr>
            <p:ph type="body" sz="quarter" idx="18"/>
          </p:nvPr>
        </p:nvSpPr>
        <p:spPr>
          <a:xfrm>
            <a:off x="9643909"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0" name="Picture Placeholder 31">
            <a:extLst>
              <a:ext uri="{FF2B5EF4-FFF2-40B4-BE49-F238E27FC236}">
                <a16:creationId xmlns:a16="http://schemas.microsoft.com/office/drawing/2014/main" id="{5993608C-B818-3AD4-B4D3-28D2DF627D0D}"/>
              </a:ext>
            </a:extLst>
          </p:cNvPr>
          <p:cNvSpPr>
            <a:spLocks noGrp="1"/>
          </p:cNvSpPr>
          <p:nvPr>
            <p:ph type="pic" sz="quarter" idx="30"/>
          </p:nvPr>
        </p:nvSpPr>
        <p:spPr>
          <a:xfrm>
            <a:off x="9685057"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endParaRPr lang="en-US" dirty="0"/>
          </a:p>
        </p:txBody>
      </p:sp>
      <p:sp>
        <p:nvSpPr>
          <p:cNvPr id="46" name="Text Placeholder 4">
            <a:extLst>
              <a:ext uri="{FF2B5EF4-FFF2-40B4-BE49-F238E27FC236}">
                <a16:creationId xmlns:a16="http://schemas.microsoft.com/office/drawing/2014/main" id="{0E307E95-A0E7-5F5C-DFF3-F33EF29FFC32}"/>
              </a:ext>
            </a:extLst>
          </p:cNvPr>
          <p:cNvSpPr>
            <a:spLocks noGrp="1"/>
          </p:cNvSpPr>
          <p:nvPr>
            <p:ph type="body" sz="quarter" idx="36"/>
          </p:nvPr>
        </p:nvSpPr>
        <p:spPr>
          <a:xfrm>
            <a:off x="9561613"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2" name="Text Placeholder 4">
            <a:extLst>
              <a:ext uri="{FF2B5EF4-FFF2-40B4-BE49-F238E27FC236}">
                <a16:creationId xmlns:a16="http://schemas.microsoft.com/office/drawing/2014/main" id="{93D6B271-D0F0-7CDA-BE9D-BD03B6C47BAB}"/>
              </a:ext>
            </a:extLst>
          </p:cNvPr>
          <p:cNvSpPr>
            <a:spLocks noGrp="1"/>
          </p:cNvSpPr>
          <p:nvPr>
            <p:ph type="body" sz="quarter" idx="32"/>
          </p:nvPr>
        </p:nvSpPr>
        <p:spPr>
          <a:xfrm>
            <a:off x="9643909"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7" name="Straight Connector 6">
            <a:extLst>
              <a:ext uri="{FF2B5EF4-FFF2-40B4-BE49-F238E27FC236}">
                <a16:creationId xmlns:a16="http://schemas.microsoft.com/office/drawing/2014/main" id="{BB211C01-E0D3-34B5-C635-7ED6C7C89E9C}"/>
              </a:ext>
            </a:extLst>
          </p:cNvPr>
          <p:cNvCxnSpPr>
            <a:cxnSpLocks/>
          </p:cNvCxnSpPr>
          <p:nvPr userDrawn="1"/>
        </p:nvCxnSpPr>
        <p:spPr>
          <a:xfrm>
            <a:off x="0" y="3300220"/>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D4CCE68-630E-A4CE-AF43-3FB81EADDF21}"/>
              </a:ext>
            </a:extLst>
          </p:cNvPr>
          <p:cNvCxnSpPr>
            <a:cxnSpLocks/>
          </p:cNvCxnSpPr>
          <p:nvPr userDrawn="1"/>
        </p:nvCxnSpPr>
        <p:spPr>
          <a:xfrm>
            <a:off x="398366" y="1042465"/>
            <a:ext cx="11395267"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40AA902-F568-9A37-2C1B-1E3659DBE780}"/>
              </a:ext>
            </a:extLst>
          </p:cNvPr>
          <p:cNvCxnSpPr>
            <a:cxnSpLocks/>
          </p:cNvCxnSpPr>
          <p:nvPr userDrawn="1"/>
        </p:nvCxnSpPr>
        <p:spPr>
          <a:xfrm flipV="1">
            <a:off x="398367"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4CF9AA-8029-6D34-457C-9FC583E8DFD4}"/>
              </a:ext>
            </a:extLst>
          </p:cNvPr>
          <p:cNvCxnSpPr>
            <a:cxnSpLocks/>
          </p:cNvCxnSpPr>
          <p:nvPr userDrawn="1"/>
        </p:nvCxnSpPr>
        <p:spPr>
          <a:xfrm flipV="1">
            <a:off x="11793633"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CAFEB8-8359-AC67-8760-CFF0FC604D80}"/>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7E393C7-F0CA-6CFE-7A57-82D059DF9D96}"/>
              </a:ext>
            </a:extLst>
          </p:cNvPr>
          <p:cNvCxnSpPr>
            <a:cxnSpLocks/>
          </p:cNvCxnSpPr>
          <p:nvPr userDrawn="1"/>
        </p:nvCxnSpPr>
        <p:spPr>
          <a:xfrm>
            <a:off x="0" y="5915157"/>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972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941832" y="1005840"/>
            <a:ext cx="7187184" cy="4251960"/>
          </a:xfrm>
        </p:spPr>
        <p:txBody>
          <a:bodyPr anchor="b"/>
          <a:lstStyle>
            <a:lvl1pPr>
              <a:lnSpc>
                <a:spcPct val="100000"/>
              </a:lnSpc>
              <a:defRPr sz="5400"/>
            </a:lvl1pPr>
          </a:lstStyle>
          <a:p>
            <a:r>
              <a:rPr lang="en-US"/>
              <a:t>Click to edit Master title style</a:t>
            </a:r>
          </a:p>
        </p:txBody>
      </p:sp>
      <p:sp>
        <p:nvSpPr>
          <p:cNvPr id="19" name="Subtitle 2">
            <a:extLst>
              <a:ext uri="{FF2B5EF4-FFF2-40B4-BE49-F238E27FC236}">
                <a16:creationId xmlns:a16="http://schemas.microsoft.com/office/drawing/2014/main" id="{BE3754CA-7CD5-66C6-9A94-42B6D2AEC1C0}"/>
              </a:ext>
            </a:extLst>
          </p:cNvPr>
          <p:cNvSpPr>
            <a:spLocks noGrp="1"/>
          </p:cNvSpPr>
          <p:nvPr>
            <p:ph type="subTitle" idx="1"/>
          </p:nvPr>
        </p:nvSpPr>
        <p:spPr>
          <a:xfrm>
            <a:off x="941832" y="5312664"/>
            <a:ext cx="2889504" cy="365760"/>
          </a:xfrm>
          <a:solidFill>
            <a:schemeClr val="accent3"/>
          </a:solidFill>
        </p:spPr>
        <p:txBody>
          <a:bodyPr>
            <a:noAutofit/>
          </a:bodyPr>
          <a:lstStyle>
            <a:lvl1pPr marL="0" indent="0" algn="l">
              <a:buNone/>
              <a:defRPr sz="1800">
                <a:solidFill>
                  <a:schemeClr val="tx1"/>
                </a:solidFill>
                <a:latin typeface="Gill Sans MT" panose="020B03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3" name="Picture Placeholder 22">
            <a:extLst>
              <a:ext uri="{FF2B5EF4-FFF2-40B4-BE49-F238E27FC236}">
                <a16:creationId xmlns:a16="http://schemas.microsoft.com/office/drawing/2014/main" id="{47150B01-E47B-1FE6-D289-46641618F640}"/>
              </a:ext>
            </a:extLst>
          </p:cNvPr>
          <p:cNvSpPr>
            <a:spLocks noGrp="1"/>
          </p:cNvSpPr>
          <p:nvPr>
            <p:ph type="pic" sz="quarter" idx="13"/>
          </p:nvPr>
        </p:nvSpPr>
        <p:spPr>
          <a:xfrm>
            <a:off x="8937714" y="1028362"/>
            <a:ext cx="2451100" cy="4800597"/>
          </a:xfrm>
          <a:ln w="15875">
            <a:solidFill>
              <a:schemeClr val="tx1"/>
            </a:solidFill>
          </a:ln>
        </p:spPr>
        <p:txBody>
          <a:bodyPr anchor="ctr"/>
          <a:lstStyle>
            <a:lvl1pPr marL="0" indent="0" algn="ctr">
              <a:buNone/>
              <a:defRPr sz="1800"/>
            </a:lvl1pPr>
          </a:lstStyle>
          <a:p>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tx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tx1"/>
                </a:solidFill>
              </a:defRPr>
            </a:lvl1pPr>
          </a:lstStyle>
          <a:p>
            <a:r>
              <a:rPr lang="en-US" dirty="0"/>
              <a:t>presentation title</a:t>
            </a:r>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tx1"/>
                </a:solidFill>
              </a:defRPr>
            </a:lvl1pPr>
          </a:lstStyle>
          <a:p>
            <a:r>
              <a:rPr lang="en-US"/>
              <a:t>20XX</a:t>
            </a:r>
            <a:endParaRPr lang="en-US" dirty="0"/>
          </a:p>
        </p:txBody>
      </p:sp>
      <p:cxnSp>
        <p:nvCxnSpPr>
          <p:cNvPr id="8" name="Straight Connector 7">
            <a:extLst>
              <a:ext uri="{FF2B5EF4-FFF2-40B4-BE49-F238E27FC236}">
                <a16:creationId xmlns:a16="http://schemas.microsoft.com/office/drawing/2014/main" id="{52C5A325-67B4-EB21-61D9-11A62C1149D0}"/>
              </a:ext>
            </a:extLst>
          </p:cNvPr>
          <p:cNvCxnSpPr>
            <a:cxnSpLocks/>
          </p:cNvCxnSpPr>
          <p:nvPr userDrawn="1"/>
        </p:nvCxnSpPr>
        <p:spPr>
          <a:xfrm>
            <a:off x="0" y="395159"/>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66DF71-8DDC-0AE8-6067-6C8BDF66AEE6}"/>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D53E1C8-4CA4-75B1-C371-4A379986E7A8}"/>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74A3361-4A2D-2ED2-946A-46EA9B3FCC96}"/>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9A1A3AD-F519-2787-F127-4698F8E5CA39}"/>
              </a:ext>
            </a:extLst>
          </p:cNvPr>
          <p:cNvCxnSpPr>
            <a:cxnSpLocks/>
          </p:cNvCxnSpPr>
          <p:nvPr userDrawn="1"/>
        </p:nvCxnSpPr>
        <p:spPr>
          <a:xfrm>
            <a:off x="0" y="5516519"/>
            <a:ext cx="914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65322AF-E7A0-773B-0886-72337FA4AC8E}"/>
              </a:ext>
            </a:extLst>
          </p:cNvPr>
          <p:cNvCxnSpPr>
            <a:cxnSpLocks/>
            <a:stCxn id="19" idx="3"/>
          </p:cNvCxnSpPr>
          <p:nvPr userDrawn="1"/>
        </p:nvCxnSpPr>
        <p:spPr>
          <a:xfrm>
            <a:off x="3831336" y="5495544"/>
            <a:ext cx="836066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44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ultiple content">
    <p:bg>
      <p:bgPr>
        <a:solidFill>
          <a:schemeClr val="accent1"/>
        </a:solidFill>
        <a:effectLst/>
      </p:bgPr>
    </p:bg>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5CCC7076-FFA4-750E-431A-0BE2B1B6F2EB}"/>
              </a:ext>
            </a:extLst>
          </p:cNvPr>
          <p:cNvSpPr>
            <a:spLocks noGrp="1"/>
          </p:cNvSpPr>
          <p:nvPr>
            <p:ph type="pic" sz="quarter" idx="20"/>
          </p:nvPr>
        </p:nvSpPr>
        <p:spPr>
          <a:xfrm>
            <a:off x="547796" y="1652080"/>
            <a:ext cx="4406901" cy="3124681"/>
          </a:xfrm>
          <a:ln w="15875">
            <a:solidFill>
              <a:schemeClr val="tx1"/>
            </a:solidFill>
          </a:ln>
        </p:spPr>
        <p:txBody>
          <a:bodyPr anchor="ctr"/>
          <a:lstStyle>
            <a:lvl1pPr marL="0" indent="0" algn="ctr">
              <a:buNone/>
              <a:defRPr sz="1800"/>
            </a:lvl1pPr>
          </a:lstStyle>
          <a:p>
            <a:endParaRPr lang="en-US" dirty="0"/>
          </a:p>
        </p:txBody>
      </p:sp>
      <p:cxnSp>
        <p:nvCxnSpPr>
          <p:cNvPr id="9" name="Straight Connector 8">
            <a:extLst>
              <a:ext uri="{FF2B5EF4-FFF2-40B4-BE49-F238E27FC236}">
                <a16:creationId xmlns:a16="http://schemas.microsoft.com/office/drawing/2014/main" id="{EBF410FA-6919-A95F-E465-F3650BC704A5}"/>
              </a:ext>
            </a:extLst>
          </p:cNvPr>
          <p:cNvCxnSpPr>
            <a:cxnSpLocks/>
          </p:cNvCxnSpPr>
          <p:nvPr userDrawn="1"/>
        </p:nvCxnSpPr>
        <p:spPr>
          <a:xfrm>
            <a:off x="0" y="1037308"/>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56D016C-FD2C-0B4B-A727-8A7CAF4A9846}"/>
              </a:ext>
            </a:extLst>
          </p:cNvPr>
          <p:cNvCxnSpPr>
            <a:cxnSpLocks/>
          </p:cNvCxnSpPr>
          <p:nvPr userDrawn="1"/>
        </p:nvCxnSpPr>
        <p:spPr>
          <a:xfrm flipV="1">
            <a:off x="5476731" y="1037308"/>
            <a:ext cx="0" cy="540217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A79FE8F-AD7E-5CA6-4AC2-165DA0C9BEF5}"/>
              </a:ext>
            </a:extLst>
          </p:cNvPr>
          <p:cNvCxnSpPr>
            <a:cxnSpLocks/>
          </p:cNvCxnSpPr>
          <p:nvPr userDrawn="1"/>
        </p:nvCxnSpPr>
        <p:spPr>
          <a:xfrm flipV="1">
            <a:off x="8792556" y="1027906"/>
            <a:ext cx="0" cy="54115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1AA6A48-79F7-A000-AA19-3EB390EBAFAF}"/>
              </a:ext>
            </a:extLst>
          </p:cNvPr>
          <p:cNvCxnSpPr>
            <a:cxnSpLocks/>
          </p:cNvCxnSpPr>
          <p:nvPr userDrawn="1"/>
        </p:nvCxnSpPr>
        <p:spPr>
          <a:xfrm>
            <a:off x="5476731" y="3833413"/>
            <a:ext cx="671526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D2FB9E0-941D-A849-6C69-C8A3BDD784D2}"/>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467868" y="54864"/>
            <a:ext cx="11256264" cy="969264"/>
          </a:xfrm>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9023483" y="1802860"/>
            <a:ext cx="2843784" cy="1827340"/>
          </a:xfrm>
        </p:spPr>
        <p:txBody>
          <a:bodyPr/>
          <a:lstStyle>
            <a:lvl1pPr marL="0" indent="0">
              <a:lnSpc>
                <a:spcPct val="100000"/>
              </a:lnSpc>
              <a:spcBef>
                <a:spcPts val="0"/>
              </a:spcBef>
              <a:buNone/>
              <a:defRPr sz="1800"/>
            </a:lvl1pPr>
          </a:lstStyle>
          <a:p>
            <a:pPr lvl="0"/>
            <a:r>
              <a:rPr lang="en-US" dirty="0"/>
              <a:t>Click to edit Master text styles</a:t>
            </a:r>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29" name="Content Placeholder 2">
            <a:extLst>
              <a:ext uri="{FF2B5EF4-FFF2-40B4-BE49-F238E27FC236}">
                <a16:creationId xmlns:a16="http://schemas.microsoft.com/office/drawing/2014/main" id="{F9E7CC0C-0A82-6C16-C499-CE38E6A5E1A6}"/>
              </a:ext>
            </a:extLst>
          </p:cNvPr>
          <p:cNvSpPr>
            <a:spLocks noGrp="1"/>
          </p:cNvSpPr>
          <p:nvPr>
            <p:ph idx="13"/>
          </p:nvPr>
        </p:nvSpPr>
        <p:spPr>
          <a:xfrm>
            <a:off x="5634474" y="1802860"/>
            <a:ext cx="2843784" cy="1827340"/>
          </a:xfrm>
        </p:spPr>
        <p:txBody>
          <a:bodyPr/>
          <a:lstStyle>
            <a:lvl1pPr marL="0" indent="0">
              <a:lnSpc>
                <a:spcPct val="100000"/>
              </a:lnSpc>
              <a:spcBef>
                <a:spcPts val="0"/>
              </a:spcBef>
              <a:buNone/>
              <a:defRPr sz="1800"/>
            </a:lvl1pPr>
          </a:lstStyle>
          <a:p>
            <a:pPr lvl="0"/>
            <a:r>
              <a:rPr lang="en-US" dirty="0"/>
              <a:t>Click to edit Master text styles</a:t>
            </a:r>
          </a:p>
        </p:txBody>
      </p:sp>
      <p:sp>
        <p:nvSpPr>
          <p:cNvPr id="31" name="Text Placeholder 30">
            <a:extLst>
              <a:ext uri="{FF2B5EF4-FFF2-40B4-BE49-F238E27FC236}">
                <a16:creationId xmlns:a16="http://schemas.microsoft.com/office/drawing/2014/main" id="{57CEC54D-1FD6-3F78-8B9D-D145F9B1C3F3}"/>
              </a:ext>
            </a:extLst>
          </p:cNvPr>
          <p:cNvSpPr>
            <a:spLocks noGrp="1"/>
          </p:cNvSpPr>
          <p:nvPr>
            <p:ph type="body" sz="quarter" idx="14"/>
          </p:nvPr>
        </p:nvSpPr>
        <p:spPr>
          <a:xfrm>
            <a:off x="5634474" y="1279472"/>
            <a:ext cx="2843784" cy="466344"/>
          </a:xfrm>
        </p:spPr>
        <p:txBody>
          <a:bodyPr/>
          <a:lstStyle>
            <a:lvl1pPr marL="0" indent="0">
              <a:lnSpc>
                <a:spcPct val="100000"/>
              </a:lnSpc>
              <a:spcBef>
                <a:spcPts val="0"/>
              </a:spcBef>
              <a:buNone/>
              <a:defRPr sz="2400">
                <a:latin typeface="+mj-lt"/>
              </a:defRPr>
            </a:lvl1pPr>
          </a:lstStyle>
          <a:p>
            <a:pPr lvl="0"/>
            <a:r>
              <a:rPr lang="en-US" dirty="0"/>
              <a:t>Click to edit Master text styles</a:t>
            </a:r>
          </a:p>
        </p:txBody>
      </p:sp>
      <p:sp>
        <p:nvSpPr>
          <p:cNvPr id="32" name="Text Placeholder 30">
            <a:extLst>
              <a:ext uri="{FF2B5EF4-FFF2-40B4-BE49-F238E27FC236}">
                <a16:creationId xmlns:a16="http://schemas.microsoft.com/office/drawing/2014/main" id="{A61EC6ED-86B0-89B9-F4F3-A17A7F150D11}"/>
              </a:ext>
            </a:extLst>
          </p:cNvPr>
          <p:cNvSpPr>
            <a:spLocks noGrp="1"/>
          </p:cNvSpPr>
          <p:nvPr>
            <p:ph type="body" sz="quarter" idx="15"/>
          </p:nvPr>
        </p:nvSpPr>
        <p:spPr>
          <a:xfrm>
            <a:off x="9023483" y="1278001"/>
            <a:ext cx="2843784" cy="466344"/>
          </a:xfrm>
        </p:spPr>
        <p:txBody>
          <a:bodyPr/>
          <a:lstStyle>
            <a:lvl1pPr marL="0" indent="0">
              <a:lnSpc>
                <a:spcPct val="100000"/>
              </a:lnSpc>
              <a:spcBef>
                <a:spcPts val="0"/>
              </a:spcBef>
              <a:buNone/>
              <a:defRPr sz="2400">
                <a:latin typeface="+mj-lt"/>
              </a:defRPr>
            </a:lvl1pPr>
          </a:lstStyle>
          <a:p>
            <a:pPr lvl="0"/>
            <a:r>
              <a:rPr lang="en-US" dirty="0"/>
              <a:t>Click to edit Master text styles</a:t>
            </a:r>
          </a:p>
        </p:txBody>
      </p:sp>
      <p:sp>
        <p:nvSpPr>
          <p:cNvPr id="33" name="Content Placeholder 2">
            <a:extLst>
              <a:ext uri="{FF2B5EF4-FFF2-40B4-BE49-F238E27FC236}">
                <a16:creationId xmlns:a16="http://schemas.microsoft.com/office/drawing/2014/main" id="{3D51AA82-3529-805D-5461-E1C5DC523EBF}"/>
              </a:ext>
            </a:extLst>
          </p:cNvPr>
          <p:cNvSpPr>
            <a:spLocks noGrp="1"/>
          </p:cNvSpPr>
          <p:nvPr>
            <p:ph idx="16"/>
          </p:nvPr>
        </p:nvSpPr>
        <p:spPr>
          <a:xfrm>
            <a:off x="9023483" y="4599432"/>
            <a:ext cx="2843784" cy="1645950"/>
          </a:xfrm>
        </p:spPr>
        <p:txBody>
          <a:bodyPr/>
          <a:lstStyle>
            <a:lvl1pPr marL="0" indent="0">
              <a:lnSpc>
                <a:spcPct val="100000"/>
              </a:lnSpc>
              <a:spcBef>
                <a:spcPts val="0"/>
              </a:spcBef>
              <a:buNone/>
              <a:defRPr sz="1800"/>
            </a:lvl1pPr>
          </a:lstStyle>
          <a:p>
            <a:pPr lvl="0"/>
            <a:r>
              <a:rPr lang="en-US" dirty="0"/>
              <a:t>Click to edit Master text styles</a:t>
            </a:r>
          </a:p>
        </p:txBody>
      </p:sp>
      <p:sp>
        <p:nvSpPr>
          <p:cNvPr id="34" name="Content Placeholder 2">
            <a:extLst>
              <a:ext uri="{FF2B5EF4-FFF2-40B4-BE49-F238E27FC236}">
                <a16:creationId xmlns:a16="http://schemas.microsoft.com/office/drawing/2014/main" id="{52A58E13-B509-86DD-D9FA-FE6B76B706CE}"/>
              </a:ext>
            </a:extLst>
          </p:cNvPr>
          <p:cNvSpPr>
            <a:spLocks noGrp="1"/>
          </p:cNvSpPr>
          <p:nvPr>
            <p:ph idx="17"/>
          </p:nvPr>
        </p:nvSpPr>
        <p:spPr>
          <a:xfrm>
            <a:off x="5634474" y="4599432"/>
            <a:ext cx="2843784" cy="1645950"/>
          </a:xfrm>
        </p:spPr>
        <p:txBody>
          <a:bodyPr/>
          <a:lstStyle>
            <a:lvl1pPr marL="0" indent="0">
              <a:lnSpc>
                <a:spcPct val="100000"/>
              </a:lnSpc>
              <a:spcBef>
                <a:spcPts val="0"/>
              </a:spcBef>
              <a:buNone/>
              <a:defRPr sz="1800"/>
            </a:lvl1pPr>
          </a:lstStyle>
          <a:p>
            <a:pPr lvl="0"/>
            <a:r>
              <a:rPr lang="en-US" dirty="0"/>
              <a:t>Click to edit Master text styles</a:t>
            </a:r>
          </a:p>
        </p:txBody>
      </p:sp>
      <p:sp>
        <p:nvSpPr>
          <p:cNvPr id="35" name="Text Placeholder 30">
            <a:extLst>
              <a:ext uri="{FF2B5EF4-FFF2-40B4-BE49-F238E27FC236}">
                <a16:creationId xmlns:a16="http://schemas.microsoft.com/office/drawing/2014/main" id="{D3275BA4-1A29-81A8-890F-A2019D6AD1A2}"/>
              </a:ext>
            </a:extLst>
          </p:cNvPr>
          <p:cNvSpPr>
            <a:spLocks noGrp="1"/>
          </p:cNvSpPr>
          <p:nvPr>
            <p:ph type="body" sz="quarter" idx="18"/>
          </p:nvPr>
        </p:nvSpPr>
        <p:spPr>
          <a:xfrm>
            <a:off x="5634474" y="4078224"/>
            <a:ext cx="2843784" cy="466344"/>
          </a:xfrm>
        </p:spPr>
        <p:txBody>
          <a:bodyPr/>
          <a:lstStyle>
            <a:lvl1pPr marL="0" indent="0">
              <a:lnSpc>
                <a:spcPct val="100000"/>
              </a:lnSpc>
              <a:spcBef>
                <a:spcPts val="0"/>
              </a:spcBef>
              <a:buNone/>
              <a:defRPr sz="2400">
                <a:latin typeface="+mj-lt"/>
              </a:defRPr>
            </a:lvl1pPr>
          </a:lstStyle>
          <a:p>
            <a:pPr lvl="0"/>
            <a:r>
              <a:rPr lang="en-US" dirty="0"/>
              <a:t>Click to edit Master text styles</a:t>
            </a:r>
          </a:p>
        </p:txBody>
      </p:sp>
      <p:sp>
        <p:nvSpPr>
          <p:cNvPr id="36" name="Text Placeholder 30">
            <a:extLst>
              <a:ext uri="{FF2B5EF4-FFF2-40B4-BE49-F238E27FC236}">
                <a16:creationId xmlns:a16="http://schemas.microsoft.com/office/drawing/2014/main" id="{97742C31-A952-F092-74D6-5D432DBE4955}"/>
              </a:ext>
            </a:extLst>
          </p:cNvPr>
          <p:cNvSpPr>
            <a:spLocks noGrp="1"/>
          </p:cNvSpPr>
          <p:nvPr>
            <p:ph type="body" sz="quarter" idx="19"/>
          </p:nvPr>
        </p:nvSpPr>
        <p:spPr>
          <a:xfrm>
            <a:off x="9023483" y="4078224"/>
            <a:ext cx="2843784" cy="466344"/>
          </a:xfrm>
        </p:spPr>
        <p:txBody>
          <a:bodyPr/>
          <a:lstStyle>
            <a:lvl1pPr marL="0" indent="0">
              <a:lnSpc>
                <a:spcPct val="100000"/>
              </a:lnSpc>
              <a:spcBef>
                <a:spcPts val="0"/>
              </a:spcBef>
              <a:buNone/>
              <a:defRPr sz="2400">
                <a:latin typeface="+mj-lt"/>
              </a:defRPr>
            </a:lvl1pPr>
          </a:lstStyle>
          <a:p>
            <a:pPr lvl="0"/>
            <a:r>
              <a:rPr lang="en-US" dirty="0"/>
              <a:t>Click to edit Master text styles</a:t>
            </a:r>
          </a:p>
        </p:txBody>
      </p:sp>
      <p:sp>
        <p:nvSpPr>
          <p:cNvPr id="41" name="Content Placeholder 2">
            <a:extLst>
              <a:ext uri="{FF2B5EF4-FFF2-40B4-BE49-F238E27FC236}">
                <a16:creationId xmlns:a16="http://schemas.microsoft.com/office/drawing/2014/main" id="{1AF03A42-3FAC-6EF4-3C19-01EADE20F3D9}"/>
              </a:ext>
            </a:extLst>
          </p:cNvPr>
          <p:cNvSpPr>
            <a:spLocks noGrp="1"/>
          </p:cNvSpPr>
          <p:nvPr>
            <p:ph idx="21"/>
          </p:nvPr>
        </p:nvSpPr>
        <p:spPr>
          <a:xfrm>
            <a:off x="1207008" y="5788152"/>
            <a:ext cx="3858768" cy="532461"/>
          </a:xfrm>
        </p:spPr>
        <p:txBody>
          <a:bodyPr/>
          <a:lstStyle>
            <a:lvl1pPr marL="0" indent="0">
              <a:lnSpc>
                <a:spcPct val="100000"/>
              </a:lnSpc>
              <a:spcBef>
                <a:spcPts val="0"/>
              </a:spcBef>
              <a:buNone/>
              <a:defRPr sz="1800"/>
            </a:lvl1pPr>
          </a:lstStyle>
          <a:p>
            <a:pPr lvl="0"/>
            <a:r>
              <a:rPr lang="en-US" dirty="0"/>
              <a:t>Click to edit Master text styles</a:t>
            </a:r>
          </a:p>
        </p:txBody>
      </p:sp>
      <p:sp>
        <p:nvSpPr>
          <p:cNvPr id="42" name="Text Placeholder 30">
            <a:extLst>
              <a:ext uri="{FF2B5EF4-FFF2-40B4-BE49-F238E27FC236}">
                <a16:creationId xmlns:a16="http://schemas.microsoft.com/office/drawing/2014/main" id="{D4A2DF13-0ACD-F5E4-200D-EF0469F75D0D}"/>
              </a:ext>
            </a:extLst>
          </p:cNvPr>
          <p:cNvSpPr>
            <a:spLocks noGrp="1"/>
          </p:cNvSpPr>
          <p:nvPr>
            <p:ph type="body" sz="quarter" idx="22"/>
          </p:nvPr>
        </p:nvSpPr>
        <p:spPr>
          <a:xfrm>
            <a:off x="1207008" y="5266944"/>
            <a:ext cx="3858768" cy="466344"/>
          </a:xfrm>
        </p:spPr>
        <p:txBody>
          <a:bodyPr/>
          <a:lstStyle>
            <a:lvl1pPr marL="0" indent="0">
              <a:lnSpc>
                <a:spcPct val="100000"/>
              </a:lnSpc>
              <a:spcBef>
                <a:spcPts val="0"/>
              </a:spcBef>
              <a:buNone/>
              <a:defRPr sz="2400">
                <a:latin typeface="+mj-lt"/>
              </a:defRPr>
            </a:lvl1pPr>
          </a:lstStyle>
          <a:p>
            <a:pPr lvl="0"/>
            <a:r>
              <a:rPr lang="en-US" dirty="0"/>
              <a:t>Click to edit Master text styles</a:t>
            </a:r>
          </a:p>
        </p:txBody>
      </p:sp>
      <p:sp>
        <p:nvSpPr>
          <p:cNvPr id="44" name="Text Placeholder 43">
            <a:extLst>
              <a:ext uri="{FF2B5EF4-FFF2-40B4-BE49-F238E27FC236}">
                <a16:creationId xmlns:a16="http://schemas.microsoft.com/office/drawing/2014/main" id="{7B805FCC-6D7A-F1CC-3B04-A84A068DBB1F}"/>
              </a:ext>
            </a:extLst>
          </p:cNvPr>
          <p:cNvSpPr>
            <a:spLocks noGrp="1"/>
          </p:cNvSpPr>
          <p:nvPr>
            <p:ph type="body" sz="quarter" idx="23" hasCustomPrompt="1"/>
          </p:nvPr>
        </p:nvSpPr>
        <p:spPr>
          <a:xfrm>
            <a:off x="11695176" y="3310128"/>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5" name="Text Placeholder 43">
            <a:extLst>
              <a:ext uri="{FF2B5EF4-FFF2-40B4-BE49-F238E27FC236}">
                <a16:creationId xmlns:a16="http://schemas.microsoft.com/office/drawing/2014/main" id="{FEE3F2FF-41FC-A05B-F6EB-A97A7D1B0644}"/>
              </a:ext>
            </a:extLst>
          </p:cNvPr>
          <p:cNvSpPr>
            <a:spLocks noGrp="1"/>
          </p:cNvSpPr>
          <p:nvPr>
            <p:ph type="body" sz="quarter" idx="24" hasCustomPrompt="1"/>
          </p:nvPr>
        </p:nvSpPr>
        <p:spPr>
          <a:xfrm>
            <a:off x="11695176" y="5897880"/>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6" name="Text Placeholder 43">
            <a:extLst>
              <a:ext uri="{FF2B5EF4-FFF2-40B4-BE49-F238E27FC236}">
                <a16:creationId xmlns:a16="http://schemas.microsoft.com/office/drawing/2014/main" id="{271E6249-39AB-A674-474B-129F0FC28F0A}"/>
              </a:ext>
            </a:extLst>
          </p:cNvPr>
          <p:cNvSpPr>
            <a:spLocks noGrp="1"/>
          </p:cNvSpPr>
          <p:nvPr>
            <p:ph type="body" sz="quarter" idx="25" hasCustomPrompt="1"/>
          </p:nvPr>
        </p:nvSpPr>
        <p:spPr>
          <a:xfrm>
            <a:off x="8293608" y="3310128"/>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7" name="Text Placeholder 43">
            <a:extLst>
              <a:ext uri="{FF2B5EF4-FFF2-40B4-BE49-F238E27FC236}">
                <a16:creationId xmlns:a16="http://schemas.microsoft.com/office/drawing/2014/main" id="{1743218C-8B3C-DC33-5CD2-D82FA77A522E}"/>
              </a:ext>
            </a:extLst>
          </p:cNvPr>
          <p:cNvSpPr>
            <a:spLocks noGrp="1"/>
          </p:cNvSpPr>
          <p:nvPr>
            <p:ph type="body" sz="quarter" idx="26" hasCustomPrompt="1"/>
          </p:nvPr>
        </p:nvSpPr>
        <p:spPr>
          <a:xfrm>
            <a:off x="8293608" y="5897880"/>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8" name="Text Placeholder 43">
            <a:extLst>
              <a:ext uri="{FF2B5EF4-FFF2-40B4-BE49-F238E27FC236}">
                <a16:creationId xmlns:a16="http://schemas.microsoft.com/office/drawing/2014/main" id="{6018CAD3-E7B7-16B7-5631-0C3F7C38C530}"/>
              </a:ext>
            </a:extLst>
          </p:cNvPr>
          <p:cNvSpPr>
            <a:spLocks noGrp="1"/>
          </p:cNvSpPr>
          <p:nvPr>
            <p:ph type="body" sz="quarter" idx="27" hasCustomPrompt="1"/>
          </p:nvPr>
        </p:nvSpPr>
        <p:spPr>
          <a:xfrm>
            <a:off x="548640" y="5330952"/>
            <a:ext cx="512064" cy="512064"/>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Tree>
    <p:extLst>
      <p:ext uri="{BB962C8B-B14F-4D97-AF65-F5344CB8AC3E}">
        <p14:creationId xmlns:p14="http://schemas.microsoft.com/office/powerpoint/2010/main" val="654059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tx2"/>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FEDE488-304D-8F7B-7181-CB5794855926}"/>
              </a:ext>
            </a:extLst>
          </p:cNvPr>
          <p:cNvCxnSpPr>
            <a:cxnSpLocks/>
          </p:cNvCxnSpPr>
          <p:nvPr userDrawn="1"/>
        </p:nvCxnSpPr>
        <p:spPr>
          <a:xfrm>
            <a:off x="1565155" y="1983947"/>
            <a:ext cx="10626845"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640080" y="73152"/>
            <a:ext cx="3227832" cy="969264"/>
          </a:xfrm>
        </p:spPr>
        <p:txBody>
          <a:bodyPr/>
          <a:lstStyle>
            <a:lvl1pPr>
              <a:defRPr>
                <a:solidFill>
                  <a:schemeClr val="accent1"/>
                </a:solidFill>
              </a:defRPr>
            </a:lvl1pPr>
          </a:lstStyle>
          <a:p>
            <a:r>
              <a:rPr lang="en-US" dirty="0"/>
              <a:t>Click to edit Master title style</a:t>
            </a:r>
          </a:p>
        </p:txBody>
      </p:sp>
      <p:sp>
        <p:nvSpPr>
          <p:cNvPr id="32" name="Picture Placeholder 31">
            <a:extLst>
              <a:ext uri="{FF2B5EF4-FFF2-40B4-BE49-F238E27FC236}">
                <a16:creationId xmlns:a16="http://schemas.microsoft.com/office/drawing/2014/main" id="{87F13219-232C-C38C-7D86-D48FAC7D8270}"/>
              </a:ext>
            </a:extLst>
          </p:cNvPr>
          <p:cNvSpPr>
            <a:spLocks noGrp="1"/>
          </p:cNvSpPr>
          <p:nvPr>
            <p:ph type="pic" sz="quarter" idx="22"/>
          </p:nvPr>
        </p:nvSpPr>
        <p:spPr>
          <a:xfrm>
            <a:off x="594360"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endParaRPr lang="en-US" dirty="0"/>
          </a:p>
        </p:txBody>
      </p:sp>
      <p:sp>
        <p:nvSpPr>
          <p:cNvPr id="19" name="Text Placeholder 2">
            <a:extLst>
              <a:ext uri="{FF2B5EF4-FFF2-40B4-BE49-F238E27FC236}">
                <a16:creationId xmlns:a16="http://schemas.microsoft.com/office/drawing/2014/main" id="{CB1722C2-4C66-F8BA-B3DD-6199116EFB25}"/>
              </a:ext>
            </a:extLst>
          </p:cNvPr>
          <p:cNvSpPr>
            <a:spLocks noGrp="1"/>
          </p:cNvSpPr>
          <p:nvPr>
            <p:ph type="body" idx="1"/>
          </p:nvPr>
        </p:nvSpPr>
        <p:spPr>
          <a:xfrm>
            <a:off x="51206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Text Placeholder 2">
            <a:extLst>
              <a:ext uri="{FF2B5EF4-FFF2-40B4-BE49-F238E27FC236}">
                <a16:creationId xmlns:a16="http://schemas.microsoft.com/office/drawing/2014/main" id="{68F906E4-47B1-BEE5-E30F-146C6869BF2D}"/>
              </a:ext>
            </a:extLst>
          </p:cNvPr>
          <p:cNvSpPr>
            <a:spLocks noGrp="1"/>
          </p:cNvSpPr>
          <p:nvPr>
            <p:ph type="body" idx="17"/>
          </p:nvPr>
        </p:nvSpPr>
        <p:spPr>
          <a:xfrm>
            <a:off x="51206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3" name="Picture Placeholder 31">
            <a:extLst>
              <a:ext uri="{FF2B5EF4-FFF2-40B4-BE49-F238E27FC236}">
                <a16:creationId xmlns:a16="http://schemas.microsoft.com/office/drawing/2014/main" id="{F8C639A8-0897-2015-9829-94E98335DF21}"/>
              </a:ext>
            </a:extLst>
          </p:cNvPr>
          <p:cNvSpPr>
            <a:spLocks noGrp="1"/>
          </p:cNvSpPr>
          <p:nvPr>
            <p:ph type="pic" sz="quarter" idx="23"/>
          </p:nvPr>
        </p:nvSpPr>
        <p:spPr>
          <a:xfrm>
            <a:off x="3017520"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endParaRPr lang="en-US" dirty="0"/>
          </a:p>
        </p:txBody>
      </p:sp>
      <p:sp>
        <p:nvSpPr>
          <p:cNvPr id="21" name="Text Placeholder 2">
            <a:extLst>
              <a:ext uri="{FF2B5EF4-FFF2-40B4-BE49-F238E27FC236}">
                <a16:creationId xmlns:a16="http://schemas.microsoft.com/office/drawing/2014/main" id="{EEF857FA-9C5E-BED3-1ABB-A734EE39340B}"/>
              </a:ext>
            </a:extLst>
          </p:cNvPr>
          <p:cNvSpPr>
            <a:spLocks noGrp="1"/>
          </p:cNvSpPr>
          <p:nvPr>
            <p:ph type="body" idx="14"/>
          </p:nvPr>
        </p:nvSpPr>
        <p:spPr>
          <a:xfrm>
            <a:off x="2916936"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Text Placeholder 2">
            <a:extLst>
              <a:ext uri="{FF2B5EF4-FFF2-40B4-BE49-F238E27FC236}">
                <a16:creationId xmlns:a16="http://schemas.microsoft.com/office/drawing/2014/main" id="{5C6EFDC5-2080-3126-AB93-FB89817B2C28}"/>
              </a:ext>
            </a:extLst>
          </p:cNvPr>
          <p:cNvSpPr>
            <a:spLocks noGrp="1"/>
          </p:cNvSpPr>
          <p:nvPr>
            <p:ph type="body" idx="19"/>
          </p:nvPr>
        </p:nvSpPr>
        <p:spPr>
          <a:xfrm>
            <a:off x="2916936"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4" name="Picture Placeholder 31">
            <a:extLst>
              <a:ext uri="{FF2B5EF4-FFF2-40B4-BE49-F238E27FC236}">
                <a16:creationId xmlns:a16="http://schemas.microsoft.com/office/drawing/2014/main" id="{6CBA6ABC-D5D1-9758-59EA-8DE549CC612D}"/>
              </a:ext>
            </a:extLst>
          </p:cNvPr>
          <p:cNvSpPr>
            <a:spLocks noGrp="1"/>
          </p:cNvSpPr>
          <p:nvPr>
            <p:ph type="pic" sz="quarter" idx="24"/>
          </p:nvPr>
        </p:nvSpPr>
        <p:spPr>
          <a:xfrm>
            <a:off x="5440680"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endParaRPr lang="en-US" dirty="0"/>
          </a:p>
        </p:txBody>
      </p:sp>
      <p:sp>
        <p:nvSpPr>
          <p:cNvPr id="22" name="Text Placeholder 2">
            <a:extLst>
              <a:ext uri="{FF2B5EF4-FFF2-40B4-BE49-F238E27FC236}">
                <a16:creationId xmlns:a16="http://schemas.microsoft.com/office/drawing/2014/main" id="{F990F14B-1D1F-AA8D-BB23-FA8F7EEF666B}"/>
              </a:ext>
            </a:extLst>
          </p:cNvPr>
          <p:cNvSpPr>
            <a:spLocks noGrp="1"/>
          </p:cNvSpPr>
          <p:nvPr>
            <p:ph type="body" idx="15"/>
          </p:nvPr>
        </p:nvSpPr>
        <p:spPr>
          <a:xfrm>
            <a:off x="535838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Text Placeholder 2">
            <a:extLst>
              <a:ext uri="{FF2B5EF4-FFF2-40B4-BE49-F238E27FC236}">
                <a16:creationId xmlns:a16="http://schemas.microsoft.com/office/drawing/2014/main" id="{D6CD9CDA-E122-F6EB-30B5-26D7E17771AB}"/>
              </a:ext>
            </a:extLst>
          </p:cNvPr>
          <p:cNvSpPr>
            <a:spLocks noGrp="1"/>
          </p:cNvSpPr>
          <p:nvPr>
            <p:ph type="body" idx="20"/>
          </p:nvPr>
        </p:nvSpPr>
        <p:spPr>
          <a:xfrm>
            <a:off x="535838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5" name="Picture Placeholder 31">
            <a:extLst>
              <a:ext uri="{FF2B5EF4-FFF2-40B4-BE49-F238E27FC236}">
                <a16:creationId xmlns:a16="http://schemas.microsoft.com/office/drawing/2014/main" id="{8AC38C98-F011-6729-EA3D-B9F72D88DBB5}"/>
              </a:ext>
            </a:extLst>
          </p:cNvPr>
          <p:cNvSpPr>
            <a:spLocks noGrp="1"/>
          </p:cNvSpPr>
          <p:nvPr>
            <p:ph type="pic" sz="quarter" idx="25"/>
          </p:nvPr>
        </p:nvSpPr>
        <p:spPr>
          <a:xfrm>
            <a:off x="7744968"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endParaRPr lang="en-US" dirty="0"/>
          </a:p>
        </p:txBody>
      </p:sp>
      <p:sp>
        <p:nvSpPr>
          <p:cNvPr id="23" name="Text Placeholder 2">
            <a:extLst>
              <a:ext uri="{FF2B5EF4-FFF2-40B4-BE49-F238E27FC236}">
                <a16:creationId xmlns:a16="http://schemas.microsoft.com/office/drawing/2014/main" id="{01D32DAF-E8E7-6294-0961-BC9CCFB6F413}"/>
              </a:ext>
            </a:extLst>
          </p:cNvPr>
          <p:cNvSpPr>
            <a:spLocks noGrp="1"/>
          </p:cNvSpPr>
          <p:nvPr>
            <p:ph type="body" idx="16"/>
          </p:nvPr>
        </p:nvSpPr>
        <p:spPr>
          <a:xfrm>
            <a:off x="764438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8" name="Text Placeholder 2">
            <a:extLst>
              <a:ext uri="{FF2B5EF4-FFF2-40B4-BE49-F238E27FC236}">
                <a16:creationId xmlns:a16="http://schemas.microsoft.com/office/drawing/2014/main" id="{C9875650-BD0D-32C5-3819-F8C14365B414}"/>
              </a:ext>
            </a:extLst>
          </p:cNvPr>
          <p:cNvSpPr>
            <a:spLocks noGrp="1"/>
          </p:cNvSpPr>
          <p:nvPr>
            <p:ph type="body" idx="21"/>
          </p:nvPr>
        </p:nvSpPr>
        <p:spPr>
          <a:xfrm>
            <a:off x="764438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6" name="Picture Placeholder 31">
            <a:extLst>
              <a:ext uri="{FF2B5EF4-FFF2-40B4-BE49-F238E27FC236}">
                <a16:creationId xmlns:a16="http://schemas.microsoft.com/office/drawing/2014/main" id="{40E68EB8-B0D8-E5D4-CE19-45219E4D7038}"/>
              </a:ext>
            </a:extLst>
          </p:cNvPr>
          <p:cNvSpPr>
            <a:spLocks noGrp="1"/>
          </p:cNvSpPr>
          <p:nvPr>
            <p:ph type="pic" sz="quarter" idx="26"/>
          </p:nvPr>
        </p:nvSpPr>
        <p:spPr>
          <a:xfrm>
            <a:off x="10204704"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endParaRPr lang="en-US" dirty="0"/>
          </a:p>
        </p:txBody>
      </p:sp>
      <p:sp>
        <p:nvSpPr>
          <p:cNvPr id="20" name="Text Placeholder 4">
            <a:extLst>
              <a:ext uri="{FF2B5EF4-FFF2-40B4-BE49-F238E27FC236}">
                <a16:creationId xmlns:a16="http://schemas.microsoft.com/office/drawing/2014/main" id="{7D1D0610-E513-F5EA-0393-622F692CA0F2}"/>
              </a:ext>
            </a:extLst>
          </p:cNvPr>
          <p:cNvSpPr>
            <a:spLocks noGrp="1"/>
          </p:cNvSpPr>
          <p:nvPr>
            <p:ph type="body" sz="quarter" idx="3"/>
          </p:nvPr>
        </p:nvSpPr>
        <p:spPr>
          <a:xfrm>
            <a:off x="1011326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Text Placeholder 4">
            <a:extLst>
              <a:ext uri="{FF2B5EF4-FFF2-40B4-BE49-F238E27FC236}">
                <a16:creationId xmlns:a16="http://schemas.microsoft.com/office/drawing/2014/main" id="{3BF37293-4E33-5570-29ED-04EB525DD199}"/>
              </a:ext>
            </a:extLst>
          </p:cNvPr>
          <p:cNvSpPr>
            <a:spLocks noGrp="1"/>
          </p:cNvSpPr>
          <p:nvPr>
            <p:ph type="body" sz="quarter" idx="18"/>
          </p:nvPr>
        </p:nvSpPr>
        <p:spPr>
          <a:xfrm>
            <a:off x="1011326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8" name="Straight Connector 7">
            <a:extLst>
              <a:ext uri="{FF2B5EF4-FFF2-40B4-BE49-F238E27FC236}">
                <a16:creationId xmlns:a16="http://schemas.microsoft.com/office/drawing/2014/main" id="{DEEA677E-8DEA-5E75-BA4B-23D1BA7F8E99}"/>
              </a:ext>
            </a:extLst>
          </p:cNvPr>
          <p:cNvCxnSpPr>
            <a:cxnSpLocks/>
          </p:cNvCxnSpPr>
          <p:nvPr userDrawn="1"/>
        </p:nvCxnSpPr>
        <p:spPr>
          <a:xfrm>
            <a:off x="3866404" y="522548"/>
            <a:ext cx="832559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19DB-4A46-5428-C6CC-D0751895D66F}"/>
              </a:ext>
            </a:extLst>
          </p:cNvPr>
          <p:cNvCxnSpPr>
            <a:cxnSpLocks/>
          </p:cNvCxnSpPr>
          <p:nvPr userDrawn="1"/>
        </p:nvCxnSpPr>
        <p:spPr>
          <a:xfrm>
            <a:off x="0" y="5757057"/>
            <a:ext cx="8504858"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2B810B-B523-F767-647B-12432989B2E9}"/>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 Placeholder 16">
            <a:extLst>
              <a:ext uri="{FF2B5EF4-FFF2-40B4-BE49-F238E27FC236}">
                <a16:creationId xmlns:a16="http://schemas.microsoft.com/office/drawing/2014/main" id="{2A089CB3-1FD6-52E9-890B-0C5EC799D8A1}"/>
              </a:ext>
            </a:extLst>
          </p:cNvPr>
          <p:cNvSpPr>
            <a:spLocks noGrp="1"/>
          </p:cNvSpPr>
          <p:nvPr>
            <p:ph type="body" sz="quarter" idx="13"/>
          </p:nvPr>
        </p:nvSpPr>
        <p:spPr>
          <a:xfrm>
            <a:off x="8836655" y="5143104"/>
            <a:ext cx="3355345" cy="1252728"/>
          </a:xfrm>
        </p:spPr>
        <p:txBody>
          <a:bodyPr anchor="ctr"/>
          <a:lstStyle>
            <a:lvl1pPr marL="0" indent="0">
              <a:buNone/>
              <a:defRPr sz="4000">
                <a:solidFill>
                  <a:schemeClr val="accent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1961278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672C-3B98-424B-3047-A14FF403A81D}"/>
              </a:ext>
            </a:extLst>
          </p:cNvPr>
          <p:cNvSpPr>
            <a:spLocks noGrp="1"/>
          </p:cNvSpPr>
          <p:nvPr>
            <p:ph type="title"/>
          </p:nvPr>
        </p:nvSpPr>
        <p:spPr>
          <a:xfrm>
            <a:off x="466344" y="36576"/>
            <a:ext cx="5294376" cy="969264"/>
          </a:xfrm>
        </p:spPr>
        <p:txBody>
          <a:bodyPr/>
          <a:lstStyle>
            <a:lvl1pPr>
              <a:lnSpc>
                <a:spcPct val="100000"/>
              </a:lnSpc>
              <a:defRPr>
                <a:solidFill>
                  <a:schemeClr val="accent1"/>
                </a:solidFill>
              </a:defRPr>
            </a:lvl1pPr>
          </a:lstStyle>
          <a:p>
            <a:r>
              <a:rPr lang="en-US" dirty="0"/>
              <a:t>Click to edit Master title style</a:t>
            </a:r>
          </a:p>
        </p:txBody>
      </p:sp>
      <p:sp>
        <p:nvSpPr>
          <p:cNvPr id="22" name="Picture Placeholder 20">
            <a:extLst>
              <a:ext uri="{FF2B5EF4-FFF2-40B4-BE49-F238E27FC236}">
                <a16:creationId xmlns:a16="http://schemas.microsoft.com/office/drawing/2014/main" id="{656258F0-1496-C756-9648-B7772E2B1113}"/>
              </a:ext>
            </a:extLst>
          </p:cNvPr>
          <p:cNvSpPr>
            <a:spLocks noGrp="1"/>
          </p:cNvSpPr>
          <p:nvPr>
            <p:ph type="pic" sz="quarter" idx="13"/>
          </p:nvPr>
        </p:nvSpPr>
        <p:spPr>
          <a:xfrm>
            <a:off x="444501" y="1592221"/>
            <a:ext cx="5207000" cy="4292599"/>
          </a:xfrm>
          <a:ln w="15875">
            <a:solidFill>
              <a:schemeClr val="accent1"/>
            </a:solidFill>
          </a:ln>
        </p:spPr>
        <p:txBody>
          <a:bodyPr anchor="ctr"/>
          <a:lstStyle>
            <a:lvl1pPr marL="0" indent="0" algn="ctr">
              <a:buFontTx/>
              <a:buNone/>
              <a:defRPr>
                <a:solidFill>
                  <a:schemeClr val="accent1"/>
                </a:solidFill>
              </a:defRPr>
            </a:lvl1pPr>
          </a:lstStyle>
          <a:p>
            <a:endParaRPr lang="en-US" dirty="0"/>
          </a:p>
        </p:txBody>
      </p:sp>
      <p:sp>
        <p:nvSpPr>
          <p:cNvPr id="3" name="Text Placeholder 2">
            <a:extLst>
              <a:ext uri="{FF2B5EF4-FFF2-40B4-BE49-F238E27FC236}">
                <a16:creationId xmlns:a16="http://schemas.microsoft.com/office/drawing/2014/main" id="{39399D7D-8B9F-47AD-ACF1-0FAA45069006}"/>
              </a:ext>
            </a:extLst>
          </p:cNvPr>
          <p:cNvSpPr>
            <a:spLocks noGrp="1"/>
          </p:cNvSpPr>
          <p:nvPr>
            <p:ph type="body" idx="1"/>
          </p:nvPr>
        </p:nvSpPr>
        <p:spPr>
          <a:xfrm>
            <a:off x="6565392" y="740664"/>
            <a:ext cx="5157787" cy="466344"/>
          </a:xfrm>
        </p:spPr>
        <p:txBody>
          <a:bodyPr anchor="ctr"/>
          <a:lstStyle>
            <a:lvl1pPr marL="0" indent="0">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2E9DC0-11F7-BF92-00BF-7C7E94670C1C}"/>
              </a:ext>
            </a:extLst>
          </p:cNvPr>
          <p:cNvSpPr>
            <a:spLocks noGrp="1"/>
          </p:cNvSpPr>
          <p:nvPr>
            <p:ph sz="half" idx="2"/>
          </p:nvPr>
        </p:nvSpPr>
        <p:spPr>
          <a:xfrm>
            <a:off x="6565392" y="1417320"/>
            <a:ext cx="5157787" cy="2029968"/>
          </a:xfrm>
        </p:spPr>
        <p:txBody>
          <a:bodyPr/>
          <a:lstStyle>
            <a:lvl1pPr>
              <a:lnSpc>
                <a:spcPct val="100000"/>
              </a:lnSpc>
              <a:spcBef>
                <a:spcPts val="1800"/>
              </a:spcBef>
              <a:defRPr sz="1800">
                <a:solidFill>
                  <a:schemeClr val="accent1"/>
                </a:solidFill>
              </a:defRPr>
            </a:lvl1pPr>
            <a:lvl2pPr>
              <a:lnSpc>
                <a:spcPct val="100000"/>
              </a:lnSpc>
              <a:spcBef>
                <a:spcPts val="600"/>
              </a:spcBef>
              <a:defRPr sz="1600">
                <a:solidFill>
                  <a:schemeClr val="accent1"/>
                </a:solidFill>
              </a:defRPr>
            </a:lvl2pPr>
            <a:lvl3pPr>
              <a:lnSpc>
                <a:spcPct val="100000"/>
              </a:lnSpc>
              <a:spcBef>
                <a:spcPts val="600"/>
              </a:spcBef>
              <a:defRPr sz="1400">
                <a:solidFill>
                  <a:schemeClr val="accent1"/>
                </a:solidFill>
              </a:defRPr>
            </a:lvl3pPr>
            <a:lvl4pPr>
              <a:lnSpc>
                <a:spcPct val="100000"/>
              </a:lnSpc>
              <a:spcBef>
                <a:spcPts val="600"/>
              </a:spcBef>
              <a:defRPr sz="1200">
                <a:solidFill>
                  <a:schemeClr val="accent1"/>
                </a:solidFill>
              </a:defRPr>
            </a:lvl4pPr>
            <a:lvl5pPr>
              <a:lnSpc>
                <a:spcPct val="100000"/>
              </a:lnSpc>
              <a:spcBef>
                <a:spcPts val="600"/>
              </a:spcBef>
              <a:defRPr sz="12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FA110F4B-383C-979A-7C67-60731A902CCF}"/>
              </a:ext>
            </a:extLst>
          </p:cNvPr>
          <p:cNvSpPr>
            <a:spLocks noGrp="1"/>
          </p:cNvSpPr>
          <p:nvPr>
            <p:ph type="body" sz="quarter" idx="3"/>
          </p:nvPr>
        </p:nvSpPr>
        <p:spPr>
          <a:xfrm>
            <a:off x="6565392" y="3941064"/>
            <a:ext cx="5183188" cy="466344"/>
          </a:xfrm>
        </p:spPr>
        <p:txBody>
          <a:bodyPr anchor="ctr"/>
          <a:lstStyle>
            <a:lvl1pPr marL="0" indent="0">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0758E51B-C92F-F9B7-5D67-2EE0685CCF12}"/>
              </a:ext>
            </a:extLst>
          </p:cNvPr>
          <p:cNvSpPr>
            <a:spLocks noGrp="1"/>
          </p:cNvSpPr>
          <p:nvPr>
            <p:ph sz="quarter" idx="4"/>
          </p:nvPr>
        </p:nvSpPr>
        <p:spPr>
          <a:xfrm>
            <a:off x="6565392" y="4485555"/>
            <a:ext cx="5183188" cy="1197864"/>
          </a:xfrm>
        </p:spPr>
        <p:txBody>
          <a:bodyPr/>
          <a:lstStyle>
            <a:lvl1pPr>
              <a:lnSpc>
                <a:spcPct val="100000"/>
              </a:lnSpc>
              <a:spcBef>
                <a:spcPts val="1800"/>
              </a:spcBef>
              <a:defRPr sz="1800">
                <a:solidFill>
                  <a:schemeClr val="accent1"/>
                </a:solidFill>
              </a:defRPr>
            </a:lvl1pPr>
            <a:lvl2pPr>
              <a:lnSpc>
                <a:spcPct val="100000"/>
              </a:lnSpc>
              <a:spcBef>
                <a:spcPts val="600"/>
              </a:spcBef>
              <a:defRPr sz="1600">
                <a:solidFill>
                  <a:schemeClr val="accent1"/>
                </a:solidFill>
              </a:defRPr>
            </a:lvl2pPr>
            <a:lvl3pPr>
              <a:lnSpc>
                <a:spcPct val="100000"/>
              </a:lnSpc>
              <a:spcBef>
                <a:spcPts val="600"/>
              </a:spcBef>
              <a:defRPr sz="1400">
                <a:solidFill>
                  <a:schemeClr val="accent1"/>
                </a:solidFill>
              </a:defRPr>
            </a:lvl3pPr>
            <a:lvl4pPr>
              <a:lnSpc>
                <a:spcPct val="100000"/>
              </a:lnSpc>
              <a:spcBef>
                <a:spcPts val="600"/>
              </a:spcBef>
              <a:defRPr sz="1200">
                <a:solidFill>
                  <a:schemeClr val="accent1"/>
                </a:solidFill>
              </a:defRPr>
            </a:lvl4pPr>
            <a:lvl5pPr>
              <a:lnSpc>
                <a:spcPct val="100000"/>
              </a:lnSpc>
              <a:spcBef>
                <a:spcPts val="600"/>
              </a:spcBef>
              <a:defRPr sz="12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2F376A9B-4626-290B-917F-B57D35120DB4}"/>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8" name="Footer Placeholder 7">
            <a:extLst>
              <a:ext uri="{FF2B5EF4-FFF2-40B4-BE49-F238E27FC236}">
                <a16:creationId xmlns:a16="http://schemas.microsoft.com/office/drawing/2014/main" id="{7147E33F-E2CD-B99B-7A79-CDC2550A1465}"/>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7" name="Date Placeholder 6">
            <a:extLst>
              <a:ext uri="{FF2B5EF4-FFF2-40B4-BE49-F238E27FC236}">
                <a16:creationId xmlns:a16="http://schemas.microsoft.com/office/drawing/2014/main" id="{7427C822-3603-1035-6BD5-07AEADACE876}"/>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11" name="Straight Connector 10">
            <a:extLst>
              <a:ext uri="{FF2B5EF4-FFF2-40B4-BE49-F238E27FC236}">
                <a16:creationId xmlns:a16="http://schemas.microsoft.com/office/drawing/2014/main" id="{BE816DB4-C374-189A-F1F8-5F1B43EC2B71}"/>
              </a:ext>
            </a:extLst>
          </p:cNvPr>
          <p:cNvCxnSpPr>
            <a:cxnSpLocks/>
          </p:cNvCxnSpPr>
          <p:nvPr userDrawn="1"/>
        </p:nvCxnSpPr>
        <p:spPr>
          <a:xfrm>
            <a:off x="0" y="1037557"/>
            <a:ext cx="6096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EC7540-FB09-0AE1-04FF-3706800F4DB6}"/>
              </a:ext>
            </a:extLst>
          </p:cNvPr>
          <p:cNvCxnSpPr>
            <a:cxnSpLocks/>
          </p:cNvCxnSpPr>
          <p:nvPr userDrawn="1"/>
        </p:nvCxnSpPr>
        <p:spPr>
          <a:xfrm flipV="1">
            <a:off x="6096000" y="0"/>
            <a:ext cx="0" cy="643948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9421D4-0B4D-95CB-4FCB-E139DCBAD9BB}"/>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848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B0F0B75-DD75-7194-E40A-3AA5DD203B15}"/>
              </a:ext>
            </a:extLst>
          </p:cNvPr>
          <p:cNvSpPr/>
          <p:nvPr userDrawn="1"/>
        </p:nvSpPr>
        <p:spPr>
          <a:xfrm>
            <a:off x="3886830" y="1031243"/>
            <a:ext cx="7906804" cy="540624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20000"/>
                  <a:lumOff val="80000"/>
                </a:schemeClr>
              </a:solidFill>
            </a:endParaRPr>
          </a:p>
        </p:txBody>
      </p:sp>
      <p:sp>
        <p:nvSpPr>
          <p:cNvPr id="9" name="Rectangle 8">
            <a:extLst>
              <a:ext uri="{FF2B5EF4-FFF2-40B4-BE49-F238E27FC236}">
                <a16:creationId xmlns:a16="http://schemas.microsoft.com/office/drawing/2014/main" id="{AEB85F28-9AE2-01CA-E801-96F2F2ACC4FE}"/>
              </a:ext>
            </a:extLst>
          </p:cNvPr>
          <p:cNvSpPr/>
          <p:nvPr userDrawn="1"/>
        </p:nvSpPr>
        <p:spPr>
          <a:xfrm>
            <a:off x="409046" y="1042071"/>
            <a:ext cx="3455590" cy="5395417"/>
          </a:xfrm>
          <a:prstGeom prst="rect">
            <a:avLst/>
          </a:prstGeom>
          <a:solidFill>
            <a:schemeClr val="accent6">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2039112" y="64008"/>
            <a:ext cx="8165592" cy="969264"/>
          </a:xfrm>
        </p:spPr>
        <p:txBody>
          <a:bodyPr/>
          <a:lstStyle>
            <a:lvl1pPr algn="ctr">
              <a:defRPr/>
            </a:lvl1pPr>
          </a:lstStyle>
          <a:p>
            <a:r>
              <a:rPr lang="en-US" dirty="0"/>
              <a:t>Click to edit Master title style</a:t>
            </a:r>
          </a:p>
        </p:txBody>
      </p:sp>
      <p:sp>
        <p:nvSpPr>
          <p:cNvPr id="21" name="Text Placeholder 2">
            <a:extLst>
              <a:ext uri="{FF2B5EF4-FFF2-40B4-BE49-F238E27FC236}">
                <a16:creationId xmlns:a16="http://schemas.microsoft.com/office/drawing/2014/main" id="{77B3A0F7-4877-4804-831D-E094CB4C49B3}"/>
              </a:ext>
            </a:extLst>
          </p:cNvPr>
          <p:cNvSpPr>
            <a:spLocks noGrp="1"/>
          </p:cNvSpPr>
          <p:nvPr>
            <p:ph type="body" idx="13"/>
          </p:nvPr>
        </p:nvSpPr>
        <p:spPr>
          <a:xfrm>
            <a:off x="667512" y="1673352"/>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4114800" y="1307592"/>
            <a:ext cx="7598664" cy="1197864"/>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5160F9ED-11F2-C22D-919C-AD28524B1305}"/>
              </a:ext>
            </a:extLst>
          </p:cNvPr>
          <p:cNvSpPr>
            <a:spLocks noGrp="1"/>
          </p:cNvSpPr>
          <p:nvPr>
            <p:ph type="body" sz="quarter" idx="14"/>
          </p:nvPr>
        </p:nvSpPr>
        <p:spPr>
          <a:xfrm>
            <a:off x="667512" y="3452264"/>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dirty="0"/>
          </a:p>
        </p:txBody>
      </p:sp>
      <p:sp>
        <p:nvSpPr>
          <p:cNvPr id="17" name="Content Placeholder 2">
            <a:extLst>
              <a:ext uri="{FF2B5EF4-FFF2-40B4-BE49-F238E27FC236}">
                <a16:creationId xmlns:a16="http://schemas.microsoft.com/office/drawing/2014/main" id="{8C5B491A-910D-96D7-7910-D672B6313334}"/>
              </a:ext>
            </a:extLst>
          </p:cNvPr>
          <p:cNvSpPr>
            <a:spLocks noGrp="1"/>
          </p:cNvSpPr>
          <p:nvPr>
            <p:ph idx="15"/>
          </p:nvPr>
        </p:nvSpPr>
        <p:spPr>
          <a:xfrm>
            <a:off x="4123102" y="3086504"/>
            <a:ext cx="7598664" cy="1197864"/>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4">
            <a:extLst>
              <a:ext uri="{FF2B5EF4-FFF2-40B4-BE49-F238E27FC236}">
                <a16:creationId xmlns:a16="http://schemas.microsoft.com/office/drawing/2014/main" id="{C7845D54-C197-EEDA-099F-45ED6EC803CE}"/>
              </a:ext>
            </a:extLst>
          </p:cNvPr>
          <p:cNvSpPr>
            <a:spLocks noGrp="1"/>
          </p:cNvSpPr>
          <p:nvPr>
            <p:ph type="body" sz="quarter" idx="3"/>
          </p:nvPr>
        </p:nvSpPr>
        <p:spPr>
          <a:xfrm>
            <a:off x="667512" y="5288457"/>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Content Placeholder 2">
            <a:extLst>
              <a:ext uri="{FF2B5EF4-FFF2-40B4-BE49-F238E27FC236}">
                <a16:creationId xmlns:a16="http://schemas.microsoft.com/office/drawing/2014/main" id="{B00C50B6-D96C-CEAF-4897-329D7DBC41E1}"/>
              </a:ext>
            </a:extLst>
          </p:cNvPr>
          <p:cNvSpPr>
            <a:spLocks noGrp="1"/>
          </p:cNvSpPr>
          <p:nvPr>
            <p:ph idx="16"/>
          </p:nvPr>
        </p:nvSpPr>
        <p:spPr>
          <a:xfrm>
            <a:off x="4114800" y="4922697"/>
            <a:ext cx="7598664" cy="1197864"/>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p>
            <a:r>
              <a:rPr lang="en-US"/>
              <a:t>20XX</a:t>
            </a:r>
            <a:endParaRPr lang="en-US" dirty="0"/>
          </a:p>
        </p:txBody>
      </p:sp>
      <p:cxnSp>
        <p:nvCxnSpPr>
          <p:cNvPr id="8" name="Straight Connector 7">
            <a:extLst>
              <a:ext uri="{FF2B5EF4-FFF2-40B4-BE49-F238E27FC236}">
                <a16:creationId xmlns:a16="http://schemas.microsoft.com/office/drawing/2014/main" id="{B8A273E5-D639-4F22-9056-01A62C38E224}"/>
              </a:ext>
            </a:extLst>
          </p:cNvPr>
          <p:cNvCxnSpPr>
            <a:cxnSpLocks/>
          </p:cNvCxnSpPr>
          <p:nvPr userDrawn="1"/>
        </p:nvCxnSpPr>
        <p:spPr>
          <a:xfrm>
            <a:off x="398366" y="103869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96F1646-E658-90F3-D203-86B50D2F5DEF}"/>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793165-641B-DB78-F1A5-573C6041DE9A}"/>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121FCC-C1AD-FD70-0727-3D611AEFAAD4}"/>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3890A2E-4E9B-29B4-124F-FBBCB462EB7C}"/>
              </a:ext>
            </a:extLst>
          </p:cNvPr>
          <p:cNvCxnSpPr>
            <a:cxnSpLocks/>
          </p:cNvCxnSpPr>
          <p:nvPr userDrawn="1"/>
        </p:nvCxnSpPr>
        <p:spPr>
          <a:xfrm>
            <a:off x="398366" y="2767098"/>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256AAD6-732C-A795-FCB1-69CE94E3F1C4}"/>
              </a:ext>
            </a:extLst>
          </p:cNvPr>
          <p:cNvCxnSpPr>
            <a:cxnSpLocks/>
          </p:cNvCxnSpPr>
          <p:nvPr userDrawn="1"/>
        </p:nvCxnSpPr>
        <p:spPr>
          <a:xfrm>
            <a:off x="398366" y="4603773"/>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2162417-AD43-4C6C-A3F2-EC7D979B702A}"/>
              </a:ext>
            </a:extLst>
          </p:cNvPr>
          <p:cNvCxnSpPr>
            <a:cxnSpLocks/>
          </p:cNvCxnSpPr>
          <p:nvPr userDrawn="1"/>
        </p:nvCxnSpPr>
        <p:spPr>
          <a:xfrm flipV="1">
            <a:off x="3864636" y="1031243"/>
            <a:ext cx="0" cy="54072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7348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A4D4F6-5B85-FBD0-E507-B32E94BF2066}"/>
              </a:ext>
            </a:extLst>
          </p:cNvPr>
          <p:cNvSpPr/>
          <p:nvPr userDrawn="1"/>
        </p:nvSpPr>
        <p:spPr>
          <a:xfrm>
            <a:off x="3886830" y="1031243"/>
            <a:ext cx="7906804" cy="540624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20000"/>
                  <a:lumOff val="80000"/>
                </a:schemeClr>
              </a:solidFill>
            </a:endParaRPr>
          </a:p>
        </p:txBody>
      </p:sp>
      <p:sp>
        <p:nvSpPr>
          <p:cNvPr id="11" name="Rectangle 10">
            <a:extLst>
              <a:ext uri="{FF2B5EF4-FFF2-40B4-BE49-F238E27FC236}">
                <a16:creationId xmlns:a16="http://schemas.microsoft.com/office/drawing/2014/main" id="{FD7666C5-50ED-BD11-EBB3-5068C0F8FE27}"/>
              </a:ext>
            </a:extLst>
          </p:cNvPr>
          <p:cNvSpPr/>
          <p:nvPr userDrawn="1"/>
        </p:nvSpPr>
        <p:spPr>
          <a:xfrm>
            <a:off x="409046" y="1042071"/>
            <a:ext cx="3455590" cy="5395417"/>
          </a:xfrm>
          <a:prstGeom prst="rect">
            <a:avLst/>
          </a:prstGeom>
          <a:solidFill>
            <a:schemeClr val="accent6">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1">
            <a:extLst>
              <a:ext uri="{FF2B5EF4-FFF2-40B4-BE49-F238E27FC236}">
                <a16:creationId xmlns:a16="http://schemas.microsoft.com/office/drawing/2014/main" id="{2EAF0B87-8A17-7C9D-202E-F0AC8A92072C}"/>
              </a:ext>
            </a:extLst>
          </p:cNvPr>
          <p:cNvSpPr>
            <a:spLocks noGrp="1"/>
          </p:cNvSpPr>
          <p:nvPr>
            <p:ph type="title"/>
          </p:nvPr>
        </p:nvSpPr>
        <p:spPr>
          <a:xfrm>
            <a:off x="2039112" y="64008"/>
            <a:ext cx="8165592" cy="969264"/>
          </a:xfrm>
        </p:spPr>
        <p:txBody>
          <a:bodyPr/>
          <a:lstStyle>
            <a:lvl1pPr algn="ctr">
              <a:defRPr/>
            </a:lvl1pPr>
          </a:lstStyle>
          <a:p>
            <a:r>
              <a:rPr lang="en-US" dirty="0"/>
              <a:t>Click to edit Master title style</a:t>
            </a:r>
          </a:p>
        </p:txBody>
      </p:sp>
      <p:sp>
        <p:nvSpPr>
          <p:cNvPr id="34" name="Text Placeholder 2">
            <a:extLst>
              <a:ext uri="{FF2B5EF4-FFF2-40B4-BE49-F238E27FC236}">
                <a16:creationId xmlns:a16="http://schemas.microsoft.com/office/drawing/2014/main" id="{C766325D-8175-9B95-4BB6-87E3195AAD33}"/>
              </a:ext>
            </a:extLst>
          </p:cNvPr>
          <p:cNvSpPr>
            <a:spLocks noGrp="1"/>
          </p:cNvSpPr>
          <p:nvPr>
            <p:ph type="body" idx="13"/>
          </p:nvPr>
        </p:nvSpPr>
        <p:spPr>
          <a:xfrm>
            <a:off x="667512" y="2155720"/>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Content Placeholder 2">
            <a:extLst>
              <a:ext uri="{FF2B5EF4-FFF2-40B4-BE49-F238E27FC236}">
                <a16:creationId xmlns:a16="http://schemas.microsoft.com/office/drawing/2014/main" id="{5F9AFE21-B015-59CC-B869-6CA584CD8768}"/>
              </a:ext>
            </a:extLst>
          </p:cNvPr>
          <p:cNvSpPr>
            <a:spLocks noGrp="1"/>
          </p:cNvSpPr>
          <p:nvPr>
            <p:ph idx="1"/>
          </p:nvPr>
        </p:nvSpPr>
        <p:spPr>
          <a:xfrm>
            <a:off x="4114800" y="1283336"/>
            <a:ext cx="7598664" cy="2211112"/>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Text Placeholder 4">
            <a:extLst>
              <a:ext uri="{FF2B5EF4-FFF2-40B4-BE49-F238E27FC236}">
                <a16:creationId xmlns:a16="http://schemas.microsoft.com/office/drawing/2014/main" id="{81CCD754-FDAD-02A0-CC23-AE197F4DA1BE}"/>
              </a:ext>
            </a:extLst>
          </p:cNvPr>
          <p:cNvSpPr>
            <a:spLocks noGrp="1"/>
          </p:cNvSpPr>
          <p:nvPr>
            <p:ph type="body" sz="quarter" idx="3"/>
          </p:nvPr>
        </p:nvSpPr>
        <p:spPr>
          <a:xfrm>
            <a:off x="667512" y="4856116"/>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6" name="Content Placeholder 2">
            <a:extLst>
              <a:ext uri="{FF2B5EF4-FFF2-40B4-BE49-F238E27FC236}">
                <a16:creationId xmlns:a16="http://schemas.microsoft.com/office/drawing/2014/main" id="{8DA3CBCD-145A-E531-00B6-F66E3BB91D36}"/>
              </a:ext>
            </a:extLst>
          </p:cNvPr>
          <p:cNvSpPr>
            <a:spLocks noGrp="1"/>
          </p:cNvSpPr>
          <p:nvPr>
            <p:ph idx="16"/>
          </p:nvPr>
        </p:nvSpPr>
        <p:spPr>
          <a:xfrm>
            <a:off x="4114800" y="3983732"/>
            <a:ext cx="7598664" cy="2211112"/>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5">
            <a:extLst>
              <a:ext uri="{FF2B5EF4-FFF2-40B4-BE49-F238E27FC236}">
                <a16:creationId xmlns:a16="http://schemas.microsoft.com/office/drawing/2014/main" id="{C8C7A88B-B5E6-DF17-298C-3F1D6F2BB4B3}"/>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26" name="Footer Placeholder 4">
            <a:extLst>
              <a:ext uri="{FF2B5EF4-FFF2-40B4-BE49-F238E27FC236}">
                <a16:creationId xmlns:a16="http://schemas.microsoft.com/office/drawing/2014/main" id="{F6BF98F2-CC55-EA67-AFEB-3B9BDA92BA8E}"/>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25" name="Date Placeholder 3">
            <a:extLst>
              <a:ext uri="{FF2B5EF4-FFF2-40B4-BE49-F238E27FC236}">
                <a16:creationId xmlns:a16="http://schemas.microsoft.com/office/drawing/2014/main" id="{80D6DCDD-07F4-F7F0-12E1-CAF3B5CCCE7E}"/>
              </a:ext>
            </a:extLst>
          </p:cNvPr>
          <p:cNvSpPr>
            <a:spLocks noGrp="1"/>
          </p:cNvSpPr>
          <p:nvPr>
            <p:ph type="dt" sz="half" idx="10"/>
          </p:nvPr>
        </p:nvSpPr>
        <p:spPr>
          <a:xfrm>
            <a:off x="10622471" y="6517634"/>
            <a:ext cx="950260" cy="274320"/>
          </a:xfrm>
        </p:spPr>
        <p:txBody>
          <a:bodyPr/>
          <a:lstStyle/>
          <a:p>
            <a:r>
              <a:rPr lang="en-US"/>
              <a:t>20XX</a:t>
            </a:r>
            <a:endParaRPr lang="en-US" dirty="0"/>
          </a:p>
        </p:txBody>
      </p:sp>
      <p:cxnSp>
        <p:nvCxnSpPr>
          <p:cNvPr id="28" name="Straight Connector 27">
            <a:extLst>
              <a:ext uri="{FF2B5EF4-FFF2-40B4-BE49-F238E27FC236}">
                <a16:creationId xmlns:a16="http://schemas.microsoft.com/office/drawing/2014/main" id="{F526EBCF-823D-784A-BF8D-A377758CEB81}"/>
              </a:ext>
            </a:extLst>
          </p:cNvPr>
          <p:cNvCxnSpPr>
            <a:cxnSpLocks/>
          </p:cNvCxnSpPr>
          <p:nvPr userDrawn="1"/>
        </p:nvCxnSpPr>
        <p:spPr>
          <a:xfrm>
            <a:off x="398366" y="103869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D6E25F4-4D19-CCBB-9F09-7369C86AAD57}"/>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6A4D074-D2CA-D6E0-115B-1CEDA471F0F3}"/>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B039A31-257E-2036-4142-307DD91B05CC}"/>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39C06B9-E1A2-A881-C800-86FBB69963F9}"/>
              </a:ext>
            </a:extLst>
          </p:cNvPr>
          <p:cNvCxnSpPr>
            <a:cxnSpLocks/>
          </p:cNvCxnSpPr>
          <p:nvPr userDrawn="1"/>
        </p:nvCxnSpPr>
        <p:spPr>
          <a:xfrm>
            <a:off x="398366" y="3739090"/>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DDBBDAB-1770-6117-02A2-DF798EAD6320}"/>
              </a:ext>
            </a:extLst>
          </p:cNvPr>
          <p:cNvCxnSpPr>
            <a:cxnSpLocks/>
          </p:cNvCxnSpPr>
          <p:nvPr userDrawn="1"/>
        </p:nvCxnSpPr>
        <p:spPr>
          <a:xfrm flipV="1">
            <a:off x="3864636" y="1031243"/>
            <a:ext cx="0" cy="54072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7785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4">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5833872" y="4389120"/>
            <a:ext cx="4709160" cy="1645920"/>
          </a:xfrm>
        </p:spPr>
        <p:txBody>
          <a:bodyPr/>
          <a:lstStyle>
            <a:lvl1pPr algn="ctr">
              <a:defRPr sz="7200">
                <a:solidFill>
                  <a:schemeClr val="accent1"/>
                </a:solidFill>
              </a:defRPr>
            </a:lvl1pPr>
          </a:lstStyle>
          <a:p>
            <a:r>
              <a:rPr lang="en-US" dirty="0"/>
              <a:t>Click to edit Master title style</a:t>
            </a:r>
          </a:p>
        </p:txBody>
      </p:sp>
      <p:sp>
        <p:nvSpPr>
          <p:cNvPr id="23" name="Content Placeholder 2">
            <a:extLst>
              <a:ext uri="{FF2B5EF4-FFF2-40B4-BE49-F238E27FC236}">
                <a16:creationId xmlns:a16="http://schemas.microsoft.com/office/drawing/2014/main" id="{FD728F67-F092-A253-7F58-A329D8F43858}"/>
              </a:ext>
            </a:extLst>
          </p:cNvPr>
          <p:cNvSpPr>
            <a:spLocks noGrp="1"/>
          </p:cNvSpPr>
          <p:nvPr>
            <p:ph idx="1"/>
          </p:nvPr>
        </p:nvSpPr>
        <p:spPr>
          <a:xfrm>
            <a:off x="2011680" y="2130552"/>
            <a:ext cx="8165592" cy="1755648"/>
          </a:xfrm>
        </p:spPr>
        <p:txBody>
          <a:bodyPr/>
          <a:lstStyle>
            <a:lvl1pPr marL="0" indent="0">
              <a:lnSpc>
                <a:spcPct val="100000"/>
              </a:lnSpc>
              <a:buNone/>
              <a:defRPr sz="1800">
                <a:solidFill>
                  <a:schemeClr val="accent1"/>
                </a:solidFill>
              </a:defRPr>
            </a:lvl1pPr>
            <a:lvl2pPr marL="566928" indent="-283464">
              <a:lnSpc>
                <a:spcPct val="100000"/>
              </a:lnSpc>
              <a:buFont typeface="Wingdings" panose="05000000000000000000" pitchFamily="2" charset="2"/>
              <a:buChar char="§"/>
              <a:defRPr sz="1600">
                <a:solidFill>
                  <a:schemeClr val="accent1"/>
                </a:solidFill>
              </a:defRPr>
            </a:lvl2pPr>
            <a:lvl3pPr marL="850392" indent="-283464">
              <a:lnSpc>
                <a:spcPct val="100000"/>
              </a:lnSpc>
              <a:buFont typeface="Wingdings" panose="05000000000000000000" pitchFamily="2" charset="2"/>
              <a:buChar char="§"/>
              <a:defRPr sz="1400">
                <a:solidFill>
                  <a:schemeClr val="accent1"/>
                </a:solidFill>
              </a:defRPr>
            </a:lvl3pPr>
            <a:lvl4pPr marL="1133856" indent="-283464">
              <a:lnSpc>
                <a:spcPct val="100000"/>
              </a:lnSpc>
              <a:buFont typeface="Wingdings" panose="05000000000000000000" pitchFamily="2" charset="2"/>
              <a:buChar char="§"/>
              <a:defRPr sz="1200">
                <a:solidFill>
                  <a:schemeClr val="accent1"/>
                </a:solidFill>
              </a:defRPr>
            </a:lvl4pPr>
            <a:lvl5pPr marL="1417320" indent="-283464">
              <a:lnSpc>
                <a:spcPct val="100000"/>
              </a:lnSpc>
              <a:buFont typeface="Wingdings" panose="05000000000000000000" pitchFamily="2" charset="2"/>
              <a:buChar char="§"/>
              <a:defRPr sz="12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16" name="Straight Connector 15">
            <a:extLst>
              <a:ext uri="{FF2B5EF4-FFF2-40B4-BE49-F238E27FC236}">
                <a16:creationId xmlns:a16="http://schemas.microsoft.com/office/drawing/2014/main" id="{B9E5CB43-9C58-7065-8F71-3D1335DCA2E8}"/>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7C51743-4A18-4275-9C86-2A02654EB16B}"/>
              </a:ext>
            </a:extLst>
          </p:cNvPr>
          <p:cNvSpPr/>
          <p:nvPr userDrawn="1"/>
        </p:nvSpPr>
        <p:spPr>
          <a:xfrm>
            <a:off x="1509823" y="1188365"/>
            <a:ext cx="9172353" cy="4481269"/>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a:extLst>
              <a:ext uri="{FF2B5EF4-FFF2-40B4-BE49-F238E27FC236}">
                <a16:creationId xmlns:a16="http://schemas.microsoft.com/office/drawing/2014/main" id="{50105206-25D5-CAFF-D01A-6C366A0DDD06}"/>
              </a:ext>
            </a:extLst>
          </p:cNvPr>
          <p:cNvCxnSpPr>
            <a:cxnSpLocks/>
          </p:cNvCxnSpPr>
          <p:nvPr userDrawn="1"/>
        </p:nvCxnSpPr>
        <p:spPr>
          <a:xfrm>
            <a:off x="0" y="5208047"/>
            <a:ext cx="583775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68D0A6-8634-2DEB-AE13-929FDDFD954E}"/>
              </a:ext>
            </a:extLst>
          </p:cNvPr>
          <p:cNvCxnSpPr>
            <a:cxnSpLocks/>
          </p:cNvCxnSpPr>
          <p:nvPr userDrawn="1"/>
        </p:nvCxnSpPr>
        <p:spPr>
          <a:xfrm>
            <a:off x="10546079" y="5220132"/>
            <a:ext cx="1645921"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7668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5495544" y="731520"/>
            <a:ext cx="5952744" cy="1645920"/>
          </a:xfrm>
        </p:spPr>
        <p:txBody>
          <a:bodyPr/>
          <a:lstStyle>
            <a:lvl1pPr algn="l">
              <a:defRPr sz="7200"/>
            </a:lvl1pPr>
          </a:lstStyle>
          <a:p>
            <a:r>
              <a:rPr lang="en-US" dirty="0"/>
              <a:t>Click to edit Master title style</a:t>
            </a:r>
          </a:p>
        </p:txBody>
      </p:sp>
      <p:sp>
        <p:nvSpPr>
          <p:cNvPr id="20" name="Picture Placeholder 19">
            <a:extLst>
              <a:ext uri="{FF2B5EF4-FFF2-40B4-BE49-F238E27FC236}">
                <a16:creationId xmlns:a16="http://schemas.microsoft.com/office/drawing/2014/main" id="{2AA6941D-E239-2A54-E6C1-1574E59717D1}"/>
              </a:ext>
            </a:extLst>
          </p:cNvPr>
          <p:cNvSpPr>
            <a:spLocks noGrp="1"/>
          </p:cNvSpPr>
          <p:nvPr>
            <p:ph type="pic" sz="quarter" idx="13"/>
          </p:nvPr>
        </p:nvSpPr>
        <p:spPr>
          <a:xfrm>
            <a:off x="0" y="0"/>
            <a:ext cx="4872540" cy="6858000"/>
          </a:xfrm>
          <a:ln w="15875">
            <a:solidFill>
              <a:schemeClr val="tx1"/>
            </a:solidFill>
          </a:ln>
        </p:spPr>
        <p:txBody>
          <a:bodyPr anchor="ctr"/>
          <a:lstStyle>
            <a:lvl1pPr marL="0" indent="0" algn="ctr">
              <a:buNone/>
              <a:defRPr/>
            </a:lvl1pPr>
          </a:lstStyle>
          <a:p>
            <a:endParaRPr lang="en-US" dirty="0"/>
          </a:p>
        </p:txBody>
      </p:sp>
      <p:cxnSp>
        <p:nvCxnSpPr>
          <p:cNvPr id="9" name="Straight Connector 8">
            <a:extLst>
              <a:ext uri="{FF2B5EF4-FFF2-40B4-BE49-F238E27FC236}">
                <a16:creationId xmlns:a16="http://schemas.microsoft.com/office/drawing/2014/main" id="{644C3332-D605-38F6-7D05-D7B329747768}"/>
              </a:ext>
            </a:extLst>
          </p:cNvPr>
          <p:cNvCxnSpPr>
            <a:cxnSpLocks/>
          </p:cNvCxnSpPr>
          <p:nvPr userDrawn="1"/>
        </p:nvCxnSpPr>
        <p:spPr>
          <a:xfrm>
            <a:off x="4863079" y="4150757"/>
            <a:ext cx="73289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7B2C081-8C69-001E-872F-68A1B1E48B94}"/>
              </a:ext>
            </a:extLst>
          </p:cNvPr>
          <p:cNvCxnSpPr>
            <a:cxnSpLocks/>
          </p:cNvCxnSpPr>
          <p:nvPr userDrawn="1"/>
        </p:nvCxnSpPr>
        <p:spPr>
          <a:xfrm>
            <a:off x="4872540" y="5515589"/>
            <a:ext cx="73289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5613557-EA43-56E7-5DE1-8A9813B2D7EB}"/>
              </a:ext>
            </a:extLst>
          </p:cNvPr>
          <p:cNvCxnSpPr>
            <a:cxnSpLocks/>
          </p:cNvCxnSpPr>
          <p:nvPr userDrawn="1"/>
        </p:nvCxnSpPr>
        <p:spPr>
          <a:xfrm>
            <a:off x="4872540" y="2766534"/>
            <a:ext cx="73289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0CA79F44-DB47-D961-5554-E6CEF0F31D75}"/>
              </a:ext>
            </a:extLst>
          </p:cNvPr>
          <p:cNvSpPr>
            <a:spLocks noGrp="1"/>
          </p:cNvSpPr>
          <p:nvPr>
            <p:ph type="body" sz="quarter" idx="14"/>
          </p:nvPr>
        </p:nvSpPr>
        <p:spPr>
          <a:xfrm>
            <a:off x="5495545" y="3191256"/>
            <a:ext cx="5953506" cy="731520"/>
          </a:xfrm>
        </p:spPr>
        <p:txBody>
          <a:bodyPr anchor="ctr"/>
          <a:lstStyle>
            <a:lvl1pPr marL="0" indent="0">
              <a:spcBef>
                <a:spcPts val="0"/>
              </a:spcBef>
              <a:buNone/>
              <a:defRPr sz="2400" baseline="0">
                <a:latin typeface="+mj-lt"/>
              </a:defRPr>
            </a:lvl1pPr>
          </a:lstStyle>
          <a:p>
            <a:pPr lvl="0"/>
            <a:r>
              <a:rPr lang="en-US" dirty="0"/>
              <a:t>Click to edit Master text styles</a:t>
            </a:r>
          </a:p>
        </p:txBody>
      </p:sp>
      <p:sp>
        <p:nvSpPr>
          <p:cNvPr id="23" name="Text Placeholder 21">
            <a:extLst>
              <a:ext uri="{FF2B5EF4-FFF2-40B4-BE49-F238E27FC236}">
                <a16:creationId xmlns:a16="http://schemas.microsoft.com/office/drawing/2014/main" id="{D8CB894C-EA47-EEFE-AB8C-A9B9B10EDFAC}"/>
              </a:ext>
            </a:extLst>
          </p:cNvPr>
          <p:cNvSpPr>
            <a:spLocks noGrp="1"/>
          </p:cNvSpPr>
          <p:nvPr>
            <p:ph type="body" sz="quarter" idx="15"/>
          </p:nvPr>
        </p:nvSpPr>
        <p:spPr>
          <a:xfrm>
            <a:off x="5494782" y="4498848"/>
            <a:ext cx="5953506" cy="731520"/>
          </a:xfrm>
        </p:spPr>
        <p:txBody>
          <a:bodyPr anchor="ctr"/>
          <a:lstStyle>
            <a:lvl1pPr marL="0" indent="0">
              <a:spcBef>
                <a:spcPts val="0"/>
              </a:spcBef>
              <a:buNone/>
              <a:defRPr sz="2400" baseline="0">
                <a:latin typeface="+mj-lt"/>
              </a:defRPr>
            </a:lvl1pPr>
          </a:lstStyle>
          <a:p>
            <a:pPr lvl="0"/>
            <a:r>
              <a:rPr lang="en-US" dirty="0"/>
              <a:t>Click to edit Master text styles</a:t>
            </a:r>
          </a:p>
        </p:txBody>
      </p:sp>
      <p:sp>
        <p:nvSpPr>
          <p:cNvPr id="24" name="Text Placeholder 21">
            <a:extLst>
              <a:ext uri="{FF2B5EF4-FFF2-40B4-BE49-F238E27FC236}">
                <a16:creationId xmlns:a16="http://schemas.microsoft.com/office/drawing/2014/main" id="{B3C09B13-9367-B435-A76A-9DBB1332FC5F}"/>
              </a:ext>
            </a:extLst>
          </p:cNvPr>
          <p:cNvSpPr>
            <a:spLocks noGrp="1"/>
          </p:cNvSpPr>
          <p:nvPr>
            <p:ph type="body" sz="quarter" idx="16"/>
          </p:nvPr>
        </p:nvSpPr>
        <p:spPr>
          <a:xfrm>
            <a:off x="5494782" y="5797296"/>
            <a:ext cx="5953506" cy="731520"/>
          </a:xfrm>
        </p:spPr>
        <p:txBody>
          <a:bodyPr anchor="ctr"/>
          <a:lstStyle>
            <a:lvl1pPr marL="0" indent="0">
              <a:spcBef>
                <a:spcPts val="0"/>
              </a:spcBef>
              <a:buNone/>
              <a:defRPr sz="2400" baseline="0">
                <a:latin typeface="+mj-lt"/>
              </a:defRPr>
            </a:lvl1pPr>
          </a:lstStyle>
          <a:p>
            <a:pPr lvl="0"/>
            <a:r>
              <a:rPr lang="en-US" dirty="0"/>
              <a:t>Click to edit Master text styles</a:t>
            </a:r>
          </a:p>
        </p:txBody>
      </p:sp>
    </p:spTree>
    <p:extLst>
      <p:ext uri="{BB962C8B-B14F-4D97-AF65-F5344CB8AC3E}">
        <p14:creationId xmlns:p14="http://schemas.microsoft.com/office/powerpoint/2010/main" val="1614101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7913A3-071A-44D9-E59A-B9C86D99FF3B}"/>
              </a:ext>
            </a:extLst>
          </p:cNvPr>
          <p:cNvSpPr>
            <a:spLocks noGrp="1"/>
          </p:cNvSpPr>
          <p:nvPr>
            <p:ph type="title"/>
          </p:nvPr>
        </p:nvSpPr>
        <p:spPr>
          <a:xfrm>
            <a:off x="2039112" y="54864"/>
            <a:ext cx="8165592" cy="969264"/>
          </a:xfrm>
        </p:spPr>
        <p:txBody>
          <a:bodyPr/>
          <a:lstStyle>
            <a:lvl1pPr algn="ctr">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E9A67C02-F658-3749-9924-99BDA9C11E7A}"/>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4" name="Footer Placeholder 3">
            <a:extLst>
              <a:ext uri="{FF2B5EF4-FFF2-40B4-BE49-F238E27FC236}">
                <a16:creationId xmlns:a16="http://schemas.microsoft.com/office/drawing/2014/main" id="{CB7120C0-232E-AD3B-138D-B65A7AD49C94}"/>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7110ABD4-B26A-0940-A80F-399F8FCAD992}"/>
              </a:ext>
            </a:extLst>
          </p:cNvPr>
          <p:cNvSpPr>
            <a:spLocks noGrp="1"/>
          </p:cNvSpPr>
          <p:nvPr>
            <p:ph type="dt" sz="half" idx="10"/>
          </p:nvPr>
        </p:nvSpPr>
        <p:spPr/>
        <p:txBody>
          <a:bodyPr/>
          <a:lstStyle/>
          <a:p>
            <a:r>
              <a:rPr lang="en-US"/>
              <a:t>20XX</a:t>
            </a:r>
            <a:endParaRPr lang="en-US" dirty="0"/>
          </a:p>
        </p:txBody>
      </p:sp>
      <p:cxnSp>
        <p:nvCxnSpPr>
          <p:cNvPr id="7" name="Straight Connector 6">
            <a:extLst>
              <a:ext uri="{FF2B5EF4-FFF2-40B4-BE49-F238E27FC236}">
                <a16:creationId xmlns:a16="http://schemas.microsoft.com/office/drawing/2014/main" id="{394864F6-8550-2BFC-DC03-2BB296DF2E95}"/>
              </a:ext>
            </a:extLst>
          </p:cNvPr>
          <p:cNvCxnSpPr>
            <a:cxnSpLocks/>
          </p:cNvCxnSpPr>
          <p:nvPr userDrawn="1"/>
        </p:nvCxnSpPr>
        <p:spPr>
          <a:xfrm>
            <a:off x="398366" y="103195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95A92E-7815-7546-3201-42AEFA654F4C}"/>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FF23430-1681-F3A4-F071-7C338746014B}"/>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7B44D2F-F976-B752-100E-E994C9F0206A}"/>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943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AC1505-F26B-3039-38E3-3A7F7CC7F364}"/>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962C2A94-01A4-034C-9AE7-87CF1238308E}"/>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5E45BEB7-6CEE-98EF-C00B-19BF6407E318}"/>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cxnSp>
        <p:nvCxnSpPr>
          <p:cNvPr id="6" name="Straight Connector 5">
            <a:extLst>
              <a:ext uri="{FF2B5EF4-FFF2-40B4-BE49-F238E27FC236}">
                <a16:creationId xmlns:a16="http://schemas.microsoft.com/office/drawing/2014/main" id="{74912249-F431-4F6C-4213-30FF47C81741}"/>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187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5AA5F-2C28-9886-0D00-5D18198ECEB4}"/>
              </a:ext>
            </a:extLst>
          </p:cNvPr>
          <p:cNvSpPr>
            <a:spLocks noGrp="1"/>
          </p:cNvSpPr>
          <p:nvPr>
            <p:ph type="dt" sz="half" idx="2"/>
          </p:nvPr>
        </p:nvSpPr>
        <p:spPr>
          <a:xfrm>
            <a:off x="10622471" y="6517634"/>
            <a:ext cx="950260" cy="274320"/>
          </a:xfrm>
          <a:prstGeom prst="rect">
            <a:avLst/>
          </a:prstGeom>
        </p:spPr>
        <p:txBody>
          <a:bodyPr vert="horz" lIns="91440" tIns="45720" rIns="91440" bIns="45720" rtlCol="0" anchor="ctr">
            <a:noAutofit/>
          </a:bodyPr>
          <a:lstStyle>
            <a:lvl1pPr algn="l">
              <a:defRPr sz="1200" spc="300" baseline="0">
                <a:solidFill>
                  <a:schemeClr val="tx1"/>
                </a:solidFill>
                <a:latin typeface="Gill Sans MT" panose="020B0302020104020203" pitchFamily="34" charset="0"/>
              </a:defRPr>
            </a:lvl1pPr>
          </a:lstStyle>
          <a:p>
            <a:r>
              <a:rPr lang="en-US"/>
              <a:t>20XX</a:t>
            </a:r>
            <a:endParaRPr lang="en-US" dirty="0"/>
          </a:p>
        </p:txBody>
      </p:sp>
      <p:sp>
        <p:nvSpPr>
          <p:cNvPr id="2" name="Title Placeholder 1">
            <a:extLst>
              <a:ext uri="{FF2B5EF4-FFF2-40B4-BE49-F238E27FC236}">
                <a16:creationId xmlns:a16="http://schemas.microsoft.com/office/drawing/2014/main" id="{03922ECB-9F56-BDF6-8792-01F55B2EA5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1B62B5B1-8D0B-68C6-B628-3FF8E5DCD2D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BEF9CC0-D93B-C416-BCCE-87441F99C058}"/>
              </a:ext>
            </a:extLst>
          </p:cNvPr>
          <p:cNvSpPr>
            <a:spLocks noGrp="1"/>
          </p:cNvSpPr>
          <p:nvPr>
            <p:ph type="sldNum" sz="quarter" idx="4"/>
          </p:nvPr>
        </p:nvSpPr>
        <p:spPr>
          <a:xfrm>
            <a:off x="616640" y="6517634"/>
            <a:ext cx="950258" cy="274320"/>
          </a:xfrm>
          <a:prstGeom prst="rect">
            <a:avLst/>
          </a:prstGeom>
        </p:spPr>
        <p:txBody>
          <a:bodyPr vert="horz" lIns="91440" tIns="45720" rIns="91440" bIns="45720" rtlCol="0" anchor="ctr">
            <a:noAutofit/>
          </a:bodyPr>
          <a:lstStyle>
            <a:lvl1pPr algn="l">
              <a:defRPr sz="1200" spc="300" baseline="0">
                <a:solidFill>
                  <a:schemeClr val="tx1"/>
                </a:solidFill>
                <a:latin typeface="Gill Sans MT" panose="020B0302020104020203" pitchFamily="34" charset="0"/>
              </a:defRPr>
            </a:lvl1pPr>
          </a:lstStyle>
          <a:p>
            <a:fld id="{84D792B7-0397-C047-AE12-1A03F7E3DC83}" type="slidenum">
              <a:rPr lang="en-US" smtClean="0"/>
              <a:pPr/>
              <a:t>‹#›</a:t>
            </a:fld>
            <a:endParaRPr lang="en-US" dirty="0"/>
          </a:p>
        </p:txBody>
      </p:sp>
      <p:sp>
        <p:nvSpPr>
          <p:cNvPr id="13" name="Footer Placeholder 4">
            <a:extLst>
              <a:ext uri="{FF2B5EF4-FFF2-40B4-BE49-F238E27FC236}">
                <a16:creationId xmlns:a16="http://schemas.microsoft.com/office/drawing/2014/main" id="{54253F60-8B31-6272-41B3-5C95D6A908C3}"/>
              </a:ext>
            </a:extLst>
          </p:cNvPr>
          <p:cNvSpPr>
            <a:spLocks noGrp="1"/>
          </p:cNvSpPr>
          <p:nvPr>
            <p:ph type="ftr" sz="quarter" idx="3"/>
          </p:nvPr>
        </p:nvSpPr>
        <p:spPr>
          <a:xfrm>
            <a:off x="4808250" y="6517634"/>
            <a:ext cx="2572870" cy="274320"/>
          </a:xfrm>
          <a:prstGeom prst="rect">
            <a:avLst/>
          </a:prstGeom>
        </p:spPr>
        <p:txBody>
          <a:bodyPr vert="horz" lIns="91440" tIns="45720" rIns="91440" bIns="45720" rtlCol="0" anchor="ctr">
            <a:noAutofit/>
          </a:bodyPr>
          <a:lstStyle>
            <a:lvl1pPr algn="ctr">
              <a:defRPr sz="1200" spc="300" baseline="0">
                <a:solidFill>
                  <a:schemeClr val="tx1"/>
                </a:solidFill>
                <a:latin typeface="Gill Sans MT" panose="020B0302020104020203" pitchFamily="34" charset="0"/>
              </a:defRPr>
            </a:lvl1pPr>
          </a:lstStyle>
          <a:p>
            <a:r>
              <a:rPr lang="en-US"/>
              <a:t>presentation title</a:t>
            </a:r>
            <a:endParaRPr lang="en-US" dirty="0"/>
          </a:p>
        </p:txBody>
      </p:sp>
    </p:spTree>
    <p:extLst>
      <p:ext uri="{BB962C8B-B14F-4D97-AF65-F5344CB8AC3E}">
        <p14:creationId xmlns:p14="http://schemas.microsoft.com/office/powerpoint/2010/main" val="1053202087"/>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1" r:id="rId3"/>
    <p:sldLayoutId id="2147483660" r:id="rId4"/>
    <p:sldLayoutId id="2147483670" r:id="rId5"/>
    <p:sldLayoutId id="2147483668" r:id="rId6"/>
    <p:sldLayoutId id="2147483669" r:id="rId7"/>
    <p:sldLayoutId id="2147483667" r:id="rId8"/>
    <p:sldLayoutId id="2147483666" r:id="rId9"/>
    <p:sldLayoutId id="2147483665" r:id="rId10"/>
    <p:sldLayoutId id="2147483653" r:id="rId11"/>
    <p:sldLayoutId id="2147483664" r:id="rId12"/>
    <p:sldLayoutId id="2147483671" r:id="rId13"/>
    <p:sldLayoutId id="2147483663" r:id="rId14"/>
    <p:sldLayoutId id="2147483662" r:id="rId15"/>
    <p:sldLayoutId id="2147483654" r:id="rId16"/>
    <p:sldLayoutId id="2147483655" r:id="rId17"/>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83464" indent="-283464"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566928" indent="-283464"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850392" indent="-283464"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133856"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1417320"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 Id="rId9" Type="http://schemas.openxmlformats.org/officeDocument/2006/relationships/image" Target="../media/image17.jpeg"/></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10.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5.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B1341B-74CE-99E1-8A79-DB717AB6EAEF}"/>
              </a:ext>
            </a:extLst>
          </p:cNvPr>
          <p:cNvSpPr>
            <a:spLocks noGrp="1"/>
          </p:cNvSpPr>
          <p:nvPr>
            <p:ph type="ctrTitle"/>
          </p:nvPr>
        </p:nvSpPr>
        <p:spPr/>
        <p:txBody>
          <a:bodyPr/>
          <a:lstStyle/>
          <a:p>
            <a:r>
              <a:rPr lang="en-US" dirty="0"/>
              <a:t>PRESENTATION </a:t>
            </a:r>
            <a:br>
              <a:rPr lang="en-US" dirty="0"/>
            </a:br>
            <a:r>
              <a:rPr lang="en-US" dirty="0"/>
              <a:t>TITLE</a:t>
            </a:r>
          </a:p>
        </p:txBody>
      </p:sp>
      <p:sp>
        <p:nvSpPr>
          <p:cNvPr id="4" name="Subtitle 3">
            <a:extLst>
              <a:ext uri="{FF2B5EF4-FFF2-40B4-BE49-F238E27FC236}">
                <a16:creationId xmlns:a16="http://schemas.microsoft.com/office/drawing/2014/main" id="{D1867331-230D-9C0A-257F-D767A3E56A5E}"/>
              </a:ext>
            </a:extLst>
          </p:cNvPr>
          <p:cNvSpPr>
            <a:spLocks noGrp="1"/>
          </p:cNvSpPr>
          <p:nvPr>
            <p:ph type="subTitle" idx="1"/>
          </p:nvPr>
        </p:nvSpPr>
        <p:spPr/>
        <p:txBody>
          <a:bodyPr/>
          <a:lstStyle/>
          <a:p>
            <a:r>
              <a:rPr lang="en-US" dirty="0"/>
              <a:t>a presentation by mirjam nilsson </a:t>
            </a:r>
          </a:p>
          <a:p>
            <a:endParaRPr lang="en-US" dirty="0"/>
          </a:p>
        </p:txBody>
      </p:sp>
      <p:pic>
        <p:nvPicPr>
          <p:cNvPr id="6" name="Picture Placeholder 5" descr="Statues along the edge of a bridge">
            <a:extLst>
              <a:ext uri="{FF2B5EF4-FFF2-40B4-BE49-F238E27FC236}">
                <a16:creationId xmlns:a16="http://schemas.microsoft.com/office/drawing/2014/main" id="{C260DAAE-F925-11DA-1392-452BA0DFE2E5}"/>
              </a:ext>
            </a:extLst>
          </p:cNvPr>
          <p:cNvPicPr>
            <a:picLocks noGrp="1" noChangeAspect="1"/>
          </p:cNvPicPr>
          <p:nvPr>
            <p:ph type="pic" sz="quarter" idx="10"/>
          </p:nvPr>
        </p:nvPicPr>
        <p:blipFill rotWithShape="1">
          <a:blip r:embed="rId2">
            <a:extLst>
              <a:ext uri="{BEBA8EAE-BF5A-486C-A8C5-ECC9F3942E4B}">
                <a14:imgProps xmlns:a14="http://schemas.microsoft.com/office/drawing/2010/main">
                  <a14:imgLayer r:embed="rId3">
                    <a14:imgEffect>
                      <a14:colorTemperature colorTemp="7552"/>
                    </a14:imgEffect>
                    <a14:imgEffect>
                      <a14:saturation sat="76000"/>
                    </a14:imgEffect>
                    <a14:imgEffect>
                      <a14:brightnessContrast bright="-13000" contrast="21000"/>
                    </a14:imgEffect>
                  </a14:imgLayer>
                </a14:imgProps>
              </a:ext>
            </a:extLst>
          </a:blip>
          <a:srcRect t="6" b="6"/>
          <a:stretch/>
        </p:blipFill>
        <p:spPr/>
      </p:pic>
    </p:spTree>
    <p:extLst>
      <p:ext uri="{BB962C8B-B14F-4D97-AF65-F5344CB8AC3E}">
        <p14:creationId xmlns:p14="http://schemas.microsoft.com/office/powerpoint/2010/main" val="1479628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BBD9FBF-BDEA-E2A9-5AC0-F365EF1CA195}"/>
              </a:ext>
            </a:extLst>
          </p:cNvPr>
          <p:cNvSpPr>
            <a:spLocks noGrp="1"/>
          </p:cNvSpPr>
          <p:nvPr>
            <p:ph type="title"/>
          </p:nvPr>
        </p:nvSpPr>
        <p:spPr/>
        <p:txBody>
          <a:bodyPr/>
          <a:lstStyle/>
          <a:p>
            <a:r>
              <a:rPr lang="en-US" dirty="0"/>
              <a:t>Agenda</a:t>
            </a:r>
          </a:p>
        </p:txBody>
      </p:sp>
      <p:pic>
        <p:nvPicPr>
          <p:cNvPr id="6" name="Picture Placeholder 5" descr="Lisbon rooftops">
            <a:extLst>
              <a:ext uri="{FF2B5EF4-FFF2-40B4-BE49-F238E27FC236}">
                <a16:creationId xmlns:a16="http://schemas.microsoft.com/office/drawing/2014/main" id="{51A06734-9234-687F-E232-56B8B04C890F}"/>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colorTemperature colorTemp="8162"/>
                    </a14:imgEffect>
                    <a14:imgEffect>
                      <a14:saturation sat="135000"/>
                    </a14:imgEffect>
                    <a14:imgEffect>
                      <a14:brightnessContrast bright="-14000" contrast="-38000"/>
                    </a14:imgEffect>
                  </a14:imgLayer>
                </a14:imgProps>
              </a:ext>
            </a:extLst>
          </a:blip>
          <a:srcRect l="35" r="35"/>
          <a:stretch/>
        </p:blipFill>
        <p:spPr/>
      </p:pic>
      <p:graphicFrame>
        <p:nvGraphicFramePr>
          <p:cNvPr id="11" name="Table 11">
            <a:extLst>
              <a:ext uri="{FF2B5EF4-FFF2-40B4-BE49-F238E27FC236}">
                <a16:creationId xmlns:a16="http://schemas.microsoft.com/office/drawing/2014/main" id="{0B69E8E6-9D16-D9E3-B5C1-6F6E6588BF6A}"/>
              </a:ext>
            </a:extLst>
          </p:cNvPr>
          <p:cNvGraphicFramePr>
            <a:graphicFrameLocks noGrp="1"/>
          </p:cNvGraphicFramePr>
          <p:nvPr>
            <p:ph idx="1"/>
            <p:extLst>
              <p:ext uri="{D42A27DB-BD31-4B8C-83A1-F6EECF244321}">
                <p14:modId xmlns:p14="http://schemas.microsoft.com/office/powerpoint/2010/main" val="2658199015"/>
              </p:ext>
            </p:extLst>
          </p:nvPr>
        </p:nvGraphicFramePr>
        <p:xfrm>
          <a:off x="4856163" y="2212975"/>
          <a:ext cx="7335836" cy="4645025"/>
        </p:xfrm>
        <a:graphic>
          <a:graphicData uri="http://schemas.openxmlformats.org/drawingml/2006/table">
            <a:tbl>
              <a:tblPr firstRow="1" bandRow="1"/>
              <a:tblGrid>
                <a:gridCol w="797877">
                  <a:extLst>
                    <a:ext uri="{9D8B030D-6E8A-4147-A177-3AD203B41FA5}">
                      <a16:colId xmlns:a16="http://schemas.microsoft.com/office/drawing/2014/main" val="1680321436"/>
                    </a:ext>
                  </a:extLst>
                </a:gridCol>
                <a:gridCol w="6537959">
                  <a:extLst>
                    <a:ext uri="{9D8B030D-6E8A-4147-A177-3AD203B41FA5}">
                      <a16:colId xmlns:a16="http://schemas.microsoft.com/office/drawing/2014/main" val="1621479666"/>
                    </a:ext>
                  </a:extLst>
                </a:gridCol>
              </a:tblGrid>
              <a:tr h="929005">
                <a:tc>
                  <a:txBody>
                    <a:bodyPr/>
                    <a:lstStyle/>
                    <a:p>
                      <a:pPr algn="ctr"/>
                      <a:r>
                        <a:rPr lang="en-US" sz="2400" dirty="0">
                          <a:latin typeface="+mj-lt"/>
                        </a:rPr>
                        <a:t>3</a:t>
                      </a:r>
                    </a:p>
                  </a:txBody>
                  <a:tcPr anchor="ctr">
                    <a:lnL w="12700" cmpd="sng">
                      <a:noFill/>
                      <a:prstDash val="soli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Introduction</a:t>
                      </a:r>
                    </a:p>
                  </a:txBody>
                  <a:tcPr marL="411480" anchor="ctr">
                    <a:lnL w="9525" cap="flat" cmpd="sng" algn="ctr">
                      <a:solidFill>
                        <a:schemeClr val="tx1"/>
                      </a:solidFill>
                      <a:prstDash val="solid"/>
                      <a:round/>
                      <a:headEnd type="none" w="med" len="med"/>
                      <a:tailEnd type="none" w="med" len="me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8244635"/>
                  </a:ext>
                </a:extLst>
              </a:tr>
              <a:tr h="929005">
                <a:tc>
                  <a:txBody>
                    <a:bodyPr/>
                    <a:lstStyle/>
                    <a:p>
                      <a:pPr algn="ctr"/>
                      <a:r>
                        <a:rPr lang="en-US" sz="2400" dirty="0">
                          <a:latin typeface="+mj-lt"/>
                        </a:rPr>
                        <a:t>4</a:t>
                      </a:r>
                    </a:p>
                  </a:txBody>
                  <a:tcPr anchor="ctr">
                    <a:lnL w="12700" cmpd="sng">
                      <a:noFill/>
                      <a:prstDash val="soli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Primary goals</a:t>
                      </a:r>
                    </a:p>
                  </a:txBody>
                  <a:tcPr marL="411480" anchor="ctr">
                    <a:lnL w="9525" cap="flat" cmpd="sng" algn="ctr">
                      <a:solidFill>
                        <a:schemeClr val="tx1"/>
                      </a:solidFill>
                      <a:prstDash val="solid"/>
                      <a:round/>
                      <a:headEnd type="none" w="med" len="med"/>
                      <a:tailEnd type="none" w="med" len="me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0913436"/>
                  </a:ext>
                </a:extLst>
              </a:tr>
              <a:tr h="929005">
                <a:tc>
                  <a:txBody>
                    <a:bodyPr/>
                    <a:lstStyle/>
                    <a:p>
                      <a:pPr algn="ctr"/>
                      <a:r>
                        <a:rPr lang="en-US" sz="2400" dirty="0">
                          <a:latin typeface="+mj-lt"/>
                        </a:rPr>
                        <a:t>5</a:t>
                      </a:r>
                    </a:p>
                  </a:txBody>
                  <a:tcPr anchor="ctr">
                    <a:lnL w="12700" cmpd="sng">
                      <a:noFill/>
                      <a:prstDash val="soli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areas of growth</a:t>
                      </a:r>
                    </a:p>
                  </a:txBody>
                  <a:tcPr marL="411480" anchor="ctr">
                    <a:lnL w="9525" cap="flat" cmpd="sng" algn="ctr">
                      <a:solidFill>
                        <a:schemeClr val="tx1"/>
                      </a:solidFill>
                      <a:prstDash val="solid"/>
                      <a:round/>
                      <a:headEnd type="none" w="med" len="med"/>
                      <a:tailEnd type="none" w="med" len="me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8392374"/>
                  </a:ext>
                </a:extLst>
              </a:tr>
              <a:tr h="929005">
                <a:tc>
                  <a:txBody>
                    <a:bodyPr/>
                    <a:lstStyle/>
                    <a:p>
                      <a:pPr algn="ctr"/>
                      <a:r>
                        <a:rPr lang="en-US" sz="2400" dirty="0">
                          <a:latin typeface="+mj-lt"/>
                        </a:rPr>
                        <a:t>10</a:t>
                      </a:r>
                    </a:p>
                  </a:txBody>
                  <a:tcPr anchor="ctr">
                    <a:lnL w="12700" cmpd="sng">
                      <a:noFill/>
                      <a:prstDash val="soli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timeline</a:t>
                      </a:r>
                    </a:p>
                  </a:txBody>
                  <a:tcPr marL="411480" anchor="ctr">
                    <a:lnL w="9525" cap="flat" cmpd="sng" algn="ctr">
                      <a:solidFill>
                        <a:schemeClr val="tx1"/>
                      </a:solidFill>
                      <a:prstDash val="solid"/>
                      <a:round/>
                      <a:headEnd type="none" w="med" len="med"/>
                      <a:tailEnd type="none" w="med" len="me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282632"/>
                  </a:ext>
                </a:extLst>
              </a:tr>
              <a:tr h="929005">
                <a:tc>
                  <a:txBody>
                    <a:bodyPr/>
                    <a:lstStyle/>
                    <a:p>
                      <a:pPr algn="ctr"/>
                      <a:r>
                        <a:rPr lang="en-US" sz="2400">
                          <a:latin typeface="+mj-lt"/>
                        </a:rPr>
                        <a:t>13</a:t>
                      </a:r>
                      <a:endParaRPr lang="en-US" sz="2400" dirty="0">
                        <a:latin typeface="+mj-lt"/>
                      </a:endParaRPr>
                    </a:p>
                  </a:txBody>
                  <a:tcPr anchor="ctr">
                    <a:lnL w="12700" cmpd="sng">
                      <a:noFill/>
                      <a:prstDash val="soli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summary</a:t>
                      </a:r>
                    </a:p>
                  </a:txBody>
                  <a:tcPr marL="411480" anchor="ctr">
                    <a:lnL w="9525" cap="flat" cmpd="sng" algn="ctr">
                      <a:solidFill>
                        <a:schemeClr val="tx1"/>
                      </a:solidFill>
                      <a:prstDash val="solid"/>
                      <a:round/>
                      <a:headEnd type="none" w="med" len="med"/>
                      <a:tailEnd type="none" w="med" len="me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612909531"/>
                  </a:ext>
                </a:extLst>
              </a:tr>
            </a:tbl>
          </a:graphicData>
        </a:graphic>
      </p:graphicFrame>
    </p:spTree>
    <p:extLst>
      <p:ext uri="{BB962C8B-B14F-4D97-AF65-F5344CB8AC3E}">
        <p14:creationId xmlns:p14="http://schemas.microsoft.com/office/powerpoint/2010/main" val="3701214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9025BC-7A1A-3FAF-3BC0-13AF568A2A2E}"/>
              </a:ext>
            </a:extLst>
          </p:cNvPr>
          <p:cNvSpPr>
            <a:spLocks noGrp="1"/>
          </p:cNvSpPr>
          <p:nvPr>
            <p:ph type="title"/>
          </p:nvPr>
        </p:nvSpPr>
        <p:spPr/>
        <p:txBody>
          <a:bodyPr/>
          <a:lstStyle/>
          <a:p>
            <a:r>
              <a:rPr lang="en-US" dirty="0"/>
              <a:t>INTRODUCTION</a:t>
            </a:r>
          </a:p>
        </p:txBody>
      </p:sp>
      <p:pic>
        <p:nvPicPr>
          <p:cNvPr id="6" name="Picture Placeholder 5" descr="A statue">
            <a:extLst>
              <a:ext uri="{FF2B5EF4-FFF2-40B4-BE49-F238E27FC236}">
                <a16:creationId xmlns:a16="http://schemas.microsoft.com/office/drawing/2014/main" id="{E06013D7-A986-C5B1-63AC-31DEC6FB89F8}"/>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brightnessContrast bright="-10000"/>
                    </a14:imgEffect>
                  </a14:imgLayer>
                </a14:imgProps>
              </a:ext>
            </a:extLst>
          </a:blip>
          <a:srcRect l="222" r="222"/>
          <a:stretch/>
        </p:blipFill>
        <p:spPr/>
      </p:pic>
      <p:sp>
        <p:nvSpPr>
          <p:cNvPr id="4" name="Content Placeholder 3">
            <a:extLst>
              <a:ext uri="{FF2B5EF4-FFF2-40B4-BE49-F238E27FC236}">
                <a16:creationId xmlns:a16="http://schemas.microsoft.com/office/drawing/2014/main" id="{E752DFB8-B7A2-DE8A-3E38-FC3170612720}"/>
              </a:ext>
            </a:extLst>
          </p:cNvPr>
          <p:cNvSpPr>
            <a:spLocks noGrp="1"/>
          </p:cNvSpPr>
          <p:nvPr>
            <p:ph idx="1"/>
          </p:nvPr>
        </p:nvSpPr>
        <p:spPr/>
        <p:txBody>
          <a:bodyPr/>
          <a:lstStyle/>
          <a:p>
            <a:r>
              <a:rPr lang="en-US" dirty="0"/>
              <a:t>At Contoso, we empower organizations to foster collaborative thinking to further drive workplace innovation. By closing the loop and leveraging agile frameworks, we help business grow organically and foster a consumer-first mindset.</a:t>
            </a:r>
          </a:p>
        </p:txBody>
      </p:sp>
      <p:sp>
        <p:nvSpPr>
          <p:cNvPr id="11" name="Slide Number Placeholder 10">
            <a:extLst>
              <a:ext uri="{FF2B5EF4-FFF2-40B4-BE49-F238E27FC236}">
                <a16:creationId xmlns:a16="http://schemas.microsoft.com/office/drawing/2014/main" id="{3A127E98-F085-5A66-9D65-E2BAC77B0E66}"/>
              </a:ext>
            </a:extLst>
          </p:cNvPr>
          <p:cNvSpPr>
            <a:spLocks noGrp="1"/>
          </p:cNvSpPr>
          <p:nvPr>
            <p:ph type="sldNum" sz="quarter" idx="12"/>
          </p:nvPr>
        </p:nvSpPr>
        <p:spPr/>
        <p:txBody>
          <a:bodyPr/>
          <a:lstStyle/>
          <a:p>
            <a:fld id="{84D792B7-0397-C047-AE12-1A03F7E3DC83}" type="slidenum">
              <a:rPr lang="en-US" smtClean="0"/>
              <a:pPr/>
              <a:t>3</a:t>
            </a:fld>
            <a:endParaRPr lang="en-US" dirty="0"/>
          </a:p>
        </p:txBody>
      </p:sp>
      <p:sp>
        <p:nvSpPr>
          <p:cNvPr id="10" name="Footer Placeholder 9">
            <a:extLst>
              <a:ext uri="{FF2B5EF4-FFF2-40B4-BE49-F238E27FC236}">
                <a16:creationId xmlns:a16="http://schemas.microsoft.com/office/drawing/2014/main" id="{C90F9375-7D60-5547-02DC-A2AF4BE09B30}"/>
              </a:ext>
            </a:extLst>
          </p:cNvPr>
          <p:cNvSpPr>
            <a:spLocks noGrp="1"/>
          </p:cNvSpPr>
          <p:nvPr>
            <p:ph type="ftr" sz="quarter" idx="11"/>
          </p:nvPr>
        </p:nvSpPr>
        <p:spPr/>
        <p:txBody>
          <a:bodyPr/>
          <a:lstStyle/>
          <a:p>
            <a:r>
              <a:rPr lang="en-US"/>
              <a:t>presentation title</a:t>
            </a:r>
            <a:endParaRPr lang="en-US" dirty="0"/>
          </a:p>
        </p:txBody>
      </p:sp>
      <p:sp>
        <p:nvSpPr>
          <p:cNvPr id="9" name="Date Placeholder 8">
            <a:extLst>
              <a:ext uri="{FF2B5EF4-FFF2-40B4-BE49-F238E27FC236}">
                <a16:creationId xmlns:a16="http://schemas.microsoft.com/office/drawing/2014/main" id="{5AF93863-763B-590D-9D57-2E4C5A8E97A8}"/>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3168852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row of white marble pillars">
            <a:extLst>
              <a:ext uri="{FF2B5EF4-FFF2-40B4-BE49-F238E27FC236}">
                <a16:creationId xmlns:a16="http://schemas.microsoft.com/office/drawing/2014/main" id="{515BB532-51DF-321C-7800-6827120DB45C}"/>
              </a:ext>
            </a:extLst>
          </p:cNvPr>
          <p:cNvPicPr>
            <a:picLocks noGrp="1" noChangeAspect="1"/>
          </p:cNvPicPr>
          <p:nvPr>
            <p:ph type="pic" sz="quarter" idx="10"/>
          </p:nvPr>
        </p:nvPicPr>
        <p:blipFill rotWithShape="1">
          <a:blip r:embed="rId2">
            <a:extLst>
              <a:ext uri="{BEBA8EAE-BF5A-486C-A8C5-ECC9F3942E4B}">
                <a14:imgProps xmlns:a14="http://schemas.microsoft.com/office/drawing/2010/main">
                  <a14:imgLayer r:embed="rId3">
                    <a14:imgEffect>
                      <a14:colorTemperature colorTemp="7980"/>
                    </a14:imgEffect>
                    <a14:imgEffect>
                      <a14:saturation sat="45000"/>
                    </a14:imgEffect>
                    <a14:imgEffect>
                      <a14:brightnessContrast bright="-67000" contrast="-41000"/>
                    </a14:imgEffect>
                  </a14:imgLayer>
                </a14:imgProps>
              </a:ext>
            </a:extLst>
          </a:blip>
          <a:srcRect/>
          <a:stretch/>
        </p:blipFill>
        <p:spPr/>
      </p:pic>
      <p:sp>
        <p:nvSpPr>
          <p:cNvPr id="3" name="Title 2">
            <a:extLst>
              <a:ext uri="{FF2B5EF4-FFF2-40B4-BE49-F238E27FC236}">
                <a16:creationId xmlns:a16="http://schemas.microsoft.com/office/drawing/2014/main" id="{A25B87C0-1FA0-EABB-EF67-261E89409AB6}"/>
              </a:ext>
            </a:extLst>
          </p:cNvPr>
          <p:cNvSpPr>
            <a:spLocks noGrp="1"/>
          </p:cNvSpPr>
          <p:nvPr>
            <p:ph type="title"/>
          </p:nvPr>
        </p:nvSpPr>
        <p:spPr/>
        <p:txBody>
          <a:bodyPr/>
          <a:lstStyle/>
          <a:p>
            <a:r>
              <a:rPr lang="en-US" dirty="0"/>
              <a:t>Primary Goals</a:t>
            </a:r>
          </a:p>
        </p:txBody>
      </p:sp>
      <p:sp>
        <p:nvSpPr>
          <p:cNvPr id="4" name="Text Placeholder 3">
            <a:extLst>
              <a:ext uri="{FF2B5EF4-FFF2-40B4-BE49-F238E27FC236}">
                <a16:creationId xmlns:a16="http://schemas.microsoft.com/office/drawing/2014/main" id="{39AF711E-23B5-8216-7359-9690CF61DB82}"/>
              </a:ext>
            </a:extLst>
          </p:cNvPr>
          <p:cNvSpPr>
            <a:spLocks noGrp="1"/>
          </p:cNvSpPr>
          <p:nvPr>
            <p:ph type="body" idx="1"/>
          </p:nvPr>
        </p:nvSpPr>
        <p:spPr/>
        <p:txBody>
          <a:bodyPr/>
          <a:lstStyle/>
          <a:p>
            <a:r>
              <a:rPr lang="en-US" dirty="0"/>
              <a:t>annual revenue growth </a:t>
            </a:r>
          </a:p>
        </p:txBody>
      </p:sp>
      <p:cxnSp>
        <p:nvCxnSpPr>
          <p:cNvPr id="8" name="Straight Connector 7">
            <a:extLst>
              <a:ext uri="{FF2B5EF4-FFF2-40B4-BE49-F238E27FC236}">
                <a16:creationId xmlns:a16="http://schemas.microsoft.com/office/drawing/2014/main" id="{F6371A21-ED92-D1B5-A557-2DD777A22027}"/>
              </a:ext>
              <a:ext uri="{C183D7F6-B498-43B3-948B-1728B52AA6E4}">
                <adec:decorative xmlns:adec="http://schemas.microsoft.com/office/drawing/2017/decorative" val="1"/>
              </a:ext>
            </a:extLst>
          </p:cNvPr>
          <p:cNvCxnSpPr>
            <a:cxnSpLocks/>
          </p:cNvCxnSpPr>
          <p:nvPr/>
        </p:nvCxnSpPr>
        <p:spPr>
          <a:xfrm>
            <a:off x="-12700" y="5282777"/>
            <a:ext cx="6535479"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FEEBC66-8A88-7748-D315-C8A4BDE779A2}"/>
              </a:ext>
              <a:ext uri="{C183D7F6-B498-43B3-948B-1728B52AA6E4}">
                <adec:decorative xmlns:adec="http://schemas.microsoft.com/office/drawing/2017/decorative" val="1"/>
              </a:ext>
            </a:extLst>
          </p:cNvPr>
          <p:cNvCxnSpPr>
            <a:cxnSpLocks/>
          </p:cNvCxnSpPr>
          <p:nvPr/>
        </p:nvCxnSpPr>
        <p:spPr>
          <a:xfrm>
            <a:off x="9696893" y="5282777"/>
            <a:ext cx="2495107"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933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5AFD3-F0EF-D088-D9F6-0111FE57B812}"/>
              </a:ext>
            </a:extLst>
          </p:cNvPr>
          <p:cNvSpPr>
            <a:spLocks noGrp="1"/>
          </p:cNvSpPr>
          <p:nvPr>
            <p:ph type="title"/>
          </p:nvPr>
        </p:nvSpPr>
        <p:spPr/>
        <p:txBody>
          <a:bodyPr/>
          <a:lstStyle/>
          <a:p>
            <a:r>
              <a:rPr lang="en-US" sz="4000" dirty="0">
                <a:latin typeface="Felix Titling" panose="020F0502020204030204" pitchFamily="34" charset="0"/>
                <a:cs typeface="Felix Titling" panose="020F0502020204030204" pitchFamily="34" charset="0"/>
              </a:rPr>
              <a:t>AREAS OF GROWTH</a:t>
            </a:r>
            <a:endParaRPr lang="en-US" dirty="0"/>
          </a:p>
        </p:txBody>
      </p:sp>
      <p:graphicFrame>
        <p:nvGraphicFramePr>
          <p:cNvPr id="4" name="Table 4">
            <a:extLst>
              <a:ext uri="{FF2B5EF4-FFF2-40B4-BE49-F238E27FC236}">
                <a16:creationId xmlns:a16="http://schemas.microsoft.com/office/drawing/2014/main" id="{98AFEAF5-9B54-24D0-0679-F8275B7A4525}"/>
              </a:ext>
            </a:extLst>
          </p:cNvPr>
          <p:cNvGraphicFramePr>
            <a:graphicFrameLocks noGrp="1"/>
          </p:cNvGraphicFramePr>
          <p:nvPr>
            <p:ph idx="1"/>
            <p:extLst>
              <p:ext uri="{D42A27DB-BD31-4B8C-83A1-F6EECF244321}">
                <p14:modId xmlns:p14="http://schemas.microsoft.com/office/powerpoint/2010/main" val="1660331314"/>
              </p:ext>
            </p:extLst>
          </p:nvPr>
        </p:nvGraphicFramePr>
        <p:xfrm>
          <a:off x="987425" y="1618488"/>
          <a:ext cx="10286996" cy="4209556"/>
        </p:xfrm>
        <a:graphic>
          <a:graphicData uri="http://schemas.openxmlformats.org/drawingml/2006/table">
            <a:tbl>
              <a:tblPr firstRow="1" bandRow="1">
                <a:tableStyleId>{5C22544A-7EE6-4342-B048-85BDC9FD1C3A}</a:tableStyleId>
              </a:tblPr>
              <a:tblGrid>
                <a:gridCol w="1124150">
                  <a:extLst>
                    <a:ext uri="{9D8B030D-6E8A-4147-A177-3AD203B41FA5}">
                      <a16:colId xmlns:a16="http://schemas.microsoft.com/office/drawing/2014/main" val="1689330750"/>
                    </a:ext>
                  </a:extLst>
                </a:gridCol>
                <a:gridCol w="1933536">
                  <a:extLst>
                    <a:ext uri="{9D8B030D-6E8A-4147-A177-3AD203B41FA5}">
                      <a16:colId xmlns:a16="http://schemas.microsoft.com/office/drawing/2014/main" val="2660631934"/>
                    </a:ext>
                  </a:extLst>
                </a:gridCol>
                <a:gridCol w="2409770">
                  <a:extLst>
                    <a:ext uri="{9D8B030D-6E8A-4147-A177-3AD203B41FA5}">
                      <a16:colId xmlns:a16="http://schemas.microsoft.com/office/drawing/2014/main" val="3909717689"/>
                    </a:ext>
                  </a:extLst>
                </a:gridCol>
                <a:gridCol w="2409770">
                  <a:extLst>
                    <a:ext uri="{9D8B030D-6E8A-4147-A177-3AD203B41FA5}">
                      <a16:colId xmlns:a16="http://schemas.microsoft.com/office/drawing/2014/main" val="1603189107"/>
                    </a:ext>
                  </a:extLst>
                </a:gridCol>
                <a:gridCol w="2409770">
                  <a:extLst>
                    <a:ext uri="{9D8B030D-6E8A-4147-A177-3AD203B41FA5}">
                      <a16:colId xmlns:a16="http://schemas.microsoft.com/office/drawing/2014/main" val="2755691855"/>
                    </a:ext>
                  </a:extLst>
                </a:gridCol>
              </a:tblGrid>
              <a:tr h="1094557">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b="0" dirty="0">
                          <a:solidFill>
                            <a:schemeClr val="accent1"/>
                          </a:solidFill>
                          <a:latin typeface="Felix Titling" pitchFamily="82" charset="77"/>
                        </a:rPr>
                        <a:t>B2B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b="0" dirty="0">
                          <a:solidFill>
                            <a:schemeClr val="accent1"/>
                          </a:solidFill>
                          <a:latin typeface="Felix Titling" pitchFamily="82" charset="77"/>
                        </a:rPr>
                        <a:t>Supply chain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b="0" dirty="0">
                          <a:solidFill>
                            <a:schemeClr val="accent1"/>
                          </a:solidFill>
                          <a:latin typeface="Felix Titling" pitchFamily="82" charset="77"/>
                        </a:rPr>
                        <a:t>ROI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b="0" dirty="0">
                          <a:solidFill>
                            <a:schemeClr val="accent1"/>
                          </a:solidFill>
                          <a:latin typeface="Felix Titling" pitchFamily="82" charset="77"/>
                        </a:rPr>
                        <a:t>E-commerce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79928716"/>
                  </a:ext>
                </a:extLst>
              </a:tr>
              <a:tr h="775519">
                <a:tc>
                  <a:txBody>
                    <a:bodyPr/>
                    <a:lstStyle/>
                    <a:p>
                      <a:pPr algn="ctr"/>
                      <a:r>
                        <a:rPr lang="en-US" b="0" i="0" dirty="0">
                          <a:solidFill>
                            <a:schemeClr val="accent1"/>
                          </a:solidFill>
                          <a:latin typeface="Avenir Next LT Pro" panose="020B0504020202020204" pitchFamily="34" charset="77"/>
                        </a:rPr>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dirty="0">
                          <a:solidFill>
                            <a:schemeClr val="accent2">
                              <a:lumMod val="50000"/>
                            </a:schemeClr>
                          </a:solidFill>
                          <a:latin typeface="Avenir Next LT Pro" panose="020B0504020202020204" pitchFamily="34" charset="77"/>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dirty="0">
                          <a:solidFill>
                            <a:schemeClr val="accent2">
                              <a:lumMod val="50000"/>
                            </a:schemeClr>
                          </a:solidFill>
                          <a:latin typeface="Avenir Next LT Pro" panose="020B0504020202020204" pitchFamily="34" charset="77"/>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dirty="0">
                          <a:solidFill>
                            <a:schemeClr val="accent2">
                              <a:lumMod val="50000"/>
                            </a:schemeClr>
                          </a:solidFill>
                          <a:latin typeface="Avenir Next LT Pro" panose="020B0504020202020204" pitchFamily="34" charset="77"/>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dirty="0">
                          <a:solidFill>
                            <a:schemeClr val="accent2">
                              <a:lumMod val="50000"/>
                            </a:schemeClr>
                          </a:solidFill>
                          <a:latin typeface="Avenir Next LT Pro" panose="020B0504020202020204" pitchFamily="34" charset="77"/>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760208656"/>
                  </a:ext>
                </a:extLst>
              </a:tr>
              <a:tr h="777209">
                <a:tc>
                  <a:txBody>
                    <a:bodyPr/>
                    <a:lstStyle/>
                    <a:p>
                      <a:pPr algn="ctr"/>
                      <a:r>
                        <a:rPr lang="en-US" b="0" i="0" dirty="0">
                          <a:solidFill>
                            <a:schemeClr val="accent1"/>
                          </a:solidFill>
                          <a:latin typeface="Avenir Next LT Pro" panose="020B0504020202020204" pitchFamily="34" charset="77"/>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dirty="0">
                          <a:solidFill>
                            <a:schemeClr val="accent2">
                              <a:lumMod val="50000"/>
                            </a:schemeClr>
                          </a:solidFill>
                          <a:latin typeface="Avenir Next LT Pro" panose="020B0504020202020204" pitchFamily="34" charset="77"/>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dirty="0">
                          <a:solidFill>
                            <a:schemeClr val="accent2">
                              <a:lumMod val="50000"/>
                            </a:schemeClr>
                          </a:solidFill>
                          <a:latin typeface="Avenir Next LT Pro" panose="020B0504020202020204" pitchFamily="34" charset="77"/>
                        </a:rPr>
                        <a:t>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dirty="0">
                          <a:solidFill>
                            <a:schemeClr val="accent2">
                              <a:lumMod val="50000"/>
                            </a:schemeClr>
                          </a:solidFill>
                          <a:latin typeface="Avenir Next LT Pro" panose="020B0504020202020204" pitchFamily="34" charset="77"/>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dirty="0">
                          <a:solidFill>
                            <a:schemeClr val="accent2">
                              <a:lumMod val="50000"/>
                            </a:schemeClr>
                          </a:solidFill>
                          <a:latin typeface="Avenir Next LT Pro" panose="020B0504020202020204" pitchFamily="34" charset="77"/>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34243071"/>
                  </a:ext>
                </a:extLst>
              </a:tr>
              <a:tr h="781144">
                <a:tc>
                  <a:txBody>
                    <a:bodyPr/>
                    <a:lstStyle/>
                    <a:p>
                      <a:pPr algn="ctr"/>
                      <a:r>
                        <a:rPr lang="en-US" b="0" i="0" dirty="0">
                          <a:solidFill>
                            <a:schemeClr val="accent1"/>
                          </a:solidFill>
                          <a:latin typeface="Avenir Next LT Pro" panose="020B0504020202020204" pitchFamily="34" charset="77"/>
                        </a:rPr>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dirty="0">
                          <a:solidFill>
                            <a:schemeClr val="accent2">
                              <a:lumMod val="50000"/>
                            </a:schemeClr>
                          </a:solidFill>
                          <a:latin typeface="Avenir Next LT Pro" panose="020B0504020202020204" pitchFamily="34" charset="77"/>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dirty="0">
                          <a:solidFill>
                            <a:schemeClr val="accent2">
                              <a:lumMod val="50000"/>
                            </a:schemeClr>
                          </a:solidFill>
                          <a:latin typeface="Avenir Next LT Pro" panose="020B0504020202020204" pitchFamily="34" charset="77"/>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dirty="0">
                          <a:solidFill>
                            <a:schemeClr val="accent2">
                              <a:lumMod val="50000"/>
                            </a:schemeClr>
                          </a:solidFill>
                          <a:latin typeface="Avenir Next LT Pro" panose="020B0504020202020204" pitchFamily="34" charset="77"/>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dirty="0">
                          <a:solidFill>
                            <a:schemeClr val="accent2">
                              <a:lumMod val="50000"/>
                            </a:schemeClr>
                          </a:solidFill>
                          <a:latin typeface="Avenir Next LT Pro" panose="020B0504020202020204" pitchFamily="34" charset="77"/>
                        </a:rPr>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415808797"/>
                  </a:ext>
                </a:extLst>
              </a:tr>
              <a:tr h="781127">
                <a:tc>
                  <a:txBody>
                    <a:bodyPr/>
                    <a:lstStyle/>
                    <a:p>
                      <a:pPr algn="ctr"/>
                      <a:r>
                        <a:rPr lang="en-US" b="0" i="0" dirty="0">
                          <a:solidFill>
                            <a:schemeClr val="accent1"/>
                          </a:solidFill>
                          <a:latin typeface="Avenir Next LT Pro" panose="020B0504020202020204" pitchFamily="34" charset="77"/>
                        </a:rPr>
                        <a:t>Q4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dirty="0">
                          <a:solidFill>
                            <a:schemeClr val="accent2">
                              <a:lumMod val="50000"/>
                            </a:schemeClr>
                          </a:solidFill>
                          <a:latin typeface="Avenir Next LT Pro" panose="020B0504020202020204" pitchFamily="34" charset="77"/>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dirty="0">
                          <a:solidFill>
                            <a:schemeClr val="accent2">
                              <a:lumMod val="50000"/>
                            </a:schemeClr>
                          </a:solidFill>
                          <a:latin typeface="Avenir Next LT Pro" panose="020B0504020202020204" pitchFamily="34" charset="77"/>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dirty="0">
                          <a:solidFill>
                            <a:schemeClr val="accent2">
                              <a:lumMod val="50000"/>
                            </a:schemeClr>
                          </a:solidFill>
                          <a:latin typeface="Avenir Next LT Pro" panose="020B0504020202020204" pitchFamily="34" charset="77"/>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dirty="0">
                          <a:solidFill>
                            <a:schemeClr val="accent2">
                              <a:lumMod val="50000"/>
                            </a:schemeClr>
                          </a:solidFill>
                          <a:latin typeface="Avenir Next LT Pro" panose="020B0504020202020204" pitchFamily="34" charset="77"/>
                        </a:rPr>
                        <a:t>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80950325"/>
                  </a:ext>
                </a:extLst>
              </a:tr>
            </a:tbl>
          </a:graphicData>
        </a:graphic>
      </p:graphicFrame>
      <p:sp>
        <p:nvSpPr>
          <p:cNvPr id="6" name="Slide Number Placeholder 5">
            <a:extLst>
              <a:ext uri="{FF2B5EF4-FFF2-40B4-BE49-F238E27FC236}">
                <a16:creationId xmlns:a16="http://schemas.microsoft.com/office/drawing/2014/main" id="{6F202D71-F202-B767-2704-F4AC06C53703}"/>
              </a:ext>
            </a:extLst>
          </p:cNvPr>
          <p:cNvSpPr>
            <a:spLocks noGrp="1"/>
          </p:cNvSpPr>
          <p:nvPr>
            <p:ph type="sldNum" sz="quarter" idx="12"/>
          </p:nvPr>
        </p:nvSpPr>
        <p:spPr/>
        <p:txBody>
          <a:bodyPr/>
          <a:lstStyle/>
          <a:p>
            <a:fld id="{84D792B7-0397-C047-AE12-1A03F7E3DC83}" type="slidenum">
              <a:rPr lang="en-US" smtClean="0"/>
              <a:t>5</a:t>
            </a:fld>
            <a:endParaRPr lang="en-US" dirty="0"/>
          </a:p>
        </p:txBody>
      </p:sp>
      <p:sp>
        <p:nvSpPr>
          <p:cNvPr id="5" name="Footer Placeholder 4">
            <a:extLst>
              <a:ext uri="{FF2B5EF4-FFF2-40B4-BE49-F238E27FC236}">
                <a16:creationId xmlns:a16="http://schemas.microsoft.com/office/drawing/2014/main" id="{73A0704B-DC40-1BB3-5C20-8E865815B623}"/>
              </a:ext>
            </a:extLst>
          </p:cNvPr>
          <p:cNvSpPr>
            <a:spLocks noGrp="1"/>
          </p:cNvSpPr>
          <p:nvPr>
            <p:ph type="ftr" sz="quarter" idx="11"/>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E86D0F1C-0C5D-BE89-49DE-F1F7DF191B2A}"/>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481054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5B19C86-33A9-9600-DA3A-926F0E8A980F}"/>
              </a:ext>
            </a:extLst>
          </p:cNvPr>
          <p:cNvSpPr>
            <a:spLocks noGrp="1"/>
          </p:cNvSpPr>
          <p:nvPr>
            <p:ph type="title"/>
          </p:nvPr>
        </p:nvSpPr>
        <p:spPr/>
        <p:txBody>
          <a:bodyPr/>
          <a:lstStyle/>
          <a:p>
            <a:r>
              <a:rPr lang="en-US" sz="5400" dirty="0">
                <a:effectLst/>
                <a:latin typeface="Felix Titling" pitchFamily="82" charset="77"/>
              </a:rPr>
              <a:t>Business </a:t>
            </a:r>
            <a:r>
              <a:rPr lang="en-US" sz="5400" dirty="0">
                <a:solidFill>
                  <a:schemeClr val="tx2"/>
                </a:solidFill>
                <a:effectLst/>
                <a:latin typeface="Felix Titling" pitchFamily="82" charset="77"/>
              </a:rPr>
              <a:t>opportunities </a:t>
            </a:r>
            <a:r>
              <a:rPr lang="en-US" sz="5400" dirty="0">
                <a:effectLst/>
                <a:latin typeface="Felix Titling" pitchFamily="82" charset="77"/>
              </a:rPr>
              <a:t>are like buses. There's </a:t>
            </a:r>
            <a:r>
              <a:rPr lang="en-US" sz="5400" dirty="0">
                <a:solidFill>
                  <a:schemeClr val="tx2"/>
                </a:solidFill>
                <a:effectLst/>
                <a:latin typeface="Felix Titling" pitchFamily="82" charset="77"/>
              </a:rPr>
              <a:t>always another </a:t>
            </a:r>
            <a:r>
              <a:rPr lang="en-US" sz="5400" dirty="0">
                <a:effectLst/>
                <a:latin typeface="Felix Titling" pitchFamily="82" charset="77"/>
              </a:rPr>
              <a:t>one coming.</a:t>
            </a:r>
            <a:endParaRPr lang="en-US" sz="5400" dirty="0">
              <a:latin typeface="Felix Titling" pitchFamily="82" charset="77"/>
            </a:endParaRPr>
          </a:p>
        </p:txBody>
      </p:sp>
      <p:sp>
        <p:nvSpPr>
          <p:cNvPr id="4" name="Subtitle 3">
            <a:extLst>
              <a:ext uri="{FF2B5EF4-FFF2-40B4-BE49-F238E27FC236}">
                <a16:creationId xmlns:a16="http://schemas.microsoft.com/office/drawing/2014/main" id="{564C4B61-4FF1-B5E2-765D-7400F598617E}"/>
              </a:ext>
            </a:extLst>
          </p:cNvPr>
          <p:cNvSpPr>
            <a:spLocks noGrp="1"/>
          </p:cNvSpPr>
          <p:nvPr>
            <p:ph type="subTitle" idx="1"/>
          </p:nvPr>
        </p:nvSpPr>
        <p:spPr/>
        <p:txBody>
          <a:bodyPr>
            <a:normAutofit/>
          </a:bodyPr>
          <a:lstStyle/>
          <a:p>
            <a:pPr algn="ctr"/>
            <a:r>
              <a:rPr lang="en-US" dirty="0">
                <a:effectLst/>
                <a:latin typeface="Avenir Next LT Pro" panose="020B0504020202020204" pitchFamily="34" charset="77"/>
              </a:rPr>
              <a:t>quote by richard branson</a:t>
            </a:r>
            <a:endParaRPr lang="en-US" dirty="0">
              <a:latin typeface="Avenir Next LT Pro" panose="020B0504020202020204" pitchFamily="34" charset="77"/>
            </a:endParaRPr>
          </a:p>
        </p:txBody>
      </p:sp>
      <p:pic>
        <p:nvPicPr>
          <p:cNvPr id="7" name="Picture Placeholder 6" descr="Front side of an apartment building in the city">
            <a:extLst>
              <a:ext uri="{FF2B5EF4-FFF2-40B4-BE49-F238E27FC236}">
                <a16:creationId xmlns:a16="http://schemas.microsoft.com/office/drawing/2014/main" id="{08CD0943-0707-E64B-AF0B-E420B4D0A1B1}"/>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colorTemperature colorTemp="8579"/>
                    </a14:imgEffect>
                    <a14:imgEffect>
                      <a14:saturation sat="91000"/>
                    </a14:imgEffect>
                    <a14:imgEffect>
                      <a14:brightnessContrast bright="1000" contrast="-45000"/>
                    </a14:imgEffect>
                  </a14:imgLayer>
                </a14:imgProps>
              </a:ext>
            </a:extLst>
          </a:blip>
          <a:srcRect/>
          <a:stretch/>
        </p:blipFill>
        <p:spPr>
          <a:prstGeom prst="rect">
            <a:avLst/>
          </a:prstGeom>
          <a:ln w="15875">
            <a:solidFill>
              <a:schemeClr val="tx1"/>
            </a:solidFill>
          </a:ln>
        </p:spPr>
      </p:pic>
      <p:sp>
        <p:nvSpPr>
          <p:cNvPr id="6" name="Slide Number Placeholder 5">
            <a:extLst>
              <a:ext uri="{FF2B5EF4-FFF2-40B4-BE49-F238E27FC236}">
                <a16:creationId xmlns:a16="http://schemas.microsoft.com/office/drawing/2014/main" id="{627018BA-623E-D51E-BE0E-F23E62CC335B}"/>
              </a:ext>
            </a:extLst>
          </p:cNvPr>
          <p:cNvSpPr>
            <a:spLocks noGrp="1"/>
          </p:cNvSpPr>
          <p:nvPr>
            <p:ph type="sldNum" sz="quarter" idx="12"/>
          </p:nvPr>
        </p:nvSpPr>
        <p:spPr/>
        <p:txBody>
          <a:bodyPr/>
          <a:lstStyle/>
          <a:p>
            <a:fld id="{84D792B7-0397-C047-AE12-1A03F7E3DC83}" type="slidenum">
              <a:rPr lang="en-US" smtClean="0"/>
              <a:pPr/>
              <a:t>6</a:t>
            </a:fld>
            <a:endParaRPr lang="en-US" dirty="0"/>
          </a:p>
        </p:txBody>
      </p:sp>
      <p:sp>
        <p:nvSpPr>
          <p:cNvPr id="5" name="Footer Placeholder 4">
            <a:extLst>
              <a:ext uri="{FF2B5EF4-FFF2-40B4-BE49-F238E27FC236}">
                <a16:creationId xmlns:a16="http://schemas.microsoft.com/office/drawing/2014/main" id="{847A5FDE-1153-51BC-BC63-9067CD01372E}"/>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BF97B505-A442-09AA-E04D-D58275607BA3}"/>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2146925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207CC-F57D-C682-BCC1-97ABF3D06211}"/>
              </a:ext>
            </a:extLst>
          </p:cNvPr>
          <p:cNvSpPr>
            <a:spLocks noGrp="1"/>
          </p:cNvSpPr>
          <p:nvPr>
            <p:ph type="title"/>
          </p:nvPr>
        </p:nvSpPr>
        <p:spPr/>
        <p:txBody>
          <a:bodyPr/>
          <a:lstStyle/>
          <a:p>
            <a:r>
              <a:rPr lang="en-US" dirty="0"/>
              <a:t>OUR TEAM</a:t>
            </a:r>
          </a:p>
        </p:txBody>
      </p:sp>
      <p:sp>
        <p:nvSpPr>
          <p:cNvPr id="3" name="Text Placeholder 2">
            <a:extLst>
              <a:ext uri="{FF2B5EF4-FFF2-40B4-BE49-F238E27FC236}">
                <a16:creationId xmlns:a16="http://schemas.microsoft.com/office/drawing/2014/main" id="{90C12D66-2ED9-2378-9E40-AB8178B922D0}"/>
              </a:ext>
            </a:extLst>
          </p:cNvPr>
          <p:cNvSpPr>
            <a:spLocks noGrp="1"/>
          </p:cNvSpPr>
          <p:nvPr>
            <p:ph type="body" idx="1"/>
          </p:nvPr>
        </p:nvSpPr>
        <p:spPr/>
        <p:txBody>
          <a:bodyPr/>
          <a:lstStyle/>
          <a:p>
            <a:r>
              <a:rPr lang="en-US" dirty="0"/>
              <a:t>Takuma Hayashi​​</a:t>
            </a:r>
          </a:p>
        </p:txBody>
      </p:sp>
      <p:sp>
        <p:nvSpPr>
          <p:cNvPr id="5" name="Text Placeholder 4">
            <a:extLst>
              <a:ext uri="{FF2B5EF4-FFF2-40B4-BE49-F238E27FC236}">
                <a16:creationId xmlns:a16="http://schemas.microsoft.com/office/drawing/2014/main" id="{3CF1C4FC-CCD5-21A7-3E28-F1237B3A4F19}"/>
              </a:ext>
            </a:extLst>
          </p:cNvPr>
          <p:cNvSpPr>
            <a:spLocks noGrp="1"/>
          </p:cNvSpPr>
          <p:nvPr>
            <p:ph type="body" idx="14"/>
          </p:nvPr>
        </p:nvSpPr>
        <p:spPr/>
        <p:txBody>
          <a:bodyPr/>
          <a:lstStyle/>
          <a:p>
            <a:r>
              <a:rPr lang="en-US" dirty="0"/>
              <a:t>Mirjam Nilsson</a:t>
            </a:r>
          </a:p>
        </p:txBody>
      </p:sp>
      <p:sp>
        <p:nvSpPr>
          <p:cNvPr id="6" name="Text Placeholder 5">
            <a:extLst>
              <a:ext uri="{FF2B5EF4-FFF2-40B4-BE49-F238E27FC236}">
                <a16:creationId xmlns:a16="http://schemas.microsoft.com/office/drawing/2014/main" id="{642336D1-B6E9-A85E-2BAD-474E0CB192CB}"/>
              </a:ext>
            </a:extLst>
          </p:cNvPr>
          <p:cNvSpPr>
            <a:spLocks noGrp="1"/>
          </p:cNvSpPr>
          <p:nvPr>
            <p:ph type="body" idx="15"/>
          </p:nvPr>
        </p:nvSpPr>
        <p:spPr/>
        <p:txBody>
          <a:bodyPr/>
          <a:lstStyle/>
          <a:p>
            <a:r>
              <a:rPr lang="en-US" dirty="0"/>
              <a:t>Flora</a:t>
            </a:r>
          </a:p>
          <a:p>
            <a:r>
              <a:rPr lang="en-US" dirty="0"/>
              <a:t>Berggren</a:t>
            </a:r>
          </a:p>
        </p:txBody>
      </p:sp>
      <p:sp>
        <p:nvSpPr>
          <p:cNvPr id="4" name="Text Placeholder 3">
            <a:extLst>
              <a:ext uri="{FF2B5EF4-FFF2-40B4-BE49-F238E27FC236}">
                <a16:creationId xmlns:a16="http://schemas.microsoft.com/office/drawing/2014/main" id="{1752E91D-0BF9-6D9C-6410-264DCA3E132A}"/>
              </a:ext>
            </a:extLst>
          </p:cNvPr>
          <p:cNvSpPr>
            <a:spLocks noGrp="1"/>
          </p:cNvSpPr>
          <p:nvPr>
            <p:ph type="body" sz="quarter" idx="3"/>
          </p:nvPr>
        </p:nvSpPr>
        <p:spPr/>
        <p:txBody>
          <a:bodyPr/>
          <a:lstStyle/>
          <a:p>
            <a:r>
              <a:rPr lang="en-US" dirty="0"/>
              <a:t>Rajesh Santoshi</a:t>
            </a:r>
          </a:p>
        </p:txBody>
      </p:sp>
      <p:sp>
        <p:nvSpPr>
          <p:cNvPr id="7" name="Text Placeholder 6">
            <a:extLst>
              <a:ext uri="{FF2B5EF4-FFF2-40B4-BE49-F238E27FC236}">
                <a16:creationId xmlns:a16="http://schemas.microsoft.com/office/drawing/2014/main" id="{21AAAA96-4376-00C3-B83B-688B4E1A7124}"/>
              </a:ext>
            </a:extLst>
          </p:cNvPr>
          <p:cNvSpPr>
            <a:spLocks noGrp="1"/>
          </p:cNvSpPr>
          <p:nvPr>
            <p:ph type="body" idx="17"/>
          </p:nvPr>
        </p:nvSpPr>
        <p:spPr/>
        <p:txBody>
          <a:bodyPr/>
          <a:lstStyle/>
          <a:p>
            <a:r>
              <a:rPr lang="en-US" dirty="0"/>
              <a:t>president</a:t>
            </a:r>
          </a:p>
        </p:txBody>
      </p:sp>
      <p:sp>
        <p:nvSpPr>
          <p:cNvPr id="9" name="Text Placeholder 8">
            <a:extLst>
              <a:ext uri="{FF2B5EF4-FFF2-40B4-BE49-F238E27FC236}">
                <a16:creationId xmlns:a16="http://schemas.microsoft.com/office/drawing/2014/main" id="{59C5E90A-B2DF-3D94-9F77-92E97E1F4928}"/>
              </a:ext>
            </a:extLst>
          </p:cNvPr>
          <p:cNvSpPr>
            <a:spLocks noGrp="1"/>
          </p:cNvSpPr>
          <p:nvPr>
            <p:ph type="body" idx="19"/>
          </p:nvPr>
        </p:nvSpPr>
        <p:spPr/>
        <p:txBody>
          <a:bodyPr/>
          <a:lstStyle/>
          <a:p>
            <a:r>
              <a:rPr lang="en-US" dirty="0"/>
              <a:t>chief operations officer</a:t>
            </a:r>
          </a:p>
          <a:p>
            <a:endParaRPr lang="en-US" dirty="0"/>
          </a:p>
        </p:txBody>
      </p:sp>
      <p:sp>
        <p:nvSpPr>
          <p:cNvPr id="10" name="Text Placeholder 9">
            <a:extLst>
              <a:ext uri="{FF2B5EF4-FFF2-40B4-BE49-F238E27FC236}">
                <a16:creationId xmlns:a16="http://schemas.microsoft.com/office/drawing/2014/main" id="{A164E607-D2B0-611F-E588-60CE21453F58}"/>
              </a:ext>
            </a:extLst>
          </p:cNvPr>
          <p:cNvSpPr>
            <a:spLocks noGrp="1"/>
          </p:cNvSpPr>
          <p:nvPr>
            <p:ph type="body" idx="20"/>
          </p:nvPr>
        </p:nvSpPr>
        <p:spPr/>
        <p:txBody>
          <a:bodyPr/>
          <a:lstStyle/>
          <a:p>
            <a:r>
              <a:rPr lang="en-US" dirty="0"/>
              <a:t>chief executive officer</a:t>
            </a:r>
          </a:p>
        </p:txBody>
      </p:sp>
      <p:sp>
        <p:nvSpPr>
          <p:cNvPr id="8" name="Text Placeholder 7">
            <a:extLst>
              <a:ext uri="{FF2B5EF4-FFF2-40B4-BE49-F238E27FC236}">
                <a16:creationId xmlns:a16="http://schemas.microsoft.com/office/drawing/2014/main" id="{819BD7C0-7C12-7F9A-9BE4-17BE4D2E2171}"/>
              </a:ext>
            </a:extLst>
          </p:cNvPr>
          <p:cNvSpPr>
            <a:spLocks noGrp="1"/>
          </p:cNvSpPr>
          <p:nvPr>
            <p:ph type="body" sz="quarter" idx="18"/>
          </p:nvPr>
        </p:nvSpPr>
        <p:spPr/>
        <p:txBody>
          <a:bodyPr/>
          <a:lstStyle/>
          <a:p>
            <a:r>
              <a:rPr lang="en-US" dirty="0"/>
              <a:t>vp marketing</a:t>
            </a:r>
          </a:p>
        </p:txBody>
      </p:sp>
      <p:pic>
        <p:nvPicPr>
          <p:cNvPr id="18" name="Picture Placeholder 17" descr="Team member headshot">
            <a:extLst>
              <a:ext uri="{FF2B5EF4-FFF2-40B4-BE49-F238E27FC236}">
                <a16:creationId xmlns:a16="http://schemas.microsoft.com/office/drawing/2014/main" id="{8CBB574B-62AA-A23A-ADEE-BA2299378B44}"/>
              </a:ext>
            </a:extLst>
          </p:cNvPr>
          <p:cNvPicPr>
            <a:picLocks noGrp="1" noChangeAspect="1"/>
          </p:cNvPicPr>
          <p:nvPr>
            <p:ph type="pic" sz="quarter" idx="22"/>
          </p:nvPr>
        </p:nvPicPr>
        <p:blipFill rotWithShape="1">
          <a:blip r:embed="rId2">
            <a:extLst>
              <a:ext uri="{28A0092B-C50C-407E-A947-70E740481C1C}">
                <a14:useLocalDpi xmlns:a14="http://schemas.microsoft.com/office/drawing/2010/main" val="0"/>
              </a:ext>
            </a:extLst>
          </a:blip>
          <a:srcRect/>
          <a:stretch/>
        </p:blipFill>
        <p:spPr/>
      </p:pic>
      <p:pic>
        <p:nvPicPr>
          <p:cNvPr id="20" name="Picture Placeholder 19" descr="Team member headshot">
            <a:extLst>
              <a:ext uri="{FF2B5EF4-FFF2-40B4-BE49-F238E27FC236}">
                <a16:creationId xmlns:a16="http://schemas.microsoft.com/office/drawing/2014/main" id="{CDFBE3D0-C5B9-7F37-C4B2-B64B299F9877}"/>
              </a:ext>
            </a:extLst>
          </p:cNvPr>
          <p:cNvPicPr>
            <a:picLocks noGrp="1" noChangeAspect="1"/>
          </p:cNvPicPr>
          <p:nvPr>
            <p:ph type="pic" sz="quarter" idx="23"/>
          </p:nvPr>
        </p:nvPicPr>
        <p:blipFill rotWithShape="1">
          <a:blip r:embed="rId3">
            <a:extLst>
              <a:ext uri="{28A0092B-C50C-407E-A947-70E740481C1C}">
                <a14:useLocalDpi xmlns:a14="http://schemas.microsoft.com/office/drawing/2010/main" val="0"/>
              </a:ext>
            </a:extLst>
          </a:blip>
          <a:srcRect/>
          <a:stretch/>
        </p:blipFill>
        <p:spPr/>
      </p:pic>
      <p:pic>
        <p:nvPicPr>
          <p:cNvPr id="22" name="Picture Placeholder 21" descr="Team member headshot">
            <a:extLst>
              <a:ext uri="{FF2B5EF4-FFF2-40B4-BE49-F238E27FC236}">
                <a16:creationId xmlns:a16="http://schemas.microsoft.com/office/drawing/2014/main" id="{641A3638-5C6C-A987-F477-8DFFF909FC7A}"/>
              </a:ext>
            </a:extLst>
          </p:cNvPr>
          <p:cNvPicPr>
            <a:picLocks noGrp="1" noChangeAspect="1"/>
          </p:cNvPicPr>
          <p:nvPr>
            <p:ph type="pic" sz="quarter" idx="24"/>
          </p:nvPr>
        </p:nvPicPr>
        <p:blipFill rotWithShape="1">
          <a:blip r:embed="rId4">
            <a:extLst>
              <a:ext uri="{28A0092B-C50C-407E-A947-70E740481C1C}">
                <a14:useLocalDpi xmlns:a14="http://schemas.microsoft.com/office/drawing/2010/main" val="0"/>
              </a:ext>
            </a:extLst>
          </a:blip>
          <a:srcRect/>
          <a:stretch/>
        </p:blipFill>
        <p:spPr/>
      </p:pic>
      <p:pic>
        <p:nvPicPr>
          <p:cNvPr id="24" name="Picture Placeholder 23" descr="Team member headshot">
            <a:extLst>
              <a:ext uri="{FF2B5EF4-FFF2-40B4-BE49-F238E27FC236}">
                <a16:creationId xmlns:a16="http://schemas.microsoft.com/office/drawing/2014/main" id="{AFEA4397-D577-529F-9C86-8FD4CB0D193E}"/>
              </a:ext>
            </a:extLst>
          </p:cNvPr>
          <p:cNvPicPr>
            <a:picLocks noGrp="1" noChangeAspect="1"/>
          </p:cNvPicPr>
          <p:nvPr>
            <p:ph type="pic" sz="quarter" idx="26"/>
          </p:nvPr>
        </p:nvPicPr>
        <p:blipFill rotWithShape="1">
          <a:blip r:embed="rId5">
            <a:extLst>
              <a:ext uri="{28A0092B-C50C-407E-A947-70E740481C1C}">
                <a14:useLocalDpi xmlns:a14="http://schemas.microsoft.com/office/drawing/2010/main" val="0"/>
              </a:ext>
            </a:extLst>
          </a:blip>
          <a:srcRect/>
          <a:stretch/>
        </p:blipFill>
        <p:spPr/>
      </p:pic>
      <p:sp>
        <p:nvSpPr>
          <p:cNvPr id="30" name="Slide Number Placeholder 29">
            <a:extLst>
              <a:ext uri="{FF2B5EF4-FFF2-40B4-BE49-F238E27FC236}">
                <a16:creationId xmlns:a16="http://schemas.microsoft.com/office/drawing/2014/main" id="{6063E35B-2924-C719-73C0-F4B6C4375A7C}"/>
              </a:ext>
            </a:extLst>
          </p:cNvPr>
          <p:cNvSpPr>
            <a:spLocks noGrp="1"/>
          </p:cNvSpPr>
          <p:nvPr>
            <p:ph type="sldNum" sz="quarter" idx="12"/>
          </p:nvPr>
        </p:nvSpPr>
        <p:spPr/>
        <p:txBody>
          <a:bodyPr/>
          <a:lstStyle/>
          <a:p>
            <a:fld id="{84D792B7-0397-C047-AE12-1A03F7E3DC83}" type="slidenum">
              <a:rPr lang="en-US" smtClean="0"/>
              <a:pPr/>
              <a:t>7</a:t>
            </a:fld>
            <a:endParaRPr lang="en-US" dirty="0"/>
          </a:p>
        </p:txBody>
      </p:sp>
      <p:sp>
        <p:nvSpPr>
          <p:cNvPr id="29" name="Footer Placeholder 28">
            <a:extLst>
              <a:ext uri="{FF2B5EF4-FFF2-40B4-BE49-F238E27FC236}">
                <a16:creationId xmlns:a16="http://schemas.microsoft.com/office/drawing/2014/main" id="{1C90C860-71D7-3254-59BB-786E990A9343}"/>
              </a:ext>
            </a:extLst>
          </p:cNvPr>
          <p:cNvSpPr>
            <a:spLocks noGrp="1"/>
          </p:cNvSpPr>
          <p:nvPr>
            <p:ph type="ftr" sz="quarter" idx="11"/>
          </p:nvPr>
        </p:nvSpPr>
        <p:spPr/>
        <p:txBody>
          <a:bodyPr/>
          <a:lstStyle/>
          <a:p>
            <a:r>
              <a:rPr lang="en-US"/>
              <a:t>presentation title</a:t>
            </a:r>
            <a:endParaRPr lang="en-US" dirty="0"/>
          </a:p>
        </p:txBody>
      </p:sp>
      <p:sp>
        <p:nvSpPr>
          <p:cNvPr id="28" name="Date Placeholder 27">
            <a:extLst>
              <a:ext uri="{FF2B5EF4-FFF2-40B4-BE49-F238E27FC236}">
                <a16:creationId xmlns:a16="http://schemas.microsoft.com/office/drawing/2014/main" id="{45D533FC-E84E-4BFA-C0FB-9883BC2FA404}"/>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836935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207CC-F57D-C682-BCC1-97ABF3D06211}"/>
              </a:ext>
            </a:extLst>
          </p:cNvPr>
          <p:cNvSpPr>
            <a:spLocks noGrp="1"/>
          </p:cNvSpPr>
          <p:nvPr>
            <p:ph type="title"/>
          </p:nvPr>
        </p:nvSpPr>
        <p:spPr/>
        <p:txBody>
          <a:bodyPr/>
          <a:lstStyle/>
          <a:p>
            <a:r>
              <a:rPr lang="en-US" dirty="0"/>
              <a:t>OUR Extended TEAM</a:t>
            </a:r>
          </a:p>
        </p:txBody>
      </p:sp>
      <p:pic>
        <p:nvPicPr>
          <p:cNvPr id="38" name="Picture Placeholder 37" descr="Team member headshot">
            <a:extLst>
              <a:ext uri="{FF2B5EF4-FFF2-40B4-BE49-F238E27FC236}">
                <a16:creationId xmlns:a16="http://schemas.microsoft.com/office/drawing/2014/main" id="{31750593-AA3E-0825-C6E6-1FB00913605A}"/>
              </a:ext>
            </a:extLst>
          </p:cNvPr>
          <p:cNvPicPr>
            <a:picLocks noGrp="1" noChangeAspect="1"/>
          </p:cNvPicPr>
          <p:nvPr>
            <p:ph type="pic" sz="quarter" idx="22"/>
          </p:nvPr>
        </p:nvPicPr>
        <p:blipFill rotWithShape="1">
          <a:blip r:embed="rId2">
            <a:extLst>
              <a:ext uri="{28A0092B-C50C-407E-A947-70E740481C1C}">
                <a14:useLocalDpi xmlns:a14="http://schemas.microsoft.com/office/drawing/2010/main" val="0"/>
              </a:ext>
            </a:extLst>
          </a:blip>
          <a:srcRect/>
          <a:stretch/>
        </p:blipFill>
        <p:spPr/>
      </p:pic>
      <p:sp>
        <p:nvSpPr>
          <p:cNvPr id="3" name="Text Placeholder 2">
            <a:extLst>
              <a:ext uri="{FF2B5EF4-FFF2-40B4-BE49-F238E27FC236}">
                <a16:creationId xmlns:a16="http://schemas.microsoft.com/office/drawing/2014/main" id="{90C12D66-2ED9-2378-9E40-AB8178B922D0}"/>
              </a:ext>
            </a:extLst>
          </p:cNvPr>
          <p:cNvSpPr>
            <a:spLocks noGrp="1"/>
          </p:cNvSpPr>
          <p:nvPr>
            <p:ph type="body" idx="1"/>
          </p:nvPr>
        </p:nvSpPr>
        <p:spPr/>
        <p:txBody>
          <a:bodyPr/>
          <a:lstStyle/>
          <a:p>
            <a:r>
              <a:rPr lang="en-US" dirty="0"/>
              <a:t>Takuma Hayashi​​</a:t>
            </a:r>
          </a:p>
        </p:txBody>
      </p:sp>
      <p:sp>
        <p:nvSpPr>
          <p:cNvPr id="7" name="Text Placeholder 6">
            <a:extLst>
              <a:ext uri="{FF2B5EF4-FFF2-40B4-BE49-F238E27FC236}">
                <a16:creationId xmlns:a16="http://schemas.microsoft.com/office/drawing/2014/main" id="{21AAAA96-4376-00C3-B83B-688B4E1A7124}"/>
              </a:ext>
            </a:extLst>
          </p:cNvPr>
          <p:cNvSpPr>
            <a:spLocks noGrp="1"/>
          </p:cNvSpPr>
          <p:nvPr>
            <p:ph type="body" idx="17"/>
          </p:nvPr>
        </p:nvSpPr>
        <p:spPr/>
        <p:txBody>
          <a:bodyPr/>
          <a:lstStyle/>
          <a:p>
            <a:r>
              <a:rPr lang="en-US" dirty="0"/>
              <a:t>president</a:t>
            </a:r>
          </a:p>
        </p:txBody>
      </p:sp>
      <p:pic>
        <p:nvPicPr>
          <p:cNvPr id="50" name="Picture Placeholder 49" descr="Team member headshot">
            <a:extLst>
              <a:ext uri="{FF2B5EF4-FFF2-40B4-BE49-F238E27FC236}">
                <a16:creationId xmlns:a16="http://schemas.microsoft.com/office/drawing/2014/main" id="{6600647E-60C5-62D4-8F85-B5D32EB9B861}"/>
              </a:ext>
            </a:extLst>
          </p:cNvPr>
          <p:cNvPicPr>
            <a:picLocks noGrp="1" noChangeAspect="1"/>
          </p:cNvPicPr>
          <p:nvPr>
            <p:ph type="pic" sz="quarter" idx="27"/>
          </p:nvPr>
        </p:nvPicPr>
        <p:blipFill rotWithShape="1">
          <a:blip r:embed="rId3">
            <a:extLst>
              <a:ext uri="{28A0092B-C50C-407E-A947-70E740481C1C}">
                <a14:useLocalDpi xmlns:a14="http://schemas.microsoft.com/office/drawing/2010/main" val="0"/>
              </a:ext>
            </a:extLst>
          </a:blip>
          <a:srcRect/>
          <a:stretch/>
        </p:blipFill>
        <p:spPr/>
      </p:pic>
      <p:sp>
        <p:nvSpPr>
          <p:cNvPr id="105" name="Text Placeholder 104">
            <a:extLst>
              <a:ext uri="{FF2B5EF4-FFF2-40B4-BE49-F238E27FC236}">
                <a16:creationId xmlns:a16="http://schemas.microsoft.com/office/drawing/2014/main" id="{5ED31890-00DD-D773-8150-C02BB73CBF8A}"/>
              </a:ext>
            </a:extLst>
          </p:cNvPr>
          <p:cNvSpPr>
            <a:spLocks noGrp="1"/>
          </p:cNvSpPr>
          <p:nvPr>
            <p:ph type="body" idx="35"/>
          </p:nvPr>
        </p:nvSpPr>
        <p:spPr/>
        <p:txBody>
          <a:bodyPr/>
          <a:lstStyle/>
          <a:p>
            <a:r>
              <a:rPr lang="en-US" dirty="0"/>
              <a:t>Graham barnes</a:t>
            </a:r>
          </a:p>
        </p:txBody>
      </p:sp>
      <p:sp>
        <p:nvSpPr>
          <p:cNvPr id="101" name="Text Placeholder 100">
            <a:extLst>
              <a:ext uri="{FF2B5EF4-FFF2-40B4-BE49-F238E27FC236}">
                <a16:creationId xmlns:a16="http://schemas.microsoft.com/office/drawing/2014/main" id="{6B737610-A6D2-642C-D97C-87E00F2B0A73}"/>
              </a:ext>
            </a:extLst>
          </p:cNvPr>
          <p:cNvSpPr>
            <a:spLocks noGrp="1"/>
          </p:cNvSpPr>
          <p:nvPr>
            <p:ph type="body" idx="31"/>
          </p:nvPr>
        </p:nvSpPr>
        <p:spPr/>
        <p:txBody>
          <a:bodyPr/>
          <a:lstStyle/>
          <a:p>
            <a:r>
              <a:rPr lang="en-US" dirty="0"/>
              <a:t>vp product</a:t>
            </a:r>
          </a:p>
        </p:txBody>
      </p:sp>
      <p:pic>
        <p:nvPicPr>
          <p:cNvPr id="36" name="Picture Placeholder 35" descr="Team member headshot">
            <a:extLst>
              <a:ext uri="{FF2B5EF4-FFF2-40B4-BE49-F238E27FC236}">
                <a16:creationId xmlns:a16="http://schemas.microsoft.com/office/drawing/2014/main" id="{90F9288F-4588-563D-D990-92AC1977BA52}"/>
              </a:ext>
            </a:extLst>
          </p:cNvPr>
          <p:cNvPicPr>
            <a:picLocks noGrp="1" noChangeAspect="1"/>
          </p:cNvPicPr>
          <p:nvPr>
            <p:ph type="pic" sz="quarter" idx="23"/>
          </p:nvPr>
        </p:nvPicPr>
        <p:blipFill rotWithShape="1">
          <a:blip r:embed="rId4">
            <a:extLst>
              <a:ext uri="{28A0092B-C50C-407E-A947-70E740481C1C}">
                <a14:useLocalDpi xmlns:a14="http://schemas.microsoft.com/office/drawing/2010/main" val="0"/>
              </a:ext>
            </a:extLst>
          </a:blip>
          <a:srcRect/>
          <a:stretch/>
        </p:blipFill>
        <p:spPr/>
      </p:pic>
      <p:sp>
        <p:nvSpPr>
          <p:cNvPr id="5" name="Text Placeholder 4">
            <a:extLst>
              <a:ext uri="{FF2B5EF4-FFF2-40B4-BE49-F238E27FC236}">
                <a16:creationId xmlns:a16="http://schemas.microsoft.com/office/drawing/2014/main" id="{3CF1C4FC-CCD5-21A7-3E28-F1237B3A4F19}"/>
              </a:ext>
            </a:extLst>
          </p:cNvPr>
          <p:cNvSpPr>
            <a:spLocks noGrp="1"/>
          </p:cNvSpPr>
          <p:nvPr>
            <p:ph type="body" idx="14"/>
          </p:nvPr>
        </p:nvSpPr>
        <p:spPr/>
        <p:txBody>
          <a:bodyPr/>
          <a:lstStyle/>
          <a:p>
            <a:r>
              <a:rPr lang="en-US" dirty="0"/>
              <a:t>Mirjam Nilsson</a:t>
            </a:r>
          </a:p>
        </p:txBody>
      </p:sp>
      <p:sp>
        <p:nvSpPr>
          <p:cNvPr id="9" name="Text Placeholder 8">
            <a:extLst>
              <a:ext uri="{FF2B5EF4-FFF2-40B4-BE49-F238E27FC236}">
                <a16:creationId xmlns:a16="http://schemas.microsoft.com/office/drawing/2014/main" id="{59C5E90A-B2DF-3D94-9F77-92E97E1F4928}"/>
              </a:ext>
            </a:extLst>
          </p:cNvPr>
          <p:cNvSpPr>
            <a:spLocks noGrp="1"/>
          </p:cNvSpPr>
          <p:nvPr>
            <p:ph type="body" idx="19"/>
          </p:nvPr>
        </p:nvSpPr>
        <p:spPr/>
        <p:txBody>
          <a:bodyPr/>
          <a:lstStyle/>
          <a:p>
            <a:r>
              <a:rPr lang="en-US" dirty="0"/>
              <a:t>chief operations </a:t>
            </a:r>
            <a:br>
              <a:rPr lang="en-US" dirty="0"/>
            </a:br>
            <a:r>
              <a:rPr lang="en-US" dirty="0"/>
              <a:t>officer</a:t>
            </a:r>
          </a:p>
          <a:p>
            <a:endParaRPr lang="en-US" dirty="0"/>
          </a:p>
        </p:txBody>
      </p:sp>
      <p:pic>
        <p:nvPicPr>
          <p:cNvPr id="112" name="Picture Placeholder 111" descr="Team member headshot">
            <a:extLst>
              <a:ext uri="{FF2B5EF4-FFF2-40B4-BE49-F238E27FC236}">
                <a16:creationId xmlns:a16="http://schemas.microsoft.com/office/drawing/2014/main" id="{A9133BBE-917F-FC3D-D464-25CBF8A9FB86}"/>
              </a:ext>
            </a:extLst>
          </p:cNvPr>
          <p:cNvPicPr>
            <a:picLocks noGrp="1" noChangeAspect="1"/>
          </p:cNvPicPr>
          <p:nvPr>
            <p:ph type="pic" sz="quarter" idx="28"/>
          </p:nvPr>
        </p:nvPicPr>
        <p:blipFill rotWithShape="1">
          <a:blip r:embed="rId5" cstate="hqprint">
            <a:extLst>
              <a:ext uri="{28A0092B-C50C-407E-A947-70E740481C1C}">
                <a14:useLocalDpi xmlns:a14="http://schemas.microsoft.com/office/drawing/2010/main"/>
              </a:ext>
            </a:extLst>
          </a:blip>
          <a:srcRect t="862" b="862"/>
          <a:stretch/>
        </p:blipFill>
        <p:spPr/>
      </p:pic>
      <p:sp>
        <p:nvSpPr>
          <p:cNvPr id="107" name="Text Placeholder 106">
            <a:extLst>
              <a:ext uri="{FF2B5EF4-FFF2-40B4-BE49-F238E27FC236}">
                <a16:creationId xmlns:a16="http://schemas.microsoft.com/office/drawing/2014/main" id="{1F57A814-726E-7869-EB28-D6A6E463A23E}"/>
              </a:ext>
            </a:extLst>
          </p:cNvPr>
          <p:cNvSpPr>
            <a:spLocks noGrp="1"/>
          </p:cNvSpPr>
          <p:nvPr>
            <p:ph type="body" idx="37"/>
          </p:nvPr>
        </p:nvSpPr>
        <p:spPr/>
        <p:txBody>
          <a:bodyPr/>
          <a:lstStyle/>
          <a:p>
            <a:r>
              <a:rPr lang="en-US" dirty="0"/>
              <a:t>rowan murphy</a:t>
            </a:r>
          </a:p>
        </p:txBody>
      </p:sp>
      <p:sp>
        <p:nvSpPr>
          <p:cNvPr id="103" name="Text Placeholder 102">
            <a:extLst>
              <a:ext uri="{FF2B5EF4-FFF2-40B4-BE49-F238E27FC236}">
                <a16:creationId xmlns:a16="http://schemas.microsoft.com/office/drawing/2014/main" id="{275A345D-6FBF-F9CD-BFA7-EB40E0B4FB01}"/>
              </a:ext>
            </a:extLst>
          </p:cNvPr>
          <p:cNvSpPr>
            <a:spLocks noGrp="1"/>
          </p:cNvSpPr>
          <p:nvPr>
            <p:ph type="body" idx="33"/>
          </p:nvPr>
        </p:nvSpPr>
        <p:spPr/>
        <p:txBody>
          <a:bodyPr/>
          <a:lstStyle/>
          <a:p>
            <a:r>
              <a:rPr lang="en-US" dirty="0"/>
              <a:t>seo strategist</a:t>
            </a:r>
          </a:p>
        </p:txBody>
      </p:sp>
      <p:pic>
        <p:nvPicPr>
          <p:cNvPr id="40" name="Picture Placeholder 39" descr="Team member headshot">
            <a:extLst>
              <a:ext uri="{FF2B5EF4-FFF2-40B4-BE49-F238E27FC236}">
                <a16:creationId xmlns:a16="http://schemas.microsoft.com/office/drawing/2014/main" id="{A3263237-AF90-2442-4108-50B97EFDA620}"/>
              </a:ext>
            </a:extLst>
          </p:cNvPr>
          <p:cNvPicPr>
            <a:picLocks noGrp="1" noChangeAspect="1"/>
          </p:cNvPicPr>
          <p:nvPr>
            <p:ph type="pic" sz="quarter" idx="24"/>
          </p:nvPr>
        </p:nvPicPr>
        <p:blipFill rotWithShape="1">
          <a:blip r:embed="rId6">
            <a:extLst>
              <a:ext uri="{28A0092B-C50C-407E-A947-70E740481C1C}">
                <a14:useLocalDpi xmlns:a14="http://schemas.microsoft.com/office/drawing/2010/main" val="0"/>
              </a:ext>
            </a:extLst>
          </a:blip>
          <a:srcRect/>
          <a:stretch/>
        </p:blipFill>
        <p:spPr/>
      </p:pic>
      <p:sp>
        <p:nvSpPr>
          <p:cNvPr id="6" name="Text Placeholder 5">
            <a:extLst>
              <a:ext uri="{FF2B5EF4-FFF2-40B4-BE49-F238E27FC236}">
                <a16:creationId xmlns:a16="http://schemas.microsoft.com/office/drawing/2014/main" id="{642336D1-B6E9-A85E-2BAD-474E0CB192CB}"/>
              </a:ext>
            </a:extLst>
          </p:cNvPr>
          <p:cNvSpPr>
            <a:spLocks noGrp="1"/>
          </p:cNvSpPr>
          <p:nvPr>
            <p:ph type="body" idx="15"/>
          </p:nvPr>
        </p:nvSpPr>
        <p:spPr/>
        <p:txBody>
          <a:bodyPr/>
          <a:lstStyle/>
          <a:p>
            <a:r>
              <a:rPr lang="en-US" dirty="0"/>
              <a:t>Flora Berggren</a:t>
            </a:r>
          </a:p>
        </p:txBody>
      </p:sp>
      <p:sp>
        <p:nvSpPr>
          <p:cNvPr id="10" name="Text Placeholder 9">
            <a:extLst>
              <a:ext uri="{FF2B5EF4-FFF2-40B4-BE49-F238E27FC236}">
                <a16:creationId xmlns:a16="http://schemas.microsoft.com/office/drawing/2014/main" id="{A164E607-D2B0-611F-E588-60CE21453F58}"/>
              </a:ext>
            </a:extLst>
          </p:cNvPr>
          <p:cNvSpPr>
            <a:spLocks noGrp="1"/>
          </p:cNvSpPr>
          <p:nvPr>
            <p:ph type="body" idx="20"/>
          </p:nvPr>
        </p:nvSpPr>
        <p:spPr/>
        <p:txBody>
          <a:bodyPr/>
          <a:lstStyle/>
          <a:p>
            <a:r>
              <a:rPr lang="en-US" dirty="0"/>
              <a:t>chief executive </a:t>
            </a:r>
            <a:br>
              <a:rPr lang="en-US" dirty="0"/>
            </a:br>
            <a:r>
              <a:rPr lang="en-US" dirty="0"/>
              <a:t>officer</a:t>
            </a:r>
          </a:p>
        </p:txBody>
      </p:sp>
      <p:pic>
        <p:nvPicPr>
          <p:cNvPr id="46" name="Picture Placeholder 45" descr="Team member headshot">
            <a:extLst>
              <a:ext uri="{FF2B5EF4-FFF2-40B4-BE49-F238E27FC236}">
                <a16:creationId xmlns:a16="http://schemas.microsoft.com/office/drawing/2014/main" id="{59ADFB3B-038A-6C99-A001-0857DDE5DE9A}"/>
              </a:ext>
            </a:extLst>
          </p:cNvPr>
          <p:cNvPicPr>
            <a:picLocks noGrp="1" noChangeAspect="1"/>
          </p:cNvPicPr>
          <p:nvPr>
            <p:ph type="pic" sz="quarter" idx="29"/>
          </p:nvPr>
        </p:nvPicPr>
        <p:blipFill rotWithShape="1">
          <a:blip r:embed="rId7">
            <a:extLst>
              <a:ext uri="{28A0092B-C50C-407E-A947-70E740481C1C}">
                <a14:useLocalDpi xmlns:a14="http://schemas.microsoft.com/office/drawing/2010/main" val="0"/>
              </a:ext>
            </a:extLst>
          </a:blip>
          <a:srcRect/>
          <a:stretch/>
        </p:blipFill>
        <p:spPr/>
      </p:pic>
      <p:sp>
        <p:nvSpPr>
          <p:cNvPr id="108" name="Text Placeholder 107">
            <a:extLst>
              <a:ext uri="{FF2B5EF4-FFF2-40B4-BE49-F238E27FC236}">
                <a16:creationId xmlns:a16="http://schemas.microsoft.com/office/drawing/2014/main" id="{820B9948-7506-7F62-A711-98BD545EF51C}"/>
              </a:ext>
            </a:extLst>
          </p:cNvPr>
          <p:cNvSpPr>
            <a:spLocks noGrp="1"/>
          </p:cNvSpPr>
          <p:nvPr>
            <p:ph type="body" idx="38"/>
          </p:nvPr>
        </p:nvSpPr>
        <p:spPr/>
        <p:txBody>
          <a:bodyPr/>
          <a:lstStyle/>
          <a:p>
            <a:r>
              <a:rPr lang="en-US" dirty="0"/>
              <a:t>ELIZAbeth moore</a:t>
            </a:r>
          </a:p>
        </p:txBody>
      </p:sp>
      <p:sp>
        <p:nvSpPr>
          <p:cNvPr id="104" name="Text Placeholder 103">
            <a:extLst>
              <a:ext uri="{FF2B5EF4-FFF2-40B4-BE49-F238E27FC236}">
                <a16:creationId xmlns:a16="http://schemas.microsoft.com/office/drawing/2014/main" id="{67A34A18-3416-8CBD-2BD7-ACB6FE56E74B}"/>
              </a:ext>
            </a:extLst>
          </p:cNvPr>
          <p:cNvSpPr>
            <a:spLocks noGrp="1"/>
          </p:cNvSpPr>
          <p:nvPr>
            <p:ph type="body" idx="34"/>
          </p:nvPr>
        </p:nvSpPr>
        <p:spPr/>
        <p:txBody>
          <a:bodyPr/>
          <a:lstStyle/>
          <a:p>
            <a:r>
              <a:rPr lang="en-US" dirty="0"/>
              <a:t>product designer</a:t>
            </a:r>
          </a:p>
        </p:txBody>
      </p:sp>
      <p:pic>
        <p:nvPicPr>
          <p:cNvPr id="42" name="Picture Placeholder 41" descr="Team member headshot">
            <a:extLst>
              <a:ext uri="{FF2B5EF4-FFF2-40B4-BE49-F238E27FC236}">
                <a16:creationId xmlns:a16="http://schemas.microsoft.com/office/drawing/2014/main" id="{DF7F102A-3DD5-34C6-EE0F-C4FB07CD0697}"/>
              </a:ext>
            </a:extLst>
          </p:cNvPr>
          <p:cNvPicPr>
            <a:picLocks noGrp="1" noChangeAspect="1"/>
          </p:cNvPicPr>
          <p:nvPr>
            <p:ph type="pic" sz="quarter" idx="26"/>
          </p:nvPr>
        </p:nvPicPr>
        <p:blipFill rotWithShape="1">
          <a:blip r:embed="rId8">
            <a:extLst>
              <a:ext uri="{28A0092B-C50C-407E-A947-70E740481C1C}">
                <a14:useLocalDpi xmlns:a14="http://schemas.microsoft.com/office/drawing/2010/main" val="0"/>
              </a:ext>
            </a:extLst>
          </a:blip>
          <a:srcRect/>
          <a:stretch/>
        </p:blipFill>
        <p:spPr/>
      </p:pic>
      <p:sp>
        <p:nvSpPr>
          <p:cNvPr id="4" name="Text Placeholder 3">
            <a:extLst>
              <a:ext uri="{FF2B5EF4-FFF2-40B4-BE49-F238E27FC236}">
                <a16:creationId xmlns:a16="http://schemas.microsoft.com/office/drawing/2014/main" id="{1752E91D-0BF9-6D9C-6410-264DCA3E132A}"/>
              </a:ext>
            </a:extLst>
          </p:cNvPr>
          <p:cNvSpPr>
            <a:spLocks noGrp="1"/>
          </p:cNvSpPr>
          <p:nvPr>
            <p:ph type="body" sz="quarter" idx="3"/>
          </p:nvPr>
        </p:nvSpPr>
        <p:spPr/>
        <p:txBody>
          <a:bodyPr/>
          <a:lstStyle/>
          <a:p>
            <a:r>
              <a:rPr lang="en-US" dirty="0"/>
              <a:t>Rajesh Santoshi</a:t>
            </a:r>
          </a:p>
        </p:txBody>
      </p:sp>
      <p:sp>
        <p:nvSpPr>
          <p:cNvPr id="8" name="Text Placeholder 7">
            <a:extLst>
              <a:ext uri="{FF2B5EF4-FFF2-40B4-BE49-F238E27FC236}">
                <a16:creationId xmlns:a16="http://schemas.microsoft.com/office/drawing/2014/main" id="{819BD7C0-7C12-7F9A-9BE4-17BE4D2E2171}"/>
              </a:ext>
            </a:extLst>
          </p:cNvPr>
          <p:cNvSpPr>
            <a:spLocks noGrp="1"/>
          </p:cNvSpPr>
          <p:nvPr>
            <p:ph type="body" sz="quarter" idx="18"/>
          </p:nvPr>
        </p:nvSpPr>
        <p:spPr/>
        <p:txBody>
          <a:bodyPr/>
          <a:lstStyle/>
          <a:p>
            <a:r>
              <a:rPr lang="en-US" dirty="0"/>
              <a:t>vp marketing</a:t>
            </a:r>
          </a:p>
        </p:txBody>
      </p:sp>
      <p:pic>
        <p:nvPicPr>
          <p:cNvPr id="44" name="Picture Placeholder 43" descr="Team member headshot">
            <a:extLst>
              <a:ext uri="{FF2B5EF4-FFF2-40B4-BE49-F238E27FC236}">
                <a16:creationId xmlns:a16="http://schemas.microsoft.com/office/drawing/2014/main" id="{27984208-F03C-2F74-41C6-5DB96DD5F8A7}"/>
              </a:ext>
            </a:extLst>
          </p:cNvPr>
          <p:cNvPicPr>
            <a:picLocks noGrp="1" noChangeAspect="1"/>
          </p:cNvPicPr>
          <p:nvPr>
            <p:ph type="pic" sz="quarter" idx="30"/>
          </p:nvPr>
        </p:nvPicPr>
        <p:blipFill rotWithShape="1">
          <a:blip r:embed="rId9">
            <a:extLst>
              <a:ext uri="{28A0092B-C50C-407E-A947-70E740481C1C}">
                <a14:useLocalDpi xmlns:a14="http://schemas.microsoft.com/office/drawing/2010/main" val="0"/>
              </a:ext>
            </a:extLst>
          </a:blip>
          <a:srcRect/>
          <a:stretch/>
        </p:blipFill>
        <p:spPr/>
      </p:pic>
      <p:sp>
        <p:nvSpPr>
          <p:cNvPr id="106" name="Text Placeholder 105">
            <a:extLst>
              <a:ext uri="{FF2B5EF4-FFF2-40B4-BE49-F238E27FC236}">
                <a16:creationId xmlns:a16="http://schemas.microsoft.com/office/drawing/2014/main" id="{75A67C8C-EC3C-C8CD-4B61-448ED3DDD725}"/>
              </a:ext>
            </a:extLst>
          </p:cNvPr>
          <p:cNvSpPr>
            <a:spLocks noGrp="1"/>
          </p:cNvSpPr>
          <p:nvPr>
            <p:ph type="body" sz="quarter" idx="36"/>
          </p:nvPr>
        </p:nvSpPr>
        <p:spPr/>
        <p:txBody>
          <a:bodyPr/>
          <a:lstStyle/>
          <a:p>
            <a:r>
              <a:rPr lang="en-US" dirty="0"/>
              <a:t>robin kline</a:t>
            </a:r>
          </a:p>
        </p:txBody>
      </p:sp>
      <p:sp>
        <p:nvSpPr>
          <p:cNvPr id="102" name="Text Placeholder 101">
            <a:extLst>
              <a:ext uri="{FF2B5EF4-FFF2-40B4-BE49-F238E27FC236}">
                <a16:creationId xmlns:a16="http://schemas.microsoft.com/office/drawing/2014/main" id="{12ACC907-1C7F-A5B0-9DB8-AA04DAFB2D53}"/>
              </a:ext>
            </a:extLst>
          </p:cNvPr>
          <p:cNvSpPr>
            <a:spLocks noGrp="1"/>
          </p:cNvSpPr>
          <p:nvPr>
            <p:ph type="body" sz="quarter" idx="32"/>
          </p:nvPr>
        </p:nvSpPr>
        <p:spPr/>
        <p:txBody>
          <a:bodyPr/>
          <a:lstStyle/>
          <a:p>
            <a:r>
              <a:rPr lang="en-US" dirty="0"/>
              <a:t>content developer</a:t>
            </a:r>
          </a:p>
        </p:txBody>
      </p:sp>
      <p:sp>
        <p:nvSpPr>
          <p:cNvPr id="154" name="Slide Number Placeholder 153">
            <a:extLst>
              <a:ext uri="{FF2B5EF4-FFF2-40B4-BE49-F238E27FC236}">
                <a16:creationId xmlns:a16="http://schemas.microsoft.com/office/drawing/2014/main" id="{CBCC4759-150B-E28F-8306-FB9222EF6D1F}"/>
              </a:ext>
            </a:extLst>
          </p:cNvPr>
          <p:cNvSpPr>
            <a:spLocks noGrp="1"/>
          </p:cNvSpPr>
          <p:nvPr>
            <p:ph type="sldNum" sz="quarter" idx="12"/>
          </p:nvPr>
        </p:nvSpPr>
        <p:spPr/>
        <p:txBody>
          <a:bodyPr/>
          <a:lstStyle/>
          <a:p>
            <a:fld id="{84D792B7-0397-C047-AE12-1A03F7E3DC83}" type="slidenum">
              <a:rPr lang="en-US" smtClean="0"/>
              <a:pPr/>
              <a:t>8</a:t>
            </a:fld>
            <a:endParaRPr lang="en-US" dirty="0"/>
          </a:p>
        </p:txBody>
      </p:sp>
      <p:sp>
        <p:nvSpPr>
          <p:cNvPr id="153" name="Footer Placeholder 152">
            <a:extLst>
              <a:ext uri="{FF2B5EF4-FFF2-40B4-BE49-F238E27FC236}">
                <a16:creationId xmlns:a16="http://schemas.microsoft.com/office/drawing/2014/main" id="{F8500094-CFA8-53C1-A63B-CA6AEDA20B26}"/>
              </a:ext>
            </a:extLst>
          </p:cNvPr>
          <p:cNvSpPr>
            <a:spLocks noGrp="1"/>
          </p:cNvSpPr>
          <p:nvPr>
            <p:ph type="ftr" sz="quarter" idx="11"/>
          </p:nvPr>
        </p:nvSpPr>
        <p:spPr/>
        <p:txBody>
          <a:bodyPr/>
          <a:lstStyle/>
          <a:p>
            <a:r>
              <a:rPr lang="en-US"/>
              <a:t>presentation title</a:t>
            </a:r>
            <a:endParaRPr lang="en-US" dirty="0"/>
          </a:p>
        </p:txBody>
      </p:sp>
      <p:sp>
        <p:nvSpPr>
          <p:cNvPr id="152" name="Date Placeholder 151">
            <a:extLst>
              <a:ext uri="{FF2B5EF4-FFF2-40B4-BE49-F238E27FC236}">
                <a16:creationId xmlns:a16="http://schemas.microsoft.com/office/drawing/2014/main" id="{4C1F54E3-B268-CFF0-AA08-E9B004B5EFCB}"/>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956981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008789-8D5C-35C3-4116-40899E785E62}"/>
              </a:ext>
            </a:extLst>
          </p:cNvPr>
          <p:cNvSpPr>
            <a:spLocks noGrp="1"/>
          </p:cNvSpPr>
          <p:nvPr>
            <p:ph type="title"/>
          </p:nvPr>
        </p:nvSpPr>
        <p:spPr/>
        <p:txBody>
          <a:bodyPr/>
          <a:lstStyle/>
          <a:p>
            <a:r>
              <a:rPr lang="en-US" dirty="0"/>
              <a:t>PLANS FOR PRODUCT LAUNCH</a:t>
            </a:r>
          </a:p>
        </p:txBody>
      </p:sp>
      <p:pic>
        <p:nvPicPr>
          <p:cNvPr id="30" name="Picture Placeholder 29" descr="Proposal at Taj Mahal">
            <a:extLst>
              <a:ext uri="{FF2B5EF4-FFF2-40B4-BE49-F238E27FC236}">
                <a16:creationId xmlns:a16="http://schemas.microsoft.com/office/drawing/2014/main" id="{728E0D4F-725A-30CD-A267-9D3F60BA364F}"/>
              </a:ext>
            </a:extLst>
          </p:cNvPr>
          <p:cNvPicPr>
            <a:picLocks noGrp="1" noChangeAspect="1"/>
          </p:cNvPicPr>
          <p:nvPr>
            <p:ph type="pic" sz="quarter" idx="20"/>
          </p:nvPr>
        </p:nvPicPr>
        <p:blipFill rotWithShape="1">
          <a:blip r:embed="rId2"/>
          <a:srcRect l="203" r="203"/>
          <a:stretch/>
        </p:blipFill>
        <p:spPr/>
      </p:pic>
      <p:sp>
        <p:nvSpPr>
          <p:cNvPr id="28" name="Text Placeholder 27">
            <a:extLst>
              <a:ext uri="{FF2B5EF4-FFF2-40B4-BE49-F238E27FC236}">
                <a16:creationId xmlns:a16="http://schemas.microsoft.com/office/drawing/2014/main" id="{591EEFEC-79B8-34B1-A486-E13D8CB1D3C6}"/>
              </a:ext>
            </a:extLst>
          </p:cNvPr>
          <p:cNvSpPr>
            <a:spLocks noGrp="1"/>
          </p:cNvSpPr>
          <p:nvPr>
            <p:ph type="body" sz="quarter" idx="27"/>
          </p:nvPr>
        </p:nvSpPr>
        <p:spPr/>
        <p:txBody>
          <a:bodyPr/>
          <a:lstStyle/>
          <a:p>
            <a:r>
              <a:rPr lang="en-US" dirty="0"/>
              <a:t>1</a:t>
            </a:r>
          </a:p>
        </p:txBody>
      </p:sp>
      <p:sp>
        <p:nvSpPr>
          <p:cNvPr id="23" name="Text Placeholder 22">
            <a:extLst>
              <a:ext uri="{FF2B5EF4-FFF2-40B4-BE49-F238E27FC236}">
                <a16:creationId xmlns:a16="http://schemas.microsoft.com/office/drawing/2014/main" id="{20410F17-64F4-CE1C-23DD-9D6AB5BCDFBB}"/>
              </a:ext>
            </a:extLst>
          </p:cNvPr>
          <p:cNvSpPr>
            <a:spLocks noGrp="1"/>
          </p:cNvSpPr>
          <p:nvPr>
            <p:ph type="body" sz="quarter" idx="22"/>
          </p:nvPr>
        </p:nvSpPr>
        <p:spPr/>
        <p:txBody>
          <a:bodyPr/>
          <a:lstStyle/>
          <a:p>
            <a:r>
              <a:rPr lang="en-US" dirty="0"/>
              <a:t>PLANNING</a:t>
            </a:r>
          </a:p>
        </p:txBody>
      </p:sp>
      <p:sp>
        <p:nvSpPr>
          <p:cNvPr id="22" name="Content Placeholder 21">
            <a:extLst>
              <a:ext uri="{FF2B5EF4-FFF2-40B4-BE49-F238E27FC236}">
                <a16:creationId xmlns:a16="http://schemas.microsoft.com/office/drawing/2014/main" id="{89A8F527-A476-D33C-5292-F9F968A8DCB8}"/>
              </a:ext>
            </a:extLst>
          </p:cNvPr>
          <p:cNvSpPr>
            <a:spLocks noGrp="1"/>
          </p:cNvSpPr>
          <p:nvPr>
            <p:ph idx="21"/>
          </p:nvPr>
        </p:nvSpPr>
        <p:spPr/>
        <p:txBody>
          <a:bodyPr/>
          <a:lstStyle/>
          <a:p>
            <a:r>
              <a:rPr lang="en-US" dirty="0"/>
              <a:t>Synergize scalable e-commerce</a:t>
            </a:r>
          </a:p>
          <a:p>
            <a:endParaRPr lang="en-US" dirty="0"/>
          </a:p>
        </p:txBody>
      </p:sp>
      <p:sp>
        <p:nvSpPr>
          <p:cNvPr id="15" name="Text Placeholder 14">
            <a:extLst>
              <a:ext uri="{FF2B5EF4-FFF2-40B4-BE49-F238E27FC236}">
                <a16:creationId xmlns:a16="http://schemas.microsoft.com/office/drawing/2014/main" id="{04D4D02F-6C26-0504-EA3C-656C7E0E7951}"/>
              </a:ext>
            </a:extLst>
          </p:cNvPr>
          <p:cNvSpPr>
            <a:spLocks noGrp="1"/>
          </p:cNvSpPr>
          <p:nvPr>
            <p:ph type="body" sz="quarter" idx="14"/>
          </p:nvPr>
        </p:nvSpPr>
        <p:spPr/>
        <p:txBody>
          <a:bodyPr/>
          <a:lstStyle/>
          <a:p>
            <a:r>
              <a:rPr lang="en-US" dirty="0"/>
              <a:t>MARKETING</a:t>
            </a:r>
          </a:p>
        </p:txBody>
      </p:sp>
      <p:sp>
        <p:nvSpPr>
          <p:cNvPr id="14" name="Content Placeholder 13">
            <a:extLst>
              <a:ext uri="{FF2B5EF4-FFF2-40B4-BE49-F238E27FC236}">
                <a16:creationId xmlns:a16="http://schemas.microsoft.com/office/drawing/2014/main" id="{87A81DEE-36A8-8E83-7586-77EF3AA44492}"/>
              </a:ext>
            </a:extLst>
          </p:cNvPr>
          <p:cNvSpPr>
            <a:spLocks noGrp="1"/>
          </p:cNvSpPr>
          <p:nvPr>
            <p:ph idx="13"/>
          </p:nvPr>
        </p:nvSpPr>
        <p:spPr/>
        <p:txBody>
          <a:bodyPr/>
          <a:lstStyle/>
          <a:p>
            <a:r>
              <a:rPr lang="en-US" dirty="0"/>
              <a:t>Disseminate standardized metrics</a:t>
            </a:r>
          </a:p>
          <a:p>
            <a:endParaRPr lang="en-US" dirty="0"/>
          </a:p>
        </p:txBody>
      </p:sp>
      <p:sp>
        <p:nvSpPr>
          <p:cNvPr id="26" name="Text Placeholder 25">
            <a:extLst>
              <a:ext uri="{FF2B5EF4-FFF2-40B4-BE49-F238E27FC236}">
                <a16:creationId xmlns:a16="http://schemas.microsoft.com/office/drawing/2014/main" id="{166BCC44-E426-778C-0072-2404FC596857}"/>
              </a:ext>
            </a:extLst>
          </p:cNvPr>
          <p:cNvSpPr>
            <a:spLocks noGrp="1"/>
          </p:cNvSpPr>
          <p:nvPr>
            <p:ph type="body" sz="quarter" idx="25"/>
          </p:nvPr>
        </p:nvSpPr>
        <p:spPr/>
        <p:txBody>
          <a:bodyPr/>
          <a:lstStyle/>
          <a:p>
            <a:r>
              <a:rPr lang="en-US" dirty="0"/>
              <a:t>2</a:t>
            </a:r>
          </a:p>
        </p:txBody>
      </p:sp>
      <p:sp>
        <p:nvSpPr>
          <p:cNvPr id="19" name="Text Placeholder 18">
            <a:extLst>
              <a:ext uri="{FF2B5EF4-FFF2-40B4-BE49-F238E27FC236}">
                <a16:creationId xmlns:a16="http://schemas.microsoft.com/office/drawing/2014/main" id="{A2FFF066-0D5B-A2B5-4C1C-3456E8FD17CD}"/>
              </a:ext>
            </a:extLst>
          </p:cNvPr>
          <p:cNvSpPr>
            <a:spLocks noGrp="1"/>
          </p:cNvSpPr>
          <p:nvPr>
            <p:ph type="body" sz="quarter" idx="18"/>
          </p:nvPr>
        </p:nvSpPr>
        <p:spPr/>
        <p:txBody>
          <a:bodyPr/>
          <a:lstStyle/>
          <a:p>
            <a:r>
              <a:rPr lang="en-US" dirty="0"/>
              <a:t>DESIGN</a:t>
            </a:r>
          </a:p>
        </p:txBody>
      </p:sp>
      <p:sp>
        <p:nvSpPr>
          <p:cNvPr id="18" name="Content Placeholder 17">
            <a:extLst>
              <a:ext uri="{FF2B5EF4-FFF2-40B4-BE49-F238E27FC236}">
                <a16:creationId xmlns:a16="http://schemas.microsoft.com/office/drawing/2014/main" id="{420E684B-901E-703B-0B33-8BAA174DCF44}"/>
              </a:ext>
            </a:extLst>
          </p:cNvPr>
          <p:cNvSpPr>
            <a:spLocks noGrp="1"/>
          </p:cNvSpPr>
          <p:nvPr>
            <p:ph idx="17"/>
          </p:nvPr>
        </p:nvSpPr>
        <p:spPr/>
        <p:txBody>
          <a:bodyPr/>
          <a:lstStyle/>
          <a:p>
            <a:r>
              <a:rPr lang="en-US" dirty="0"/>
              <a:t>Coordinate e-business applications</a:t>
            </a:r>
          </a:p>
          <a:p>
            <a:endParaRPr lang="en-US" dirty="0"/>
          </a:p>
        </p:txBody>
      </p:sp>
      <p:sp>
        <p:nvSpPr>
          <p:cNvPr id="27" name="Text Placeholder 26">
            <a:extLst>
              <a:ext uri="{FF2B5EF4-FFF2-40B4-BE49-F238E27FC236}">
                <a16:creationId xmlns:a16="http://schemas.microsoft.com/office/drawing/2014/main" id="{3A18FB64-03FF-94A9-83EA-3239585DA9F8}"/>
              </a:ext>
            </a:extLst>
          </p:cNvPr>
          <p:cNvSpPr>
            <a:spLocks noGrp="1"/>
          </p:cNvSpPr>
          <p:nvPr>
            <p:ph type="body" sz="quarter" idx="26"/>
          </p:nvPr>
        </p:nvSpPr>
        <p:spPr/>
        <p:txBody>
          <a:bodyPr/>
          <a:lstStyle/>
          <a:p>
            <a:r>
              <a:rPr lang="en-US" dirty="0"/>
              <a:t>3</a:t>
            </a:r>
          </a:p>
        </p:txBody>
      </p:sp>
      <p:sp>
        <p:nvSpPr>
          <p:cNvPr id="16" name="Text Placeholder 15">
            <a:extLst>
              <a:ext uri="{FF2B5EF4-FFF2-40B4-BE49-F238E27FC236}">
                <a16:creationId xmlns:a16="http://schemas.microsoft.com/office/drawing/2014/main" id="{B46A68C5-625F-D2FB-7C49-18EA59AE9186}"/>
              </a:ext>
            </a:extLst>
          </p:cNvPr>
          <p:cNvSpPr>
            <a:spLocks noGrp="1"/>
          </p:cNvSpPr>
          <p:nvPr>
            <p:ph type="body" sz="quarter" idx="15"/>
          </p:nvPr>
        </p:nvSpPr>
        <p:spPr/>
        <p:txBody>
          <a:bodyPr/>
          <a:lstStyle/>
          <a:p>
            <a:r>
              <a:rPr lang="en-US" dirty="0"/>
              <a:t>STRATEGY</a:t>
            </a:r>
          </a:p>
        </p:txBody>
      </p:sp>
      <p:sp>
        <p:nvSpPr>
          <p:cNvPr id="13" name="Content Placeholder 12">
            <a:extLst>
              <a:ext uri="{FF2B5EF4-FFF2-40B4-BE49-F238E27FC236}">
                <a16:creationId xmlns:a16="http://schemas.microsoft.com/office/drawing/2014/main" id="{40957F64-81E7-85C4-C3BA-C0E4733187CF}"/>
              </a:ext>
            </a:extLst>
          </p:cNvPr>
          <p:cNvSpPr>
            <a:spLocks noGrp="1"/>
          </p:cNvSpPr>
          <p:nvPr>
            <p:ph idx="1"/>
          </p:nvPr>
        </p:nvSpPr>
        <p:spPr/>
        <p:txBody>
          <a:bodyPr/>
          <a:lstStyle/>
          <a:p>
            <a:r>
              <a:rPr lang="en-US" dirty="0"/>
              <a:t>Foster holistically superior methodologies</a:t>
            </a:r>
          </a:p>
          <a:p>
            <a:endParaRPr lang="en-US" dirty="0"/>
          </a:p>
        </p:txBody>
      </p:sp>
      <p:sp>
        <p:nvSpPr>
          <p:cNvPr id="24" name="Text Placeholder 23">
            <a:extLst>
              <a:ext uri="{FF2B5EF4-FFF2-40B4-BE49-F238E27FC236}">
                <a16:creationId xmlns:a16="http://schemas.microsoft.com/office/drawing/2014/main" id="{BFCE275E-DEC7-8BE6-16C8-BF6EC3D71708}"/>
              </a:ext>
            </a:extLst>
          </p:cNvPr>
          <p:cNvSpPr>
            <a:spLocks noGrp="1"/>
          </p:cNvSpPr>
          <p:nvPr>
            <p:ph type="body" sz="quarter" idx="23"/>
          </p:nvPr>
        </p:nvSpPr>
        <p:spPr/>
        <p:txBody>
          <a:bodyPr/>
          <a:lstStyle/>
          <a:p>
            <a:r>
              <a:rPr lang="en-US" dirty="0"/>
              <a:t>4</a:t>
            </a:r>
          </a:p>
        </p:txBody>
      </p:sp>
      <p:sp>
        <p:nvSpPr>
          <p:cNvPr id="20" name="Text Placeholder 19">
            <a:extLst>
              <a:ext uri="{FF2B5EF4-FFF2-40B4-BE49-F238E27FC236}">
                <a16:creationId xmlns:a16="http://schemas.microsoft.com/office/drawing/2014/main" id="{294EB24C-54F5-4058-6336-82E3D10E4353}"/>
              </a:ext>
            </a:extLst>
          </p:cNvPr>
          <p:cNvSpPr>
            <a:spLocks noGrp="1"/>
          </p:cNvSpPr>
          <p:nvPr>
            <p:ph type="body" sz="quarter" idx="19"/>
          </p:nvPr>
        </p:nvSpPr>
        <p:spPr/>
        <p:txBody>
          <a:bodyPr/>
          <a:lstStyle/>
          <a:p>
            <a:r>
              <a:rPr lang="en-US" dirty="0"/>
              <a:t>LAUNCH</a:t>
            </a:r>
          </a:p>
        </p:txBody>
      </p:sp>
      <p:sp>
        <p:nvSpPr>
          <p:cNvPr id="17" name="Content Placeholder 16">
            <a:extLst>
              <a:ext uri="{FF2B5EF4-FFF2-40B4-BE49-F238E27FC236}">
                <a16:creationId xmlns:a16="http://schemas.microsoft.com/office/drawing/2014/main" id="{E43D535A-42E0-89A0-974B-6D70A6F7BFB0}"/>
              </a:ext>
            </a:extLst>
          </p:cNvPr>
          <p:cNvSpPr>
            <a:spLocks noGrp="1"/>
          </p:cNvSpPr>
          <p:nvPr>
            <p:ph idx="16"/>
          </p:nvPr>
        </p:nvSpPr>
        <p:spPr/>
        <p:txBody>
          <a:bodyPr/>
          <a:lstStyle/>
          <a:p>
            <a:r>
              <a:rPr lang="en-US" dirty="0"/>
              <a:t>Deploy strategic networks with compelling e-business needs</a:t>
            </a:r>
          </a:p>
          <a:p>
            <a:endParaRPr lang="en-US" dirty="0"/>
          </a:p>
        </p:txBody>
      </p:sp>
      <p:sp>
        <p:nvSpPr>
          <p:cNvPr id="25" name="Text Placeholder 24">
            <a:extLst>
              <a:ext uri="{FF2B5EF4-FFF2-40B4-BE49-F238E27FC236}">
                <a16:creationId xmlns:a16="http://schemas.microsoft.com/office/drawing/2014/main" id="{EED55D36-A275-E604-BF57-9CF0376FA993}"/>
              </a:ext>
            </a:extLst>
          </p:cNvPr>
          <p:cNvSpPr>
            <a:spLocks noGrp="1"/>
          </p:cNvSpPr>
          <p:nvPr>
            <p:ph type="body" sz="quarter" idx="24"/>
          </p:nvPr>
        </p:nvSpPr>
        <p:spPr/>
        <p:txBody>
          <a:bodyPr/>
          <a:lstStyle/>
          <a:p>
            <a:r>
              <a:rPr lang="en-US" dirty="0"/>
              <a:t>5</a:t>
            </a:r>
          </a:p>
        </p:txBody>
      </p:sp>
      <p:sp>
        <p:nvSpPr>
          <p:cNvPr id="56" name="Slide Number Placeholder 55">
            <a:extLst>
              <a:ext uri="{FF2B5EF4-FFF2-40B4-BE49-F238E27FC236}">
                <a16:creationId xmlns:a16="http://schemas.microsoft.com/office/drawing/2014/main" id="{E5AABDF8-B356-3937-740C-BF125AAAF489}"/>
              </a:ext>
            </a:extLst>
          </p:cNvPr>
          <p:cNvSpPr>
            <a:spLocks noGrp="1"/>
          </p:cNvSpPr>
          <p:nvPr>
            <p:ph type="sldNum" sz="quarter" idx="12"/>
          </p:nvPr>
        </p:nvSpPr>
        <p:spPr/>
        <p:txBody>
          <a:bodyPr/>
          <a:lstStyle/>
          <a:p>
            <a:fld id="{84D792B7-0397-C047-AE12-1A03F7E3DC83}" type="slidenum">
              <a:rPr lang="en-US" smtClean="0"/>
              <a:t>9</a:t>
            </a:fld>
            <a:endParaRPr lang="en-US" dirty="0"/>
          </a:p>
        </p:txBody>
      </p:sp>
      <p:sp>
        <p:nvSpPr>
          <p:cNvPr id="55" name="Footer Placeholder 54">
            <a:extLst>
              <a:ext uri="{FF2B5EF4-FFF2-40B4-BE49-F238E27FC236}">
                <a16:creationId xmlns:a16="http://schemas.microsoft.com/office/drawing/2014/main" id="{25B37B19-234A-D79D-1288-7D8EF3995861}"/>
              </a:ext>
            </a:extLst>
          </p:cNvPr>
          <p:cNvSpPr>
            <a:spLocks noGrp="1"/>
          </p:cNvSpPr>
          <p:nvPr>
            <p:ph type="ftr" sz="quarter" idx="11"/>
          </p:nvPr>
        </p:nvSpPr>
        <p:spPr/>
        <p:txBody>
          <a:bodyPr/>
          <a:lstStyle/>
          <a:p>
            <a:r>
              <a:rPr lang="en-US"/>
              <a:t>presentation title</a:t>
            </a:r>
            <a:endParaRPr lang="en-US" dirty="0"/>
          </a:p>
        </p:txBody>
      </p:sp>
      <p:sp>
        <p:nvSpPr>
          <p:cNvPr id="54" name="Date Placeholder 53">
            <a:extLst>
              <a:ext uri="{FF2B5EF4-FFF2-40B4-BE49-F238E27FC236}">
                <a16:creationId xmlns:a16="http://schemas.microsoft.com/office/drawing/2014/main" id="{8AA90FFA-CF1B-1CB0-D5A3-80259E0C3CC8}"/>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1699596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DE614-BB1F-4FE6-28DD-8F89013593E5}"/>
              </a:ext>
            </a:extLst>
          </p:cNvPr>
          <p:cNvSpPr>
            <a:spLocks noGrp="1"/>
          </p:cNvSpPr>
          <p:nvPr>
            <p:ph type="title"/>
          </p:nvPr>
        </p:nvSpPr>
        <p:spPr/>
        <p:txBody>
          <a:bodyPr/>
          <a:lstStyle/>
          <a:p>
            <a:r>
              <a:rPr lang="en-US" dirty="0"/>
              <a:t>TIMELINE</a:t>
            </a:r>
          </a:p>
        </p:txBody>
      </p:sp>
      <p:pic>
        <p:nvPicPr>
          <p:cNvPr id="22" name="Picture Placeholder 21" descr="Connected outline">
            <a:extLst>
              <a:ext uri="{FF2B5EF4-FFF2-40B4-BE49-F238E27FC236}">
                <a16:creationId xmlns:a16="http://schemas.microsoft.com/office/drawing/2014/main" id="{1CCEEF0C-7137-AE61-A2B9-54E913872F4F}"/>
              </a:ext>
            </a:extLst>
          </p:cNvPr>
          <p:cNvPicPr>
            <a:picLocks noGrp="1" noChangeAspect="1"/>
          </p:cNvPicPr>
          <p:nvPr>
            <p:ph type="pic" sz="quarter" idx="22"/>
          </p:nvPr>
        </p:nvPicPr>
        <p:blipFill rotWithShape="1">
          <a:blip>
            <a:extLst>
              <a:ext uri="{96DAC541-7B7A-43D3-8B79-37D633B846F1}">
                <asvg:svgBlip xmlns:asvg="http://schemas.microsoft.com/office/drawing/2016/SVG/main" r:embed="rId2"/>
              </a:ext>
            </a:extLst>
          </a:blip>
          <a:srcRect/>
          <a:stretch/>
        </p:blipFill>
        <p:spPr/>
      </p:pic>
      <p:sp>
        <p:nvSpPr>
          <p:cNvPr id="4" name="Text Placeholder 3">
            <a:extLst>
              <a:ext uri="{FF2B5EF4-FFF2-40B4-BE49-F238E27FC236}">
                <a16:creationId xmlns:a16="http://schemas.microsoft.com/office/drawing/2014/main" id="{85F0F65A-C776-7F76-10FD-ACBB987CEC5C}"/>
              </a:ext>
            </a:extLst>
          </p:cNvPr>
          <p:cNvSpPr>
            <a:spLocks noGrp="1"/>
          </p:cNvSpPr>
          <p:nvPr>
            <p:ph type="body" idx="1"/>
          </p:nvPr>
        </p:nvSpPr>
        <p:spPr/>
        <p:txBody>
          <a:bodyPr/>
          <a:lstStyle/>
          <a:p>
            <a:r>
              <a:rPr lang="en-US" dirty="0"/>
              <a:t>SEPT</a:t>
            </a:r>
          </a:p>
        </p:txBody>
      </p:sp>
      <p:sp>
        <p:nvSpPr>
          <p:cNvPr id="9" name="Text Placeholder 8">
            <a:extLst>
              <a:ext uri="{FF2B5EF4-FFF2-40B4-BE49-F238E27FC236}">
                <a16:creationId xmlns:a16="http://schemas.microsoft.com/office/drawing/2014/main" id="{48A3CB3A-3C1D-EEA2-FBEC-E3EB0952B734}"/>
              </a:ext>
            </a:extLst>
          </p:cNvPr>
          <p:cNvSpPr>
            <a:spLocks noGrp="1"/>
          </p:cNvSpPr>
          <p:nvPr>
            <p:ph type="body" idx="17"/>
          </p:nvPr>
        </p:nvSpPr>
        <p:spPr/>
        <p:txBody>
          <a:bodyPr/>
          <a:lstStyle/>
          <a:p>
            <a:r>
              <a:rPr lang="en-US" dirty="0"/>
              <a:t>Synergize scalable e-commerce</a:t>
            </a:r>
          </a:p>
        </p:txBody>
      </p:sp>
      <p:pic>
        <p:nvPicPr>
          <p:cNvPr id="24" name="Picture Placeholder 23" descr="Circles with arrows outline">
            <a:extLst>
              <a:ext uri="{FF2B5EF4-FFF2-40B4-BE49-F238E27FC236}">
                <a16:creationId xmlns:a16="http://schemas.microsoft.com/office/drawing/2014/main" id="{058B753D-D44F-B5FE-1C11-E8A8BB7D7365}"/>
              </a:ext>
            </a:extLst>
          </p:cNvPr>
          <p:cNvPicPr>
            <a:picLocks noGrp="1" noChangeAspect="1"/>
          </p:cNvPicPr>
          <p:nvPr>
            <p:ph type="pic" sz="quarter" idx="23"/>
          </p:nvPr>
        </p:nvPicPr>
        <p:blipFill rotWithShape="1">
          <a:blip>
            <a:extLst>
              <a:ext uri="{96DAC541-7B7A-43D3-8B79-37D633B846F1}">
                <asvg:svgBlip xmlns:asvg="http://schemas.microsoft.com/office/drawing/2016/SVG/main" r:embed="rId3"/>
              </a:ext>
            </a:extLst>
          </a:blip>
          <a:srcRect l="82" r="82"/>
          <a:stretch/>
        </p:blipFill>
        <p:spPr/>
      </p:pic>
      <p:sp>
        <p:nvSpPr>
          <p:cNvPr id="6" name="Text Placeholder 5">
            <a:extLst>
              <a:ext uri="{FF2B5EF4-FFF2-40B4-BE49-F238E27FC236}">
                <a16:creationId xmlns:a16="http://schemas.microsoft.com/office/drawing/2014/main" id="{74CDDBE4-8914-13F7-5C18-C0852B4472CC}"/>
              </a:ext>
            </a:extLst>
          </p:cNvPr>
          <p:cNvSpPr>
            <a:spLocks noGrp="1"/>
          </p:cNvSpPr>
          <p:nvPr>
            <p:ph type="body" idx="14"/>
          </p:nvPr>
        </p:nvSpPr>
        <p:spPr/>
        <p:txBody>
          <a:bodyPr/>
          <a:lstStyle/>
          <a:p>
            <a:r>
              <a:rPr lang="en-US" dirty="0"/>
              <a:t>NOV</a:t>
            </a:r>
          </a:p>
        </p:txBody>
      </p:sp>
      <p:sp>
        <p:nvSpPr>
          <p:cNvPr id="11" name="Text Placeholder 10">
            <a:extLst>
              <a:ext uri="{FF2B5EF4-FFF2-40B4-BE49-F238E27FC236}">
                <a16:creationId xmlns:a16="http://schemas.microsoft.com/office/drawing/2014/main" id="{C80267C2-2A51-7A70-95F0-C49A75D9A398}"/>
              </a:ext>
            </a:extLst>
          </p:cNvPr>
          <p:cNvSpPr>
            <a:spLocks noGrp="1"/>
          </p:cNvSpPr>
          <p:nvPr>
            <p:ph type="body" idx="19"/>
          </p:nvPr>
        </p:nvSpPr>
        <p:spPr/>
        <p:txBody>
          <a:bodyPr/>
          <a:lstStyle/>
          <a:p>
            <a:r>
              <a:rPr lang="en-US" dirty="0"/>
              <a:t>Disseminate standardized metrics</a:t>
            </a:r>
          </a:p>
        </p:txBody>
      </p:sp>
      <p:pic>
        <p:nvPicPr>
          <p:cNvPr id="26" name="Picture Placeholder 25" descr="Folder outline">
            <a:extLst>
              <a:ext uri="{FF2B5EF4-FFF2-40B4-BE49-F238E27FC236}">
                <a16:creationId xmlns:a16="http://schemas.microsoft.com/office/drawing/2014/main" id="{67716731-435C-6E7B-8CDB-CBEC80D82CBB}"/>
              </a:ext>
            </a:extLst>
          </p:cNvPr>
          <p:cNvPicPr>
            <a:picLocks noGrp="1" noChangeAspect="1"/>
          </p:cNvPicPr>
          <p:nvPr>
            <p:ph type="pic" sz="quarter" idx="24"/>
          </p:nvPr>
        </p:nvPicPr>
        <p:blipFill rotWithShape="1">
          <a:blip>
            <a:extLst>
              <a:ext uri="{96DAC541-7B7A-43D3-8B79-37D633B846F1}">
                <asvg:svgBlip xmlns:asvg="http://schemas.microsoft.com/office/drawing/2016/SVG/main" r:embed="rId4"/>
              </a:ext>
            </a:extLst>
          </a:blip>
          <a:srcRect/>
          <a:stretch/>
        </p:blipFill>
        <p:spPr/>
      </p:pic>
      <p:sp>
        <p:nvSpPr>
          <p:cNvPr id="7" name="Text Placeholder 6">
            <a:extLst>
              <a:ext uri="{FF2B5EF4-FFF2-40B4-BE49-F238E27FC236}">
                <a16:creationId xmlns:a16="http://schemas.microsoft.com/office/drawing/2014/main" id="{4615201F-C25F-E02A-E5B9-551D5347D8DE}"/>
              </a:ext>
            </a:extLst>
          </p:cNvPr>
          <p:cNvSpPr>
            <a:spLocks noGrp="1"/>
          </p:cNvSpPr>
          <p:nvPr>
            <p:ph type="body" idx="15"/>
          </p:nvPr>
        </p:nvSpPr>
        <p:spPr/>
        <p:txBody>
          <a:bodyPr/>
          <a:lstStyle/>
          <a:p>
            <a:r>
              <a:rPr lang="en-US" dirty="0"/>
              <a:t>JAN</a:t>
            </a:r>
          </a:p>
        </p:txBody>
      </p:sp>
      <p:sp>
        <p:nvSpPr>
          <p:cNvPr id="12" name="Text Placeholder 11">
            <a:extLst>
              <a:ext uri="{FF2B5EF4-FFF2-40B4-BE49-F238E27FC236}">
                <a16:creationId xmlns:a16="http://schemas.microsoft.com/office/drawing/2014/main" id="{F2EE0554-4B11-BFC9-F4CC-37F1E198EBD3}"/>
              </a:ext>
            </a:extLst>
          </p:cNvPr>
          <p:cNvSpPr>
            <a:spLocks noGrp="1"/>
          </p:cNvSpPr>
          <p:nvPr>
            <p:ph type="body" idx="20"/>
          </p:nvPr>
        </p:nvSpPr>
        <p:spPr/>
        <p:txBody>
          <a:bodyPr/>
          <a:lstStyle/>
          <a:p>
            <a:r>
              <a:rPr lang="en-US" dirty="0"/>
              <a:t>Coordinate e-business applications</a:t>
            </a:r>
          </a:p>
        </p:txBody>
      </p:sp>
      <p:pic>
        <p:nvPicPr>
          <p:cNvPr id="28" name="Picture Placeholder 27" descr="Wireless outline">
            <a:extLst>
              <a:ext uri="{FF2B5EF4-FFF2-40B4-BE49-F238E27FC236}">
                <a16:creationId xmlns:a16="http://schemas.microsoft.com/office/drawing/2014/main" id="{111FD543-AF55-85D8-8F00-A74E13ECFE06}"/>
              </a:ext>
            </a:extLst>
          </p:cNvPr>
          <p:cNvPicPr>
            <a:picLocks noGrp="1" noChangeAspect="1"/>
          </p:cNvPicPr>
          <p:nvPr>
            <p:ph type="pic" sz="quarter" idx="25"/>
          </p:nvPr>
        </p:nvPicPr>
        <p:blipFill rotWithShape="1">
          <a:blip>
            <a:extLst>
              <a:ext uri="{96DAC541-7B7A-43D3-8B79-37D633B846F1}">
                <asvg:svgBlip xmlns:asvg="http://schemas.microsoft.com/office/drawing/2016/SVG/main" r:embed="rId5"/>
              </a:ext>
            </a:extLst>
          </a:blip>
          <a:srcRect l="82" r="82"/>
          <a:stretch/>
        </p:blipFill>
        <p:spPr/>
      </p:pic>
      <p:sp>
        <p:nvSpPr>
          <p:cNvPr id="8" name="Text Placeholder 7">
            <a:extLst>
              <a:ext uri="{FF2B5EF4-FFF2-40B4-BE49-F238E27FC236}">
                <a16:creationId xmlns:a16="http://schemas.microsoft.com/office/drawing/2014/main" id="{FAC0EACC-920C-8DAB-3C82-72BB2DB8F417}"/>
              </a:ext>
            </a:extLst>
          </p:cNvPr>
          <p:cNvSpPr>
            <a:spLocks noGrp="1"/>
          </p:cNvSpPr>
          <p:nvPr>
            <p:ph type="body" idx="16"/>
          </p:nvPr>
        </p:nvSpPr>
        <p:spPr/>
        <p:txBody>
          <a:bodyPr/>
          <a:lstStyle/>
          <a:p>
            <a:r>
              <a:rPr lang="en-US" dirty="0"/>
              <a:t>Mar</a:t>
            </a:r>
          </a:p>
        </p:txBody>
      </p:sp>
      <p:sp>
        <p:nvSpPr>
          <p:cNvPr id="13" name="Text Placeholder 12">
            <a:extLst>
              <a:ext uri="{FF2B5EF4-FFF2-40B4-BE49-F238E27FC236}">
                <a16:creationId xmlns:a16="http://schemas.microsoft.com/office/drawing/2014/main" id="{4482DB0E-BFC5-6EA0-ED7E-2C1A27B3ADCE}"/>
              </a:ext>
            </a:extLst>
          </p:cNvPr>
          <p:cNvSpPr>
            <a:spLocks noGrp="1"/>
          </p:cNvSpPr>
          <p:nvPr>
            <p:ph type="body" idx="21"/>
          </p:nvPr>
        </p:nvSpPr>
        <p:spPr/>
        <p:txBody>
          <a:bodyPr/>
          <a:lstStyle/>
          <a:p>
            <a:r>
              <a:rPr lang="en-US" dirty="0"/>
              <a:t>Foster holistically superior methodologies</a:t>
            </a:r>
          </a:p>
        </p:txBody>
      </p:sp>
      <p:pic>
        <p:nvPicPr>
          <p:cNvPr id="30" name="Picture Placeholder 29" descr="Network outline">
            <a:extLst>
              <a:ext uri="{FF2B5EF4-FFF2-40B4-BE49-F238E27FC236}">
                <a16:creationId xmlns:a16="http://schemas.microsoft.com/office/drawing/2014/main" id="{558A5BBC-FD0F-97B5-4AC5-7A33D237BC4D}"/>
              </a:ext>
            </a:extLst>
          </p:cNvPr>
          <p:cNvPicPr>
            <a:picLocks noGrp="1" noChangeAspect="1"/>
          </p:cNvPicPr>
          <p:nvPr>
            <p:ph type="pic" sz="quarter" idx="26"/>
          </p:nvPr>
        </p:nvPicPr>
        <p:blipFill rotWithShape="1">
          <a:blip>
            <a:extLst>
              <a:ext uri="{96DAC541-7B7A-43D3-8B79-37D633B846F1}">
                <asvg:svgBlip xmlns:asvg="http://schemas.microsoft.com/office/drawing/2016/SVG/main" r:embed="rId6"/>
              </a:ext>
            </a:extLst>
          </a:blip>
          <a:srcRect/>
          <a:stretch/>
        </p:blipFill>
        <p:spPr/>
      </p:pic>
      <p:sp>
        <p:nvSpPr>
          <p:cNvPr id="5" name="Text Placeholder 4">
            <a:extLst>
              <a:ext uri="{FF2B5EF4-FFF2-40B4-BE49-F238E27FC236}">
                <a16:creationId xmlns:a16="http://schemas.microsoft.com/office/drawing/2014/main" id="{FA844652-9E61-DD54-124F-5B9165C6C330}"/>
              </a:ext>
            </a:extLst>
          </p:cNvPr>
          <p:cNvSpPr>
            <a:spLocks noGrp="1"/>
          </p:cNvSpPr>
          <p:nvPr>
            <p:ph type="body" sz="quarter" idx="3"/>
          </p:nvPr>
        </p:nvSpPr>
        <p:spPr/>
        <p:txBody>
          <a:bodyPr/>
          <a:lstStyle/>
          <a:p>
            <a:r>
              <a:rPr lang="en-US" dirty="0"/>
              <a:t>MAY</a:t>
            </a:r>
          </a:p>
        </p:txBody>
      </p:sp>
      <p:sp>
        <p:nvSpPr>
          <p:cNvPr id="10" name="Text Placeholder 9">
            <a:extLst>
              <a:ext uri="{FF2B5EF4-FFF2-40B4-BE49-F238E27FC236}">
                <a16:creationId xmlns:a16="http://schemas.microsoft.com/office/drawing/2014/main" id="{5C75B409-1DFF-B9B8-3F72-4BDF79FA914D}"/>
              </a:ext>
            </a:extLst>
          </p:cNvPr>
          <p:cNvSpPr>
            <a:spLocks noGrp="1"/>
          </p:cNvSpPr>
          <p:nvPr>
            <p:ph type="body" sz="quarter" idx="18"/>
          </p:nvPr>
        </p:nvSpPr>
        <p:spPr/>
        <p:txBody>
          <a:bodyPr/>
          <a:lstStyle/>
          <a:p>
            <a:r>
              <a:rPr lang="en-US" dirty="0"/>
              <a:t>Deploy strategic networks with compelling e-business needs</a:t>
            </a:r>
          </a:p>
        </p:txBody>
      </p:sp>
      <p:sp>
        <p:nvSpPr>
          <p:cNvPr id="3" name="Text Placeholder 2">
            <a:extLst>
              <a:ext uri="{FF2B5EF4-FFF2-40B4-BE49-F238E27FC236}">
                <a16:creationId xmlns:a16="http://schemas.microsoft.com/office/drawing/2014/main" id="{92A6F68E-E7A4-A84E-C30D-3E5F505C0487}"/>
              </a:ext>
            </a:extLst>
          </p:cNvPr>
          <p:cNvSpPr>
            <a:spLocks noGrp="1"/>
          </p:cNvSpPr>
          <p:nvPr>
            <p:ph type="body" sz="quarter" idx="13"/>
          </p:nvPr>
        </p:nvSpPr>
        <p:spPr/>
        <p:txBody>
          <a:bodyPr/>
          <a:lstStyle/>
          <a:p>
            <a:r>
              <a:rPr lang="en-US" dirty="0"/>
              <a:t>YEAR 20XX</a:t>
            </a:r>
          </a:p>
        </p:txBody>
      </p:sp>
      <p:sp>
        <p:nvSpPr>
          <p:cNvPr id="38" name="Slide Number Placeholder 37">
            <a:extLst>
              <a:ext uri="{FF2B5EF4-FFF2-40B4-BE49-F238E27FC236}">
                <a16:creationId xmlns:a16="http://schemas.microsoft.com/office/drawing/2014/main" id="{73EA7DFA-840C-C60B-C770-356361666618}"/>
              </a:ext>
            </a:extLst>
          </p:cNvPr>
          <p:cNvSpPr>
            <a:spLocks noGrp="1"/>
          </p:cNvSpPr>
          <p:nvPr>
            <p:ph type="sldNum" sz="quarter" idx="12"/>
          </p:nvPr>
        </p:nvSpPr>
        <p:spPr/>
        <p:txBody>
          <a:bodyPr/>
          <a:lstStyle/>
          <a:p>
            <a:fld id="{84D792B7-0397-C047-AE12-1A03F7E3DC83}" type="slidenum">
              <a:rPr lang="en-US" smtClean="0"/>
              <a:pPr/>
              <a:t>10</a:t>
            </a:fld>
            <a:endParaRPr lang="en-US" dirty="0"/>
          </a:p>
        </p:txBody>
      </p:sp>
      <p:sp>
        <p:nvSpPr>
          <p:cNvPr id="37" name="Footer Placeholder 36">
            <a:extLst>
              <a:ext uri="{FF2B5EF4-FFF2-40B4-BE49-F238E27FC236}">
                <a16:creationId xmlns:a16="http://schemas.microsoft.com/office/drawing/2014/main" id="{947472B9-8B6A-B6D9-CDE4-427F692E4E8D}"/>
              </a:ext>
            </a:extLst>
          </p:cNvPr>
          <p:cNvSpPr>
            <a:spLocks noGrp="1"/>
          </p:cNvSpPr>
          <p:nvPr>
            <p:ph type="ftr" sz="quarter" idx="11"/>
          </p:nvPr>
        </p:nvSpPr>
        <p:spPr/>
        <p:txBody>
          <a:bodyPr/>
          <a:lstStyle/>
          <a:p>
            <a:r>
              <a:rPr lang="en-US"/>
              <a:t>presentation title</a:t>
            </a:r>
            <a:endParaRPr lang="en-US" dirty="0"/>
          </a:p>
        </p:txBody>
      </p:sp>
      <p:sp>
        <p:nvSpPr>
          <p:cNvPr id="36" name="Date Placeholder 35">
            <a:extLst>
              <a:ext uri="{FF2B5EF4-FFF2-40B4-BE49-F238E27FC236}">
                <a16:creationId xmlns:a16="http://schemas.microsoft.com/office/drawing/2014/main" id="{2AC30668-7DA1-A900-B11F-674327C34915}"/>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425413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7BA72-039E-DC2E-355E-F1172D227B9F}"/>
              </a:ext>
            </a:extLst>
          </p:cNvPr>
          <p:cNvSpPr>
            <a:spLocks noGrp="1"/>
          </p:cNvSpPr>
          <p:nvPr>
            <p:ph type="title"/>
          </p:nvPr>
        </p:nvSpPr>
        <p:spPr/>
        <p:txBody>
          <a:bodyPr/>
          <a:lstStyle/>
          <a:p>
            <a:r>
              <a:rPr lang="en-US" dirty="0"/>
              <a:t>AREAS OF FOCUS</a:t>
            </a:r>
          </a:p>
        </p:txBody>
      </p:sp>
      <p:pic>
        <p:nvPicPr>
          <p:cNvPr id="50" name="Picture Placeholder 49" descr="Alexandre III bridge in Paris">
            <a:extLst>
              <a:ext uri="{FF2B5EF4-FFF2-40B4-BE49-F238E27FC236}">
                <a16:creationId xmlns:a16="http://schemas.microsoft.com/office/drawing/2014/main" id="{2916D8C7-8EA5-2E6F-F81A-B14A1E3F975F}"/>
              </a:ext>
            </a:extLst>
          </p:cNvPr>
          <p:cNvPicPr>
            <a:picLocks noGrp="1" noChangeAspect="1"/>
          </p:cNvPicPr>
          <p:nvPr>
            <p:ph type="pic" sz="quarter" idx="13"/>
          </p:nvPr>
        </p:nvPicPr>
        <p:blipFill rotWithShape="1">
          <a:blip r:embed="rId2"/>
          <a:srcRect t="72" b="72"/>
          <a:stretch/>
        </p:blipFill>
        <p:spPr/>
      </p:pic>
      <p:sp>
        <p:nvSpPr>
          <p:cNvPr id="3" name="Text Placeholder 2">
            <a:extLst>
              <a:ext uri="{FF2B5EF4-FFF2-40B4-BE49-F238E27FC236}">
                <a16:creationId xmlns:a16="http://schemas.microsoft.com/office/drawing/2014/main" id="{04CDDCB8-0DA6-16F3-B3CA-CF93D0760B5D}"/>
              </a:ext>
            </a:extLst>
          </p:cNvPr>
          <p:cNvSpPr>
            <a:spLocks noGrp="1"/>
          </p:cNvSpPr>
          <p:nvPr>
            <p:ph type="body" idx="1"/>
          </p:nvPr>
        </p:nvSpPr>
        <p:spPr/>
        <p:txBody>
          <a:bodyPr/>
          <a:lstStyle/>
          <a:p>
            <a:r>
              <a:rPr lang="en-US" dirty="0"/>
              <a:t>b2b market scenarios</a:t>
            </a:r>
          </a:p>
        </p:txBody>
      </p:sp>
      <p:sp>
        <p:nvSpPr>
          <p:cNvPr id="4" name="Content Placeholder 3">
            <a:extLst>
              <a:ext uri="{FF2B5EF4-FFF2-40B4-BE49-F238E27FC236}">
                <a16:creationId xmlns:a16="http://schemas.microsoft.com/office/drawing/2014/main" id="{49BC2971-7886-2287-75E6-F484F930D599}"/>
              </a:ext>
            </a:extLst>
          </p:cNvPr>
          <p:cNvSpPr>
            <a:spLocks noGrp="1"/>
          </p:cNvSpPr>
          <p:nvPr>
            <p:ph sz="half" idx="2"/>
          </p:nvPr>
        </p:nvSpPr>
        <p:spPr/>
        <p:txBody>
          <a:bodyPr/>
          <a:lstStyle/>
          <a:p>
            <a:r>
              <a:rPr lang="en-US" dirty="0"/>
              <a:t>Develop winning strategies to keep ahead of the competition</a:t>
            </a:r>
          </a:p>
          <a:p>
            <a:r>
              <a:rPr lang="en-US" dirty="0"/>
              <a:t>Capitalize </a:t>
            </a:r>
            <a:r>
              <a:rPr lang="en-US"/>
              <a:t>on low-hanging </a:t>
            </a:r>
            <a:r>
              <a:rPr lang="en-US" dirty="0"/>
              <a:t>fruit to identify a ballpark value</a:t>
            </a:r>
          </a:p>
          <a:p>
            <a:r>
              <a:rPr lang="en-US" dirty="0"/>
              <a:t>Visualize customer directed convergence</a:t>
            </a:r>
          </a:p>
        </p:txBody>
      </p:sp>
      <p:sp>
        <p:nvSpPr>
          <p:cNvPr id="5" name="Text Placeholder 4">
            <a:extLst>
              <a:ext uri="{FF2B5EF4-FFF2-40B4-BE49-F238E27FC236}">
                <a16:creationId xmlns:a16="http://schemas.microsoft.com/office/drawing/2014/main" id="{D104A013-8896-5CD5-72E8-3B8EEA1D6441}"/>
              </a:ext>
            </a:extLst>
          </p:cNvPr>
          <p:cNvSpPr>
            <a:spLocks noGrp="1"/>
          </p:cNvSpPr>
          <p:nvPr>
            <p:ph type="body" sz="quarter" idx="3"/>
          </p:nvPr>
        </p:nvSpPr>
        <p:spPr/>
        <p:txBody>
          <a:bodyPr/>
          <a:lstStyle/>
          <a:p>
            <a:r>
              <a:rPr lang="en-US" dirty="0"/>
              <a:t>cloud-based opportunities</a:t>
            </a:r>
          </a:p>
        </p:txBody>
      </p:sp>
      <p:sp>
        <p:nvSpPr>
          <p:cNvPr id="6" name="Content Placeholder 5">
            <a:extLst>
              <a:ext uri="{FF2B5EF4-FFF2-40B4-BE49-F238E27FC236}">
                <a16:creationId xmlns:a16="http://schemas.microsoft.com/office/drawing/2014/main" id="{80B2AD00-6CD2-E80D-01B6-8AF25A1EB87B}"/>
              </a:ext>
            </a:extLst>
          </p:cNvPr>
          <p:cNvSpPr>
            <a:spLocks noGrp="1"/>
          </p:cNvSpPr>
          <p:nvPr>
            <p:ph sz="quarter" idx="4"/>
          </p:nvPr>
        </p:nvSpPr>
        <p:spPr/>
        <p:txBody>
          <a:bodyPr/>
          <a:lstStyle/>
          <a:p>
            <a:r>
              <a:rPr lang="en-US" dirty="0"/>
              <a:t>Iterative approaches to corporate strategy</a:t>
            </a:r>
          </a:p>
          <a:p>
            <a:r>
              <a:rPr lang="en-US" dirty="0"/>
              <a:t>Establish a management framework from the inside</a:t>
            </a:r>
          </a:p>
        </p:txBody>
      </p:sp>
      <p:sp>
        <p:nvSpPr>
          <p:cNvPr id="15" name="Slide Number Placeholder 14">
            <a:extLst>
              <a:ext uri="{FF2B5EF4-FFF2-40B4-BE49-F238E27FC236}">
                <a16:creationId xmlns:a16="http://schemas.microsoft.com/office/drawing/2014/main" id="{1A815897-F8B8-2427-BC3B-2B4F48408A55}"/>
              </a:ext>
            </a:extLst>
          </p:cNvPr>
          <p:cNvSpPr>
            <a:spLocks noGrp="1"/>
          </p:cNvSpPr>
          <p:nvPr>
            <p:ph type="sldNum" sz="quarter" idx="12"/>
          </p:nvPr>
        </p:nvSpPr>
        <p:spPr/>
        <p:txBody>
          <a:bodyPr/>
          <a:lstStyle/>
          <a:p>
            <a:fld id="{84D792B7-0397-C047-AE12-1A03F7E3DC83}" type="slidenum">
              <a:rPr lang="en-US" smtClean="0"/>
              <a:pPr/>
              <a:t>11</a:t>
            </a:fld>
            <a:endParaRPr lang="en-US" dirty="0"/>
          </a:p>
        </p:txBody>
      </p:sp>
      <p:sp>
        <p:nvSpPr>
          <p:cNvPr id="14" name="Footer Placeholder 13">
            <a:extLst>
              <a:ext uri="{FF2B5EF4-FFF2-40B4-BE49-F238E27FC236}">
                <a16:creationId xmlns:a16="http://schemas.microsoft.com/office/drawing/2014/main" id="{65ECF71F-9B83-DC76-FA0B-F6ED68A71B51}"/>
              </a:ext>
            </a:extLst>
          </p:cNvPr>
          <p:cNvSpPr>
            <a:spLocks noGrp="1"/>
          </p:cNvSpPr>
          <p:nvPr>
            <p:ph type="ftr" sz="quarter" idx="11"/>
          </p:nvPr>
        </p:nvSpPr>
        <p:spPr/>
        <p:txBody>
          <a:bodyPr/>
          <a:lstStyle/>
          <a:p>
            <a:r>
              <a:rPr lang="en-US"/>
              <a:t>presentation title</a:t>
            </a:r>
            <a:endParaRPr lang="en-US" dirty="0"/>
          </a:p>
        </p:txBody>
      </p:sp>
      <p:sp>
        <p:nvSpPr>
          <p:cNvPr id="13" name="Date Placeholder 12">
            <a:extLst>
              <a:ext uri="{FF2B5EF4-FFF2-40B4-BE49-F238E27FC236}">
                <a16:creationId xmlns:a16="http://schemas.microsoft.com/office/drawing/2014/main" id="{BC0CFEBF-213D-E499-0C6B-AC54D1E989A9}"/>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565802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681E4-10A1-80A0-6D65-F7842C6AEFBC}"/>
              </a:ext>
            </a:extLst>
          </p:cNvPr>
          <p:cNvSpPr>
            <a:spLocks noGrp="1"/>
          </p:cNvSpPr>
          <p:nvPr>
            <p:ph type="title"/>
          </p:nvPr>
        </p:nvSpPr>
        <p:spPr/>
        <p:txBody>
          <a:bodyPr/>
          <a:lstStyle/>
          <a:p>
            <a:r>
              <a:rPr lang="en-US" dirty="0"/>
              <a:t>HOW WE GET THERE</a:t>
            </a:r>
          </a:p>
        </p:txBody>
      </p:sp>
      <p:sp>
        <p:nvSpPr>
          <p:cNvPr id="4" name="Text Placeholder 3">
            <a:extLst>
              <a:ext uri="{FF2B5EF4-FFF2-40B4-BE49-F238E27FC236}">
                <a16:creationId xmlns:a16="http://schemas.microsoft.com/office/drawing/2014/main" id="{DBA8A8AB-0624-0198-0EB3-BF1230CBA72F}"/>
              </a:ext>
            </a:extLst>
          </p:cNvPr>
          <p:cNvSpPr>
            <a:spLocks noGrp="1"/>
          </p:cNvSpPr>
          <p:nvPr>
            <p:ph type="body" idx="13"/>
          </p:nvPr>
        </p:nvSpPr>
        <p:spPr/>
        <p:txBody>
          <a:bodyPr/>
          <a:lstStyle/>
          <a:p>
            <a:r>
              <a:rPr lang="en-US" dirty="0"/>
              <a:t>ROI</a:t>
            </a:r>
          </a:p>
        </p:txBody>
      </p:sp>
      <p:sp>
        <p:nvSpPr>
          <p:cNvPr id="3" name="Content Placeholder 2">
            <a:extLst>
              <a:ext uri="{FF2B5EF4-FFF2-40B4-BE49-F238E27FC236}">
                <a16:creationId xmlns:a16="http://schemas.microsoft.com/office/drawing/2014/main" id="{EC10A679-B51C-06EA-490E-779EDFB66D40}"/>
              </a:ext>
            </a:extLst>
          </p:cNvPr>
          <p:cNvSpPr>
            <a:spLocks noGrp="1"/>
          </p:cNvSpPr>
          <p:nvPr>
            <p:ph idx="1"/>
          </p:nvPr>
        </p:nvSpPr>
        <p:spPr/>
        <p:txBody>
          <a:bodyPr/>
          <a:lstStyle/>
          <a:p>
            <a:r>
              <a:rPr lang="en-US" dirty="0"/>
              <a:t>Envision multimedia-based expertise and cross-media growth strategies</a:t>
            </a:r>
          </a:p>
          <a:p>
            <a:r>
              <a:rPr lang="en-US" dirty="0"/>
              <a:t>Visualize quality intellectual capital</a:t>
            </a:r>
          </a:p>
          <a:p>
            <a:r>
              <a:rPr lang="en-US" dirty="0"/>
              <a:t>Engage worldwide methodologies with web-enabled technologies</a:t>
            </a:r>
          </a:p>
        </p:txBody>
      </p:sp>
      <p:sp>
        <p:nvSpPr>
          <p:cNvPr id="6" name="Text Placeholder 5">
            <a:extLst>
              <a:ext uri="{FF2B5EF4-FFF2-40B4-BE49-F238E27FC236}">
                <a16:creationId xmlns:a16="http://schemas.microsoft.com/office/drawing/2014/main" id="{7D70AA50-991E-F424-7DDE-F5D7D394A906}"/>
              </a:ext>
            </a:extLst>
          </p:cNvPr>
          <p:cNvSpPr>
            <a:spLocks noGrp="1"/>
          </p:cNvSpPr>
          <p:nvPr>
            <p:ph type="body" sz="quarter" idx="14"/>
          </p:nvPr>
        </p:nvSpPr>
        <p:spPr/>
        <p:txBody>
          <a:bodyPr/>
          <a:lstStyle/>
          <a:p>
            <a:r>
              <a:rPr lang="en-US" dirty="0"/>
              <a:t>NICHE MARKETS</a:t>
            </a:r>
          </a:p>
        </p:txBody>
      </p:sp>
      <p:sp>
        <p:nvSpPr>
          <p:cNvPr id="7" name="Content Placeholder 6">
            <a:extLst>
              <a:ext uri="{FF2B5EF4-FFF2-40B4-BE49-F238E27FC236}">
                <a16:creationId xmlns:a16="http://schemas.microsoft.com/office/drawing/2014/main" id="{4A96B038-0065-25FF-D501-4719BAF38BDA}"/>
              </a:ext>
            </a:extLst>
          </p:cNvPr>
          <p:cNvSpPr>
            <a:spLocks noGrp="1"/>
          </p:cNvSpPr>
          <p:nvPr>
            <p:ph idx="15"/>
          </p:nvPr>
        </p:nvSpPr>
        <p:spPr/>
        <p:txBody>
          <a:bodyPr/>
          <a:lstStyle/>
          <a:p>
            <a:r>
              <a:rPr lang="en-US" dirty="0"/>
              <a:t>Pursue scalable customer service through sustainable strategies</a:t>
            </a:r>
          </a:p>
          <a:p>
            <a:r>
              <a:rPr lang="en-US" dirty="0"/>
              <a:t>Engage top-line web services with cutting-edge deliverables</a:t>
            </a:r>
          </a:p>
        </p:txBody>
      </p:sp>
      <p:sp>
        <p:nvSpPr>
          <p:cNvPr id="5" name="Text Placeholder 4">
            <a:extLst>
              <a:ext uri="{FF2B5EF4-FFF2-40B4-BE49-F238E27FC236}">
                <a16:creationId xmlns:a16="http://schemas.microsoft.com/office/drawing/2014/main" id="{95DCA6DD-B2B6-0FD4-3C8B-ADF78FCE5641}"/>
              </a:ext>
            </a:extLst>
          </p:cNvPr>
          <p:cNvSpPr>
            <a:spLocks noGrp="1"/>
          </p:cNvSpPr>
          <p:nvPr>
            <p:ph type="body" sz="quarter" idx="3"/>
          </p:nvPr>
        </p:nvSpPr>
        <p:spPr/>
        <p:txBody>
          <a:bodyPr/>
          <a:lstStyle/>
          <a:p>
            <a:r>
              <a:rPr lang="en-US" dirty="0"/>
              <a:t>SUPPLY CHAINS</a:t>
            </a:r>
          </a:p>
        </p:txBody>
      </p:sp>
      <p:sp>
        <p:nvSpPr>
          <p:cNvPr id="8" name="Content Placeholder 7">
            <a:extLst>
              <a:ext uri="{FF2B5EF4-FFF2-40B4-BE49-F238E27FC236}">
                <a16:creationId xmlns:a16="http://schemas.microsoft.com/office/drawing/2014/main" id="{C20C9F7D-0331-291A-B35E-9ED1806F7522}"/>
              </a:ext>
            </a:extLst>
          </p:cNvPr>
          <p:cNvSpPr>
            <a:spLocks noGrp="1"/>
          </p:cNvSpPr>
          <p:nvPr>
            <p:ph idx="16"/>
          </p:nvPr>
        </p:nvSpPr>
        <p:spPr/>
        <p:txBody>
          <a:bodyPr/>
          <a:lstStyle/>
          <a:p>
            <a:r>
              <a:rPr lang="en-US" dirty="0"/>
              <a:t>Cultivate one-to-one customer service with robust ideas</a:t>
            </a:r>
          </a:p>
          <a:p>
            <a:r>
              <a:rPr lang="en-US" dirty="0"/>
              <a:t>Maximize timely deliverables for real-time schemas</a:t>
            </a:r>
          </a:p>
        </p:txBody>
      </p:sp>
      <p:sp>
        <p:nvSpPr>
          <p:cNvPr id="18" name="Slide Number Placeholder 17">
            <a:extLst>
              <a:ext uri="{FF2B5EF4-FFF2-40B4-BE49-F238E27FC236}">
                <a16:creationId xmlns:a16="http://schemas.microsoft.com/office/drawing/2014/main" id="{E1767FB5-192A-E3F6-5996-C7EE38AA9C15}"/>
              </a:ext>
            </a:extLst>
          </p:cNvPr>
          <p:cNvSpPr>
            <a:spLocks noGrp="1"/>
          </p:cNvSpPr>
          <p:nvPr>
            <p:ph type="sldNum" sz="quarter" idx="12"/>
          </p:nvPr>
        </p:nvSpPr>
        <p:spPr/>
        <p:txBody>
          <a:bodyPr/>
          <a:lstStyle/>
          <a:p>
            <a:fld id="{84D792B7-0397-C047-AE12-1A03F7E3DC83}" type="slidenum">
              <a:rPr lang="en-US" smtClean="0"/>
              <a:t>12</a:t>
            </a:fld>
            <a:endParaRPr lang="en-US" dirty="0"/>
          </a:p>
        </p:txBody>
      </p:sp>
      <p:sp>
        <p:nvSpPr>
          <p:cNvPr id="17" name="Footer Placeholder 16">
            <a:extLst>
              <a:ext uri="{FF2B5EF4-FFF2-40B4-BE49-F238E27FC236}">
                <a16:creationId xmlns:a16="http://schemas.microsoft.com/office/drawing/2014/main" id="{ACF8BF3A-C363-DEDE-C8AA-BE89F56B6DA0}"/>
              </a:ext>
            </a:extLst>
          </p:cNvPr>
          <p:cNvSpPr>
            <a:spLocks noGrp="1"/>
          </p:cNvSpPr>
          <p:nvPr>
            <p:ph type="ftr" sz="quarter" idx="11"/>
          </p:nvPr>
        </p:nvSpPr>
        <p:spPr/>
        <p:txBody>
          <a:bodyPr/>
          <a:lstStyle/>
          <a:p>
            <a:r>
              <a:rPr lang="en-US"/>
              <a:t>presentation title</a:t>
            </a:r>
            <a:endParaRPr lang="en-US" dirty="0"/>
          </a:p>
        </p:txBody>
      </p:sp>
      <p:sp>
        <p:nvSpPr>
          <p:cNvPr id="16" name="Date Placeholder 15">
            <a:extLst>
              <a:ext uri="{FF2B5EF4-FFF2-40B4-BE49-F238E27FC236}">
                <a16:creationId xmlns:a16="http://schemas.microsoft.com/office/drawing/2014/main" id="{F3A5445B-F7AA-FFFF-6ED5-385FF529E809}"/>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177485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AEB5D-C504-369F-0181-B40549076849}"/>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B09CBDF-8587-28A0-CAD5-7A42FF72228C}"/>
              </a:ext>
            </a:extLst>
          </p:cNvPr>
          <p:cNvSpPr>
            <a:spLocks noGrp="1"/>
          </p:cNvSpPr>
          <p:nvPr>
            <p:ph idx="1"/>
          </p:nvPr>
        </p:nvSpPr>
        <p:spPr/>
        <p:txBody>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sp>
        <p:nvSpPr>
          <p:cNvPr id="8" name="Slide Number Placeholder 7">
            <a:extLst>
              <a:ext uri="{FF2B5EF4-FFF2-40B4-BE49-F238E27FC236}">
                <a16:creationId xmlns:a16="http://schemas.microsoft.com/office/drawing/2014/main" id="{9A841990-F92B-71BE-C206-FC1157F6592B}"/>
              </a:ext>
            </a:extLst>
          </p:cNvPr>
          <p:cNvSpPr>
            <a:spLocks noGrp="1"/>
          </p:cNvSpPr>
          <p:nvPr>
            <p:ph type="sldNum" sz="quarter" idx="12"/>
          </p:nvPr>
        </p:nvSpPr>
        <p:spPr/>
        <p:txBody>
          <a:bodyPr/>
          <a:lstStyle/>
          <a:p>
            <a:fld id="{84D792B7-0397-C047-AE12-1A03F7E3DC83}" type="slidenum">
              <a:rPr lang="en-US" smtClean="0"/>
              <a:t>13</a:t>
            </a:fld>
            <a:endParaRPr lang="en-US" dirty="0"/>
          </a:p>
        </p:txBody>
      </p:sp>
      <p:sp>
        <p:nvSpPr>
          <p:cNvPr id="7" name="Footer Placeholder 6">
            <a:extLst>
              <a:ext uri="{FF2B5EF4-FFF2-40B4-BE49-F238E27FC236}">
                <a16:creationId xmlns:a16="http://schemas.microsoft.com/office/drawing/2014/main" id="{55086353-5676-19E6-895A-6E5719BD8B35}"/>
              </a:ext>
            </a:extLst>
          </p:cNvPr>
          <p:cNvSpPr>
            <a:spLocks noGrp="1"/>
          </p:cNvSpPr>
          <p:nvPr>
            <p:ph type="ftr" sz="quarter" idx="11"/>
          </p:nvPr>
        </p:nvSpPr>
        <p:spPr/>
        <p:txBody>
          <a:bodyPr/>
          <a:lstStyle/>
          <a:p>
            <a:r>
              <a:rPr lang="en-US"/>
              <a:t>presentation title</a:t>
            </a:r>
            <a:endParaRPr lang="en-US" dirty="0"/>
          </a:p>
        </p:txBody>
      </p:sp>
      <p:sp>
        <p:nvSpPr>
          <p:cNvPr id="6" name="Date Placeholder 5">
            <a:extLst>
              <a:ext uri="{FF2B5EF4-FFF2-40B4-BE49-F238E27FC236}">
                <a16:creationId xmlns:a16="http://schemas.microsoft.com/office/drawing/2014/main" id="{C7AC2FFE-50C5-9217-F17B-6F445151A7FD}"/>
              </a:ext>
            </a:extLst>
          </p:cNvPr>
          <p:cNvSpPr>
            <a:spLocks noGrp="1"/>
          </p:cNvSpPr>
          <p:nvPr>
            <p:ph type="dt" sz="half" idx="10"/>
          </p:nvPr>
        </p:nvSpPr>
        <p:spPr/>
        <p:txBody>
          <a:bodyPr/>
          <a:lstStyle/>
          <a:p>
            <a:r>
              <a:rPr lang="en-US"/>
              <a:t>20XX</a:t>
            </a:r>
            <a:endParaRPr lang="en-US" dirty="0"/>
          </a:p>
        </p:txBody>
      </p:sp>
    </p:spTree>
    <p:extLst>
      <p:ext uri="{BB962C8B-B14F-4D97-AF65-F5344CB8AC3E}">
        <p14:creationId xmlns:p14="http://schemas.microsoft.com/office/powerpoint/2010/main" val="3553386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D8761-2537-7A8E-AAF5-0200BA27447A}"/>
              </a:ext>
            </a:extLst>
          </p:cNvPr>
          <p:cNvSpPr>
            <a:spLocks noGrp="1"/>
          </p:cNvSpPr>
          <p:nvPr>
            <p:ph type="title"/>
          </p:nvPr>
        </p:nvSpPr>
        <p:spPr/>
        <p:txBody>
          <a:bodyPr/>
          <a:lstStyle/>
          <a:p>
            <a:r>
              <a:rPr lang="en-US" dirty="0"/>
              <a:t>THANK YOU</a:t>
            </a:r>
          </a:p>
        </p:txBody>
      </p:sp>
      <p:pic>
        <p:nvPicPr>
          <p:cNvPr id="8" name="Picture Placeholder 7" descr="City steps">
            <a:extLst>
              <a:ext uri="{FF2B5EF4-FFF2-40B4-BE49-F238E27FC236}">
                <a16:creationId xmlns:a16="http://schemas.microsoft.com/office/drawing/2014/main" id="{3E013DA2-B732-4592-2541-5EA872C21604}"/>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colorTemperature colorTemp="7078"/>
                    </a14:imgEffect>
                    <a14:imgEffect>
                      <a14:brightnessContrast bright="-14000" contrast="-3000"/>
                    </a14:imgEffect>
                  </a14:imgLayer>
                </a14:imgProps>
              </a:ext>
            </a:extLst>
          </a:blip>
          <a:srcRect t="81" b="81"/>
          <a:stretch/>
        </p:blipFill>
        <p:spPr/>
      </p:pic>
      <p:sp>
        <p:nvSpPr>
          <p:cNvPr id="11" name="Text Placeholder 10">
            <a:extLst>
              <a:ext uri="{FF2B5EF4-FFF2-40B4-BE49-F238E27FC236}">
                <a16:creationId xmlns:a16="http://schemas.microsoft.com/office/drawing/2014/main" id="{5C6928F1-4E3C-0C3A-F853-910AF3D19460}"/>
              </a:ext>
            </a:extLst>
          </p:cNvPr>
          <p:cNvSpPr>
            <a:spLocks noGrp="1"/>
          </p:cNvSpPr>
          <p:nvPr>
            <p:ph type="body" sz="quarter" idx="14"/>
          </p:nvPr>
        </p:nvSpPr>
        <p:spPr/>
        <p:txBody>
          <a:bodyPr/>
          <a:lstStyle/>
          <a:p>
            <a:r>
              <a:rPr lang="en-US" dirty="0"/>
              <a:t>MIRJAM NILSSON</a:t>
            </a:r>
          </a:p>
        </p:txBody>
      </p:sp>
      <p:sp>
        <p:nvSpPr>
          <p:cNvPr id="12" name="Text Placeholder 11">
            <a:extLst>
              <a:ext uri="{FF2B5EF4-FFF2-40B4-BE49-F238E27FC236}">
                <a16:creationId xmlns:a16="http://schemas.microsoft.com/office/drawing/2014/main" id="{C07C030C-4EF2-A28B-3096-012353B7BA33}"/>
              </a:ext>
            </a:extLst>
          </p:cNvPr>
          <p:cNvSpPr>
            <a:spLocks noGrp="1"/>
          </p:cNvSpPr>
          <p:nvPr>
            <p:ph type="body" sz="quarter" idx="15"/>
          </p:nvPr>
        </p:nvSpPr>
        <p:spPr/>
        <p:txBody>
          <a:bodyPr/>
          <a:lstStyle/>
          <a:p>
            <a:r>
              <a:rPr lang="en-US" dirty="0"/>
              <a:t>mirjam@contoso.com</a:t>
            </a:r>
          </a:p>
        </p:txBody>
      </p:sp>
      <p:sp>
        <p:nvSpPr>
          <p:cNvPr id="13" name="Text Placeholder 12">
            <a:extLst>
              <a:ext uri="{FF2B5EF4-FFF2-40B4-BE49-F238E27FC236}">
                <a16:creationId xmlns:a16="http://schemas.microsoft.com/office/drawing/2014/main" id="{D48DB40D-F8D7-F5E6-8321-429766754196}"/>
              </a:ext>
            </a:extLst>
          </p:cNvPr>
          <p:cNvSpPr>
            <a:spLocks noGrp="1"/>
          </p:cNvSpPr>
          <p:nvPr>
            <p:ph type="body" sz="quarter" idx="16"/>
          </p:nvPr>
        </p:nvSpPr>
        <p:spPr/>
        <p:txBody>
          <a:bodyPr/>
          <a:lstStyle/>
          <a:p>
            <a:r>
              <a:rPr lang="en-US" dirty="0"/>
              <a:t>www.contoso.com</a:t>
            </a:r>
          </a:p>
        </p:txBody>
      </p:sp>
    </p:spTree>
    <p:extLst>
      <p:ext uri="{BB962C8B-B14F-4D97-AF65-F5344CB8AC3E}">
        <p14:creationId xmlns:p14="http://schemas.microsoft.com/office/powerpoint/2010/main" val="1625759874"/>
      </p:ext>
    </p:extLst>
  </p:cSld>
  <p:clrMapOvr>
    <a:masterClrMapping/>
  </p:clrMapOvr>
</p:sld>
</file>

<file path=ppt/theme/theme1.xml><?xml version="1.0" encoding="utf-8"?>
<a:theme xmlns:a="http://schemas.openxmlformats.org/drawingml/2006/main" name="Office Theme">
  <a:themeElements>
    <a:clrScheme name="Custom 33">
      <a:dk1>
        <a:srgbClr val="000000"/>
      </a:dk1>
      <a:lt1>
        <a:srgbClr val="FFFFFF"/>
      </a:lt1>
      <a:dk2>
        <a:srgbClr val="59512B"/>
      </a:dk2>
      <a:lt2>
        <a:srgbClr val="E7E4E6"/>
      </a:lt2>
      <a:accent1>
        <a:srgbClr val="F8F4EC"/>
      </a:accent1>
      <a:accent2>
        <a:srgbClr val="474134"/>
      </a:accent2>
      <a:accent3>
        <a:srgbClr val="E5E0D8"/>
      </a:accent3>
      <a:accent4>
        <a:srgbClr val="B6A592"/>
      </a:accent4>
      <a:accent5>
        <a:srgbClr val="F4F0ED"/>
      </a:accent5>
      <a:accent6>
        <a:srgbClr val="CEC5A7"/>
      </a:accent6>
      <a:hlink>
        <a:srgbClr val="827D57"/>
      </a:hlink>
      <a:folHlink>
        <a:srgbClr val="867052"/>
      </a:folHlink>
    </a:clrScheme>
    <a:fontScheme name="Custom 31">
      <a:majorFont>
        <a:latin typeface="Felix Titl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y-Design-Berlin-Presentation_Win32_SW_v11" id="{A1E1012F-E9F8-4F40-92C8-C50A5DD6BDB3}" vid="{84DD5023-C7E9-4B03-B2A5-92320E38EF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9262BC-C013-4067-8A15-9DCD1281E34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7B04EA5-0343-4579-A177-61682A6D2ED2}">
  <ds:schemaRefs>
    <ds:schemaRef ds:uri="http://schemas.microsoft.com/sharepoint/v3/contenttype/forms"/>
  </ds:schemaRefs>
</ds:datastoreItem>
</file>

<file path=customXml/itemProps3.xml><?xml version="1.0" encoding="utf-8"?>
<ds:datastoreItem xmlns:ds="http://schemas.openxmlformats.org/officeDocument/2006/customXml" ds:itemID="{08AEB05A-1290-41EF-A3CD-520462C3FF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434</Words>
  <Application>Microsoft Office PowerPoint</Application>
  <PresentationFormat>Widescreen</PresentationFormat>
  <Paragraphs>154</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PRESENTATION  TITLE</vt:lpstr>
      <vt:lpstr>Agenda</vt:lpstr>
      <vt:lpstr>INTRODUCTION</vt:lpstr>
      <vt:lpstr>Primary Goals</vt:lpstr>
      <vt:lpstr>AREAS OF GROWTH</vt:lpstr>
      <vt:lpstr>Business opportunities are like buses. There's always another one coming.</vt:lpstr>
      <vt:lpstr>OUR TEAM</vt:lpstr>
      <vt:lpstr>OUR Extended TEAM</vt:lpstr>
      <vt:lpstr>PLANS FOR PRODUCT LAUNCH</vt:lpstr>
      <vt:lpstr>TIMELINE</vt:lpstr>
      <vt:lpstr>AREAS OF FOCUS</vt:lpstr>
      <vt:lpstr>HOW WE GET THERE</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2026-07-16T05:40:02Z</dcterms:created>
  <dcterms:modified xsi:type="dcterms:W3CDTF">2026-07-16T05:40:04Z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