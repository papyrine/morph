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65" r:id="rId5"/>
    <p:sldId id="266" r:id="rId6"/>
    <p:sldId id="261" r:id="rId7"/>
    <p:sldId id="256" r:id="rId8"/>
    <p:sldId id="269" r:id="rId9"/>
    <p:sldId id="267" r:id="rId10"/>
    <p:sldId id="270" r:id="rId11"/>
    <p:sldId id="268" r:id="rId12"/>
    <p:sldId id="271" r:id="rId13"/>
  </p:sldIdLst>
  <p:sldSz cx="9601200" cy="73152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2A91"/>
    <a:srgbClr val="645149"/>
    <a:srgbClr val="7A2992"/>
    <a:srgbClr val="5A1325"/>
    <a:srgbClr val="0079BF"/>
    <a:srgbClr val="00D6E6"/>
    <a:srgbClr val="587FA8"/>
    <a:srgbClr val="CA611F"/>
    <a:srgbClr val="0764B2"/>
    <a:srgbClr val="2D8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71" autoAdjust="0"/>
    <p:restoredTop sz="86447" autoAdjust="0"/>
  </p:normalViewPr>
  <p:slideViewPr>
    <p:cSldViewPr snapToGrid="0">
      <p:cViewPr>
        <p:scale>
          <a:sx n="100" d="100"/>
          <a:sy n="100" d="100"/>
        </p:scale>
        <p:origin x="221" y="-59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333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6EC3B7-0485-9F38-1F56-8632B4107C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3379D-5893-6F71-23FD-797EE43F94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02CE5E-339D-4BCE-A048-A49B2A29012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AE6BD9-1331-0F64-A110-3A3C8F917C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97A75-D8D0-5E30-8BFD-03765CDAF6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746163-6A19-4717-8B68-688695B551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377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F248E-3BAD-413D-8BE6-8C2367CCD22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71613" y="1173163"/>
            <a:ext cx="41592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F780D-9F3A-4C91-84EE-3B6A0C2DD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8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F780D-9F3A-4C91-84EE-3B6A0C2DDF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171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F780D-9F3A-4C91-84EE-3B6A0C2DDF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45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F780D-9F3A-4C91-84EE-3B6A0C2DDF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1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F780D-9F3A-4C91-84EE-3B6A0C2DDF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89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F780D-9F3A-4C91-84EE-3B6A0C2DDF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84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F780D-9F3A-4C91-84EE-3B6A0C2DDF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3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F780D-9F3A-4C91-84EE-3B6A0C2DDF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60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F780D-9F3A-4C91-84EE-3B6A0C2DDF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358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F780D-9F3A-4C91-84EE-3B6A0C2DDF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7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CF6D789D-CBE8-6D4C-8EE3-8008F5F728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800600" cy="730818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910128"/>
            <a:ext cx="3894667" cy="2186036"/>
          </a:xfrm>
          <a:solidFill>
            <a:schemeClr val="accent1"/>
          </a:solidFill>
        </p:spPr>
        <p:txBody>
          <a:bodyPr lIns="228600" tIns="182880" anchor="t">
            <a:noAutofit/>
          </a:bodyPr>
          <a:lstStyle>
            <a:lvl1pPr>
              <a:defRPr lang="en-US" sz="3200" kern="1200">
                <a:solidFill>
                  <a:schemeClr val="bg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00600" y="0"/>
            <a:ext cx="4800600" cy="732887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2532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  <p15:guide id="2" pos="2448">
          <p15:clr>
            <a:srgbClr val="FBAE40"/>
          </p15:clr>
        </p15:guide>
        <p15:guide id="3" orient="horz" pos="57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7018"/>
            <a:ext cx="4495800" cy="916290"/>
          </a:xfrm>
        </p:spPr>
        <p:txBody>
          <a:bodyPr/>
          <a:lstStyle>
            <a:lvl1pPr>
              <a:defRPr lang="en-US" sz="2800" kern="1200">
                <a:solidFill>
                  <a:srgbClr val="772A9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latin typeface="+mn-lt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4457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inting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7018"/>
            <a:ext cx="4495800" cy="916290"/>
          </a:xfrm>
        </p:spPr>
        <p:txBody>
          <a:bodyPr>
            <a:normAutofit/>
          </a:bodyPr>
          <a:lstStyle>
            <a:lvl1pPr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7C3081-2A17-4033-9344-B4021D6FEF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00600" y="118944"/>
            <a:ext cx="4630738" cy="692439"/>
          </a:xfrm>
        </p:spPr>
        <p:txBody>
          <a:bodyPr>
            <a:noAutofit/>
          </a:bodyPr>
          <a:lstStyle>
            <a:lvl1pPr marL="0" indent="0" algn="l">
              <a:buNone/>
              <a:defRPr sz="1100">
                <a:latin typeface="+mn-lt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latin typeface="+mn-lt"/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554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389468"/>
            <a:ext cx="828103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947333"/>
            <a:ext cx="8281035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82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68" r:id="rId3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" userDrawn="1">
          <p15:clr>
            <a:srgbClr val="F26B43"/>
          </p15:clr>
        </p15:guide>
        <p15:guide id="2" pos="5856" userDrawn="1">
          <p15:clr>
            <a:srgbClr val="F26B43"/>
          </p15:clr>
        </p15:guide>
        <p15:guide id="3" pos="192" userDrawn="1">
          <p15:clr>
            <a:srgbClr val="F26B43"/>
          </p15:clr>
        </p15:guide>
        <p15:guide id="4" orient="horz" pos="23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bstract swirls to color">
            <a:extLst>
              <a:ext uri="{FF2B5EF4-FFF2-40B4-BE49-F238E27FC236}">
                <a16:creationId xmlns:a16="http://schemas.microsoft.com/office/drawing/2014/main" id="{153D80F4-8100-4A73-80DD-E8758C0FD28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" r="22"/>
          <a:stretch/>
        </p:blipFill>
        <p:spPr>
          <a:xfrm>
            <a:off x="0" y="0"/>
            <a:ext cx="4800600" cy="7308182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3518BAC-F0A1-A547-8EF5-B340CE8C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0128"/>
            <a:ext cx="3894667" cy="2186036"/>
          </a:xfrm>
        </p:spPr>
        <p:txBody>
          <a:bodyPr/>
          <a:lstStyle/>
          <a:p>
            <a:r>
              <a:rPr lang="en-US" dirty="0"/>
              <a:t>Abstract art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Number-guided painting</a:t>
            </a:r>
          </a:p>
        </p:txBody>
      </p:sp>
      <p:pic>
        <p:nvPicPr>
          <p:cNvPr id="3" name="Picture Placeholder 2" descr="abstract swrils">
            <a:extLst>
              <a:ext uri="{FF2B5EF4-FFF2-40B4-BE49-F238E27FC236}">
                <a16:creationId xmlns:a16="http://schemas.microsoft.com/office/drawing/2014/main" id="{D3A69109-C088-40B6-A5CE-C36B57F68A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" r="32"/>
          <a:stretch/>
        </p:blipFill>
        <p:spPr>
          <a:xfrm>
            <a:off x="4800600" y="0"/>
            <a:ext cx="4800600" cy="7328870"/>
          </a:xfrm>
        </p:spPr>
      </p:pic>
    </p:spTree>
    <p:extLst>
      <p:ext uri="{BB962C8B-B14F-4D97-AF65-F5344CB8AC3E}">
        <p14:creationId xmlns:p14="http://schemas.microsoft.com/office/powerpoint/2010/main" val="134393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36ADE-9787-558B-B17E-A3DDFCD26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7018"/>
            <a:ext cx="4495800" cy="916290"/>
          </a:xfrm>
        </p:spPr>
        <p:txBody>
          <a:bodyPr/>
          <a:lstStyle/>
          <a:p>
            <a:r>
              <a:rPr lang="en-US" noProof="0" dirty="0">
                <a:solidFill>
                  <a:schemeClr val="accent1"/>
                </a:solidFill>
              </a:rPr>
              <a:t>Abstract swirls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4" name="Picture Placeholder 2" descr="abstract swirl">
            <a:extLst>
              <a:ext uri="{FF2B5EF4-FFF2-40B4-BE49-F238E27FC236}">
                <a16:creationId xmlns:a16="http://schemas.microsoft.com/office/drawing/2014/main" id="{FA730A7D-C0AD-1DE4-92B9-20C22317F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426293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DC639B7-8A09-7010-1A11-C46226E37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7018"/>
            <a:ext cx="4495800" cy="916290"/>
          </a:xfrm>
        </p:spPr>
        <p:txBody>
          <a:bodyPr/>
          <a:lstStyle/>
          <a:p>
            <a:r>
              <a:rPr lang="en-US" noProof="0" dirty="0"/>
              <a:t>Print then paint or color </a:t>
            </a:r>
            <a:endParaRPr lang="en-US" dirty="0"/>
          </a:p>
        </p:txBody>
      </p:sp>
      <p:pic>
        <p:nvPicPr>
          <p:cNvPr id="11" name="Picture Placeholder 10" descr="abstract swirls  color palette">
            <a:extLst>
              <a:ext uri="{FF2B5EF4-FFF2-40B4-BE49-F238E27FC236}">
                <a16:creationId xmlns:a16="http://schemas.microsoft.com/office/drawing/2014/main" id="{554713A5-280F-4CE4-9267-689382D6487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5753" r="-5753"/>
          <a:stretch/>
        </p:blipFill>
        <p:spPr>
          <a:xfrm>
            <a:off x="4800600" y="118944"/>
            <a:ext cx="4630738" cy="692439"/>
          </a:xfrm>
        </p:spPr>
      </p:pic>
      <p:pic>
        <p:nvPicPr>
          <p:cNvPr id="3" name="Picture Placeholder 2" descr="abstract swirls to color">
            <a:extLst>
              <a:ext uri="{FF2B5EF4-FFF2-40B4-BE49-F238E27FC236}">
                <a16:creationId xmlns:a16="http://schemas.microsoft.com/office/drawing/2014/main" id="{882DCED7-AC50-47E8-8441-5840B0EEFD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3279082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372D-5161-4E1C-90ED-35BE2286A2F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Abstract hexagons</a:t>
            </a:r>
          </a:p>
        </p:txBody>
      </p:sp>
      <p:pic>
        <p:nvPicPr>
          <p:cNvPr id="4" name="Picture Placeholder 3" descr="abstract hexagons">
            <a:extLst>
              <a:ext uri="{FF2B5EF4-FFF2-40B4-BE49-F238E27FC236}">
                <a16:creationId xmlns:a16="http://schemas.microsoft.com/office/drawing/2014/main" id="{C69CC0EA-1B34-44DB-A8C7-71CE34F324F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/>
      </p:pic>
    </p:spTree>
    <p:extLst>
      <p:ext uri="{BB962C8B-B14F-4D97-AF65-F5344CB8AC3E}">
        <p14:creationId xmlns:p14="http://schemas.microsoft.com/office/powerpoint/2010/main" val="327615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761576-8777-1D78-4F7F-BADF7B07A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then paint or color  </a:t>
            </a:r>
          </a:p>
        </p:txBody>
      </p:sp>
      <p:pic>
        <p:nvPicPr>
          <p:cNvPr id="5" name="Picture Placeholder 10" descr="abstract hexagons color palette">
            <a:extLst>
              <a:ext uri="{FF2B5EF4-FFF2-40B4-BE49-F238E27FC236}">
                <a16:creationId xmlns:a16="http://schemas.microsoft.com/office/drawing/2014/main" id="{B58CB36B-F8A7-C2DF-6BB3-7B03FBC5151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24467" b="-24467"/>
          <a:stretch/>
        </p:blipFill>
        <p:spPr/>
      </p:pic>
      <p:pic>
        <p:nvPicPr>
          <p:cNvPr id="6" name="Picture Placeholder 2" descr="hexagons to color">
            <a:extLst>
              <a:ext uri="{FF2B5EF4-FFF2-40B4-BE49-F238E27FC236}">
                <a16:creationId xmlns:a16="http://schemas.microsoft.com/office/drawing/2014/main" id="{E2690EE7-8921-7234-25A2-A1E09B90B38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/>
      </p:pic>
    </p:spTree>
    <p:extLst>
      <p:ext uri="{BB962C8B-B14F-4D97-AF65-F5344CB8AC3E}">
        <p14:creationId xmlns:p14="http://schemas.microsoft.com/office/powerpoint/2010/main" val="389419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8AEFE7-5392-0AC7-9044-569333413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chemeClr val="accent5"/>
                </a:solidFill>
              </a:rPr>
              <a:t>Abstract teardrops</a:t>
            </a:r>
            <a:endParaRPr lang="en-US" dirty="0">
              <a:solidFill>
                <a:schemeClr val="accent5"/>
              </a:solidFill>
            </a:endParaRPr>
          </a:p>
        </p:txBody>
      </p:sp>
      <p:pic>
        <p:nvPicPr>
          <p:cNvPr id="4" name="Picture Placeholder 8" descr="abstract tear drops">
            <a:extLst>
              <a:ext uri="{FF2B5EF4-FFF2-40B4-BE49-F238E27FC236}">
                <a16:creationId xmlns:a16="http://schemas.microsoft.com/office/drawing/2014/main" id="{78FA5ABC-5277-6BB4-89FA-FCA0735AF87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/>
      </p:pic>
    </p:spTree>
    <p:extLst>
      <p:ext uri="{BB962C8B-B14F-4D97-AF65-F5344CB8AC3E}">
        <p14:creationId xmlns:p14="http://schemas.microsoft.com/office/powerpoint/2010/main" val="253673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C048169-AE83-2EC1-AB4B-B5E399F4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 then paint or color   </a:t>
            </a:r>
          </a:p>
        </p:txBody>
      </p:sp>
      <p:pic>
        <p:nvPicPr>
          <p:cNvPr id="9" name="Picture Placeholder 8" descr="Color Palette">
            <a:extLst>
              <a:ext uri="{FF2B5EF4-FFF2-40B4-BE49-F238E27FC236}">
                <a16:creationId xmlns:a16="http://schemas.microsoft.com/office/drawing/2014/main" id="{A77D29D8-CF17-2877-F761-96B31A50B5C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-41025" b="-41025"/>
          <a:stretch/>
        </p:blipFill>
        <p:spPr/>
      </p:pic>
      <p:pic>
        <p:nvPicPr>
          <p:cNvPr id="13" name="Picture Placeholder 2" descr="abstract tear drops to color">
            <a:extLst>
              <a:ext uri="{FF2B5EF4-FFF2-40B4-BE49-F238E27FC236}">
                <a16:creationId xmlns:a16="http://schemas.microsoft.com/office/drawing/2014/main" id="{171D7142-F446-99FA-A947-8A367029F3B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/>
      </p:pic>
    </p:spTree>
    <p:extLst>
      <p:ext uri="{BB962C8B-B14F-4D97-AF65-F5344CB8AC3E}">
        <p14:creationId xmlns:p14="http://schemas.microsoft.com/office/powerpoint/2010/main" val="3055280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77AD71-BD45-4E3A-AAF2-514EF69B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Abstract bokeh</a:t>
            </a:r>
          </a:p>
        </p:txBody>
      </p:sp>
      <p:pic>
        <p:nvPicPr>
          <p:cNvPr id="4" name="Picture Placeholder 8" descr="abstract bokeh">
            <a:extLst>
              <a:ext uri="{FF2B5EF4-FFF2-40B4-BE49-F238E27FC236}">
                <a16:creationId xmlns:a16="http://schemas.microsoft.com/office/drawing/2014/main" id="{9A52654C-DBA1-B6CA-9FBB-8BA939224D3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/>
      </p:pic>
    </p:spTree>
    <p:extLst>
      <p:ext uri="{BB962C8B-B14F-4D97-AF65-F5344CB8AC3E}">
        <p14:creationId xmlns:p14="http://schemas.microsoft.com/office/powerpoint/2010/main" val="178257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679B5A-614C-9865-CC2D-84B483E0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Print then paint or color    </a:t>
            </a:r>
            <a:endParaRPr lang="en-US" dirty="0"/>
          </a:p>
        </p:txBody>
      </p:sp>
      <p:pic>
        <p:nvPicPr>
          <p:cNvPr id="5" name="Picture Placeholder 11" descr="abstract bokeh color palette">
            <a:extLst>
              <a:ext uri="{FF2B5EF4-FFF2-40B4-BE49-F238E27FC236}">
                <a16:creationId xmlns:a16="http://schemas.microsoft.com/office/drawing/2014/main" id="{BB8F4657-11A4-D855-0E0C-3176086785A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24467" b="-24467"/>
          <a:stretch/>
        </p:blipFill>
        <p:spPr/>
      </p:pic>
      <p:pic>
        <p:nvPicPr>
          <p:cNvPr id="6" name="Picture Placeholder 8" descr="abstract bokeh to color">
            <a:extLst>
              <a:ext uri="{FF2B5EF4-FFF2-40B4-BE49-F238E27FC236}">
                <a16:creationId xmlns:a16="http://schemas.microsoft.com/office/drawing/2014/main" id="{EA9979F9-4896-793D-7FB3-5EBAED601AC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" b="10"/>
          <a:stretch/>
        </p:blipFill>
        <p:spPr/>
      </p:pic>
    </p:spTree>
    <p:extLst>
      <p:ext uri="{BB962C8B-B14F-4D97-AF65-F5344CB8AC3E}">
        <p14:creationId xmlns:p14="http://schemas.microsoft.com/office/powerpoint/2010/main" val="222127486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72A91"/>
      </a:accent1>
      <a:accent2>
        <a:srgbClr val="645149"/>
      </a:accent2>
      <a:accent3>
        <a:srgbClr val="587FA8"/>
      </a:accent3>
      <a:accent4>
        <a:srgbClr val="5A1325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int by numbers.pptx" id="{65127FC3-665C-4442-B15D-047A8505F211}" vid="{5C4EA028-0DED-4B84-A5F0-3296D3D2BD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B7EC72-E6E9-4930-A16E-24B0E5290B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408DA2-6604-4EEE-BE5D-B288162FFC9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99011C7-53EA-4730-892F-F516D98A712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</Words>
  <Application>Microsoft Office PowerPoint</Application>
  <PresentationFormat>Custom</PresentationFormat>
  <Paragraphs>18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Custom</vt:lpstr>
      <vt:lpstr>Abstract art  Number-guided painting</vt:lpstr>
      <vt:lpstr>Abstract swirls</vt:lpstr>
      <vt:lpstr>Print then paint or color </vt:lpstr>
      <vt:lpstr>Abstract hexagons</vt:lpstr>
      <vt:lpstr>Print then paint or color  </vt:lpstr>
      <vt:lpstr>Abstract teardrops</vt:lpstr>
      <vt:lpstr>Print then paint or color   </vt:lpstr>
      <vt:lpstr>Abstract bokeh</vt:lpstr>
      <vt:lpstr>Print then paint or color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2026-07-16T05:47:30Z</dcterms:created>
  <dcterms:modified xsi:type="dcterms:W3CDTF">2026-07-16T05:47:33Z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