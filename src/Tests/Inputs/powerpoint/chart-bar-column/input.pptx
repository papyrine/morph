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26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C5-4120-BA79-8CE4D33A91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C5-4120-BA79-8CE4D33A91A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7C5-4120-BA79-8CE4D33A91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77979695"/>
        <c:axId val="1363805263"/>
      </c:barChart>
      <c:catAx>
        <c:axId val="157797969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3805263"/>
        <c:crosses val="autoZero"/>
        <c:auto val="1"/>
        <c:lblAlgn val="ctr"/>
        <c:lblOffset val="100"/>
        <c:noMultiLvlLbl val="0"/>
      </c:catAx>
      <c:valAx>
        <c:axId val="13638052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79796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07-4AAD-B719-ED7F756A46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07-4AAD-B719-ED7F756A46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507-4AAD-B719-ED7F756A46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72576735"/>
        <c:axId val="1363826383"/>
      </c:barChart>
      <c:catAx>
        <c:axId val="13725767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3826383"/>
        <c:crosses val="autoZero"/>
        <c:auto val="1"/>
        <c:lblAlgn val="ctr"/>
        <c:lblOffset val="100"/>
        <c:noMultiLvlLbl val="0"/>
      </c:catAx>
      <c:valAx>
        <c:axId val="13638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25767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FAAE8-69CA-D985-69BA-13F65763C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860335-40CE-4CD0-0B8A-43B001680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C10E4-AEAE-F877-8DEB-D409B5494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DFD28-4138-4D47-9CE6-82DD5293417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33C21-680E-5559-373A-6702B94FE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9B516-F317-6B26-2DC6-7CB5B3C07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D566-2F1C-4F32-AF96-B740778E3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2748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5F246-E369-C2EA-55BA-3EBF998D2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8D9A1-6D73-E908-0BA2-D592251F3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C089E-F2A0-6980-68AD-DB9D2F02B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DFD28-4138-4D47-9CE6-82DD5293417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FB667-4A6A-8EC0-D759-C6BC18A37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61A4E-FE8A-F04A-13D0-EC221406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D566-2F1C-4F32-AF96-B740778E3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3548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B5821-F10B-5D50-5580-F5332C65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7FEFB-2572-E866-B061-4CC589C88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46363-9D69-F9C5-3AA3-90795E55C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DFD28-4138-4D47-9CE6-82DD5293417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AEE6-2256-1B7F-ED7B-A6D8E7D0F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5C96E-7A07-BDD9-7F95-F84B55B7D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D566-2F1C-4F32-AF96-B740778E3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612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DF11F-CF33-0700-A02D-7788050EC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F6EF3-851A-D7FD-E678-25ADB5037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CB13F3-C23B-4EB2-6051-182190AEF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E6708F-95B4-1A4F-7DFA-1CF16BA89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DFD28-4138-4D47-9CE6-82DD5293417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C164B-F403-3CB8-256C-CAD5085A8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A908A-AB65-1A2B-9B37-869E73623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D566-2F1C-4F32-AF96-B740778E3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633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B926C-66B4-30FD-122E-9799EB409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2CD0A-7694-224E-C778-4F08C7D16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3A131A-EBAF-819D-51DE-1078F744A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2359DB-2356-EC16-91DF-A37EF2489B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0C0207-401C-CD94-DC35-723AB69758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209EB6-55AE-F98D-22BB-339CF9662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DFD28-4138-4D47-9CE6-82DD5293417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09BA84-78FC-9F5A-2457-BF8ACABB3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C7620A-B105-0ADE-4BA4-92475F148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D566-2F1C-4F32-AF96-B740778E3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4265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8B5C-52B1-5F8E-9739-501F25265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C260ED-7497-90B8-9AAE-AEA63A729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DFD28-4138-4D47-9CE6-82DD5293417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306B6D-6010-17ED-E826-549DBFFAA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4A3F68-EF87-1506-706F-ECFB5BFE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D566-2F1C-4F32-AF96-B740778E3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9806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312000-46B4-E122-6C52-818F4C906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DFD28-4138-4D47-9CE6-82DD5293417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03875D-06FC-7BC1-427C-DE85FC577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35A2F-CCD2-7590-ACD6-BA69E013B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D566-2F1C-4F32-AF96-B740778E3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3183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434DA-2C56-85A8-34F9-01D0F7429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D0309-924A-3EB6-F1E6-FA7ECB191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DDFDBA-4B17-EDF8-7DF4-16F5B6CF2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44ED6-F39B-1EB8-7722-00E4C67D3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DFD28-4138-4D47-9CE6-82DD5293417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32FD1-C11A-C17E-08C9-BD0EEF144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7CB29-C1A4-2747-448D-858719A02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D566-2F1C-4F32-AF96-B740778E3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5646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302BC-158E-CBED-9E5A-A99C4D976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D51257-82C2-8F0C-BD26-0AA7EB1918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39A296-3868-5CBC-757B-17C456A4E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1B70A-380F-20C7-D850-63BA13A36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DFD28-4138-4D47-9CE6-82DD5293417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17AE9-3CF8-F0B9-7CDF-C6705A4E5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66AA3-DF07-DE85-B3E7-C8C99E422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D566-2F1C-4F32-AF96-B740778E3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7956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FD59F-4F24-A392-3D3E-FF9A50EEC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C44DDC-04B1-67BD-FB5C-073A28CFA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99C7D-D6E8-EBBA-250F-9E83130B6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DFD28-4138-4D47-9CE6-82DD5293417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F72DC-17E4-A6F3-7545-65523EFEF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EE027-8531-6762-1D66-44DD3D126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D566-2F1C-4F32-AF96-B740778E3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2284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C76612-486A-3CA3-598C-64DE89CE3C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0F38CA-3326-067E-4787-3D1B132F5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BD69D-0706-C757-4D7B-0F406F1C4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DFD28-4138-4D47-9CE6-82DD5293417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3316-7E5F-35C9-1FD9-B6B69C265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288CD-240C-2DA6-67AE-89F953C6E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D566-2F1C-4F32-AF96-B740778E3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540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C40BE9-A53B-A8C8-A2AA-2E16139C4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3B881-7D40-7888-FDC6-9D9E0A1C3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206B0-0E97-CEC1-703B-60EC09A99B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DFD28-4138-4D47-9CE6-82DD5293417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AFFD3-5B27-45DF-A95D-A1F37A3D06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02912-B3E0-68B9-233F-F732686BE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2D566-2F1C-4F32-AF96-B740778E3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0882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3E82E5C-28AA-3FD5-698D-4D8B6280DE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8017422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32249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5C7CD69-5AD5-1035-96BE-E60F06F0EF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656831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81802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Cropp</dc:creator>
  <cp:lastModifiedBy>Simon Cropp</cp:lastModifiedBy>
  <cp:revision>1</cp:revision>
  <dcterms:created xsi:type="dcterms:W3CDTF">2026-10-25T21:44:00Z</dcterms:created>
  <dcterms:modified xsi:type="dcterms:W3CDTF">2026-10-25T21:44:00Z</dcterms:modified>
</cp:coreProperties>
</file>