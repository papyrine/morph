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C3-4CDE-8351-935E1A5FC4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4C3-4CDE-8351-935E1A5FC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6567936"/>
        <c:axId val="1464395600"/>
      </c:radarChart>
      <c:catAx>
        <c:axId val="1546567936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4395600"/>
        <c:crosses val="autoZero"/>
        <c:auto val="1"/>
        <c:lblAlgn val="ctr"/>
        <c:lblOffset val="100"/>
        <c:noMultiLvlLbl val="0"/>
      </c:catAx>
      <c:valAx>
        <c:axId val="1464395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567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E7-4976-AA6A-AC9BCCC5FE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E7-4976-AA6A-AC9BCCC5F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75850400"/>
        <c:axId val="1122112400"/>
      </c:radarChart>
      <c:catAx>
        <c:axId val="1475850400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2112400"/>
        <c:crosses val="autoZero"/>
        <c:auto val="1"/>
        <c:lblAlgn val="ctr"/>
        <c:lblOffset val="100"/>
        <c:noMultiLvlLbl val="0"/>
      </c:catAx>
      <c:valAx>
        <c:axId val="1122112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5850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BB3D-0AEC-36DE-5510-EB07ECF3D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5AB95-B3AB-6603-51EA-E69098554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4B1C8-5139-CCB8-F841-BF12C18E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56C5-B6BF-988E-CF80-227D2289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5864F-3C3F-0D85-82B8-38FC2589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857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9967-5E6D-CAAF-81AA-FE8371CB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CA9E-A40D-E8FC-6860-26F8CB445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B844-9F3E-94FC-C58E-8FCABD71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9D293-C475-CAC3-77BD-3A828BBA6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0455A-7A24-3FC2-7E54-7C9624C6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619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3A39-AC2C-8A8D-D262-86112431F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DB2F5-C666-9D93-BEFD-4798D98A5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6FF1-30AD-1823-2C7C-A5EE1DEE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F54BC-31D4-6817-332D-2DF0968C2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BBD3D-2458-E7CA-AACF-1E58D09F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6879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0A13-1DE3-DF46-F9C8-5510CE201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16014-CA96-4D02-A93B-4E77AF308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D6A74-6133-47DC-055E-BA0E8200E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7A5AF-A2B7-A3DB-AFB9-05654A82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69942-B60E-280E-36E1-38A22F7B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46DD7-CC6C-C464-0F9F-7B2A0511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87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39AD-9E55-3612-EB95-C6EB0FD8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D7B02-FDA1-7AEC-8B06-E7E05B525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4B171-B2E4-5B7E-A3FD-9D17ED482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06D0A5-F54C-1885-7623-6D1DC2A02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EC70F0-D583-6044-4F67-E9CDAED6A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81E63-87F3-4B36-FE86-615E0093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F6226B-6F93-3A67-DC4A-AE5D751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2AF9E6-114B-C442-A838-AF8B6C4A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94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FBCB-BC51-AC79-02FD-D80A4310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155FA6-9A66-E5D0-64AE-CD8A9C4A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571A0-2B92-BABB-0C95-9AAC684B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DC3049-3927-7E62-C267-A3C72A50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209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A944F-1484-786D-25AE-F71BD8B7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5650CA-96F1-3696-860E-EE0B3061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646C9-C8DE-F302-8735-604B158D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5556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8F40-73E9-E766-D898-66E2AA70D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C2103-9C7C-C45D-E09C-7621A5145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00847-6737-E5A2-BCC9-7106EA527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3D519-C51A-1926-4A4C-5201019E5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957F2-4267-ED24-9841-DC813C8AC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93462-D295-5133-059F-0910494C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493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0F0A-E157-3B9F-6604-0BF21A71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B78E9D-6318-E273-F3E0-F340B26D5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6873C-C1AB-992E-7F42-562FFD79C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D34C7-62A1-E8AF-12CA-FD0D26E88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C9056-A8C3-A968-F93A-DF472950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E9EF1-9C16-C6A7-9195-46CD49F0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52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5050-DD34-C8ED-16FD-29B81C2B9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87182-6160-82BD-719F-EE595C320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D2038-8608-02A3-1A54-EFB359F3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5FDCB-4D03-5470-6B40-1B9C60FD0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C2D12-3FC0-9DBB-44B4-AE3B086E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531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7CEB3-B519-227D-ED6E-1D252069E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6C0FA-742A-8389-AB7C-73933746B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0F0B-505D-232E-B8B1-78BB165B0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067DD-4304-E927-2184-6BD679A1B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0713F-4EC4-0E44-E875-9A277B21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2274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7627E1-B7A4-031E-355A-D2E49BA1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7EB2A-65E4-5DCB-1FF3-05CFAB5B5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BF5D3-F3BF-1C3D-43A3-17B1C73149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3EE88-6C9F-4204-9A86-99A838F5F54A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B9ABB-5F3A-A3DA-4FC0-EC0E88462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D2F60-7C89-4773-B4B1-2371A4976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B5DE9-2D98-411B-B597-3B2EBCCE8A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27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D7EE86F-E981-B926-8E9B-021DCAC9C9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387360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928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58F02D5-E62E-8128-82C4-DA13CF27F2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6945399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9577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2026-10-25T22:18:18Z</dcterms:created>
  <dcterms:modified xsi:type="dcterms:W3CDTF">2026-10-25T22:18:18Z</dcterms:modified>
</cp:coreProperties>
</file>