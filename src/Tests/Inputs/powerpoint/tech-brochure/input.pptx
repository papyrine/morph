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6" r:id="rId4"/>
  </p:sldMasterIdLst>
  <p:notesMasterIdLst>
    <p:notesMasterId r:id="rId9"/>
  </p:notesMasterIdLst>
  <p:handoutMasterIdLst>
    <p:handoutMasterId r:id="rId10"/>
  </p:handoutMasterIdLst>
  <p:sldIdLst>
    <p:sldId id="275" r:id="rId5"/>
    <p:sldId id="274" r:id="rId6"/>
    <p:sldId id="276" r:id="rId7"/>
    <p:sldId id="272" r:id="rId8"/>
  </p:sldIdLst>
  <p:sldSz cx="10058400" cy="77724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88" userDrawn="1">
          <p15:clr>
            <a:srgbClr val="A4A3A4"/>
          </p15:clr>
        </p15:guide>
        <p15:guide id="2" orient="horz" pos="2784" userDrawn="1">
          <p15:clr>
            <a:srgbClr val="A4A3A4"/>
          </p15:clr>
        </p15:guide>
        <p15:guide id="3" orient="horz" pos="576" userDrawn="1">
          <p15:clr>
            <a:srgbClr val="A4A3A4"/>
          </p15:clr>
        </p15:guide>
        <p15:guide id="4" pos="316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4D8C"/>
    <a:srgbClr val="1A305C"/>
    <a:srgbClr val="3F765F"/>
    <a:srgbClr val="367058"/>
    <a:srgbClr val="1B4935"/>
    <a:srgbClr val="679B9B"/>
    <a:srgbClr val="25654A"/>
    <a:srgbClr val="E6E6E6"/>
    <a:srgbClr val="F38571"/>
    <a:srgbClr val="FFB6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46" autoAdjust="0"/>
    <p:restoredTop sz="93725" autoAdjust="0"/>
  </p:normalViewPr>
  <p:slideViewPr>
    <p:cSldViewPr snapToGrid="0" showGuides="1">
      <p:cViewPr>
        <p:scale>
          <a:sx n="100" d="100"/>
          <a:sy n="100" d="100"/>
        </p:scale>
        <p:origin x="-130" y="-850"/>
      </p:cViewPr>
      <p:guideLst>
        <p:guide orient="horz" pos="2088"/>
        <p:guide orient="horz" pos="2784"/>
        <p:guide orient="horz" pos="576"/>
        <p:guide pos="3168"/>
      </p:guideLst>
    </p:cSldViewPr>
  </p:slideViewPr>
  <p:outlineViewPr>
    <p:cViewPr>
      <p:scale>
        <a:sx n="33" d="100"/>
        <a:sy n="33" d="100"/>
      </p:scale>
      <p:origin x="0" y="-115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7B51015-12CA-4649-B47F-D3EB5E10959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111F2F-D8BA-4A13-91FC-3878C75727F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668B7C-E4CD-4872-B084-44133F808FCE}" type="datetimeFigureOut">
              <a:rPr lang="en-US" smtClean="0"/>
              <a:t>7/15/2026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8FD67D-A60A-4914-89F3-9FC43EF5470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642D8-EDCF-4A15-A29F-1B065ECC2E7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7E8E42-E7C5-4B24-8575-74A765CA0A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533065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33D5BD-E30B-48AB-B24F-3878C333D518}" type="datetimeFigureOut">
              <a:rPr lang="en-US" smtClean="0"/>
              <a:t>7/15/2026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1925" y="1143000"/>
            <a:ext cx="39941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81A707-0A4C-444E-BBAC-8F56E4534DF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0295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81A707-0A4C-444E-BBAC-8F56E4534DF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12145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81A707-0A4C-444E-BBAC-8F56E4534DF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78788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81A707-0A4C-444E-BBAC-8F56E4534DF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61939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81A707-0A4C-444E-BBAC-8F56E4534DF7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723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tside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48A0F1A-22FB-45FF-80D6-4FE63A63EE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319272"/>
            <a:ext cx="10058400" cy="445312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lnSpc>
                <a:spcPct val="150000"/>
              </a:lnSpc>
            </a:pPr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0BD0440-9D47-4C93-95F9-EFC0FCF1C62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25038" y="3575303"/>
            <a:ext cx="2889504" cy="2883863"/>
          </a:xfrm>
        </p:spPr>
        <p:txBody>
          <a:bodyPr vert="horz" anchor="b">
            <a:noAutofit/>
          </a:bodyPr>
          <a:lstStyle>
            <a:lvl1pPr algn="ctr">
              <a:lnSpc>
                <a:spcPct val="100000"/>
              </a:lnSpc>
              <a:defRPr sz="4000" b="0" cap="all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D62D81F5-56E3-4D39-96F6-6C09DF4C283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25038" y="6530864"/>
            <a:ext cx="2889504" cy="453005"/>
          </a:xfrm>
        </p:spPr>
        <p:txBody>
          <a:bodyPr vert="horz">
            <a:normAutofit/>
          </a:bodyPr>
          <a:lstStyle>
            <a:lvl1pPr marL="0" indent="0" algn="ctr">
              <a:lnSpc>
                <a:spcPct val="100000"/>
              </a:lnSpc>
              <a:buNone/>
              <a:defRPr sz="1200" cap="all" spc="30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377190" indent="0" algn="ctr">
              <a:buNone/>
              <a:defRPr sz="1650"/>
            </a:lvl2pPr>
            <a:lvl3pPr marL="754380" indent="0" algn="ctr">
              <a:buNone/>
              <a:defRPr sz="1485"/>
            </a:lvl3pPr>
            <a:lvl4pPr marL="1131570" indent="0" algn="ctr">
              <a:buNone/>
              <a:defRPr sz="1320"/>
            </a:lvl4pPr>
            <a:lvl5pPr marL="1508760" indent="0" algn="ctr">
              <a:buNone/>
              <a:defRPr sz="1320"/>
            </a:lvl5pPr>
            <a:lvl6pPr marL="1885950" indent="0" algn="ctr">
              <a:buNone/>
              <a:defRPr sz="1320"/>
            </a:lvl6pPr>
            <a:lvl7pPr marL="2263140" indent="0" algn="ctr">
              <a:buNone/>
              <a:defRPr sz="1320"/>
            </a:lvl7pPr>
            <a:lvl8pPr marL="2640330" indent="0" algn="ctr">
              <a:buNone/>
              <a:defRPr sz="1320"/>
            </a:lvl8pPr>
            <a:lvl9pPr marL="3017520" indent="0" algn="ctr">
              <a:buNone/>
              <a:defRPr sz="1320"/>
            </a:lvl9pPr>
          </a:lstStyle>
          <a:p>
            <a:pPr lvl="0"/>
            <a:r>
              <a:rPr lang="en-US" noProof="0" dirty="0"/>
              <a:t>Click to add text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3D023C27-C474-480F-BC7F-9C1AAFCAD96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0058400" cy="3319272"/>
          </a:xfr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ext Placeholder 16">
            <a:extLst>
              <a:ext uri="{FF2B5EF4-FFF2-40B4-BE49-F238E27FC236}">
                <a16:creationId xmlns:a16="http://schemas.microsoft.com/office/drawing/2014/main" id="{51B54BE4-E4FF-CB9D-4AA3-438520D04D6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24791" y="3575303"/>
            <a:ext cx="2898647" cy="444960"/>
          </a:xfrm>
        </p:spPr>
        <p:txBody>
          <a:bodyPr lIns="9144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Click to add text</a:t>
            </a:r>
          </a:p>
        </p:txBody>
      </p:sp>
      <p:sp>
        <p:nvSpPr>
          <p:cNvPr id="13" name="Text Placeholder 16">
            <a:extLst>
              <a:ext uri="{FF2B5EF4-FFF2-40B4-BE49-F238E27FC236}">
                <a16:creationId xmlns:a16="http://schemas.microsoft.com/office/drawing/2014/main" id="{E86030C3-0988-4616-B1A6-DC729760D6A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8600" y="4087368"/>
            <a:ext cx="2893612" cy="339111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spcBef>
                <a:spcPts val="1200"/>
              </a:spcBef>
              <a:buNone/>
              <a:defRPr sz="11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 marL="457200" indent="0">
              <a:lnSpc>
                <a:spcPct val="150000"/>
              </a:lnSpc>
              <a:spcBef>
                <a:spcPts val="1200"/>
              </a:spcBef>
              <a:buNone/>
              <a:defRPr sz="11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2pPr>
            <a:lvl3pPr marL="914400" indent="0">
              <a:lnSpc>
                <a:spcPct val="150000"/>
              </a:lnSpc>
              <a:spcBef>
                <a:spcPts val="1200"/>
              </a:spcBef>
              <a:buNone/>
              <a:defRPr sz="11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3pPr>
            <a:lvl4pPr marL="1371600" indent="0">
              <a:lnSpc>
                <a:spcPct val="150000"/>
              </a:lnSpc>
              <a:spcBef>
                <a:spcPts val="1200"/>
              </a:spcBef>
              <a:buNone/>
              <a:defRPr sz="11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4pPr>
            <a:lvl5pPr marL="1828800" indent="0">
              <a:lnSpc>
                <a:spcPct val="150000"/>
              </a:lnSpc>
              <a:spcBef>
                <a:spcPts val="1200"/>
              </a:spcBef>
              <a:buNone/>
              <a:defRPr sz="11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Text Placeholder 16">
            <a:extLst>
              <a:ext uri="{FF2B5EF4-FFF2-40B4-BE49-F238E27FC236}">
                <a16:creationId xmlns:a16="http://schemas.microsoft.com/office/drawing/2014/main" id="{013E0E94-05A3-AF4B-2D4B-AD8A4E2F8F0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72003" y="3554097"/>
            <a:ext cx="2898647" cy="444960"/>
          </a:xfrm>
        </p:spPr>
        <p:txBody>
          <a:bodyPr lIns="9144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Click to add text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569348C-F945-4CEC-9698-686F8ABC8B2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577038" y="4087368"/>
            <a:ext cx="2893612" cy="1741653"/>
          </a:xfrm>
        </p:spPr>
        <p:txBody>
          <a:bodyPr>
            <a:normAutofit/>
          </a:bodyPr>
          <a:lstStyle>
            <a:lvl1pPr marL="0" indent="0">
              <a:buNone/>
              <a:defRPr sz="11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 marL="457200" indent="0">
              <a:buNone/>
              <a:defRPr sz="11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2pPr>
            <a:lvl3pPr marL="914400" indent="0">
              <a:buNone/>
              <a:defRPr sz="11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914019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ide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F7DA993-9462-4064-B89B-BCEF27D4DA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704476" y="3331758"/>
            <a:ext cx="3360592" cy="444064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lnSpc>
                <a:spcPct val="150000"/>
              </a:lnSpc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8931403-AA2F-415D-BC4C-E1168B62C4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7710" y="3329078"/>
            <a:ext cx="3360592" cy="444332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lnSpc>
                <a:spcPct val="150000"/>
              </a:lnSpc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59F801B-9725-432B-9CE8-6F353446EC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600" y="3886200"/>
            <a:ext cx="2804477" cy="475315"/>
          </a:xfrm>
        </p:spPr>
        <p:txBody>
          <a:bodyPr vert="horz" lIns="0" tIns="45720" rIns="91440" bIns="45720" rtlCol="0" anchor="t">
            <a:noAutofit/>
          </a:bodyPr>
          <a:lstStyle>
            <a:lvl1pPr>
              <a:defRPr lang="en-US" sz="2400" b="0">
                <a:solidFill>
                  <a:schemeClr val="bg1"/>
                </a:solidFill>
                <a:ea typeface="+mn-ea"/>
                <a:cs typeface="+mn-cs"/>
              </a:defRPr>
            </a:lvl1pPr>
          </a:lstStyle>
          <a:p>
            <a:pPr marL="0" lvl="0" indent="0">
              <a:spcBef>
                <a:spcPts val="1000"/>
              </a:spcBef>
              <a:buFont typeface="Arial" panose="020B0604020202020204" pitchFamily="34" charset="0"/>
            </a:pPr>
            <a:r>
              <a:rPr lang="en-US" dirty="0"/>
              <a:t>Click to add text</a:t>
            </a:r>
          </a:p>
        </p:txBody>
      </p:sp>
      <p:sp>
        <p:nvSpPr>
          <p:cNvPr id="16" name="Picture Placeholder 11">
            <a:extLst>
              <a:ext uri="{FF2B5EF4-FFF2-40B4-BE49-F238E27FC236}">
                <a16:creationId xmlns:a16="http://schemas.microsoft.com/office/drawing/2014/main" id="{86E48971-37C3-4BED-A53F-BBE4AE0A58D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1340"/>
            <a:ext cx="3342882" cy="3329078"/>
          </a:xfrm>
        </p:spPr>
        <p:txBody>
          <a:bodyPr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6" name="Text Placeholder 18">
            <a:extLst>
              <a:ext uri="{FF2B5EF4-FFF2-40B4-BE49-F238E27FC236}">
                <a16:creationId xmlns:a16="http://schemas.microsoft.com/office/drawing/2014/main" id="{7DB83E81-869F-4BAD-AEC6-B87F2B879A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8600" y="4410389"/>
            <a:ext cx="2804477" cy="3114839"/>
          </a:xfrm>
        </p:spPr>
        <p:txBody>
          <a:bodyPr lIns="0">
            <a:normAutofit/>
          </a:bodyPr>
          <a:lstStyle>
            <a:lvl1pPr marL="0" indent="0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2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 marL="457200" indent="0">
              <a:lnSpc>
                <a:spcPct val="150000"/>
              </a:lnSpc>
              <a:spcBef>
                <a:spcPts val="1200"/>
              </a:spcBef>
              <a:buNone/>
              <a:defRPr sz="12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2pPr>
            <a:lvl3pPr marL="914400" indent="0">
              <a:lnSpc>
                <a:spcPct val="150000"/>
              </a:lnSpc>
              <a:spcBef>
                <a:spcPts val="1200"/>
              </a:spcBef>
              <a:buNone/>
              <a:defRPr sz="12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3pPr>
            <a:lvl4pPr marL="1371600" indent="0">
              <a:lnSpc>
                <a:spcPct val="150000"/>
              </a:lnSpc>
              <a:spcBef>
                <a:spcPts val="1200"/>
              </a:spcBef>
              <a:buNone/>
              <a:defRPr sz="12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4pPr>
            <a:lvl5pPr marL="1828800" indent="0">
              <a:lnSpc>
                <a:spcPct val="150000"/>
              </a:lnSpc>
              <a:spcBef>
                <a:spcPts val="1200"/>
              </a:spcBef>
              <a:buNone/>
              <a:defRPr sz="12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Text Placeholder 16">
            <a:extLst>
              <a:ext uri="{FF2B5EF4-FFF2-40B4-BE49-F238E27FC236}">
                <a16:creationId xmlns:a16="http://schemas.microsoft.com/office/drawing/2014/main" id="{998F7F43-9F0A-4A12-909E-A0A45D51298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597760" y="0"/>
            <a:ext cx="2895600" cy="653143"/>
          </a:xfrm>
        </p:spPr>
        <p:txBody>
          <a:bodyPr lIns="0" anchor="b">
            <a:noAutofit/>
          </a:bodyPr>
          <a:lstStyle>
            <a:lvl1pPr marL="0" indent="0">
              <a:buNone/>
              <a:defRPr sz="24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25" name="Text Placeholder 18">
            <a:extLst>
              <a:ext uri="{FF2B5EF4-FFF2-40B4-BE49-F238E27FC236}">
                <a16:creationId xmlns:a16="http://schemas.microsoft.com/office/drawing/2014/main" id="{F5331389-512C-445A-AAE9-512161E8106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597442" y="653143"/>
            <a:ext cx="2895600" cy="3473689"/>
          </a:xfrm>
        </p:spPr>
        <p:txBody>
          <a:bodyPr lIns="0">
            <a:normAutofit/>
          </a:bodyPr>
          <a:lstStyle>
            <a:lvl1pPr marL="0" indent="0">
              <a:lnSpc>
                <a:spcPct val="15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20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457200" indent="0">
              <a:lnSpc>
                <a:spcPct val="150000"/>
              </a:lnSpc>
              <a:spcBef>
                <a:spcPts val="1200"/>
              </a:spcBef>
              <a:buNone/>
              <a:defRPr sz="120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2pPr>
            <a:lvl3pPr marL="914400" indent="0">
              <a:lnSpc>
                <a:spcPct val="150000"/>
              </a:lnSpc>
              <a:spcBef>
                <a:spcPts val="1200"/>
              </a:spcBef>
              <a:buNone/>
              <a:defRPr sz="120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3pPr>
            <a:lvl4pPr marL="1371600" indent="0">
              <a:lnSpc>
                <a:spcPct val="150000"/>
              </a:lnSpc>
              <a:spcBef>
                <a:spcPts val="1200"/>
              </a:spcBef>
              <a:buNone/>
              <a:defRPr sz="120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4pPr>
            <a:lvl5pPr marL="1828800" indent="0">
              <a:lnSpc>
                <a:spcPct val="150000"/>
              </a:lnSpc>
              <a:spcBef>
                <a:spcPts val="1200"/>
              </a:spcBef>
              <a:buNone/>
              <a:defRPr sz="120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</a:t>
            </a:r>
            <a:br>
              <a:rPr lang="en-US" dirty="0"/>
            </a:br>
            <a:r>
              <a:rPr lang="en-US" dirty="0"/>
              <a:t>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86D9E3AF-002F-496A-AE6E-5675F645927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355975" y="4471779"/>
            <a:ext cx="3348000" cy="3300621"/>
          </a:xfrm>
        </p:spPr>
        <p:txBody>
          <a:bodyPr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E35617C7-C13A-4F76-8C0C-AF5E38C6227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703975" y="0"/>
            <a:ext cx="3354425" cy="3329078"/>
          </a:xfrm>
        </p:spPr>
        <p:txBody>
          <a:bodyPr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77F65966-649A-4014-AAD1-3121592E2E3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2615" y="4350709"/>
            <a:ext cx="2887103" cy="3114839"/>
          </a:xfrm>
        </p:spPr>
        <p:txBody>
          <a:bodyPr lIns="0">
            <a:no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457200" indent="0">
              <a:lnSpc>
                <a:spcPct val="100000"/>
              </a:lnSpc>
              <a:buNone/>
              <a:defRPr sz="140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2pPr>
            <a:lvl3pPr marL="914400" indent="0">
              <a:lnSpc>
                <a:spcPct val="100000"/>
              </a:lnSpc>
              <a:buNone/>
              <a:defRPr sz="140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3pPr>
            <a:lvl4pPr marL="1371600" indent="0">
              <a:lnSpc>
                <a:spcPct val="100000"/>
              </a:lnSpc>
              <a:buNone/>
              <a:defRPr sz="140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4pPr>
            <a:lvl5pPr marL="1828800" indent="0">
              <a:lnSpc>
                <a:spcPct val="100000"/>
              </a:lnSpc>
              <a:buNone/>
              <a:defRPr sz="140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491984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tside Layou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48A0F1A-22FB-45FF-80D6-4FE63A63EE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0" y="0"/>
            <a:ext cx="3355200" cy="77724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lnSpc>
                <a:spcPct val="150000"/>
              </a:lnSpc>
            </a:pP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01E5D2-6D16-41B9-8D95-C3831084A57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25038" y="4713694"/>
            <a:ext cx="2889504" cy="1770169"/>
          </a:xfrm>
        </p:spPr>
        <p:txBody>
          <a:bodyPr vert="horz" anchor="b">
            <a:noAutofit/>
          </a:bodyPr>
          <a:lstStyle>
            <a:lvl1pPr algn="ctr">
              <a:lnSpc>
                <a:spcPct val="100000"/>
              </a:lnSpc>
              <a:defRPr sz="4000" b="0" cap="all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Click to add title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C1E1772A-8C1A-43F8-A297-A2A1C4961A7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25038" y="6530864"/>
            <a:ext cx="2889504" cy="453005"/>
          </a:xfrm>
        </p:spPr>
        <p:txBody>
          <a:bodyPr vert="horz">
            <a:normAutofit/>
          </a:bodyPr>
          <a:lstStyle>
            <a:lvl1pPr marL="0" indent="0" algn="ctr">
              <a:lnSpc>
                <a:spcPct val="100000"/>
              </a:lnSpc>
              <a:buNone/>
              <a:defRPr sz="1200" cap="all" spc="300" baseline="0">
                <a:solidFill>
                  <a:schemeClr val="tx2"/>
                </a:solidFill>
                <a:latin typeface="+mj-lt"/>
                <a:cs typeface="Arial" panose="020B0604020202020204" pitchFamily="34" charset="0"/>
              </a:defRPr>
            </a:lvl1pPr>
            <a:lvl2pPr marL="377190" indent="0" algn="ctr">
              <a:buNone/>
              <a:defRPr sz="1650"/>
            </a:lvl2pPr>
            <a:lvl3pPr marL="754380" indent="0" algn="ctr">
              <a:buNone/>
              <a:defRPr sz="1485"/>
            </a:lvl3pPr>
            <a:lvl4pPr marL="1131570" indent="0" algn="ctr">
              <a:buNone/>
              <a:defRPr sz="1320"/>
            </a:lvl4pPr>
            <a:lvl5pPr marL="1508760" indent="0" algn="ctr">
              <a:buNone/>
              <a:defRPr sz="1320"/>
            </a:lvl5pPr>
            <a:lvl6pPr marL="1885950" indent="0" algn="ctr">
              <a:buNone/>
              <a:defRPr sz="1320"/>
            </a:lvl6pPr>
            <a:lvl7pPr marL="2263140" indent="0" algn="ctr">
              <a:buNone/>
              <a:defRPr sz="1320"/>
            </a:lvl7pPr>
            <a:lvl8pPr marL="2640330" indent="0" algn="ctr">
              <a:buNone/>
              <a:defRPr sz="1320"/>
            </a:lvl8pPr>
            <a:lvl9pPr marL="3017520" indent="0" algn="ctr">
              <a:buNone/>
              <a:defRPr sz="1320"/>
            </a:lvl9pPr>
          </a:lstStyle>
          <a:p>
            <a:pPr lvl="0"/>
            <a:r>
              <a:rPr lang="en-US" noProof="0" dirty="0"/>
              <a:t>Click to add text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492751-E9EF-463C-8C1E-1AA3A9B1D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55200" y="3886200"/>
            <a:ext cx="3348000" cy="3886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3655C91-4C63-7435-25A3-BB5C8713D9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8600" y="282102"/>
            <a:ext cx="2894013" cy="1663429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3" name="Text Placeholder 16">
            <a:extLst>
              <a:ext uri="{FF2B5EF4-FFF2-40B4-BE49-F238E27FC236}">
                <a16:creationId xmlns:a16="http://schemas.microsoft.com/office/drawing/2014/main" id="{E86030C3-0988-4616-B1A6-DC729760D6A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8600" y="2044385"/>
            <a:ext cx="2893612" cy="4807095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spcBef>
                <a:spcPts val="1200"/>
              </a:spcBef>
              <a:buNone/>
              <a:defRPr sz="11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 marL="457200" indent="0">
              <a:lnSpc>
                <a:spcPct val="150000"/>
              </a:lnSpc>
              <a:spcBef>
                <a:spcPts val="1200"/>
              </a:spcBef>
              <a:buNone/>
              <a:defRPr sz="11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2pPr>
            <a:lvl3pPr marL="914400" indent="0">
              <a:lnSpc>
                <a:spcPct val="150000"/>
              </a:lnSpc>
              <a:spcBef>
                <a:spcPts val="1200"/>
              </a:spcBef>
              <a:buNone/>
              <a:defRPr sz="11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3pPr>
            <a:lvl4pPr marL="1371600" indent="0">
              <a:lnSpc>
                <a:spcPct val="150000"/>
              </a:lnSpc>
              <a:spcBef>
                <a:spcPts val="1200"/>
              </a:spcBef>
              <a:buNone/>
              <a:defRPr sz="11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4pPr>
            <a:lvl5pPr marL="1828800" indent="0">
              <a:lnSpc>
                <a:spcPct val="150000"/>
              </a:lnSpc>
              <a:spcBef>
                <a:spcPts val="1200"/>
              </a:spcBef>
              <a:buNone/>
              <a:defRPr sz="11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3D023C27-C474-480F-BC7F-9C1AAFCAD96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352801" y="0"/>
            <a:ext cx="6705600" cy="4419600"/>
          </a:xfr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27622711-E5B3-A1BF-1F1D-7E5BD1EE631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76213" y="4521461"/>
            <a:ext cx="2898647" cy="670463"/>
          </a:xfrm>
        </p:spPr>
        <p:txBody>
          <a:bodyPr lIns="9144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cap="none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Click to add text</a:t>
            </a:r>
          </a:p>
        </p:txBody>
      </p:sp>
      <p:sp>
        <p:nvSpPr>
          <p:cNvPr id="21" name="Text Placeholder 16">
            <a:extLst>
              <a:ext uri="{FF2B5EF4-FFF2-40B4-BE49-F238E27FC236}">
                <a16:creationId xmlns:a16="http://schemas.microsoft.com/office/drawing/2014/main" id="{67651986-01F3-4697-A0D4-31F6A109831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577038" y="5216093"/>
            <a:ext cx="2893612" cy="1741653"/>
          </a:xfrm>
        </p:spPr>
        <p:txBody>
          <a:bodyPr>
            <a:normAutofit/>
          </a:bodyPr>
          <a:lstStyle>
            <a:lvl1pPr marL="0" indent="0">
              <a:buNone/>
              <a:defRPr sz="11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  <a:lvl2pPr marL="457200" indent="0">
              <a:buNone/>
              <a:defRPr sz="11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2pPr>
            <a:lvl3pPr marL="914400" indent="0">
              <a:buNone/>
              <a:defRPr sz="11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3pPr>
            <a:lvl4pPr marL="1371600" indent="0">
              <a:buNone/>
              <a:defRPr sz="11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4pPr>
            <a:lvl5pPr marL="1828800" indent="0">
              <a:buNone/>
              <a:defRPr sz="11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dirty="0"/>
              <a:t>Click to add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774006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ide Layou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A4B57A7-3A86-45DA-B5CA-AC7A481E3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3355974" cy="444332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F3BCA9-2C74-4567-9FB2-2CE1AC28A6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702425" y="0"/>
            <a:ext cx="3355975" cy="444332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17" name="Title 3">
            <a:extLst>
              <a:ext uri="{FF2B5EF4-FFF2-40B4-BE49-F238E27FC236}">
                <a16:creationId xmlns:a16="http://schemas.microsoft.com/office/drawing/2014/main" id="{7D4C849E-DCC1-4757-BBBF-C69B4CD0B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601" y="89036"/>
            <a:ext cx="2862734" cy="759499"/>
          </a:xfrm>
        </p:spPr>
        <p:txBody>
          <a:bodyPr vert="horz" lIns="0" tIns="45720" rIns="91440" bIns="45720" rtlCol="0" anchor="ctr">
            <a:noAutofit/>
          </a:bodyPr>
          <a:lstStyle>
            <a:lvl1pPr>
              <a:defRPr lang="en-US" sz="2400" b="0" cap="none" baseline="0">
                <a:solidFill>
                  <a:schemeClr val="bg1"/>
                </a:solidFill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Click to add title</a:t>
            </a:r>
          </a:p>
        </p:txBody>
      </p:sp>
      <p:sp>
        <p:nvSpPr>
          <p:cNvPr id="26" name="Text Placeholder 18">
            <a:extLst>
              <a:ext uri="{FF2B5EF4-FFF2-40B4-BE49-F238E27FC236}">
                <a16:creationId xmlns:a16="http://schemas.microsoft.com/office/drawing/2014/main" id="{7DB83E81-869F-4BAD-AEC6-B87F2B879A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8600" y="848535"/>
            <a:ext cx="2864802" cy="3505751"/>
          </a:xfrm>
        </p:spPr>
        <p:txBody>
          <a:bodyPr lIns="91440">
            <a:norm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1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 marL="457200" indent="0">
              <a:lnSpc>
                <a:spcPct val="150000"/>
              </a:lnSpc>
              <a:buNone/>
              <a:defRPr sz="11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2pPr>
            <a:lvl3pPr marL="914400" indent="0">
              <a:lnSpc>
                <a:spcPct val="150000"/>
              </a:lnSpc>
              <a:buNone/>
              <a:defRPr sz="11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3pPr>
            <a:lvl4pPr marL="1371600" indent="0">
              <a:lnSpc>
                <a:spcPct val="150000"/>
              </a:lnSpc>
              <a:buNone/>
              <a:defRPr sz="11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4pPr>
            <a:lvl5pPr marL="1828800" indent="0">
              <a:lnSpc>
                <a:spcPct val="150000"/>
              </a:lnSpc>
              <a:buNone/>
              <a:defRPr sz="11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Picture Placeholder 11">
            <a:extLst>
              <a:ext uri="{FF2B5EF4-FFF2-40B4-BE49-F238E27FC236}">
                <a16:creationId xmlns:a16="http://schemas.microsoft.com/office/drawing/2014/main" id="{86E48971-37C3-4BED-A53F-BBE4AE0A58D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4443322"/>
            <a:ext cx="3348000" cy="3329078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86D9E3AF-002F-496A-AE6E-5675F645927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355975" y="-1"/>
            <a:ext cx="3348000" cy="3300621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0" name="Text Placeholder 18">
            <a:extLst>
              <a:ext uri="{FF2B5EF4-FFF2-40B4-BE49-F238E27FC236}">
                <a16:creationId xmlns:a16="http://schemas.microsoft.com/office/drawing/2014/main" id="{6A9BD8AF-34CA-4F04-9A17-B45F6EB3AA9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581400" y="3554730"/>
            <a:ext cx="2895599" cy="3989070"/>
          </a:xfrm>
        </p:spPr>
        <p:txBody>
          <a:bodyPr lIns="0" anchor="ctr">
            <a:normAutofit/>
          </a:bodyPr>
          <a:lstStyle>
            <a:lvl1pPr marL="0" indent="0">
              <a:lnSpc>
                <a:spcPct val="150000"/>
              </a:lnSpc>
              <a:buNone/>
              <a:defRPr sz="2000">
                <a:solidFill>
                  <a:schemeClr val="tx1"/>
                </a:solidFill>
                <a:latin typeface="+mj-lt"/>
                <a:cs typeface="Arial" panose="020B0604020202020204" pitchFamily="34" charset="0"/>
              </a:defRPr>
            </a:lvl1pPr>
            <a:lvl2pPr marL="457200" indent="0">
              <a:lnSpc>
                <a:spcPct val="150000"/>
              </a:lnSpc>
              <a:buNone/>
              <a:defRPr sz="2000">
                <a:solidFill>
                  <a:schemeClr val="tx1"/>
                </a:solidFill>
                <a:latin typeface="+mj-lt"/>
                <a:cs typeface="Arial" panose="020B0604020202020204" pitchFamily="34" charset="0"/>
              </a:defRPr>
            </a:lvl2pPr>
            <a:lvl3pPr marL="914400" indent="0">
              <a:lnSpc>
                <a:spcPct val="150000"/>
              </a:lnSpc>
              <a:buNone/>
              <a:defRPr sz="2000">
                <a:solidFill>
                  <a:schemeClr val="tx1"/>
                </a:solidFill>
                <a:latin typeface="+mj-lt"/>
                <a:cs typeface="Arial" panose="020B0604020202020204" pitchFamily="34" charset="0"/>
              </a:defRPr>
            </a:lvl3pPr>
            <a:lvl4pPr marL="1371600" indent="0">
              <a:lnSpc>
                <a:spcPct val="150000"/>
              </a:lnSpc>
              <a:buNone/>
              <a:defRPr sz="2000">
                <a:solidFill>
                  <a:schemeClr val="tx1"/>
                </a:solidFill>
                <a:latin typeface="+mj-lt"/>
                <a:cs typeface="Arial" panose="020B0604020202020204" pitchFamily="34" charset="0"/>
              </a:defRPr>
            </a:lvl4pPr>
            <a:lvl5pPr marL="1828800" indent="0">
              <a:lnSpc>
                <a:spcPct val="150000"/>
              </a:lnSpc>
              <a:buNone/>
              <a:defRPr sz="2000">
                <a:solidFill>
                  <a:schemeClr val="tx1"/>
                </a:solidFill>
                <a:latin typeface="+mj-lt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3" name="Text Placeholder 16">
            <a:extLst>
              <a:ext uri="{FF2B5EF4-FFF2-40B4-BE49-F238E27FC236}">
                <a16:creationId xmlns:a16="http://schemas.microsoft.com/office/drawing/2014/main" id="{2390D74A-03BA-4C31-B59B-57CCDAF885D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29400" y="89036"/>
            <a:ext cx="2898647" cy="670463"/>
          </a:xfrm>
        </p:spPr>
        <p:txBody>
          <a:bodyPr lIns="9144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Click to add text </a:t>
            </a:r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50BE2EB5-0041-4D2D-A6AE-4DE92FEED83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931151" y="848535"/>
            <a:ext cx="2898647" cy="3505751"/>
          </a:xfrm>
        </p:spPr>
        <p:txBody>
          <a:bodyPr lIns="91440">
            <a:normAutofit/>
          </a:bodyPr>
          <a:lstStyle>
            <a:lvl1pPr>
              <a:lnSpc>
                <a:spcPct val="150000"/>
              </a:lnSpc>
              <a:defRPr sz="11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50000"/>
              </a:lnSpc>
              <a:defRPr sz="11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2pPr>
            <a:lvl3pPr>
              <a:lnSpc>
                <a:spcPct val="150000"/>
              </a:lnSpc>
              <a:defRPr sz="11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3pPr>
            <a:lvl4pPr>
              <a:lnSpc>
                <a:spcPct val="150000"/>
              </a:lnSpc>
              <a:defRPr sz="11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4pPr>
            <a:lvl5pPr>
              <a:lnSpc>
                <a:spcPct val="150000"/>
              </a:lnSpc>
              <a:defRPr sz="11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E35617C7-C13A-4F76-8C0C-AF5E38C6227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710400" y="4443322"/>
            <a:ext cx="3348000" cy="3329078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712004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8615E1-5D6D-48CF-AD07-8B84FA4FC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28600"/>
            <a:ext cx="9601199" cy="1501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57D790-2770-4A00-BC9B-FA42651B62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28599" y="2363788"/>
            <a:ext cx="9601199" cy="51800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83699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4" r:id="rId2"/>
    <p:sldLayoutId id="2147483693" r:id="rId3"/>
    <p:sldLayoutId id="2147483692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112" userDrawn="1">
          <p15:clr>
            <a:srgbClr val="F26B43"/>
          </p15:clr>
        </p15:guide>
        <p15:guide id="3" pos="4224" userDrawn="1">
          <p15:clr>
            <a:srgbClr val="F26B43"/>
          </p15:clr>
        </p15:guide>
        <p15:guide id="4" pos="144" userDrawn="1">
          <p15:clr>
            <a:srgbClr val="5ACBF0"/>
          </p15:clr>
        </p15:guide>
        <p15:guide id="6" pos="6192" userDrawn="1">
          <p15:clr>
            <a:srgbClr val="5ACBF0"/>
          </p15:clr>
        </p15:guide>
        <p15:guide id="8" orient="horz" pos="144" userDrawn="1">
          <p15:clr>
            <a:srgbClr val="5ACBF0"/>
          </p15:clr>
        </p15:guide>
        <p15:guide id="9" orient="horz" pos="4752" userDrawn="1">
          <p15:clr>
            <a:srgbClr val="5ACBF0"/>
          </p15:clr>
        </p15:guide>
        <p15:guide id="10" pos="1968" userDrawn="1">
          <p15:clr>
            <a:srgbClr val="5ACBF0"/>
          </p15:clr>
        </p15:guide>
        <p15:guide id="11" pos="2256" userDrawn="1">
          <p15:clr>
            <a:srgbClr val="5ACBF0"/>
          </p15:clr>
        </p15:guide>
        <p15:guide id="12" pos="4080" userDrawn="1">
          <p15:clr>
            <a:srgbClr val="5ACBF0"/>
          </p15:clr>
        </p15:guide>
        <p15:guide id="13" pos="4368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jpeg"/><Relationship Id="rId4" Type="http://schemas.openxmlformats.org/officeDocument/2006/relationships/image" Target="../media/image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0A808-7F12-4113-98A3-D227177B96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25038" y="3575303"/>
            <a:ext cx="2889504" cy="2883863"/>
          </a:xfrm>
        </p:spPr>
        <p:txBody>
          <a:bodyPr/>
          <a:lstStyle/>
          <a:p>
            <a:r>
              <a:rPr lang="en-US" dirty="0"/>
              <a:t>TAILWIND TRADERS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4F6AA6-65E7-4E7A-B550-6220A61676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25038" y="6530864"/>
            <a:ext cx="2889504" cy="453005"/>
          </a:xfrm>
        </p:spPr>
        <p:txBody>
          <a:bodyPr/>
          <a:lstStyle/>
          <a:p>
            <a:r>
              <a:rPr lang="en-US" dirty="0"/>
              <a:t>INVEST IN YOUR FUTURE</a:t>
            </a:r>
          </a:p>
        </p:txBody>
      </p:sp>
      <p:pic>
        <p:nvPicPr>
          <p:cNvPr id="33" name="Picture Placeholder 32" descr="close up of mathematical graphs">
            <a:extLst>
              <a:ext uri="{FF2B5EF4-FFF2-40B4-BE49-F238E27FC236}">
                <a16:creationId xmlns:a16="http://schemas.microsoft.com/office/drawing/2014/main" id="{7BD14B25-FFA5-4B8F-896A-1D6AD5C15A5E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21" r="121"/>
          <a:stretch/>
        </p:blipFill>
        <p:spPr>
          <a:xfrm>
            <a:off x="0" y="0"/>
            <a:ext cx="10058400" cy="3319272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1550C0-A744-4D4E-B2C1-59093218801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24791" y="3575303"/>
            <a:ext cx="2898647" cy="444960"/>
          </a:xfrm>
        </p:spPr>
        <p:txBody>
          <a:bodyPr>
            <a:normAutofit/>
          </a:bodyPr>
          <a:lstStyle/>
          <a:p>
            <a:r>
              <a:rPr lang="en-US" dirty="0"/>
              <a:t>Our vision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D61503-6CC8-46FC-A387-705D37A0FDB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28600" y="4087368"/>
            <a:ext cx="2893612" cy="3391118"/>
          </a:xfrm>
        </p:spPr>
        <p:txBody>
          <a:bodyPr/>
          <a:lstStyle/>
          <a:p>
            <a:r>
              <a:rPr lang="en-US" dirty="0"/>
              <a:t>At Tailwind Traders, our vision is to empower individuals and businesses to navigate the complex world of investments and trading with confidence.</a:t>
            </a:r>
          </a:p>
          <a:p>
            <a:r>
              <a:rPr lang="en-US" dirty="0"/>
              <a:t>We strive to be a trusted partner, providing innovative financial solutions and personalized strategies that help our clients achieve their financial goals and secure a prosperous future.</a:t>
            </a:r>
          </a:p>
        </p:txBody>
      </p:sp>
      <p:sp>
        <p:nvSpPr>
          <p:cNvPr id="39" name="Content Placeholder 38">
            <a:extLst>
              <a:ext uri="{FF2B5EF4-FFF2-40B4-BE49-F238E27FC236}">
                <a16:creationId xmlns:a16="http://schemas.microsoft.com/office/drawing/2014/main" id="{28E4C3E5-39D0-4E73-92D1-37B7D32F08A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72003" y="3554097"/>
            <a:ext cx="2898647" cy="444960"/>
          </a:xfrm>
        </p:spPr>
        <p:txBody>
          <a:bodyPr>
            <a:normAutofit/>
          </a:bodyPr>
          <a:lstStyle/>
          <a:p>
            <a:r>
              <a:rPr lang="en-US" dirty="0"/>
              <a:t>Contact us</a:t>
            </a:r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5047EA2A-40A4-486B-B8C9-03B7FB00775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77038" y="4087368"/>
            <a:ext cx="2893612" cy="1741653"/>
          </a:xfrm>
        </p:spPr>
        <p:txBody>
          <a:bodyPr/>
          <a:lstStyle/>
          <a:p>
            <a:r>
              <a:rPr lang="en-US" dirty="0"/>
              <a:t>4567 Main St ​</a:t>
            </a:r>
          </a:p>
          <a:p>
            <a:r>
              <a:rPr lang="en-US" dirty="0"/>
              <a:t>Buffalo, NY 98052​</a:t>
            </a:r>
          </a:p>
          <a:p>
            <a:r>
              <a:rPr lang="en-US" dirty="0"/>
              <a:t>555-0100​</a:t>
            </a:r>
          </a:p>
          <a:p>
            <a:r>
              <a:rPr lang="en-US" dirty="0"/>
              <a:t>info@tailwindtraders.com​</a:t>
            </a:r>
          </a:p>
          <a:p>
            <a:r>
              <a:rPr lang="en-US" dirty="0"/>
              <a:t>tailwindtraders.com</a:t>
            </a:r>
          </a:p>
        </p:txBody>
      </p:sp>
      <p:pic>
        <p:nvPicPr>
          <p:cNvPr id="48" name="Picture Placeholder 16">
            <a:extLst>
              <a:ext uri="{FF2B5EF4-FFF2-40B4-BE49-F238E27FC236}">
                <a16:creationId xmlns:a16="http://schemas.microsoft.com/office/drawing/2014/main" id="{56A4B0FF-F042-47B0-871D-4A36B7293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t="90" b="90"/>
          <a:stretch>
            <a:fillRect/>
          </a:stretch>
        </p:blipFill>
        <p:spPr>
          <a:xfrm>
            <a:off x="7955780" y="4214597"/>
            <a:ext cx="881063" cy="879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862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itle 85">
            <a:extLst>
              <a:ext uri="{FF2B5EF4-FFF2-40B4-BE49-F238E27FC236}">
                <a16:creationId xmlns:a16="http://schemas.microsoft.com/office/drawing/2014/main" id="{FD30442A-A1AE-4FD1-B045-22F09C71C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3886200"/>
            <a:ext cx="2804477" cy="475315"/>
          </a:xfrm>
        </p:spPr>
        <p:txBody>
          <a:bodyPr/>
          <a:lstStyle/>
          <a:p>
            <a:r>
              <a:rPr lang="en-US" dirty="0"/>
              <a:t>Our services</a:t>
            </a:r>
            <a:br>
              <a:rPr lang="en-US" dirty="0"/>
            </a:br>
            <a:endParaRPr lang="en-US" dirty="0"/>
          </a:p>
        </p:txBody>
      </p:sp>
      <p:pic>
        <p:nvPicPr>
          <p:cNvPr id="25" name="Picture Placeholder 24" descr="group collaborating over a laptop">
            <a:extLst>
              <a:ext uri="{FF2B5EF4-FFF2-40B4-BE49-F238E27FC236}">
                <a16:creationId xmlns:a16="http://schemas.microsoft.com/office/drawing/2014/main" id="{3A866D61-5A53-48A0-9828-C82CDA027DCB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1" b="71"/>
          <a:stretch/>
        </p:blipFill>
        <p:spPr>
          <a:xfrm>
            <a:off x="0" y="1340"/>
            <a:ext cx="3342882" cy="3329078"/>
          </a:xfrm>
        </p:spPr>
      </p:pic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B16388D3-BE48-44F4-A6D7-DDF22937308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28600" y="4410389"/>
            <a:ext cx="2804477" cy="3114839"/>
          </a:xfrm>
        </p:spPr>
        <p:txBody>
          <a:bodyPr/>
          <a:lstStyle/>
          <a:p>
            <a:r>
              <a:rPr lang="en-US"/>
              <a:t>Tailwind Traders offers a comprehensive range of investment and trading services designed to meet the diverse needs of our clients.</a:t>
            </a:r>
          </a:p>
          <a:p>
            <a:r>
              <a:rPr lang="en-US"/>
              <a:t>From wealth management and portfolio advisory to equity trading and risk analysis, our team of experts leverages their in-depth market knowledge and cutting-edge technology to deliver tailored solutions that optimize returns and mitigate risks.</a:t>
            </a:r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24508FAD-2D2E-458D-B98F-3AB625F327B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597760" y="0"/>
            <a:ext cx="2895600" cy="653143"/>
          </a:xfrm>
        </p:spPr>
        <p:txBody>
          <a:bodyPr/>
          <a:lstStyle/>
          <a:p>
            <a:r>
              <a:rPr lang="en-US" dirty="0"/>
              <a:t>Our team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0FD12705-AB70-40E3-A13F-B36B09C895B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97442" y="653143"/>
            <a:ext cx="2895600" cy="3473689"/>
          </a:xfrm>
        </p:spPr>
        <p:txBody>
          <a:bodyPr/>
          <a:lstStyle/>
          <a:p>
            <a:r>
              <a:rPr lang="en-US"/>
              <a:t>At the heart of Tailwind Traders is our exceptional team of financial professionals who possess a deep understanding of the markets and a passion for delivering outstanding client service.</a:t>
            </a:r>
          </a:p>
          <a:p>
            <a:r>
              <a:rPr lang="en-US"/>
              <a:t>With a diverse range of backgrounds and expertise, our team combines analytical rigor with strategic thinking to provide informed investment advice and execute sophisticated trading strategies.</a:t>
            </a:r>
            <a:endParaRPr lang="en-US" dirty="0"/>
          </a:p>
        </p:txBody>
      </p:sp>
      <p:pic>
        <p:nvPicPr>
          <p:cNvPr id="8" name="Picture Placeholder 7" descr="pen drawing line graph">
            <a:extLst>
              <a:ext uri="{FF2B5EF4-FFF2-40B4-BE49-F238E27FC236}">
                <a16:creationId xmlns:a16="http://schemas.microsoft.com/office/drawing/2014/main" id="{CB99DC04-3520-4C11-90E0-A4F0438ED38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25" r="425"/>
          <a:stretch/>
        </p:blipFill>
        <p:spPr>
          <a:xfrm>
            <a:off x="3355975" y="4471779"/>
            <a:ext cx="3348000" cy="3300621"/>
          </a:xfrm>
        </p:spPr>
      </p:pic>
      <p:pic>
        <p:nvPicPr>
          <p:cNvPr id="9" name="Picture Placeholder 8" descr="woman holding binder leaving office">
            <a:extLst>
              <a:ext uri="{FF2B5EF4-FFF2-40B4-BE49-F238E27FC236}">
                <a16:creationId xmlns:a16="http://schemas.microsoft.com/office/drawing/2014/main" id="{7F4B8A9C-45CD-4CD3-9835-7B75C8E7DF88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95" b="95"/>
          <a:stretch/>
        </p:blipFill>
        <p:spPr>
          <a:xfrm>
            <a:off x="6703975" y="0"/>
            <a:ext cx="3354425" cy="3329078"/>
          </a:xfr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0C64EB9-E6EA-45AD-9476-BDDE8998505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952615" y="4350709"/>
            <a:ext cx="2887103" cy="3114839"/>
          </a:xfrm>
        </p:spPr>
        <p:txBody>
          <a:bodyPr/>
          <a:lstStyle/>
          <a:p>
            <a:r>
              <a:rPr lang="en-US"/>
              <a:t>Our team of experts are here to help you develop successful strategies today for a financially secure tomorrow.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21256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itle 44">
            <a:extLst>
              <a:ext uri="{FF2B5EF4-FFF2-40B4-BE49-F238E27FC236}">
                <a16:creationId xmlns:a16="http://schemas.microsoft.com/office/drawing/2014/main" id="{2704561A-EBDC-4554-AB63-6E7F0AD34E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25038" y="4713694"/>
            <a:ext cx="2889504" cy="1770169"/>
          </a:xfrm>
        </p:spPr>
        <p:txBody>
          <a:bodyPr/>
          <a:lstStyle/>
          <a:p>
            <a:r>
              <a:rPr lang="en-US"/>
              <a:t>TAILWIND TRADERS </a:t>
            </a:r>
            <a:endParaRPr lang="en-US" dirty="0"/>
          </a:p>
        </p:txBody>
      </p:sp>
      <p:sp>
        <p:nvSpPr>
          <p:cNvPr id="46" name="Subtitle 45">
            <a:extLst>
              <a:ext uri="{FF2B5EF4-FFF2-40B4-BE49-F238E27FC236}">
                <a16:creationId xmlns:a16="http://schemas.microsoft.com/office/drawing/2014/main" id="{84AA5B14-11B0-4875-B1F5-69DBF1E46D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25038" y="6530864"/>
            <a:ext cx="2889504" cy="453005"/>
          </a:xfrm>
        </p:spPr>
        <p:txBody>
          <a:bodyPr/>
          <a:lstStyle/>
          <a:p>
            <a:r>
              <a:rPr lang="en-US"/>
              <a:t>INVEST IN YOUR FUTURE</a:t>
            </a:r>
          </a:p>
          <a:p>
            <a:endParaRPr lang="en-US" dirty="0"/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85B9EC67-E16B-4644-BE4E-9F3520D5AEC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28600" y="282102"/>
            <a:ext cx="2894013" cy="1663429"/>
          </a:xfrm>
        </p:spPr>
        <p:txBody>
          <a:bodyPr>
            <a:normAutofit/>
          </a:bodyPr>
          <a:lstStyle/>
          <a:p>
            <a:r>
              <a:rPr lang="en-US"/>
              <a:t>Our vision</a:t>
            </a:r>
            <a:endParaRPr lang="en-US" dirty="0"/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CE9C5F90-E573-43D7-AC40-5AD946F4D0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28600" y="2044385"/>
            <a:ext cx="2893612" cy="4807095"/>
          </a:xfrm>
        </p:spPr>
        <p:txBody>
          <a:bodyPr/>
          <a:lstStyle/>
          <a:p>
            <a:r>
              <a:rPr lang="en-US"/>
              <a:t>Driven by our vision, we are committed to fostering long-term relationships with our clients, built on trust, transparency, and integrity.</a:t>
            </a:r>
          </a:p>
          <a:p>
            <a:r>
              <a:rPr lang="en-US"/>
              <a:t>Our aim is to be the go-to resource for investment and trading expertise, empowering individuals and businesses to make informed financial decisions and capitalize on market opportunities.</a:t>
            </a:r>
          </a:p>
          <a:p>
            <a:r>
              <a:rPr lang="en-US"/>
              <a:t>We envision a future where financial success is within reach for everyone, and we strive to make that vision a reality.</a:t>
            </a:r>
          </a:p>
          <a:p>
            <a:endParaRPr lang="en-US"/>
          </a:p>
          <a:p>
            <a:endParaRPr lang="en-US"/>
          </a:p>
          <a:p>
            <a:endParaRPr lang="en-US" dirty="0"/>
          </a:p>
        </p:txBody>
      </p:sp>
      <p:pic>
        <p:nvPicPr>
          <p:cNvPr id="41" name="Picture Placeholder 40" descr="close up of mathematical graphs">
            <a:extLst>
              <a:ext uri="{FF2B5EF4-FFF2-40B4-BE49-F238E27FC236}">
                <a16:creationId xmlns:a16="http://schemas.microsoft.com/office/drawing/2014/main" id="{B18AACB1-42A2-4B1E-8CE7-58311236AD5E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19" r="319"/>
          <a:stretch/>
        </p:blipFill>
        <p:spPr>
          <a:xfrm>
            <a:off x="3352801" y="0"/>
            <a:ext cx="6705600" cy="4419600"/>
          </a:xfrm>
        </p:spPr>
      </p:pic>
      <p:sp>
        <p:nvSpPr>
          <p:cNvPr id="47" name="Content Placeholder 46">
            <a:extLst>
              <a:ext uri="{FF2B5EF4-FFF2-40B4-BE49-F238E27FC236}">
                <a16:creationId xmlns:a16="http://schemas.microsoft.com/office/drawing/2014/main" id="{510886A2-18AD-4F58-A88D-0836A93378A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76213" y="4521461"/>
            <a:ext cx="2898647" cy="670463"/>
          </a:xfrm>
        </p:spPr>
        <p:txBody>
          <a:bodyPr>
            <a:normAutofit/>
          </a:bodyPr>
          <a:lstStyle/>
          <a:p>
            <a:r>
              <a:rPr lang="en-US"/>
              <a:t>Contact us</a:t>
            </a:r>
            <a:endParaRPr lang="en-US" dirty="0"/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188890BB-2976-4D42-B9BB-FE40645D126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77038" y="5216093"/>
            <a:ext cx="2893612" cy="1741653"/>
          </a:xfrm>
        </p:spPr>
        <p:txBody>
          <a:bodyPr/>
          <a:lstStyle/>
          <a:p>
            <a:r>
              <a:rPr lang="en-US"/>
              <a:t>4567 Main St ​</a:t>
            </a:r>
          </a:p>
          <a:p>
            <a:r>
              <a:rPr lang="en-US"/>
              <a:t>Buffalo, NY 98052​</a:t>
            </a:r>
          </a:p>
          <a:p>
            <a:r>
              <a:rPr lang="en-US"/>
              <a:t>555-0100​</a:t>
            </a:r>
          </a:p>
          <a:p>
            <a:r>
              <a:rPr lang="en-US"/>
              <a:t>info@tailwindtraders.com​</a:t>
            </a:r>
          </a:p>
          <a:p>
            <a:r>
              <a:rPr lang="en-US"/>
              <a:t>tailwindtraders.com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4764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itle 114">
            <a:extLst>
              <a:ext uri="{FF2B5EF4-FFF2-40B4-BE49-F238E27FC236}">
                <a16:creationId xmlns:a16="http://schemas.microsoft.com/office/drawing/2014/main" id="{D328ED67-05E4-4380-99B0-44D2DEB531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1" y="89036"/>
            <a:ext cx="2862734" cy="759499"/>
          </a:xfrm>
        </p:spPr>
        <p:txBody>
          <a:bodyPr/>
          <a:lstStyle/>
          <a:p>
            <a:r>
              <a:rPr lang="en-US" dirty="0"/>
              <a:t>Our services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435A574-EC9F-4321-9CA3-5D765C30B3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28600" y="848535"/>
            <a:ext cx="2864802" cy="3505751"/>
          </a:xfrm>
        </p:spPr>
        <p:txBody>
          <a:bodyPr/>
          <a:lstStyle/>
          <a:p>
            <a:r>
              <a:rPr lang="en-US"/>
              <a:t>Tailwind Traders offers a comprehensive range of investment and trading services designed to meet the diverse needs of our clients.</a:t>
            </a:r>
          </a:p>
          <a:p>
            <a:r>
              <a:rPr lang="en-US"/>
              <a:t>From wealth management and portfolio advisory to equity trading and risk analysis, our team of experts leverages their in-depth market knowledge and cutting-edge technology to deliver tailored solutions that optimize returns and mitigate risks.</a:t>
            </a:r>
            <a:endParaRPr lang="en-US" dirty="0"/>
          </a:p>
        </p:txBody>
      </p:sp>
      <p:pic>
        <p:nvPicPr>
          <p:cNvPr id="25" name="Picture Placeholder 24" descr="group collaborating over a laptop">
            <a:extLst>
              <a:ext uri="{FF2B5EF4-FFF2-40B4-BE49-F238E27FC236}">
                <a16:creationId xmlns:a16="http://schemas.microsoft.com/office/drawing/2014/main" id="{3A866D61-5A53-48A0-9828-C82CDA027DCB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4443322"/>
            <a:ext cx="3348000" cy="3329078"/>
          </a:xfrm>
        </p:spPr>
      </p:pic>
      <p:pic>
        <p:nvPicPr>
          <p:cNvPr id="7" name="Picture Placeholder 6" descr="pen drawing line graph">
            <a:extLst>
              <a:ext uri="{FF2B5EF4-FFF2-40B4-BE49-F238E27FC236}">
                <a16:creationId xmlns:a16="http://schemas.microsoft.com/office/drawing/2014/main" id="{1E006552-A299-4408-9F54-B196F5056EA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" r="1"/>
          <a:stretch/>
        </p:blipFill>
        <p:spPr>
          <a:xfrm>
            <a:off x="3355975" y="-1"/>
            <a:ext cx="3348000" cy="3300621"/>
          </a:xfr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F457663-49C5-4FE7-93F7-6D408078AC6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81400" y="3554730"/>
            <a:ext cx="2895599" cy="3989070"/>
          </a:xfrm>
        </p:spPr>
        <p:txBody>
          <a:bodyPr/>
          <a:lstStyle/>
          <a:p>
            <a:r>
              <a:rPr lang="en-US"/>
              <a:t>Our team of experts are here to help you develop successful strategies today for a financially secure tomorrow. </a:t>
            </a:r>
            <a:endParaRPr lang="en-US" dirty="0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3F0CFD1C-F6E7-4B83-AB91-F24AF9E6539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929400" y="89036"/>
            <a:ext cx="2898647" cy="670463"/>
          </a:xfrm>
        </p:spPr>
        <p:txBody>
          <a:bodyPr/>
          <a:lstStyle/>
          <a:p>
            <a:r>
              <a:rPr lang="en-US" dirty="0"/>
              <a:t>Our team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DAB717E8-011C-4547-A6B4-B8F2FE4F15F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931151" y="848535"/>
            <a:ext cx="2898647" cy="3505751"/>
          </a:xfrm>
        </p:spPr>
        <p:txBody>
          <a:bodyPr/>
          <a:lstStyle/>
          <a:p>
            <a:r>
              <a:rPr lang="en-US"/>
              <a:t>Seasoned professionals with extensive experience in finance, investment analysis, and trading strategies.</a:t>
            </a:r>
          </a:p>
          <a:p>
            <a:r>
              <a:rPr lang="en-US"/>
              <a:t>Strong track record of delivering consistent results and exceeding client expectations.</a:t>
            </a:r>
          </a:p>
          <a:p>
            <a:r>
              <a:rPr lang="en-US"/>
              <a:t>Collaborative and client-centric approach, ensuring personalized solutions tailored to individual needs and goals.</a:t>
            </a:r>
            <a:endParaRPr lang="en-US" dirty="0"/>
          </a:p>
        </p:txBody>
      </p:sp>
      <p:pic>
        <p:nvPicPr>
          <p:cNvPr id="8" name="Picture Placeholder 7" descr="woman holding binder leaving office">
            <a:extLst>
              <a:ext uri="{FF2B5EF4-FFF2-40B4-BE49-F238E27FC236}">
                <a16:creationId xmlns:a16="http://schemas.microsoft.com/office/drawing/2014/main" id="{672E69F0-216F-41E3-A8BF-4C5DA81E1445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710400" y="4443322"/>
            <a:ext cx="3348000" cy="3329078"/>
          </a:xfrm>
        </p:spPr>
      </p:pic>
    </p:spTree>
    <p:extLst>
      <p:ext uri="{BB962C8B-B14F-4D97-AF65-F5344CB8AC3E}">
        <p14:creationId xmlns:p14="http://schemas.microsoft.com/office/powerpoint/2010/main" val="719325024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">
  <a:themeElements>
    <a:clrScheme name="Custom 5">
      <a:dk1>
        <a:srgbClr val="000000"/>
      </a:dk1>
      <a:lt1>
        <a:sysClr val="window" lastClr="FFFFFF"/>
      </a:lt1>
      <a:dk2>
        <a:srgbClr val="17406D"/>
      </a:dk2>
      <a:lt2>
        <a:srgbClr val="DBEFF9"/>
      </a:lt2>
      <a:accent1>
        <a:srgbClr val="82B1E4"/>
      </a:accent1>
      <a:accent2>
        <a:srgbClr val="17406D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7406D"/>
      </a:hlink>
      <a:folHlink>
        <a:srgbClr val="82B1E4"/>
      </a:folHlink>
    </a:clrScheme>
    <a:fontScheme name="Custom 6">
      <a:majorFont>
        <a:latin typeface="Century Gothic"/>
        <a:ea typeface=""/>
        <a:cs typeface=""/>
      </a:majorFont>
      <a:minorFont>
        <a:latin typeface="Gill Sans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87" row="9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2626E1F-ED93-4A4E-AF1C-1617B798BE36}">
  <we:reference id="wa104178141" version="4.3.3.0" store="en-US" storeType="OMEX"/>
  <we:alternateReferences>
    <we:reference id="wa104178141" version="4.3.3.0" store="WA104178141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6095769-5942-4600-A53A-03E512C1B4E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396FE40-54E0-4037-BA44-87E12A10571E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DF583D91-7997-43AB-ABC2-40E0CE2D4BA2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455</Words>
  <Application>Microsoft Office PowerPoint</Application>
  <PresentationFormat>Custom</PresentationFormat>
  <Paragraphs>43</Paragraphs>
  <Slides>4</Slides>
  <Notes>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Custom </vt:lpstr>
      <vt:lpstr>TAILWIND TRADERS</vt:lpstr>
      <vt:lpstr>Our services </vt:lpstr>
      <vt:lpstr>TAILWIND TRADERS </vt:lpstr>
      <vt:lpstr>Our services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2026-07-16T05:57:45Z</dcterms:created>
  <dcterms:modified xsi:type="dcterms:W3CDTF">2026-07-16T05:57:48Z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