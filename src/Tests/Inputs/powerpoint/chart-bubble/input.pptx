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4639-480B-B03E-AEDF48F46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145362559"/>
        <c:axId val="2135448815"/>
      </c:bubbleChart>
      <c:valAx>
        <c:axId val="2145362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448815"/>
        <c:crosses val="autoZero"/>
        <c:crossBetween val="midCat"/>
      </c:valAx>
      <c:valAx>
        <c:axId val="213544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3625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0327-4DE7-B498-BA2DCB781D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9435104"/>
        <c:axId val="2135369135"/>
      </c:bubbleChart>
      <c:valAx>
        <c:axId val="9435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369135"/>
        <c:crosses val="autoZero"/>
        <c:crossBetween val="midCat"/>
      </c:valAx>
      <c:valAx>
        <c:axId val="2135369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51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DAEF-1651-04D0-E913-0CF835939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42ED4-A9C8-CF8F-98D5-C6A60BED5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B3A10-8D94-5A43-2F05-15917E65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996B7-CA85-5ED1-68D4-7061F6E7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DDCBE-36EB-019D-3746-8DBA39F8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B753-A4AA-E6D4-84BA-A2FE83A7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4870-F227-29C5-129C-9F3537288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A616F-60EF-F3AF-E2D0-112E34EC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82D9-700A-8822-92FB-3C9669EA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AF1BA-1A98-F7F2-8BE7-16A8C3F6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73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C84D-3B8C-C0B6-D935-306D41D4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F8EFF-390D-A2B8-1341-0B2D0752C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F3D99-37EE-9841-F6B0-129C80A0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E437-036B-E16A-5E98-429A77DF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6E99E-2276-73B4-2330-D29E8EB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99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A13B-7E1F-CA5A-FD7A-DAE31EB3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497CE-7E0C-96B4-DE5C-A89D44AD7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1F776-21F0-79F8-3C1F-C3A889077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4CC04-3F6A-6B6A-9DE0-C99CE846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589D0-BB51-E15E-B8AF-1D7BB3CE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F9BDB-EF23-93CD-C3DD-6D859A5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76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68F2-94BC-2CF2-E6BE-71F7F48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8E6DF-9629-926D-626F-DFA051C40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44D28-59E9-6D4F-98DE-15254EE32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D62A6-8333-9084-38C2-E92E99520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F4500-1699-287D-1A03-748CA1571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D9A3A-8B65-9584-5067-F9CFDFD3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C541A-121B-A397-2FEA-28650A8F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4A88A-CADE-1E4A-FC7A-F2107789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412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5B23-8991-E3FE-2A1F-A45D9821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E595C-7C3D-1B04-CF4C-1445B9B7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8D921-15F7-DFA5-B124-B464617E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D971E-4847-8789-368A-F115A80A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24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BED0F-5914-821F-C45F-45A15A06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AA35E-F299-719C-B5DF-70E64DD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201A-0C23-A486-CD89-3CCBCE01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627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90D5-D697-4829-CD59-CD01FA59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8968E-1666-AFFE-7589-4B6F052C1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C40A8-56A4-EA1D-5174-C16C78607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B9301-6AB9-F8B0-0C4B-1BA0D49C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090E5-D168-733B-2885-2B50DC2D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AE590-1445-FA44-AF5D-316C41AE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228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A023-48F1-4432-4859-25F855DC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C06DC-36B8-7CE7-B53B-F01B0BEF9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C7CDF-037F-F5D7-BF28-06E538BFC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20F8B-A3CC-A6B0-F396-4A9AEEAD4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FB62C-99A9-68E7-DD5C-646FDEAD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4B2AC-0A01-1155-1BA0-530D0CEE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82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4949-8B16-1304-DAE7-57C52BE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BC71D-9A4E-A321-0B00-08C81CC74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15D16-280D-266C-1158-4146F960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28A3-2234-1B19-E089-FA4B3F65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05347-C484-5C75-9ED1-40F30321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83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3D07E-722F-3803-8F57-FC0127829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1CBC3-BEA6-4EB0-3936-2ECB4AA1E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C938-AD4F-3D62-E7B7-1F5B0533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74192-AEC6-ADAB-3F14-7B8B0307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0684-E4C2-10E9-0708-950C0843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47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C3C59-8B05-BC01-75D2-1789D299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C6386-A2D8-3261-BB03-640B49F4B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13652-8B0A-890A-49ED-3027E4529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C2554-EA4B-428D-8129-B432A8DABD86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0B9D3-80F9-D885-D4F9-BC3C33C95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B116C-E51E-68F8-22FE-FF524ECA1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19DDE-F8A7-4A90-9775-DFC144158B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03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D8EFD73-2F18-9E8F-7061-62631BDAF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08799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345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6CD194A-5B34-A973-37F2-712E595F1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9826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22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2026-10-26T00:08:19Z</dcterms:created>
  <dcterms:modified xsi:type="dcterms:W3CDTF">2026-10-26T00:08:19Z</dcterms:modified>
</cp:coreProperties>
</file>