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79" r:id="rId5"/>
    <p:sldId id="287" r:id="rId6"/>
    <p:sldId id="285" r:id="rId7"/>
    <p:sldId id="305" r:id="rId8"/>
    <p:sldId id="304" r:id="rId9"/>
    <p:sldId id="294" r:id="rId10"/>
    <p:sldId id="296" r:id="rId11"/>
    <p:sldId id="306" r:id="rId12"/>
    <p:sldId id="298" r:id="rId13"/>
    <p:sldId id="301" r:id="rId14"/>
    <p:sldId id="302" r:id="rId15"/>
    <p:sldId id="303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50E45-4150-774C-926C-C38E8D3D53A2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21FDE-8B98-8341-81C2-8A3D3E8A17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704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29094F-44ED-46E6-A51E-52761DD3C8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6428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C5307-140F-447F-BCBA-BB92E3A2906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090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E1B3B4-A5A9-442E-B305-2C1B61528B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232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6812280" cy="420624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3" y="5257800"/>
            <a:ext cx="6812279" cy="130759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C6A8E625-65C2-D767-7DCE-651B5503EA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13533" y="0"/>
            <a:ext cx="4082983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2AAFDE-CB45-46CA-8961-8133FCA5F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69087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209C30D-AB58-482B-B553-F7136709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4" y="776940"/>
            <a:ext cx="3648456" cy="5358384"/>
          </a:xfrm>
        </p:spPr>
        <p:txBody>
          <a:bodyPr anchor="b">
            <a:normAutofit/>
          </a:bodyPr>
          <a:lstStyle>
            <a:lvl1pPr>
              <a:defRPr sz="4000" spc="-20" baseline="0"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B1A8891C-A2D4-4238-ABCE-62AB3A9121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90872" y="0"/>
            <a:ext cx="7498080" cy="341985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DFCFAED4-0A56-424D-BF74-4051B0BDA9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84064" y="3841750"/>
            <a:ext cx="6601968" cy="229608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946F5EF-2C45-4A87-A1DD-BD2A6FB91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277" y="6356350"/>
            <a:ext cx="374904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188F17E-DD3B-4CCC-957F-5A691448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A0235C7-971D-4E52-B991-EFA44A9A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4D815C-8BF3-4ECF-A945-A2A7C2983AF9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1859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AD3C5B21-C400-4C50-8684-59543CDC43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0"/>
            <a:ext cx="12192000" cy="6858000"/>
          </a:xfrm>
          <a:noFill/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81B040C-8943-4433-BFE9-AFB1F7C9E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636" y="-2"/>
            <a:ext cx="11014364" cy="4100947"/>
          </a:xfrm>
          <a:gradFill>
            <a:gsLst>
              <a:gs pos="77000">
                <a:srgbClr val="000000">
                  <a:alpha val="30000"/>
                </a:srgbClr>
              </a:gs>
              <a:gs pos="38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2000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21594000" scaled="0"/>
          </a:gradFill>
        </p:spPr>
        <p:txBody>
          <a:bodyPr rIns="731520">
            <a:normAutofit/>
          </a:bodyPr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pPr algn="r"/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5342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le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CFE912F-46EC-49B0-9C9A-DE9CBDF9F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3560" y="685800"/>
            <a:ext cx="5943600" cy="4379976"/>
          </a:xfrm>
        </p:spPr>
        <p:txBody>
          <a:bodyPr anchor="t">
            <a:normAutofit/>
          </a:bodyPr>
          <a:lstStyle>
            <a:lvl1pPr>
              <a:defRPr sz="6000" spc="-20" baseline="0">
                <a:solidFill>
                  <a:schemeClr val="bg1"/>
                </a:solidFill>
              </a:defRPr>
            </a:lvl1pPr>
          </a:lstStyle>
          <a:p>
            <a:endParaRPr lang="en-US" sz="60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BF32D81-1E24-45B8-A09D-EEAD404D8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3560" y="5065776"/>
            <a:ext cx="5945393" cy="1108335"/>
          </a:xfrm>
        </p:spPr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D71BA6F2-2182-4910-8DA6-71E5AB2745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1054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200201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2AAFDE-CB45-46CA-8961-8133FCA5F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06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209C30D-AB58-482B-B553-F7136709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85800"/>
            <a:ext cx="3867912" cy="5504688"/>
          </a:xfrm>
        </p:spPr>
        <p:txBody>
          <a:bodyPr anchor="ctr">
            <a:normAutofit/>
          </a:bodyPr>
          <a:lstStyle>
            <a:lvl1pPr>
              <a:defRPr sz="4000" spc="-20" baseline="0"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B1A8891C-A2D4-4238-ABCE-62AB3A9121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65776" y="0"/>
            <a:ext cx="7123176" cy="196596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DFCFAED4-0A56-424D-BF74-4051B0BDA9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24144" y="2496312"/>
            <a:ext cx="5705856" cy="3822192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946F5EF-2C45-4A87-A1DD-BD2A6FB91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277" y="6356350"/>
            <a:ext cx="374904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188F17E-DD3B-4CCC-957F-5A691448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A0235C7-971D-4E52-B991-EFA44A9A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4D815C-8BF3-4ECF-A945-A2A7C2983AF9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814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AD3C5B21-C400-4C50-8684-59543CDC43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6A403-3582-ABB6-755A-ED7896C1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018520" cy="4105656"/>
          </a:xfrm>
          <a:gradFill flip="none" rotWithShape="1">
            <a:gsLst>
              <a:gs pos="77000">
                <a:srgbClr val="000000">
                  <a:alpha val="30000"/>
                </a:srgbClr>
              </a:gs>
              <a:gs pos="33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10800000" scaled="1"/>
            <a:tileRect/>
          </a:gradFill>
        </p:spPr>
        <p:txBody>
          <a:bodyPr lIns="822960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B191740-DD54-A5D6-67AB-87EEAB0DD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05656"/>
            <a:ext cx="11018519" cy="2459736"/>
          </a:xfrm>
          <a:gradFill flip="none" rotWithShape="1">
            <a:gsLst>
              <a:gs pos="77000">
                <a:srgbClr val="000000">
                  <a:alpha val="30000"/>
                </a:srgbClr>
              </a:gs>
              <a:gs pos="38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2000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10800000" scaled="1"/>
            <a:tileRect/>
          </a:gradFill>
        </p:spPr>
        <p:txBody>
          <a:bodyPr lIns="822960" tIns="45720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20439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F516FD-E4AF-4BA2-902A-DA4674655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9580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0F480-E13D-4322-ADF4-56769DC5A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45" y="363854"/>
            <a:ext cx="10780955" cy="1243717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spc="-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C13D6-1FC2-78F6-EBE9-2E851CAD7B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288" y="2377440"/>
            <a:ext cx="5157216" cy="3840480"/>
          </a:xfrm>
        </p:spPr>
        <p:txBody>
          <a:bodyPr/>
          <a:lstStyle>
            <a:lvl1pPr marL="0" indent="0">
              <a:buNone/>
              <a:defRPr sz="2000"/>
            </a:lvl1pPr>
            <a:lvl2pPr marL="2286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2pPr>
            <a:lvl3pPr marL="6858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3pPr>
            <a:lvl4pPr marL="11430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4pPr>
            <a:lvl5pPr marL="16002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E978FE6-72A5-C193-FEA5-1EE9D77AD9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54496" y="2377440"/>
            <a:ext cx="5157216" cy="3840480"/>
          </a:xfrm>
        </p:spPr>
        <p:txBody>
          <a:bodyPr/>
          <a:lstStyle>
            <a:lvl1pPr marL="0" indent="0">
              <a:buNone/>
              <a:defRPr sz="2000"/>
            </a:lvl1pPr>
            <a:lvl2pPr marL="2286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2pPr>
            <a:lvl3pPr marL="6858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3pPr>
            <a:lvl4pPr marL="11430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4pPr>
            <a:lvl5pPr marL="16002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F3D4E9-1171-434D-AA71-EA27F72E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7A29A0D-15CB-4460-9435-7E7D6453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B6F95C2-7834-44D3-B93B-79D944E1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52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F516FD-E4AF-4BA2-902A-DA4674655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23176" y="-1"/>
            <a:ext cx="506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0F480-E13D-4322-ADF4-56769DC5A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6680" y="667512"/>
            <a:ext cx="3867912" cy="552297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spc="-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C13D6-1FC2-78F6-EBE9-2E851CAD7B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859536"/>
            <a:ext cx="5166360" cy="1499616"/>
          </a:xfrm>
        </p:spPr>
        <p:txBody>
          <a:bodyPr/>
          <a:lstStyle>
            <a:lvl1pPr marL="512064" indent="-512064">
              <a:buClr>
                <a:schemeClr val="accent3">
                  <a:lumMod val="50000"/>
                </a:schemeClr>
              </a:buClr>
              <a:buFont typeface="+mj-lt"/>
              <a:buAutoNum type="arabicPeriod"/>
              <a:defRPr sz="2000"/>
            </a:lvl1pPr>
            <a:lvl2pPr marL="1097280" indent="-457200">
              <a:spcBef>
                <a:spcPts val="1000"/>
              </a:spcBef>
              <a:buClr>
                <a:schemeClr val="accent3">
                  <a:lumMod val="50000"/>
                </a:schemeClr>
              </a:buClr>
              <a:buFont typeface="+mj-lt"/>
              <a:buAutoNum type="alphaLcPeriod"/>
              <a:defRPr/>
            </a:lvl2pPr>
            <a:lvl3pPr marL="164592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3pPr>
            <a:lvl4pPr marL="11430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4pPr>
            <a:lvl5pPr marL="16002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E978FE6-72A5-C193-FEA5-1EE9D77AD9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36" y="2706624"/>
            <a:ext cx="5084064" cy="3383280"/>
          </a:xfrm>
        </p:spPr>
        <p:txBody>
          <a:bodyPr/>
          <a:lstStyle>
            <a:lvl1pPr marL="0" indent="0">
              <a:buNone/>
              <a:defRPr sz="2000"/>
            </a:lvl1pPr>
            <a:lvl2pPr marL="2286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2pPr>
            <a:lvl3pPr marL="6858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3pPr>
            <a:lvl4pPr marL="11430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4pPr>
            <a:lvl5pPr marL="16002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F3D4E9-1171-434D-AA71-EA27F72E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7A29A0D-15CB-4460-9435-7E7D6453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20XX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B6F95C2-7834-44D3-B93B-79D944E1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6B786C7-B8F9-4072-AAAA-17258464D73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82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F516FD-E4AF-4BA2-902A-DA4674655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9580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0F480-E13D-4322-ADF4-56769DC5A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45" y="363854"/>
            <a:ext cx="10780955" cy="1243717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spc="-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C13D6-1FC2-78F6-EBE9-2E851CAD7B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288" y="2615184"/>
            <a:ext cx="5614416" cy="384048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000"/>
            </a:lvl1pPr>
            <a:lvl2pPr marL="2286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2pPr>
            <a:lvl3pPr marL="6858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3pPr>
            <a:lvl4pPr marL="11430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4pPr>
            <a:lvl5pPr marL="16002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E978FE6-72A5-C193-FEA5-1EE9D77AD9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23176" y="1958009"/>
            <a:ext cx="5068824" cy="4899991"/>
          </a:xfrm>
        </p:spPr>
        <p:txBody>
          <a:bodyPr/>
          <a:lstStyle>
            <a:lvl1pPr marL="0" indent="0">
              <a:buNone/>
              <a:defRPr sz="2000"/>
            </a:lvl1pPr>
            <a:lvl2pPr marL="2286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2pPr>
            <a:lvl3pPr marL="6858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3pPr>
            <a:lvl4pPr marL="11430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4pPr>
            <a:lvl5pPr marL="16002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F3D4E9-1171-434D-AA71-EA27F72E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7A29A0D-15CB-4460-9435-7E7D6453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B6F95C2-7834-44D3-B93B-79D944E1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42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F516FD-E4AF-4BA2-902A-DA4674655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9580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0F480-E13D-4322-ADF4-56769DC5A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45" y="363854"/>
            <a:ext cx="10780955" cy="1243717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spc="-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C13D6-1FC2-78F6-EBE9-2E851CAD7B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288" y="2523744"/>
            <a:ext cx="2862072" cy="356616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000"/>
            </a:lvl1pPr>
            <a:lvl2pPr marL="2286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2pPr>
            <a:lvl3pPr marL="6858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3pPr>
            <a:lvl4pPr marL="11430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4pPr>
            <a:lvl5pPr marL="16002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E978FE6-72A5-C193-FEA5-1EE9D77AD9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67912" y="2523744"/>
            <a:ext cx="7808976" cy="3694176"/>
          </a:xfrm>
        </p:spPr>
        <p:txBody>
          <a:bodyPr/>
          <a:lstStyle>
            <a:lvl1pPr marL="0" indent="0">
              <a:buNone/>
              <a:defRPr sz="2000"/>
            </a:lvl1pPr>
            <a:lvl2pPr marL="2286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2pPr>
            <a:lvl3pPr marL="6858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3pPr>
            <a:lvl4pPr marL="11430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4pPr>
            <a:lvl5pPr marL="16002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F3D4E9-1171-434D-AA71-EA27F72E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7A29A0D-15CB-4460-9435-7E7D6453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B6F95C2-7834-44D3-B93B-79D944E1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908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F516FD-E4AF-4BA2-902A-DA4674655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9580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0F480-E13D-4322-ADF4-56769DC5A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45" y="363854"/>
            <a:ext cx="10780955" cy="1243717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spc="-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C13D6-1FC2-78F6-EBE9-2E851CAD7B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288" y="2295144"/>
            <a:ext cx="6464808" cy="4379976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 sz="2000"/>
            </a:lvl1pPr>
            <a:lvl2pPr marL="685800">
              <a:spcBef>
                <a:spcPts val="500"/>
              </a:spcBef>
              <a:buClr>
                <a:schemeClr val="accent3">
                  <a:lumMod val="50000"/>
                </a:schemeClr>
              </a:buClr>
              <a:defRPr/>
            </a:lvl2pPr>
            <a:lvl3pPr marL="1143000">
              <a:spcBef>
                <a:spcPts val="500"/>
              </a:spcBef>
              <a:buClr>
                <a:schemeClr val="accent3">
                  <a:lumMod val="50000"/>
                </a:schemeClr>
              </a:buClr>
              <a:defRPr/>
            </a:lvl3pPr>
            <a:lvl4pPr marL="1600200">
              <a:spcBef>
                <a:spcPts val="500"/>
              </a:spcBef>
              <a:buClr>
                <a:schemeClr val="accent3">
                  <a:lumMod val="50000"/>
                </a:schemeClr>
              </a:buClr>
              <a:defRPr/>
            </a:lvl4pPr>
            <a:lvl5pPr marL="2057400">
              <a:spcBef>
                <a:spcPts val="500"/>
              </a:spcBef>
              <a:buClr>
                <a:schemeClr val="accent3">
                  <a:lumMod val="50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E978FE6-72A5-C193-FEA5-1EE9D77AD9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71816" y="2295144"/>
            <a:ext cx="3749040" cy="3840480"/>
          </a:xfrm>
        </p:spPr>
        <p:txBody>
          <a:bodyPr/>
          <a:lstStyle>
            <a:lvl1pPr marL="0" indent="0">
              <a:buNone/>
              <a:defRPr sz="2000"/>
            </a:lvl1pPr>
            <a:lvl2pPr marL="2286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2pPr>
            <a:lvl3pPr marL="6858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3pPr>
            <a:lvl4pPr marL="11430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4pPr>
            <a:lvl5pPr marL="1600200">
              <a:spcBef>
                <a:spcPts val="1000"/>
              </a:spcBef>
              <a:buClr>
                <a:schemeClr val="accent3">
                  <a:lumMod val="50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F3D4E9-1171-434D-AA71-EA27F72E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7A29A0D-15CB-4460-9435-7E7D6453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B6F95C2-7834-44D3-B93B-79D944E1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8257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F516FD-E4AF-4BA2-902A-DA4674655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9580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0F480-E13D-4322-ADF4-56769DC5A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045" y="363854"/>
            <a:ext cx="10780955" cy="1243717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spc="-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C13D6-1FC2-78F6-EBE9-2E851CAD7B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288" y="2523744"/>
            <a:ext cx="10707624" cy="36576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 sz="2000"/>
            </a:lvl1pPr>
            <a:lvl2pPr marL="685800">
              <a:spcBef>
                <a:spcPts val="500"/>
              </a:spcBef>
              <a:buClr>
                <a:schemeClr val="accent3">
                  <a:lumMod val="50000"/>
                </a:schemeClr>
              </a:buClr>
              <a:defRPr/>
            </a:lvl2pPr>
            <a:lvl3pPr marL="1143000">
              <a:spcBef>
                <a:spcPts val="500"/>
              </a:spcBef>
              <a:buClr>
                <a:schemeClr val="accent3">
                  <a:lumMod val="50000"/>
                </a:schemeClr>
              </a:buClr>
              <a:defRPr/>
            </a:lvl3pPr>
            <a:lvl4pPr marL="1600200">
              <a:spcBef>
                <a:spcPts val="500"/>
              </a:spcBef>
              <a:buClr>
                <a:schemeClr val="accent3">
                  <a:lumMod val="50000"/>
                </a:schemeClr>
              </a:buClr>
              <a:defRPr/>
            </a:lvl4pPr>
            <a:lvl5pPr marL="2057400">
              <a:spcBef>
                <a:spcPts val="500"/>
              </a:spcBef>
              <a:buClr>
                <a:schemeClr val="accent3">
                  <a:lumMod val="50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F3D4E9-1171-434D-AA71-EA27F72E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7A29A0D-15CB-4460-9435-7E7D6453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B6F95C2-7834-44D3-B93B-79D944E1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439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920A8F-16C2-B12B-3951-097B62DB8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25079"/>
            <a:ext cx="12192000" cy="33329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AF23EB-182C-6270-2663-CB53680A4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813048"/>
            <a:ext cx="10780776" cy="2651760"/>
          </a:xfrm>
        </p:spPr>
        <p:txBody>
          <a:bodyPr anchor="ctr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B1A8891C-A2D4-4238-ABCE-62AB3A9121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900416" cy="352958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DFCFAED4-0A56-424D-BF74-4051B0BDA9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1051560"/>
            <a:ext cx="3566160" cy="155448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99328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7" r:id="rId3"/>
    <p:sldLayoutId id="2147483668" r:id="rId4"/>
    <p:sldLayoutId id="2147483669" r:id="rId5"/>
    <p:sldLayoutId id="2147483662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D150CF-F888-48EA-89E8-311ED5E91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6812280" cy="4206240"/>
          </a:xfrm>
        </p:spPr>
        <p:txBody>
          <a:bodyPr anchor="t">
            <a:noAutofit/>
          </a:bodyPr>
          <a:lstStyle/>
          <a:p>
            <a:r>
              <a:rPr lang="en-US" dirty="0"/>
              <a:t>The art of public speaking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BBE0348-1527-4055-BA8A-E27542227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3" y="5257800"/>
            <a:ext cx="6812279" cy="1307592"/>
          </a:xfrm>
        </p:spPr>
        <p:txBody>
          <a:bodyPr anchor="t">
            <a:normAutofit/>
          </a:bodyPr>
          <a:lstStyle/>
          <a:p>
            <a:r>
              <a:rPr lang="en-US" dirty="0"/>
              <a:t>Adrian King</a:t>
            </a:r>
          </a:p>
        </p:txBody>
      </p:sp>
      <p:pic>
        <p:nvPicPr>
          <p:cNvPr id="5" name="Picture Placeholder 4" descr="View of the mountains at sunset">
            <a:extLst>
              <a:ext uri="{FF2B5EF4-FFF2-40B4-BE49-F238E27FC236}">
                <a16:creationId xmlns:a16="http://schemas.microsoft.com/office/drawing/2014/main" id="{A33E67C0-6C95-48DB-97CC-8CE8D36C05F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 r="25"/>
          <a:stretch/>
        </p:blipFill>
        <p:spPr>
          <a:xfrm>
            <a:off x="8113533" y="0"/>
            <a:ext cx="4082983" cy="6858000"/>
          </a:xfrm>
        </p:spPr>
      </p:pic>
    </p:spTree>
    <p:extLst>
      <p:ext uri="{BB962C8B-B14F-4D97-AF65-F5344CB8AC3E}">
        <p14:creationId xmlns:p14="http://schemas.microsoft.com/office/powerpoint/2010/main" val="93465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DED76B9-5273-4139-ACC9-B6E36ADE2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4" y="776940"/>
            <a:ext cx="3648456" cy="5358384"/>
          </a:xfrm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pic>
        <p:nvPicPr>
          <p:cNvPr id="28" name="Picture Placeholder 25" descr="View of the mountains with a light, low fog with stars and clouds in the sky">
            <a:extLst>
              <a:ext uri="{FF2B5EF4-FFF2-40B4-BE49-F238E27FC236}">
                <a16:creationId xmlns:a16="http://schemas.microsoft.com/office/drawing/2014/main" id="{942CFB23-F3C8-8053-C30A-7D86AAE4183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1770" b="21770"/>
          <a:stretch/>
        </p:blipFill>
        <p:spPr>
          <a:xfrm>
            <a:off x="4690872" y="0"/>
            <a:ext cx="7498080" cy="3419856"/>
          </a:xfr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F2C169-25EA-4609-BC8A-BCA7C433EE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84064" y="3841750"/>
            <a:ext cx="6601968" cy="2296083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</p:spTree>
    <p:extLst>
      <p:ext uri="{BB962C8B-B14F-4D97-AF65-F5344CB8AC3E}">
        <p14:creationId xmlns:p14="http://schemas.microsoft.com/office/powerpoint/2010/main" val="1092919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A lit up tent on the mountains with a cloudy sky at night">
            <a:extLst>
              <a:ext uri="{FF2B5EF4-FFF2-40B4-BE49-F238E27FC236}">
                <a16:creationId xmlns:a16="http://schemas.microsoft.com/office/drawing/2014/main" id="{284A1AA7-2E90-4B15-88DA-97825B64484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AC7AC30-1251-40E1-9808-1FB902C4C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636" y="-2"/>
            <a:ext cx="11014364" cy="4100947"/>
          </a:xfrm>
        </p:spPr>
        <p:txBody>
          <a:bodyPr>
            <a:normAutofit/>
          </a:bodyPr>
          <a:lstStyle/>
          <a:p>
            <a:r>
              <a:rPr lang="en-US" dirty="0"/>
              <a:t>The power of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84021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1C5EA2A-10BF-4B5E-ACC8-8A766A094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3560" y="685800"/>
            <a:ext cx="5943600" cy="4379976"/>
          </a:xfrm>
        </p:spPr>
        <p:txBody>
          <a:bodyPr anchor="t">
            <a:normAutofit/>
          </a:bodyPr>
          <a:lstStyle/>
          <a:p>
            <a:r>
              <a:rPr lang="en-US" dirty="0"/>
              <a:t>Overcoming nervousness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EAC0465-1751-47C8-9200-CF24EEB5E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3560" y="5065776"/>
            <a:ext cx="5945393" cy="1108335"/>
          </a:xfrm>
        </p:spPr>
        <p:txBody>
          <a:bodyPr anchor="b"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7" name="Picture Placeholder 17" descr="A person with a backpack looking out over the mountains">
            <a:extLst>
              <a:ext uri="{FF2B5EF4-FFF2-40B4-BE49-F238E27FC236}">
                <a16:creationId xmlns:a16="http://schemas.microsoft.com/office/drawing/2014/main" id="{17AE28DB-6A67-4368-B973-0AF9753460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b="1"/>
          <a:stretch/>
        </p:blipFill>
        <p:spPr>
          <a:xfrm>
            <a:off x="0" y="0"/>
            <a:ext cx="5105400" cy="6858000"/>
          </a:xfrm>
        </p:spPr>
      </p:pic>
    </p:spTree>
    <p:extLst>
      <p:ext uri="{BB962C8B-B14F-4D97-AF65-F5344CB8AC3E}">
        <p14:creationId xmlns:p14="http://schemas.microsoft.com/office/powerpoint/2010/main" val="2671229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625C164-6C60-2A68-7287-EA4B9773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85800"/>
            <a:ext cx="3867912" cy="5504688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pic>
        <p:nvPicPr>
          <p:cNvPr id="19" name="Picture Placeholder 18" descr="View of the mountains with a light, low fog with stars and clouds in the sky">
            <a:extLst>
              <a:ext uri="{FF2B5EF4-FFF2-40B4-BE49-F238E27FC236}">
                <a16:creationId xmlns:a16="http://schemas.microsoft.com/office/drawing/2014/main" id="{F4BD5086-7304-1284-62FC-2A7B3F88A9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38" r="238"/>
          <a:stretch/>
        </p:blipFill>
        <p:spPr>
          <a:xfrm>
            <a:off x="5065776" y="0"/>
            <a:ext cx="7123176" cy="196596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F4C87C-25C4-A6EA-C211-A643523079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4144" y="2496312"/>
            <a:ext cx="5705856" cy="38221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111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A satellite at night with the mountains behind it and a sky with lots of stars and light cloud coverage">
            <a:extLst>
              <a:ext uri="{FF2B5EF4-FFF2-40B4-BE49-F238E27FC236}">
                <a16:creationId xmlns:a16="http://schemas.microsoft.com/office/drawing/2014/main" id="{284A1AA7-2E90-4B15-88DA-97825B64484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/>
          <a:stretch/>
        </p:blipFill>
        <p:spPr>
          <a:xfrm flipH="1"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AC7AC30-1251-40E1-9808-1FB902C4C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018520" cy="4105656"/>
          </a:xfrm>
          <a:noFill/>
        </p:spPr>
        <p:txBody>
          <a:bodyPr>
            <a:normAutofit/>
          </a:bodyPr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154B60C-7CE6-4829-87C0-7B4B3E168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05275"/>
            <a:ext cx="11018838" cy="2460625"/>
          </a:xfrm>
          <a:noFill/>
        </p:spPr>
        <p:txBody>
          <a:bodyPr>
            <a:normAutofit/>
          </a:bodyPr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3838234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BB6F2D-E78A-6FE5-1A36-75C74FD9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363854"/>
            <a:ext cx="10780955" cy="1243717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214E3D1-6639-F466-7FDE-6564E43949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288" y="2377440"/>
            <a:ext cx="5157216" cy="3840480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86EE38-2957-C862-1C4F-9B0157829E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54496" y="2377440"/>
            <a:ext cx="5157216" cy="3840480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502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1377-725D-70DC-9855-C49E6D078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6680" y="667512"/>
            <a:ext cx="3867912" cy="5522976"/>
          </a:xfrm>
        </p:spPr>
        <p:txBody>
          <a:bodyPr anchor="ctr">
            <a:normAutofit/>
          </a:bodyPr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F3FFD-8279-A9DE-3C88-41A3F28800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859536"/>
            <a:ext cx="5166360" cy="1499616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843FDC-128E-E69D-EC89-11E4E201E61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36" y="2706624"/>
            <a:ext cx="5084064" cy="3383280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027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F2FEA60-F900-4C56-9486-48EA30926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363854"/>
            <a:ext cx="10780955" cy="1243717"/>
          </a:xfrm>
        </p:spPr>
        <p:txBody>
          <a:bodyPr>
            <a:normAutofit/>
          </a:bodyPr>
          <a:lstStyle/>
          <a:p>
            <a:r>
              <a:rPr lang="en-US" dirty="0"/>
              <a:t>Speaking impact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B6583FE-B653-4C01-9ADF-EC8514A0B5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288" y="2615184"/>
            <a:ext cx="5614416" cy="3840480"/>
          </a:xfrm>
        </p:spPr>
        <p:txBody>
          <a:bodyPr>
            <a:normAutofit/>
          </a:bodyPr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11" name="Content Placeholder 10" descr="People climbing to the top of a mountain at sunset">
            <a:extLst>
              <a:ext uri="{FF2B5EF4-FFF2-40B4-BE49-F238E27FC236}">
                <a16:creationId xmlns:a16="http://schemas.microsoft.com/office/drawing/2014/main" id="{E85594BF-0FC5-688B-B531-7233DECD450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26523" y="1957388"/>
            <a:ext cx="5062066" cy="4900612"/>
          </a:xfrm>
        </p:spPr>
      </p:pic>
    </p:spTree>
    <p:extLst>
      <p:ext uri="{BB962C8B-B14F-4D97-AF65-F5344CB8AC3E}">
        <p14:creationId xmlns:p14="http://schemas.microsoft.com/office/powerpoint/2010/main" val="3959568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F2FEA60-F900-4C56-9486-48EA30926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363854"/>
            <a:ext cx="10780955" cy="1243717"/>
          </a:xfrm>
        </p:spPr>
        <p:txBody>
          <a:bodyPr>
            <a:normAutofit/>
          </a:bodyPr>
          <a:lstStyle/>
          <a:p>
            <a:r>
              <a:rPr lang="en-US" dirty="0"/>
              <a:t>Dynamic delivery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B6583FE-B653-4C01-9ADF-EC8514A0B5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288" y="2523744"/>
            <a:ext cx="2862072" cy="3566160"/>
          </a:xfrm>
        </p:spPr>
        <p:txBody>
          <a:bodyPr>
            <a:norm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E410A886-0778-53D6-B831-7F38A0E03B64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852659670"/>
              </p:ext>
            </p:extLst>
          </p:nvPr>
        </p:nvGraphicFramePr>
        <p:xfrm>
          <a:off x="3867150" y="2524125"/>
          <a:ext cx="7811825" cy="36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221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35083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47969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43907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394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916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916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394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394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452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92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BB6F2D-E78A-6FE5-1A36-75C74FD9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363854"/>
            <a:ext cx="10780955" cy="1243717"/>
          </a:xfrm>
        </p:spPr>
        <p:txBody>
          <a:bodyPr>
            <a:normAutofit/>
          </a:bodyPr>
          <a:lstStyle/>
          <a:p>
            <a:r>
              <a:rPr lang="en-US" dirty="0"/>
              <a:t>Final tips and takeaways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214E3D1-6639-F466-7FDE-6564E43949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9288" y="2295144"/>
            <a:ext cx="6464808" cy="4379976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86EE38-2957-C862-1C4F-9B0157829E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71816" y="2295144"/>
            <a:ext cx="3749040" cy="3840480"/>
          </a:xfrm>
        </p:spPr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268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F2FEA60-F900-4C56-9486-48EA30926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363854"/>
            <a:ext cx="10780955" cy="1243717"/>
          </a:xfrm>
        </p:spPr>
        <p:txBody>
          <a:bodyPr>
            <a:normAutofit/>
          </a:bodyPr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3" name="Table Placeholder 3">
            <a:extLst>
              <a:ext uri="{FF2B5EF4-FFF2-40B4-BE49-F238E27FC236}">
                <a16:creationId xmlns:a16="http://schemas.microsoft.com/office/drawing/2014/main" id="{DAA2584B-E55D-7E22-AD24-417D9C152A2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853645636"/>
              </p:ext>
            </p:extLst>
          </p:nvPr>
        </p:nvGraphicFramePr>
        <p:xfrm>
          <a:off x="649288" y="2524125"/>
          <a:ext cx="10704756" cy="3657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9216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968487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001078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745975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7670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161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161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161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161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1617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197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EDB60-0E6A-C912-682F-BCCCFA33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813048"/>
            <a:ext cx="10780776" cy="2651760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52" name="Picture Placeholder 51" descr="Mountains at sunset">
            <a:extLst>
              <a:ext uri="{FF2B5EF4-FFF2-40B4-BE49-F238E27FC236}">
                <a16:creationId xmlns:a16="http://schemas.microsoft.com/office/drawing/2014/main" id="{45DFCBF0-F91E-40C0-A4E6-24E8250C3B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5" b="5035"/>
          <a:stretch/>
        </p:blipFill>
        <p:spPr>
          <a:xfrm>
            <a:off x="0" y="0"/>
            <a:ext cx="7900416" cy="3529584"/>
          </a:xfrm>
        </p:spPr>
      </p:pic>
      <p:sp>
        <p:nvSpPr>
          <p:cNvPr id="33" name="Subtitle 32">
            <a:extLst>
              <a:ext uri="{FF2B5EF4-FFF2-40B4-BE49-F238E27FC236}">
                <a16:creationId xmlns:a16="http://schemas.microsoft.com/office/drawing/2014/main" id="{0EEAA874-288B-4330-9FA4-F1144ACD46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58200" y="1051560"/>
            <a:ext cx="3566160" cy="1554480"/>
          </a:xfrm>
        </p:spPr>
        <p:txBody>
          <a:bodyPr>
            <a:normAutofit/>
          </a:bodyPr>
          <a:lstStyle/>
          <a:p>
            <a:r>
              <a:rPr lang="en-US" dirty="0"/>
              <a:t>Adrian King</a:t>
            </a:r>
          </a:p>
          <a:p>
            <a:r>
              <a:rPr lang="en-US" dirty="0"/>
              <a:t>Adrian@contoso.com</a:t>
            </a:r>
          </a:p>
          <a:p>
            <a:r>
              <a:rPr lang="en-US" dirty="0"/>
              <a:t>www.contoso.com</a:t>
            </a:r>
          </a:p>
        </p:txBody>
      </p:sp>
    </p:spTree>
    <p:extLst>
      <p:ext uri="{BB962C8B-B14F-4D97-AF65-F5344CB8AC3E}">
        <p14:creationId xmlns:p14="http://schemas.microsoft.com/office/powerpoint/2010/main" val="767611276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2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Design_win32_CP_v3" id="{814715DD-6C76-4F1A-ACBC-CB50DF76A204}" vid="{32B98461-600B-47E5-8B97-25031B2AA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Background xmlns="71af3243-3dd4-4a8d-8c0d-dd76da1f02a5">false</Background>
    <Status xmlns="71af3243-3dd4-4a8d-8c0d-dd76da1f02a5">Not started</Status>
    <TaxCatchAll xmlns="230e9df3-be65-4c73-a93b-d1236ebd677e" xsi:nil="true"/>
    <ImageTagsTaxHTField xmlns="71af3243-3dd4-4a8d-8c0d-dd76da1f02a5">
      <Terms xmlns="http://schemas.microsoft.com/office/infopath/2007/PartnerControls"/>
    </ImageTagsTaxHTField>
    <Image xmlns="71af3243-3dd4-4a8d-8c0d-dd76da1f02a5">
      <Url xsi:nil="true"/>
      <Description xsi:nil="true"/>
    </Image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E4B3662-E706-427A-8C63-55F1C5B1CA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D5551C-388C-42EB-B1BB-B0BF4434BA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526E5B-BE06-44ED-944C-46B3BE1A406A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230e9df3-be65-4c73-a93b-d1236ebd677e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417</Words>
  <Application>Microsoft Office PowerPoint</Application>
  <PresentationFormat>Widescreen</PresentationFormat>
  <Paragraphs>113</Paragraphs>
  <Slides>13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ColorBlockVTI</vt:lpstr>
      <vt:lpstr>The art of public speaking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sessions</vt:lpstr>
      <vt:lpstr>Speaking impact</vt:lpstr>
      <vt:lpstr>Dynamic delivery</vt:lpstr>
      <vt:lpstr>Final tips and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2026-07-16T05:58:36Z</dcterms:created>
  <dcterms:modified xsi:type="dcterms:W3CDTF">2026-07-16T05:58:40Z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0x01010079F111ED35F8CC479449609E8A0923A6</vt:lpwstr>
  </property>
</Properties>
</file>