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18"/>
  </p:notesMasterIdLst>
  <p:handoutMasterIdLst>
    <p:handoutMasterId r:id="rId19"/>
  </p:handoutMasterIdLst>
  <p:sldIdLst>
    <p:sldId id="256" r:id="rId5"/>
    <p:sldId id="292" r:id="rId6"/>
    <p:sldId id="266" r:id="rId7"/>
    <p:sldId id="295" r:id="rId8"/>
    <p:sldId id="293" r:id="rId9"/>
    <p:sldId id="283" r:id="rId10"/>
    <p:sldId id="264" r:id="rId11"/>
    <p:sldId id="289" r:id="rId12"/>
    <p:sldId id="287" r:id="rId13"/>
    <p:sldId id="268" r:id="rId14"/>
    <p:sldId id="296" r:id="rId15"/>
    <p:sldId id="285" r:id="rId16"/>
    <p:sldId id="29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5388" autoAdjust="0"/>
  </p:normalViewPr>
  <p:slideViewPr>
    <p:cSldViewPr snapToGrid="0" showGuides="1">
      <p:cViewPr varScale="1">
        <p:scale>
          <a:sx n="104" d="100"/>
          <a:sy n="104" d="100"/>
        </p:scale>
        <p:origin x="84" y="552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50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74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93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704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027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289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023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8038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6703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7079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19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464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95617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1622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2048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2445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6676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0127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369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2255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044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8859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3045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86295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59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787D40-90B5-470E-95A2-784F1CB479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9580" y="4423702"/>
            <a:ext cx="11292839" cy="1550378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8BC27-38F1-47F3-EC35-7DD8B88A75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80" y="705104"/>
            <a:ext cx="11292840" cy="3643376"/>
          </a:xfrm>
          <a:custGeom>
            <a:avLst/>
            <a:gdLst>
              <a:gd name="connsiteX0" fmla="*/ 7593576 w 11292840"/>
              <a:gd name="connsiteY0" fmla="*/ 0 h 3643376"/>
              <a:gd name="connsiteX1" fmla="*/ 11292840 w 11292840"/>
              <a:gd name="connsiteY1" fmla="*/ 0 h 3643376"/>
              <a:gd name="connsiteX2" fmla="*/ 11292840 w 11292840"/>
              <a:gd name="connsiteY2" fmla="*/ 3643376 h 3643376"/>
              <a:gd name="connsiteX3" fmla="*/ 7593576 w 11292840"/>
              <a:gd name="connsiteY3" fmla="*/ 3643376 h 3643376"/>
              <a:gd name="connsiteX4" fmla="*/ 0 w 11292840"/>
              <a:gd name="connsiteY4" fmla="*/ 0 h 3643376"/>
              <a:gd name="connsiteX5" fmla="*/ 7489667 w 11292840"/>
              <a:gd name="connsiteY5" fmla="*/ 0 h 3643376"/>
              <a:gd name="connsiteX6" fmla="*/ 7489667 w 11292840"/>
              <a:gd name="connsiteY6" fmla="*/ 3643376 h 3643376"/>
              <a:gd name="connsiteX7" fmla="*/ 0 w 11292840"/>
              <a:gd name="connsiteY7" fmla="*/ 3643376 h 364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2840" h="3643376">
                <a:moveTo>
                  <a:pt x="7593576" y="0"/>
                </a:moveTo>
                <a:lnTo>
                  <a:pt x="11292840" y="0"/>
                </a:lnTo>
                <a:lnTo>
                  <a:pt x="11292840" y="3643376"/>
                </a:lnTo>
                <a:lnTo>
                  <a:pt x="7593576" y="3643376"/>
                </a:lnTo>
                <a:close/>
                <a:moveTo>
                  <a:pt x="0" y="0"/>
                </a:moveTo>
                <a:lnTo>
                  <a:pt x="7489667" y="0"/>
                </a:lnTo>
                <a:lnTo>
                  <a:pt x="7489667" y="3643376"/>
                </a:lnTo>
                <a:lnTo>
                  <a:pt x="0" y="36433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808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2809240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1" y="3698240"/>
            <a:ext cx="3606800" cy="2271076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608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54FD2A1-D363-7C44-2A72-54E8B397D3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6720" y="650240"/>
            <a:ext cx="7518398" cy="5713918"/>
          </a:xfrm>
          <a:custGeom>
            <a:avLst/>
            <a:gdLst>
              <a:gd name="connsiteX0" fmla="*/ 3806436 w 7518398"/>
              <a:gd name="connsiteY0" fmla="*/ 4479475 h 5713918"/>
              <a:gd name="connsiteX1" fmla="*/ 7518398 w 7518398"/>
              <a:gd name="connsiteY1" fmla="*/ 4479475 h 5713918"/>
              <a:gd name="connsiteX2" fmla="*/ 7518398 w 7518398"/>
              <a:gd name="connsiteY2" fmla="*/ 5713918 h 5713918"/>
              <a:gd name="connsiteX3" fmla="*/ 3806436 w 7518398"/>
              <a:gd name="connsiteY3" fmla="*/ 5713918 h 5713918"/>
              <a:gd name="connsiteX4" fmla="*/ 0 w 7518398"/>
              <a:gd name="connsiteY4" fmla="*/ 4479475 h 5713918"/>
              <a:gd name="connsiteX5" fmla="*/ 3702527 w 7518398"/>
              <a:gd name="connsiteY5" fmla="*/ 4479475 h 5713918"/>
              <a:gd name="connsiteX6" fmla="*/ 3702527 w 7518398"/>
              <a:gd name="connsiteY6" fmla="*/ 5713918 h 5713918"/>
              <a:gd name="connsiteX7" fmla="*/ 0 w 7518398"/>
              <a:gd name="connsiteY7" fmla="*/ 5713918 h 5713918"/>
              <a:gd name="connsiteX8" fmla="*/ 3806436 w 7518398"/>
              <a:gd name="connsiteY8" fmla="*/ 0 h 5713918"/>
              <a:gd name="connsiteX9" fmla="*/ 7518398 w 7518398"/>
              <a:gd name="connsiteY9" fmla="*/ 0 h 5713918"/>
              <a:gd name="connsiteX10" fmla="*/ 7518398 w 7518398"/>
              <a:gd name="connsiteY10" fmla="*/ 4379183 h 5713918"/>
              <a:gd name="connsiteX11" fmla="*/ 3806436 w 7518398"/>
              <a:gd name="connsiteY11" fmla="*/ 4379183 h 5713918"/>
              <a:gd name="connsiteX12" fmla="*/ 0 w 7518398"/>
              <a:gd name="connsiteY12" fmla="*/ 0 h 5713918"/>
              <a:gd name="connsiteX13" fmla="*/ 3702527 w 7518398"/>
              <a:gd name="connsiteY13" fmla="*/ 0 h 5713918"/>
              <a:gd name="connsiteX14" fmla="*/ 3702527 w 7518398"/>
              <a:gd name="connsiteY14" fmla="*/ 4379183 h 5713918"/>
              <a:gd name="connsiteX15" fmla="*/ 0 w 7518398"/>
              <a:gd name="connsiteY15" fmla="*/ 4379183 h 57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18398" h="5713918">
                <a:moveTo>
                  <a:pt x="3806436" y="4479475"/>
                </a:moveTo>
                <a:lnTo>
                  <a:pt x="7518398" y="4479475"/>
                </a:lnTo>
                <a:lnTo>
                  <a:pt x="7518398" y="5713918"/>
                </a:lnTo>
                <a:lnTo>
                  <a:pt x="3806436" y="5713918"/>
                </a:lnTo>
                <a:close/>
                <a:moveTo>
                  <a:pt x="0" y="4479475"/>
                </a:moveTo>
                <a:lnTo>
                  <a:pt x="3702527" y="4479475"/>
                </a:lnTo>
                <a:lnTo>
                  <a:pt x="3702527" y="5713918"/>
                </a:lnTo>
                <a:lnTo>
                  <a:pt x="0" y="5713918"/>
                </a:lnTo>
                <a:close/>
                <a:moveTo>
                  <a:pt x="3806436" y="0"/>
                </a:moveTo>
                <a:lnTo>
                  <a:pt x="7518398" y="0"/>
                </a:lnTo>
                <a:lnTo>
                  <a:pt x="7518398" y="4379183"/>
                </a:lnTo>
                <a:lnTo>
                  <a:pt x="3806436" y="4379183"/>
                </a:lnTo>
                <a:close/>
                <a:moveTo>
                  <a:pt x="0" y="0"/>
                </a:moveTo>
                <a:lnTo>
                  <a:pt x="3702527" y="0"/>
                </a:lnTo>
                <a:lnTo>
                  <a:pt x="3702527" y="4379183"/>
                </a:lnTo>
                <a:lnTo>
                  <a:pt x="0" y="43791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880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CC542F-D03C-4537-9B6E-7F653B651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78091"/>
            <a:ext cx="3729789" cy="3440485"/>
          </a:xfrm>
        </p:spPr>
        <p:txBody>
          <a:bodyPr tIns="182880" bIns="182880" anchor="ctr" anchorCtr="0">
            <a:noAutofit/>
          </a:bodyPr>
          <a:lstStyle/>
          <a:p>
            <a:r>
              <a:rPr lang="en-US" dirty="0"/>
              <a:t>Click to add title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F1D2B-CBE7-6279-2158-7A9F3B5D5C6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670560"/>
            <a:ext cx="11267440" cy="2139696"/>
          </a:xfrm>
          <a:custGeom>
            <a:avLst/>
            <a:gdLst>
              <a:gd name="connsiteX0" fmla="*/ 3783068 w 11267440"/>
              <a:gd name="connsiteY0" fmla="*/ 0 h 2139696"/>
              <a:gd name="connsiteX1" fmla="*/ 11267440 w 11267440"/>
              <a:gd name="connsiteY1" fmla="*/ 0 h 2139696"/>
              <a:gd name="connsiteX2" fmla="*/ 11267440 w 11267440"/>
              <a:gd name="connsiteY2" fmla="*/ 2139696 h 2139696"/>
              <a:gd name="connsiteX3" fmla="*/ 3783068 w 11267440"/>
              <a:gd name="connsiteY3" fmla="*/ 2139696 h 2139696"/>
              <a:gd name="connsiteX4" fmla="*/ 0 w 11267440"/>
              <a:gd name="connsiteY4" fmla="*/ 0 h 2139696"/>
              <a:gd name="connsiteX5" fmla="*/ 3677799 w 11267440"/>
              <a:gd name="connsiteY5" fmla="*/ 0 h 2139696"/>
              <a:gd name="connsiteX6" fmla="*/ 3677799 w 11267440"/>
              <a:gd name="connsiteY6" fmla="*/ 2139696 h 2139696"/>
              <a:gd name="connsiteX7" fmla="*/ 0 w 11267440"/>
              <a:gd name="connsiteY7" fmla="*/ 2139696 h 213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7440" h="2139696">
                <a:moveTo>
                  <a:pt x="3783068" y="0"/>
                </a:moveTo>
                <a:lnTo>
                  <a:pt x="11267440" y="0"/>
                </a:lnTo>
                <a:lnTo>
                  <a:pt x="11267440" y="2139696"/>
                </a:lnTo>
                <a:lnTo>
                  <a:pt x="3783068" y="2139696"/>
                </a:lnTo>
                <a:close/>
                <a:moveTo>
                  <a:pt x="0" y="0"/>
                </a:moveTo>
                <a:lnTo>
                  <a:pt x="3677799" y="0"/>
                </a:lnTo>
                <a:lnTo>
                  <a:pt x="3677799" y="2139696"/>
                </a:lnTo>
                <a:lnTo>
                  <a:pt x="0" y="21396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35EE74D-5A60-B83C-5C2D-7B6FEA778FC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05827" y="2878091"/>
            <a:ext cx="7418813" cy="3440485"/>
          </a:xfrm>
        </p:spPr>
        <p:txBody>
          <a:bodyPr anchor="ctr" anchorCtr="0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/>
            </a:lvl1pPr>
            <a:lvl2pPr marL="283464" indent="-283464">
              <a:buFont typeface="Arial" panose="020B0604020202020204" pitchFamily="34" charset="0"/>
              <a:buChar char="•"/>
              <a:defRPr/>
            </a:lvl2pPr>
            <a:lvl3pPr marL="283464" indent="-283464">
              <a:buFont typeface="Arial" panose="020B0604020202020204" pitchFamily="34" charset="0"/>
              <a:buChar char="•"/>
              <a:defRPr/>
            </a:lvl3pPr>
            <a:lvl4pPr marL="283464" indent="-283464">
              <a:buFont typeface="Arial" panose="020B0604020202020204" pitchFamily="34" charset="0"/>
              <a:buChar char="•"/>
              <a:defRPr/>
            </a:lvl4pPr>
            <a:lvl5pPr marL="283464" indent="-283464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CF1FAD-0BAD-2574-3352-B152DF76C1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C328E41-645E-D257-FFF3-93344A8E4F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EF9E45A-6561-C074-14CE-B3B63476D2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67213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03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2585720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9840"/>
            <a:ext cx="9144000" cy="205232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64149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0879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8219" y="741363"/>
            <a:ext cx="5626579" cy="1286219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BE840D-FAED-31D9-AF31-112670D0FA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761684"/>
            <a:ext cx="5171440" cy="5662230"/>
          </a:xfrm>
          <a:custGeom>
            <a:avLst/>
            <a:gdLst>
              <a:gd name="connsiteX0" fmla="*/ 0 w 5171440"/>
              <a:gd name="connsiteY0" fmla="*/ 5056400 h 5662230"/>
              <a:gd name="connsiteX1" fmla="*/ 3685975 w 5171440"/>
              <a:gd name="connsiteY1" fmla="*/ 5056400 h 5662230"/>
              <a:gd name="connsiteX2" fmla="*/ 3685975 w 5171440"/>
              <a:gd name="connsiteY2" fmla="*/ 5662230 h 5662230"/>
              <a:gd name="connsiteX3" fmla="*/ 0 w 5171440"/>
              <a:gd name="connsiteY3" fmla="*/ 5662230 h 5662230"/>
              <a:gd name="connsiteX4" fmla="*/ 3789884 w 5171440"/>
              <a:gd name="connsiteY4" fmla="*/ 0 h 5662230"/>
              <a:gd name="connsiteX5" fmla="*/ 5171440 w 5171440"/>
              <a:gd name="connsiteY5" fmla="*/ 0 h 5662230"/>
              <a:gd name="connsiteX6" fmla="*/ 5171440 w 5171440"/>
              <a:gd name="connsiteY6" fmla="*/ 5662230 h 5662230"/>
              <a:gd name="connsiteX7" fmla="*/ 3789884 w 5171440"/>
              <a:gd name="connsiteY7" fmla="*/ 5662230 h 5662230"/>
              <a:gd name="connsiteX8" fmla="*/ 3789884 w 5171440"/>
              <a:gd name="connsiteY8" fmla="*/ 5056400 h 5662230"/>
              <a:gd name="connsiteX9" fmla="*/ 5168980 w 5171440"/>
              <a:gd name="connsiteY9" fmla="*/ 5056400 h 5662230"/>
              <a:gd name="connsiteX10" fmla="*/ 5168980 w 5171440"/>
              <a:gd name="connsiteY10" fmla="*/ 4956108 h 5662230"/>
              <a:gd name="connsiteX11" fmla="*/ 3789884 w 5171440"/>
              <a:gd name="connsiteY11" fmla="*/ 4956108 h 5662230"/>
              <a:gd name="connsiteX12" fmla="*/ 0 w 5171440"/>
              <a:gd name="connsiteY12" fmla="*/ 0 h 5662230"/>
              <a:gd name="connsiteX13" fmla="*/ 3685975 w 5171440"/>
              <a:gd name="connsiteY13" fmla="*/ 0 h 5662230"/>
              <a:gd name="connsiteX14" fmla="*/ 3685975 w 5171440"/>
              <a:gd name="connsiteY14" fmla="*/ 4956108 h 5662230"/>
              <a:gd name="connsiteX15" fmla="*/ 0 w 5171440"/>
              <a:gd name="connsiteY15" fmla="*/ 4956108 h 566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71440" h="5662230">
                <a:moveTo>
                  <a:pt x="0" y="5056400"/>
                </a:moveTo>
                <a:lnTo>
                  <a:pt x="3685975" y="5056400"/>
                </a:lnTo>
                <a:lnTo>
                  <a:pt x="3685975" y="5662230"/>
                </a:lnTo>
                <a:lnTo>
                  <a:pt x="0" y="5662230"/>
                </a:lnTo>
                <a:close/>
                <a:moveTo>
                  <a:pt x="3789884" y="0"/>
                </a:moveTo>
                <a:lnTo>
                  <a:pt x="5171440" y="0"/>
                </a:lnTo>
                <a:lnTo>
                  <a:pt x="5171440" y="5662230"/>
                </a:lnTo>
                <a:lnTo>
                  <a:pt x="3789884" y="5662230"/>
                </a:lnTo>
                <a:lnTo>
                  <a:pt x="3789884" y="5056400"/>
                </a:lnTo>
                <a:lnTo>
                  <a:pt x="5168980" y="5056400"/>
                </a:lnTo>
                <a:lnTo>
                  <a:pt x="5168980" y="4956108"/>
                </a:lnTo>
                <a:lnTo>
                  <a:pt x="3789884" y="4956108"/>
                </a:lnTo>
                <a:close/>
                <a:moveTo>
                  <a:pt x="0" y="0"/>
                </a:moveTo>
                <a:lnTo>
                  <a:pt x="3685975" y="0"/>
                </a:lnTo>
                <a:lnTo>
                  <a:pt x="3685975" y="4956108"/>
                </a:lnTo>
                <a:lnTo>
                  <a:pt x="0" y="495610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22983C-26B8-DE15-E309-D0E93B8C699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06160" y="2235200"/>
            <a:ext cx="5628639" cy="4188713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251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725444"/>
            <a:ext cx="11277600" cy="1044253"/>
          </a:xfrm>
        </p:spPr>
        <p:txBody>
          <a:bodyPr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45360"/>
            <a:ext cx="3342640" cy="3992880"/>
          </a:xfrm>
        </p:spPr>
        <p:txBody>
          <a:bodyPr anchor="t"/>
          <a:lstStyle>
            <a:lvl1pPr marL="0" indent="0">
              <a:buNone/>
              <a:defRPr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236720" y="2236109"/>
            <a:ext cx="7498080" cy="40021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2290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188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318490"/>
            <a:ext cx="737108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E6EDC6B-B9AA-A4D9-A782-C38A0F84F63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993378" y="2318490"/>
            <a:ext cx="3731262" cy="3633047"/>
          </a:xfrm>
        </p:spPr>
        <p:txBody>
          <a:bodyPr anchor="t">
            <a:normAutofit/>
          </a:bodyPr>
          <a:lstStyle>
            <a:lvl1pPr marL="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0133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705124"/>
            <a:ext cx="11272649" cy="1062716"/>
          </a:xfrm>
        </p:spPr>
        <p:txBody>
          <a:bodyPr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57201" y="2234979"/>
            <a:ext cx="11272648" cy="396960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71548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2897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0F196A1-2430-4797-B656-A38302FA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1" y="666984"/>
            <a:ext cx="3672970" cy="2125911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endParaRPr lang="en-US" noProof="0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5A0AD703-0A43-5323-CCB2-832D424EF2D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2151" y="2862479"/>
            <a:ext cx="3672970" cy="3491849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to add text 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27B629-9CBE-3ECF-2D88-F07AACD037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1970" y="666985"/>
            <a:ext cx="7497880" cy="5687344"/>
          </a:xfrm>
          <a:custGeom>
            <a:avLst/>
            <a:gdLst>
              <a:gd name="connsiteX0" fmla="*/ 3803282 w 7497880"/>
              <a:gd name="connsiteY0" fmla="*/ 0 h 5687344"/>
              <a:gd name="connsiteX1" fmla="*/ 7497880 w 7497880"/>
              <a:gd name="connsiteY1" fmla="*/ 0 h 5687344"/>
              <a:gd name="connsiteX2" fmla="*/ 7497880 w 7497880"/>
              <a:gd name="connsiteY2" fmla="*/ 4581885 h 5687344"/>
              <a:gd name="connsiteX3" fmla="*/ 3803282 w 7497880"/>
              <a:gd name="connsiteY3" fmla="*/ 4581885 h 5687344"/>
              <a:gd name="connsiteX4" fmla="*/ 0 w 7497880"/>
              <a:gd name="connsiteY4" fmla="*/ 0 h 5687344"/>
              <a:gd name="connsiteX5" fmla="*/ 3699373 w 7497880"/>
              <a:gd name="connsiteY5" fmla="*/ 0 h 5687344"/>
              <a:gd name="connsiteX6" fmla="*/ 3699373 w 7497880"/>
              <a:gd name="connsiteY6" fmla="*/ 4581885 h 5687344"/>
              <a:gd name="connsiteX7" fmla="*/ 2 w 7497880"/>
              <a:gd name="connsiteY7" fmla="*/ 4581885 h 5687344"/>
              <a:gd name="connsiteX8" fmla="*/ 2 w 7497880"/>
              <a:gd name="connsiteY8" fmla="*/ 4679200 h 5687344"/>
              <a:gd name="connsiteX9" fmla="*/ 3699373 w 7497880"/>
              <a:gd name="connsiteY9" fmla="*/ 4679200 h 5687344"/>
              <a:gd name="connsiteX10" fmla="*/ 3699373 w 7497880"/>
              <a:gd name="connsiteY10" fmla="*/ 5679350 h 5687344"/>
              <a:gd name="connsiteX11" fmla="*/ 3803282 w 7497880"/>
              <a:gd name="connsiteY11" fmla="*/ 5679350 h 5687344"/>
              <a:gd name="connsiteX12" fmla="*/ 3803282 w 7497880"/>
              <a:gd name="connsiteY12" fmla="*/ 4679200 h 5687344"/>
              <a:gd name="connsiteX13" fmla="*/ 7497880 w 7497880"/>
              <a:gd name="connsiteY13" fmla="*/ 4679200 h 5687344"/>
              <a:gd name="connsiteX14" fmla="*/ 7497880 w 7497880"/>
              <a:gd name="connsiteY14" fmla="*/ 5687344 h 5687344"/>
              <a:gd name="connsiteX15" fmla="*/ 0 w 7497880"/>
              <a:gd name="connsiteY15" fmla="*/ 5687344 h 568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97880" h="5687344">
                <a:moveTo>
                  <a:pt x="3803282" y="0"/>
                </a:moveTo>
                <a:lnTo>
                  <a:pt x="7497880" y="0"/>
                </a:lnTo>
                <a:lnTo>
                  <a:pt x="7497880" y="4581885"/>
                </a:lnTo>
                <a:lnTo>
                  <a:pt x="3803282" y="4581885"/>
                </a:lnTo>
                <a:close/>
                <a:moveTo>
                  <a:pt x="0" y="0"/>
                </a:moveTo>
                <a:lnTo>
                  <a:pt x="3699373" y="0"/>
                </a:lnTo>
                <a:lnTo>
                  <a:pt x="3699373" y="4581885"/>
                </a:lnTo>
                <a:lnTo>
                  <a:pt x="2" y="4581885"/>
                </a:lnTo>
                <a:lnTo>
                  <a:pt x="2" y="4679200"/>
                </a:lnTo>
                <a:lnTo>
                  <a:pt x="3699373" y="4679200"/>
                </a:lnTo>
                <a:lnTo>
                  <a:pt x="3699373" y="5679350"/>
                </a:lnTo>
                <a:lnTo>
                  <a:pt x="3803282" y="5679350"/>
                </a:lnTo>
                <a:lnTo>
                  <a:pt x="3803282" y="4679200"/>
                </a:lnTo>
                <a:lnTo>
                  <a:pt x="7497880" y="4679200"/>
                </a:lnTo>
                <a:lnTo>
                  <a:pt x="7497880" y="5687344"/>
                </a:lnTo>
                <a:lnTo>
                  <a:pt x="0" y="568734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to add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DD7D93-4C4D-E385-9F8C-40536F0BDE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noProof="0"/>
              <a:t>20XX</a:t>
            </a:r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99FA72-244D-9DC3-C9B7-E7DAD50A01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5A4F6F-66FD-CDA5-7F8F-F5FD6382CF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7734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47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B1561DF-26A0-6739-95BB-64CDC4C2C6C7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053579F-32D7-9FD1-DC84-FA7E491BF51E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DA544AA-CD43-1627-B3BA-3D86AE3F66BA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8B9861A-053E-6F37-B96F-66C27B486406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41671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6" r:id="rId17"/>
    <p:sldLayoutId id="2147483817" r:id="rId18"/>
    <p:sldLayoutId id="2147483818" r:id="rId19"/>
    <p:sldLayoutId id="2147483819" r:id="rId20"/>
    <p:sldLayoutId id="2147483820" r:id="rId21"/>
    <p:sldLayoutId id="2147483821" r:id="rId22"/>
    <p:sldLayoutId id="2147483822" r:id="rId2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presentation</a:t>
            </a:r>
          </a:p>
        </p:txBody>
      </p:sp>
      <p:pic>
        <p:nvPicPr>
          <p:cNvPr id="10" name="Picture Placeholder 9" descr="A stethoscope on a clipboard">
            <a:extLst>
              <a:ext uri="{FF2B5EF4-FFF2-40B4-BE49-F238E27FC236}">
                <a16:creationId xmlns:a16="http://schemas.microsoft.com/office/drawing/2014/main" id="{CC4B82FA-2EA0-5319-6B9C-8D78349FCB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28164" b="28164"/>
          <a:stretch/>
        </p:blipFill>
        <p:spPr/>
      </p:pic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23E1E4-7CB2-923B-9D41-672CB85E0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	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667A9A-3428-68BE-D555-0DE1859FDF8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Topic one</a:t>
            </a:r>
          </a:p>
          <a:p>
            <a:r>
              <a:rPr lang="en-US" dirty="0"/>
              <a:t>Topic two</a:t>
            </a:r>
          </a:p>
          <a:p>
            <a:r>
              <a:rPr lang="en-US" dirty="0"/>
              <a:t>Topic three</a:t>
            </a:r>
          </a:p>
          <a:p>
            <a:r>
              <a:rPr lang="en-US" dirty="0"/>
              <a:t>Topic four</a:t>
            </a:r>
          </a:p>
          <a:p>
            <a:r>
              <a:rPr lang="en-US" dirty="0"/>
              <a:t>Topic five</a:t>
            </a:r>
          </a:p>
        </p:txBody>
      </p:sp>
      <p:pic>
        <p:nvPicPr>
          <p:cNvPr id="34" name="Picture Placeholder 21" descr="A close-up of a stethoscope">
            <a:extLst>
              <a:ext uri="{FF2B5EF4-FFF2-40B4-BE49-F238E27FC236}">
                <a16:creationId xmlns:a16="http://schemas.microsoft.com/office/drawing/2014/main" id="{63F55FD3-B051-BD22-347E-065B72C87E1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48" r="148"/>
          <a:stretch/>
        </p:blipFill>
        <p:spPr/>
      </p:pic>
    </p:spTree>
    <p:extLst>
      <p:ext uri="{BB962C8B-B14F-4D97-AF65-F5344CB8AC3E}">
        <p14:creationId xmlns:p14="http://schemas.microsoft.com/office/powerpoint/2010/main" val="2201125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68E91FE-1E96-9012-B0A7-9E9605A1D0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19" name="Picture Placeholder 18" descr="A close-up of a person wearing scrubs">
            <a:extLst>
              <a:ext uri="{FF2B5EF4-FFF2-40B4-BE49-F238E27FC236}">
                <a16:creationId xmlns:a16="http://schemas.microsoft.com/office/drawing/2014/main" id="{B92D438B-6D57-86B9-0B77-0CC42EC18FF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63" b="163"/>
          <a:stretch/>
        </p:blipFill>
        <p:spPr/>
      </p:pic>
    </p:spTree>
    <p:extLst>
      <p:ext uri="{BB962C8B-B14F-4D97-AF65-F5344CB8AC3E}">
        <p14:creationId xmlns:p14="http://schemas.microsoft.com/office/powerpoint/2010/main" val="1721841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6CF7-69F4-F432-4747-28EF15528D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82E89-DB15-6D26-7098-DA9792B0B0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21" name="Picture Placeholder 20" descr="A person in a white coat with a stethoscope around her neck">
            <a:extLst>
              <a:ext uri="{FF2B5EF4-FFF2-40B4-BE49-F238E27FC236}">
                <a16:creationId xmlns:a16="http://schemas.microsoft.com/office/drawing/2014/main" id="{244AC564-6A07-A90A-B027-67CD2423BB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54" b="354"/>
          <a:stretch/>
        </p:blipFill>
        <p:spPr/>
      </p:pic>
    </p:spTree>
    <p:extLst>
      <p:ext uri="{BB962C8B-B14F-4D97-AF65-F5344CB8AC3E}">
        <p14:creationId xmlns:p14="http://schemas.microsoft.com/office/powerpoint/2010/main" val="1605306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18A4-5020-A570-BAAC-71C22849B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Engaging </a:t>
            </a:r>
            <a:br>
              <a:rPr lang="en-US" dirty="0"/>
            </a:br>
            <a:r>
              <a:rPr lang="en-US" dirty="0"/>
              <a:t>the audience</a:t>
            </a:r>
          </a:p>
        </p:txBody>
      </p:sp>
      <p:pic>
        <p:nvPicPr>
          <p:cNvPr id="16" name="Picture Placeholder 15" descr="A group of surgeons wearing surgical caps and masks">
            <a:extLst>
              <a:ext uri="{FF2B5EF4-FFF2-40B4-BE49-F238E27FC236}">
                <a16:creationId xmlns:a16="http://schemas.microsoft.com/office/drawing/2014/main" id="{6EFD6230-A50E-3A63-7B72-59A8449CAEE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3"/>
          <a:srcRect t="35757" b="35757"/>
          <a:stretch/>
        </p:blipFill>
        <p:spPr/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9475E86-FFB0-87BC-084C-C728916152B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</p:spTree>
    <p:extLst>
      <p:ext uri="{BB962C8B-B14F-4D97-AF65-F5344CB8AC3E}">
        <p14:creationId xmlns:p14="http://schemas.microsoft.com/office/powerpoint/2010/main" val="3695820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903843E-1FAB-AFBB-BDC9-440FCC8CF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/>
          <a:lstStyle/>
          <a:p>
            <a:r>
              <a:rPr lang="en-US" dirty="0"/>
              <a:t>Selecting visual aids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826664CC-F0B7-D2E1-A321-E97944F52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 anchor="t"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F0FD1A0-C075-EE18-B3AE-363C242D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C69167C3-302B-24DE-9CF7-D85D5D5DD20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r>
              <a:rPr lang="en-US" dirty="0"/>
              <a:t>Pitch variation</a:t>
            </a:r>
          </a:p>
          <a:p>
            <a:r>
              <a:rPr lang="en-US" dirty="0"/>
              <a:t>Tone inflection</a:t>
            </a:r>
          </a:p>
          <a:p>
            <a:r>
              <a:rPr lang="en-US" dirty="0"/>
              <a:t>Volume control</a:t>
            </a:r>
          </a:p>
          <a:p>
            <a:endParaRPr lang="en-US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C987B03-58AE-7E8A-A1C7-83569FBBC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</a:t>
            </a:r>
            <a:br>
              <a:rPr lang="en-US" dirty="0"/>
            </a:br>
            <a:r>
              <a:rPr lang="en-US" dirty="0"/>
              <a:t>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BA544F6-BF8C-2C87-3906-146BEDB4C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</p:spTree>
    <p:extLst>
      <p:ext uri="{BB962C8B-B14F-4D97-AF65-F5344CB8AC3E}">
        <p14:creationId xmlns:p14="http://schemas.microsoft.com/office/powerpoint/2010/main" val="2676905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D715DBBC-70C2-E94B-9B03-12910F0B54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Speaking impact</a:t>
            </a:r>
          </a:p>
        </p:txBody>
      </p:sp>
      <p:pic>
        <p:nvPicPr>
          <p:cNvPr id="21" name="Picture Placeholder 20" descr="Two people smiling while holding coffee">
            <a:extLst>
              <a:ext uri="{FF2B5EF4-FFF2-40B4-BE49-F238E27FC236}">
                <a16:creationId xmlns:a16="http://schemas.microsoft.com/office/drawing/2014/main" id="{75E7485A-FBCC-4222-2274-2B2A0804BC9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8" r="38"/>
          <a:stretch/>
        </p:blipFill>
        <p:spPr/>
      </p:pic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D3AEB1C4-FB60-9B8E-5A02-0BCD2B6E5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Your ability to communicate effectively will leave a lasting impact on your audience</a:t>
            </a:r>
          </a:p>
          <a:p>
            <a:r>
              <a:rPr lang="en-US"/>
              <a:t>Effectively communicating involves not only delivering a message but also resonating with the experiences, values, and emotions of those listening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442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>
            <a:extLst>
              <a:ext uri="{FF2B5EF4-FFF2-40B4-BE49-F238E27FC236}">
                <a16:creationId xmlns:a16="http://schemas.microsoft.com/office/drawing/2014/main" id="{6A93E959-E68D-08C8-9C1E-5A318B3E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4C1675C6-9CE1-3D87-365F-B3DB1F59CE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17" name="Table Placeholder 3">
            <a:extLst>
              <a:ext uri="{FF2B5EF4-FFF2-40B4-BE49-F238E27FC236}">
                <a16:creationId xmlns:a16="http://schemas.microsoft.com/office/drawing/2014/main" id="{8A222178-BDA0-1F26-F788-4610ADCDC64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484645028"/>
              </p:ext>
            </p:extLst>
          </p:nvPr>
        </p:nvGraphicFramePr>
        <p:xfrm>
          <a:off x="4237038" y="2236788"/>
          <a:ext cx="7493924" cy="396960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873481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1966082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178088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1873481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876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76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76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76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76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76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332C6-AEE4-A451-A3C8-7C2C8E2A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tips and takeaways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443D9-BCAD-2F33-9DE7-54605EFCC2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D2219-E3DF-929F-48CC-5C470A21A17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</p:spTree>
    <p:extLst>
      <p:ext uri="{BB962C8B-B14F-4D97-AF65-F5344CB8AC3E}">
        <p14:creationId xmlns:p14="http://schemas.microsoft.com/office/powerpoint/2010/main" val="370479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D7F0B11-5AF3-1D12-4201-C1E09DF7D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12" name="Table Placeholder 3">
            <a:extLst>
              <a:ext uri="{FF2B5EF4-FFF2-40B4-BE49-F238E27FC236}">
                <a16:creationId xmlns:a16="http://schemas.microsoft.com/office/drawing/2014/main" id="{EF0D1DE7-CAB7-B879-750A-7167B6155FF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708368100"/>
              </p:ext>
            </p:extLst>
          </p:nvPr>
        </p:nvGraphicFramePr>
        <p:xfrm>
          <a:off x="457200" y="2235200"/>
          <a:ext cx="11301156" cy="3969606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002874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647704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825289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825289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6616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616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616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616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616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616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B045D6AF-532B-394C-0C6F-38B6628C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9B25D-9615-9332-C32E-4F458417E11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  <p:pic>
        <p:nvPicPr>
          <p:cNvPr id="23" name="Picture Placeholder 22" descr="A group of people giving each other a high five">
            <a:extLst>
              <a:ext uri="{FF2B5EF4-FFF2-40B4-BE49-F238E27FC236}">
                <a16:creationId xmlns:a16="http://schemas.microsoft.com/office/drawing/2014/main" id="{D92A2E6E-E7AB-92FB-0E6F-133483021C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6095" r="6095"/>
          <a:stretch/>
        </p:blipFill>
        <p:spPr/>
      </p:pic>
    </p:spTree>
    <p:extLst>
      <p:ext uri="{BB962C8B-B14F-4D97-AF65-F5344CB8AC3E}">
        <p14:creationId xmlns:p14="http://schemas.microsoft.com/office/powerpoint/2010/main" val="277095936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679C34-122C-4127-90D9-C271AEE94C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26303C-A89C-422C-9097-BDF7002EFC5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0437772-7826-4CEE-8E78-517B414A42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DividendVTI</Template>
  <TotalTime>0</TotalTime>
  <Words>420</Words>
  <Application>Microsoft Office PowerPoint</Application>
  <PresentationFormat>Widescreen</PresentationFormat>
  <Paragraphs>123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DividendVTI</vt:lpstr>
      <vt:lpstr>Basic presentation</vt:lpstr>
      <vt:lpstr>Agenda </vt:lpstr>
      <vt:lpstr>The Power of Communication</vt:lpstr>
      <vt:lpstr>Overcoming nervousness</vt:lpstr>
      <vt:lpstr>Engaging 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and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2026-07-16T05:46:43Z</dcterms:created>
  <dcterms:modified xsi:type="dcterms:W3CDTF">2026-07-16T05:46:48Z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