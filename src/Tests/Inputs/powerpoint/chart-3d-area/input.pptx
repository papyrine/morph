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EB-4DA9-AD79-1E85B26088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EB-4DA9-AD79-1E85B26088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2118128"/>
        <c:axId val="1178529072"/>
        <c:axId val="1189579792"/>
      </c:area3DChart>
      <c:dateAx>
        <c:axId val="12621181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529072"/>
        <c:crosses val="autoZero"/>
        <c:auto val="1"/>
        <c:lblOffset val="100"/>
        <c:baseTimeUnit val="months"/>
      </c:dateAx>
      <c:valAx>
        <c:axId val="1178529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118128"/>
        <c:crosses val="autoZero"/>
        <c:crossBetween val="midCat"/>
      </c:valAx>
      <c:serAx>
        <c:axId val="118957979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529072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2F-4BC7-AF5C-53CD53E2C1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2F-4BC7-AF5C-53CD53E2C1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2F-4BC7-AF5C-53CD53E2C1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06844400"/>
        <c:axId val="1178477232"/>
        <c:axId val="1189583152"/>
      </c:bar3DChart>
      <c:catAx>
        <c:axId val="80684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77232"/>
        <c:crosses val="autoZero"/>
        <c:auto val="1"/>
        <c:lblAlgn val="ctr"/>
        <c:lblOffset val="100"/>
        <c:noMultiLvlLbl val="0"/>
      </c:catAx>
      <c:valAx>
        <c:axId val="1178477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6844400"/>
        <c:crosses val="autoZero"/>
        <c:crossBetween val="between"/>
      </c:valAx>
      <c:serAx>
        <c:axId val="11895831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77232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D9A7-A466-1D43-7CFB-53DF0FAFD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0DCBE-F3C7-B572-23A3-052F812D1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C1B67-95F1-C045-4A84-70253046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175A-FD4C-BE97-A172-13EF60D1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EAFD7-36A5-6C7B-78E4-D29C2BA3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166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48B1-C9C4-732E-A682-A4773C19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5D254-859C-05F5-7D7F-B0A7148CB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6CFE1-764E-6ADF-377A-C0EE0AB6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420DC-BE6E-F64C-CC79-7E71CF54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6FEC8-2AB0-456B-7FF4-2EC5155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152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6CB5-03C9-2E31-CF6B-63B858ED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78351-A6D1-14B1-0FF8-059BC58DF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333E-0240-ED59-2129-065BD2C2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02F6A-CA57-1014-46C5-22FB94DC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C50AC-7C79-5009-9355-E7C893C8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740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B1E1-7AD5-1814-F048-65274245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E2D0-9FE5-3044-7EE4-99B899E65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1971F-6E48-10A3-0E07-0049D6CBA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5FC97-525C-AE92-8CC2-054AB61D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8165D-9A78-DAE0-2934-1C2CABB2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92633-92F3-6218-F263-13504FD5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99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BED3-A917-0C9A-782B-7B2AAAEB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21636-2C04-39B5-4ECE-EF9898662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CD8E4-5249-E397-65F3-FE4FC979F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6AE2B-94DF-483C-F400-73C3513ED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6ADF5-81A0-46B0-5D62-C22CA082C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18FD4-89E2-AF6B-72F0-3EE394F9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02D96-66DF-DD53-CADA-EE423FCD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1F9CB-E009-12A0-B0AF-38215D3B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51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F1F7-B78A-6546-A15B-844BEAF3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AC660-D988-6C09-F022-CA0FAF7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65A4D-AB9E-7D35-F100-3CF7B782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31B36-1D0C-8AC7-9557-56AF3ACC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47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12E8A-B79B-617C-6486-93AE8982D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82DF1-64AA-6AAB-6B70-3A622102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3EF3-4E28-8FF7-F1CD-26C3E717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52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E929-BC8F-61C5-3E3C-885DBF93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5FDF9-B485-1297-0121-ECFAC989C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4305E-8CA4-7366-3AE0-5AE2898B7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2736E-166F-4A12-C486-A236BE4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E6240-CAB6-AED5-FE7B-002ED642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A2F52-57FF-1E98-770E-C97240B2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19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A3FB-B2DE-B3BE-DFD8-B7E8DE6D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4F0B7-5E15-2A0C-A942-D14C7014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8A956-FF8E-0330-28FE-F403774B7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18394-E76E-51D3-8789-FDFF2B04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8E742-1F69-91E3-9452-11D4549D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B5750-870E-CEC2-2E61-C62A7D6C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77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35D2-7CF6-95D1-503D-95E3FF2D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4FEA0-4517-8437-3F6A-9430E36CD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8D947-14BD-B94F-B6D7-DE86E6AA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744BB-30D8-D59F-37B9-94E317F2C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00EC9-71F2-D586-69F7-4B6F20FA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08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8F3D6-CA38-90C8-331B-D3446E50A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C8408-1DFA-DB2B-9839-3DA6BA190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58145-6CED-65C8-15D0-E96B2646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D49F2-188F-D027-2741-A413FE42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9C202-90B7-A7FC-2335-FC91B33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88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1E39A-3D48-CB06-5309-51D195AC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4F217-0D22-66F1-6E54-4674FF4DD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79BC0-3E05-2164-5504-6D6E4AF87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A2E0B-A869-404E-8A52-926AB64272B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8D8F7-EE12-10B5-1465-48108032B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8ADB-DD66-24AB-9BD2-0D0F2D1E1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3238A-00FB-4106-B1C3-31C3B4E3C3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35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7B1CF20-6425-C1B8-99D9-9515E52A30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483720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6271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EDB7A39-491C-4E1F-D534-6BE8B0FB9A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002795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444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2026-10-26T00:08:42Z</dcterms:created>
  <dcterms:modified xsi:type="dcterms:W3CDTF">2026-10-26T00:08:42Z</dcterms:modified>
</cp:coreProperties>
</file>