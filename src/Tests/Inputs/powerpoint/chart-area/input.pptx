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26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A0-490E-B697-2FB0FE6DA8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A0-490E-B697-2FB0FE6DA8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16343760"/>
        <c:axId val="1128081296"/>
      </c:areaChart>
      <c:dateAx>
        <c:axId val="121634376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8081296"/>
        <c:crosses val="autoZero"/>
        <c:auto val="1"/>
        <c:lblOffset val="100"/>
        <c:baseTimeUnit val="months"/>
      </c:dateAx>
      <c:valAx>
        <c:axId val="1128081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634376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E0-4842-B607-ED525C3C98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E0-4842-B607-ED525C3C98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72787920"/>
        <c:axId val="1128032336"/>
      </c:areaChart>
      <c:dateAx>
        <c:axId val="77278792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8032336"/>
        <c:crosses val="autoZero"/>
        <c:auto val="1"/>
        <c:lblOffset val="100"/>
        <c:baseTimeUnit val="months"/>
      </c:dateAx>
      <c:valAx>
        <c:axId val="1128032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278792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6EA90-8914-EA4F-05C9-54C2B4803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0D303F-CBEC-EF03-AFAF-28601CBC8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37A74-320C-FFF8-69C5-A3E9FD138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C5E23-5B06-461B-8F13-6BDE87182BF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15F04-37F5-E228-2A7B-E86000B67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194F5-9D19-D648-4919-CD2C76D0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5F906-6EE4-4F60-937A-22667AB824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6256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79DE2-3541-D5CE-BD02-29798D0EC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C2F52-8519-B91F-7B49-C7DC7888E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EE438-89B3-2AAF-2DD3-51FD52542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C5E23-5B06-461B-8F13-6BDE87182BF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A81F5-9EE8-6C5E-7D35-26A5DD4F8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00495-644C-C7C3-237A-870BAC06F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5F906-6EE4-4F60-937A-22667AB824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4169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E9C8E-CB13-2E19-ACD4-0F8A165D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10935-1BE3-E4CA-1B5D-02E437B9E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7707D-E318-C72C-36AA-1088AC5B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C5E23-5B06-461B-8F13-6BDE87182BF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A1486-B25F-A488-1832-F6CC8AD21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73922-F37D-05FB-1F22-5211EDA23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5F906-6EE4-4F60-937A-22667AB824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7321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EF7B-891B-4709-DF4E-359F8B794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FD7DD-6202-A05E-0DF4-4D37B04F51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58ACA-61E7-FF62-449F-896EE5534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8DAD4-8F8D-4DCA-1038-105C80FD1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C5E23-5B06-461B-8F13-6BDE87182BF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662F2-20DD-C00A-195A-7B3355687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E57E6-28E2-F8D4-6BC0-ADF2935E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5F906-6EE4-4F60-937A-22667AB824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2987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FF39F-265D-F127-76C8-66D4ACA47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2CA54-E63D-2957-1A01-6DC71C757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3F32A-B062-D2AE-816C-9AB0D7F77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7E9BA3-EEC9-450B-35BE-0417841E8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2B4EEF-04E7-11A8-E2D9-37B2C39E37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E33E8A-276E-9FA4-441F-0DF10EC7C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C5E23-5B06-461B-8F13-6BDE87182BF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E75AB8-CF54-2C79-7BAE-519816337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355ADD-4E84-BAB0-EFD6-42A0737ED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5F906-6EE4-4F60-937A-22667AB824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2528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E6F4F-E89E-D4CD-7CEF-00A38C6CA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674AF5-819F-66DD-6FC7-B90FB50A7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C5E23-5B06-461B-8F13-6BDE87182BF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166E70-7517-6080-EBF3-EFF1C3D96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EDA64A-3247-E584-0CBF-27449015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5F906-6EE4-4F60-937A-22667AB824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21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EAD8F1-CA8B-CBF4-5FC7-BA131EF44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C5E23-5B06-461B-8F13-6BDE87182BF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7CE239-F875-A992-1E66-75319E4E9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5C008-2A86-7B4C-9191-B10DC0358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5F906-6EE4-4F60-937A-22667AB824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8266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6B69F-6A31-0F01-09E3-6D2A9764E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D0BD1-41F6-AD47-9924-BA6953AAE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0C56F-CC0D-15C1-99F2-528CF4534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932E3-DB56-CDE3-7B99-736D8C5D5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C5E23-5B06-461B-8F13-6BDE87182BF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9D5EB-667E-98B3-462B-180B5EE8A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273D3-C4D5-6EDC-AAB2-B1152B194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5F906-6EE4-4F60-937A-22667AB824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1666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617E8-0F7E-F089-84C9-B8C65EF66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085193-A6D5-8DF2-0298-A3D08EE32A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1D4D08-8F6B-C7DF-497A-E2273307B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FBDEC-8B23-D95E-3B3E-C2C1DE3FE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C5E23-5B06-461B-8F13-6BDE87182BF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34953-A251-75F5-0053-FB41B5FF2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D9395-757E-939A-F0EF-622A41B34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5F906-6EE4-4F60-937A-22667AB824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5411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4287A-7CBF-85C5-C77B-F126458CE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A3541-9D03-F0AD-06C7-61E8520E8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3CAB5-B172-65FC-D83A-FD3AC776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C5E23-5B06-461B-8F13-6BDE87182BF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06505-D78C-F1F9-3DA7-5701767F0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423C8-EDD6-A0F0-DFB8-EA3C2E67B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5F906-6EE4-4F60-937A-22667AB824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930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743939-D7BB-96A1-620C-8F0BC4AF44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F0747-09D9-51BA-871E-7F4633FA7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641F7-F92B-A804-DAA5-9DAC35B56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C5E23-5B06-461B-8F13-6BDE87182BF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E9179-5AE5-104A-1E37-B3BD8CC2F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28045-996A-1B9E-EEB6-C4D8B044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5F906-6EE4-4F60-937A-22667AB824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4480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F9DB6D-9CEA-64F9-D862-0D38BD7B9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8B015-5379-766F-298F-F2B50AB9F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F4A58-DD7B-765B-1330-26329964FA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C5E23-5B06-461B-8F13-6BDE87182BF7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3DE4B-278C-7043-4245-5E9FDE8BA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B2092-98E7-0EC7-E3D4-B2395510E3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5F906-6EE4-4F60-937A-22667AB824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0826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0F49FAA-39E3-DDE8-3638-D3E74FDF74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9170374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9656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88F6CC0-72E3-9C34-70F0-64368E1716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3901153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33151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Cropp</dc:creator>
  <cp:lastModifiedBy>Simon Cropp</cp:lastModifiedBy>
  <cp:revision>1</cp:revision>
  <dcterms:created xsi:type="dcterms:W3CDTF">2026-10-25T22:18:04Z</dcterms:created>
  <dcterms:modified xsi:type="dcterms:W3CDTF">2026-10-25T22:18:04Z</dcterms:modified>
</cp:coreProperties>
</file>