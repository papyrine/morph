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858" r:id="rId4"/>
  </p:sldMasterIdLst>
  <p:notesMasterIdLst>
    <p:notesMasterId r:id="rId18"/>
  </p:notesMasterIdLst>
  <p:handoutMasterIdLst>
    <p:handoutMasterId r:id="rId19"/>
  </p:handoutMasterIdLst>
  <p:sldIdLst>
    <p:sldId id="325" r:id="rId5"/>
    <p:sldId id="307" r:id="rId6"/>
    <p:sldId id="324" r:id="rId7"/>
    <p:sldId id="338" r:id="rId8"/>
    <p:sldId id="312" r:id="rId9"/>
    <p:sldId id="339" r:id="rId10"/>
    <p:sldId id="317" r:id="rId11"/>
    <p:sldId id="336" r:id="rId12"/>
    <p:sldId id="334" r:id="rId13"/>
    <p:sldId id="340" r:id="rId14"/>
    <p:sldId id="337" r:id="rId15"/>
    <p:sldId id="315" r:id="rId16"/>
    <p:sldId id="32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F5AB1C69-6EDB-4FF4-983F-18BD219EF32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45" autoAdjust="0"/>
    <p:restoredTop sz="95394" autoAdjust="0"/>
  </p:normalViewPr>
  <p:slideViewPr>
    <p:cSldViewPr snapToGrid="0">
      <p:cViewPr varScale="1">
        <p:scale>
          <a:sx n="109" d="100"/>
          <a:sy n="109" d="100"/>
        </p:scale>
        <p:origin x="69" y="441"/>
      </p:cViewPr>
      <p:guideLst/>
    </p:cSldViewPr>
  </p:slideViewPr>
  <p:outlineViewPr>
    <p:cViewPr>
      <p:scale>
        <a:sx n="33" d="100"/>
        <a:sy n="33" d="100"/>
      </p:scale>
      <p:origin x="0" y="-403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-2069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04B9809-3C73-CA2B-1791-620EA168CC0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7B1C58-A1FD-D1E1-33AB-1303C48435C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6AA30A-158D-435B-B1F3-6FF82BD60FDF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17A0D9-659F-DDC6-CBD8-29B61E0FF7E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9E0617-6128-05F5-8F48-6A0A1D1479E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0A24AC-02A6-46A1-A072-EAC8AC25DCA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3919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6A0313-F537-4ED0-973B-4729E10A826A}" type="datetimeFigureOut">
              <a:rPr lang="en-US" smtClean="0"/>
              <a:t>7/15/2026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C92804-03A6-47F6-A893-4DDB8903A80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4717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1823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02195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8397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89773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60343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42065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9720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362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475488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9487333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5763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C92804-03A6-47F6-A893-4DDB8903A80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58417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C7A07-96C3-42AF-943D-953C86C3DA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0472" y="1463557"/>
            <a:ext cx="9144000" cy="2387600"/>
          </a:xfrm>
        </p:spPr>
        <p:txBody>
          <a:bodyPr anchor="b">
            <a:normAutofit/>
          </a:bodyPr>
          <a:lstStyle>
            <a:lvl1pPr algn="ctr"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EE38DF-F503-4E79-B1B0-16489708A1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0472" y="3943232"/>
            <a:ext cx="9144000" cy="1655762"/>
          </a:xfrm>
        </p:spPr>
        <p:txBody>
          <a:bodyPr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46538D75-00C2-DE73-4C65-FE94AC658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6B601B81-68C1-B63A-105C-EC637DF56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E9F3E495-0415-392A-9A07-34555BBC7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16713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lnSpc>
                <a:spcPct val="9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F029A-192E-4A44-ACC7-6C5212C777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0624" y="1825625"/>
            <a:ext cx="10515600" cy="4206383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42489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1081941"/>
            <a:ext cx="10515600" cy="2852737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7974A6-FAB9-47DA-8F1A-701DFC8DF3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3961666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B034DD9-4A61-318F-88CF-79721B55A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496DA99-E916-9F7C-9E88-AA06046AE9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1CC86B5-B6B3-4633-0D90-AACB44D0D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86623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78F7F10-35F6-E392-D41B-3CD300D5CCF8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264F76-994F-4AB5-B17B-46C0C2FA5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A69B3B-A540-4556-98C8-1F49704A794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20624" y="1825625"/>
            <a:ext cx="5181600" cy="420638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mtClean="0"/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 dirty="0"/>
            </a:lvl5pPr>
          </a:lstStyle>
          <a:p>
            <a:pPr lvl="0">
              <a:buChar char="¬"/>
            </a:pPr>
            <a:r>
              <a:rPr lang="en-US"/>
              <a:t>Click to edit Master text styles</a:t>
            </a:r>
          </a:p>
          <a:p>
            <a:pPr lvl="1">
              <a:buChar char="¬"/>
            </a:pPr>
            <a:r>
              <a:rPr lang="en-US"/>
              <a:t>Second level</a:t>
            </a:r>
          </a:p>
          <a:p>
            <a:pPr lvl="2">
              <a:buChar char="¬"/>
            </a:pPr>
            <a:r>
              <a:rPr lang="en-US"/>
              <a:t>Third level</a:t>
            </a:r>
          </a:p>
          <a:p>
            <a:pPr lvl="3">
              <a:buChar char="¬"/>
            </a:pPr>
            <a:r>
              <a:rPr lang="en-US"/>
              <a:t>Fourth level</a:t>
            </a:r>
          </a:p>
          <a:p>
            <a:pPr lvl="4">
              <a:buChar char="¬"/>
            </a:pPr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C72438-7C63-48F2-9D6F-2461BFD6D5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756178" y="1825625"/>
            <a:ext cx="5180046" cy="4206382"/>
          </a:xfrm>
        </p:spPr>
        <p:txBody>
          <a:bodyPr/>
          <a:lstStyle>
            <a:lvl1pPr marL="228600" indent="-228600">
              <a:buFont typeface="Wingdings 2" panose="05020102010507070707" pitchFamily="18" charset="2"/>
              <a:buChar char="¬"/>
              <a:defRPr/>
            </a:lvl1pPr>
            <a:lvl2pPr marL="685800" indent="-228600">
              <a:buFont typeface="Wingdings 2" panose="05020102010507070707" pitchFamily="18" charset="2"/>
              <a:buChar char="¬"/>
              <a:defRPr/>
            </a:lvl2pPr>
            <a:lvl3pPr marL="1143000" indent="-228600">
              <a:buFont typeface="Wingdings 2" panose="05020102010507070707" pitchFamily="18" charset="2"/>
              <a:buChar char="¬"/>
              <a:defRPr/>
            </a:lvl3pPr>
            <a:lvl4pPr marL="1600200" indent="-228600">
              <a:buFont typeface="Wingdings 2" panose="05020102010507070707" pitchFamily="18" charset="2"/>
              <a:buChar char="¬"/>
              <a:defRPr/>
            </a:lvl4pPr>
            <a:lvl5pPr marL="2057400" indent="-228600">
              <a:buFont typeface="Wingdings 2" panose="05020102010507070707" pitchFamily="18" charset="2"/>
              <a:buChar char="¬"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Date Placeholder 14">
            <a:extLst>
              <a:ext uri="{FF2B5EF4-FFF2-40B4-BE49-F238E27FC236}">
                <a16:creationId xmlns:a16="http://schemas.microsoft.com/office/drawing/2014/main" id="{35274CEC-210E-BC97-9B79-A7D801E4B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6" name="Footer Placeholder 15">
            <a:extLst>
              <a:ext uri="{FF2B5EF4-FFF2-40B4-BE49-F238E27FC236}">
                <a16:creationId xmlns:a16="http://schemas.microsoft.com/office/drawing/2014/main" id="{486B3D53-F805-C08E-2359-498218FC6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61C4695B-D7BD-45F7-EB23-6FDAF2410B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127373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A1F52B7-5271-53AA-8260-0CF50FF8DA3C}"/>
              </a:ext>
            </a:extLst>
          </p:cNvPr>
          <p:cNvSpPr/>
          <p:nvPr/>
        </p:nvSpPr>
        <p:spPr>
          <a:xfrm>
            <a:off x="0" y="685800"/>
            <a:ext cx="11494008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78" y="365125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95DDA7-4AAD-4EBE-880C-200E5F10A6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2178" y="1681163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2178" y="2505075"/>
            <a:ext cx="5157787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438EA-D381-4F22-A911-ECDD6D04FB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54590" y="1681163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54590" y="2505075"/>
            <a:ext cx="5183188" cy="3526932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935032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1F235-FBFF-453E-B90A-5758ED47C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938306"/>
            <a:ext cx="10515600" cy="1325563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9328E63-E075-39E2-BAA7-30CCAE2E7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5894A5-0E01-F43E-C68A-2EFAB2EB8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250128C-CE40-2B40-1B89-7E9AAAAC4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187076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281B99-C6A0-F92A-BDD3-BB362196501C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EB8367C-67E1-A50A-1584-F859A6FED9C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B8861-51D7-741E-6B2C-25412D40E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D69A2F-0657-B33B-8334-C458A95383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4FC84-48ED-0480-2497-FCD84C127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8882314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12261-8522-4437-B612-7C7100D188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10512425" cy="1600200"/>
          </a:xfrm>
        </p:spPr>
        <p:txBody>
          <a:bodyPr anchor="b">
            <a:normAutofit/>
          </a:bodyPr>
          <a:lstStyle>
            <a:lvl1pPr>
              <a:defRPr sz="5200">
                <a:latin typeface="Garamond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BAA0AF-3F50-42BD-84B4-E70C3D004F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82830" y="2199340"/>
            <a:ext cx="6172200" cy="366171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9C702B-2C4D-4590-8BEE-31940145C7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23F37370-7C05-0AAE-A0C3-9EE620A84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900B8E3-39E6-A88A-BBFB-717596EB3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48E340D-1840-D987-3EEA-963BDDE31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8643034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5334B-3019-4CA1-B658-779001922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457200"/>
            <a:ext cx="3932237" cy="160020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D3CC12-FD6B-41A3-BF67-D600CC4383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781276" y="987425"/>
            <a:ext cx="6172200" cy="487362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B2BD5-DC18-460B-BFCC-5B2447D2B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24" y="2199340"/>
            <a:ext cx="3932237" cy="3669647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0F28E44-58BB-553B-BBD0-F292C66CC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8F22D156-E5FE-F118-0553-B401F19652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8AEE0A6-6120-9BA2-5751-E0E2D8CF0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1854040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7D930A-6467-4C46-BA13-A0F5EC12F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41977A-7872-4BE8-8C5C-D2099BEDBB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268C47-2910-B99C-EC67-F6649ADC29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8019515-4A04-FBE0-E89C-86ECBB7E9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D9C272-2490-C827-9BE5-9CEE41850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6184453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6A9FC-D582-4FC8-B641-9F77B4DD15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32613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3A1683-12F6-4BA6-AD1A-F98C60951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3943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FF68BE-C313-C839-B719-0339AC3444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4F4E5F-FFF4-F934-3DD9-134F8D2426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FE0F82-88EB-FAE2-FC02-99D5EE301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043822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F7D84AA-0BCE-9C85-4510-34EBAE061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-1524" y="708955"/>
            <a:ext cx="12193526" cy="5463893"/>
            <a:chOff x="-1524" y="708955"/>
            <a:chExt cx="12193526" cy="5463893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41002A6-9DB7-26A1-2425-8C496B953CA4}"/>
                </a:ext>
              </a:extLst>
            </p:cNvPr>
            <p:cNvSpPr/>
            <p:nvPr userDrawn="1"/>
          </p:nvSpPr>
          <p:spPr>
            <a:xfrm>
              <a:off x="-1524" y="709613"/>
              <a:ext cx="12192000" cy="5463235"/>
            </a:xfrm>
            <a:prstGeom prst="rect">
              <a:avLst/>
            </a:prstGeom>
            <a:solidFill>
              <a:schemeClr val="accent3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>
              <a:extLst>
                <a:ext uri="{FF2B5EF4-FFF2-40B4-BE49-F238E27FC236}">
                  <a16:creationId xmlns:a16="http://schemas.microsoft.com/office/drawing/2014/main" id="{9F029623-B14D-1CDC-9D8F-47D563937B5F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43670" t="-7182" r="-9886" b="52046"/>
            <a:stretch/>
          </p:blipFill>
          <p:spPr>
            <a:xfrm>
              <a:off x="-1" y="1162050"/>
              <a:ext cx="5568949" cy="5009032"/>
            </a:xfrm>
            <a:prstGeom prst="rect">
              <a:avLst/>
            </a:prstGeom>
          </p:spPr>
        </p:pic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B4D8031F-ED2A-8D7E-D369-6BF3256FE3FC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rcRect l="256" t="-7183" r="44925" b="48899"/>
            <a:stretch/>
          </p:blipFill>
          <p:spPr>
            <a:xfrm rot="16200000">
              <a:off x="7239292" y="366674"/>
              <a:ext cx="4610430" cy="5294991"/>
            </a:xfrm>
            <a:prstGeom prst="rect">
              <a:avLst/>
            </a:prstGeom>
          </p:spPr>
        </p:pic>
      </p:grp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A28D3FB-54EA-410D-A062-8F118E5D0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593477A-1279-4BCC-8257-14CC2361F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7F04C86-E215-DFBB-8302-70BCCDFC2D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708956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F29577F-647F-5850-5636-6ED05B9959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9482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CBFB4F-DC16-FC59-E9E7-B92910449E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6429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3690604-E7DB-AFA3-7E13-CAFF46FF5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7968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CE2874C2-BA39-4778-DC11-487CC4FCA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6334D-FB4A-4843-F2FB-1CAC50021C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586958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itle 3">
            <a:extLst>
              <a:ext uri="{FF2B5EF4-FFF2-40B4-BE49-F238E27FC236}">
                <a16:creationId xmlns:a16="http://schemas.microsoft.com/office/drawing/2014/main" id="{FC043C06-5053-E291-E708-44B684DC52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932" y="1115167"/>
            <a:ext cx="8534136" cy="4655385"/>
          </a:xfrm>
        </p:spPr>
        <p:txBody>
          <a:bodyPr>
            <a:noAutofit/>
          </a:bodyPr>
          <a:lstStyle>
            <a:lvl1pPr algn="ctr">
              <a:defRPr sz="720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080544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F9E0CFE-F27B-4D50-AA2F-7146CA90E1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3048" y="2138289"/>
            <a:ext cx="12188952" cy="4033912"/>
          </a:xfrm>
          <a:prstGeom prst="rect">
            <a:avLst/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2C488A36-B0CB-7B46-C2A6-BA57D39EC4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t="27860" r="37853" b="27738"/>
          <a:stretch/>
        </p:blipFill>
        <p:spPr>
          <a:xfrm>
            <a:off x="6962087" y="2143124"/>
            <a:ext cx="5226865" cy="4033839"/>
          </a:xfrm>
          <a:prstGeom prst="rect">
            <a:avLst/>
          </a:prstGeom>
        </p:spPr>
      </p:pic>
      <p:sp>
        <p:nvSpPr>
          <p:cNvPr id="16" name="Title 1">
            <a:extLst>
              <a:ext uri="{FF2B5EF4-FFF2-40B4-BE49-F238E27FC236}">
                <a16:creationId xmlns:a16="http://schemas.microsoft.com/office/drawing/2014/main" id="{A8614BA2-9387-F1B5-B7DB-B34DAE90FED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7" y="365125"/>
            <a:ext cx="10778937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6994EC89-4FAE-445C-A6E8-D55E4A34DE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9" y="2350108"/>
            <a:ext cx="10778221" cy="3609461"/>
          </a:xfrm>
        </p:spPr>
        <p:txBody>
          <a:bodyPr anchor="ctr" anchorCtr="0">
            <a:normAutofit/>
          </a:bodyPr>
          <a:lstStyle>
            <a:lvl1pPr>
              <a:buNone/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0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ECF93F-3E86-4C44-BAF1-ADE160CADF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7A80DA6A-71F3-6286-F60A-EEEC9188718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F98B46-5DFC-3487-EB05-148905CA65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138288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D768F8E-3DFF-8D92-E3CF-5AE5F6DA54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2045761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E83A1EA-5EE3-D81A-D135-860F481F67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26472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4EA58FF-2FB1-3B78-FDCF-E5DC2EFE5D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69706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0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2"/>
            <a:ext cx="5646541" cy="5295371"/>
          </a:xfrm>
        </p:spPr>
        <p:txBody>
          <a:bodyPr anchor="ctr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6034425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BC2EA47A-F66B-4005-A5A4-458E90C0968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9415B1A-CA14-E219-0C7F-0B38B16847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6483096" y="1"/>
            <a:ext cx="5013088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2BA35BB-6689-91C0-7D75-944092B3CD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71949B5-8206-3159-8E9E-E95F2A9AA4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483096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997BFBC-DA17-6BEB-A937-333E9504DD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6363569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DF9A5C70-EFC4-1BAB-285F-B317FAF4744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C073F905-5A3E-F9EB-B095-7A3A17C1ED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249" t="13424" r="28018" b="11087"/>
          <a:stretch/>
        </p:blipFill>
        <p:spPr>
          <a:xfrm>
            <a:off x="6472427" y="0"/>
            <a:ext cx="50237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86484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E77B93E-437F-D9D6-D3D1-6DE5F025A4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10744200" y="1"/>
            <a:ext cx="75198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B74AAE1C-171A-32A3-E6FD-75252CAB87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41796" t="12194" r="49125" b="12256"/>
          <a:stretch/>
        </p:blipFill>
        <p:spPr>
          <a:xfrm>
            <a:off x="10732660" y="-5609"/>
            <a:ext cx="763524" cy="6863608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F581E4B7-6D97-63BF-7E87-5E71F8BD8C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9733538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B630934-DBD2-4535-961F-B198ABA2D05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19106" y="2198915"/>
            <a:ext cx="9741183" cy="3345316"/>
          </a:xfrm>
        </p:spPr>
        <p:txBody>
          <a:bodyPr anchor="t" anchorCtr="0">
            <a:normAutofit/>
          </a:bodyPr>
          <a:lstStyle>
            <a:lvl1pPr marL="0" indent="0">
              <a:buNone/>
              <a:defRPr sz="1800" baseline="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US" sz="1800" dirty="0">
              <a:solidFill>
                <a:schemeClr val="tx1"/>
              </a:solidFill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20D2A6-7700-487F-AC7E-A5A2C30DC1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FC30D6A-6415-42E1-89E9-EF806C3FE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05DBF26-BAB3-D5FD-5EA7-310263D4CA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940584B-2A03-52F7-B667-9CD1A2BD7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A3C0872-DC48-53B1-8569-7A913D92D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74420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635D700-0F05-E0E7-FB42-2FC890C26C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063077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5C00B3F-62BE-8535-5239-46279DF1B7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0" y="6052457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497530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break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7AE2FB-B934-16AA-2537-04016B7F1AA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2897" y="576263"/>
            <a:ext cx="5646541" cy="3304494"/>
          </a:xfrm>
        </p:spPr>
        <p:txBody>
          <a:bodyPr anchor="b" anchorCtr="0">
            <a:normAutofit/>
          </a:bodyPr>
          <a:lstStyle>
            <a:lvl1pPr>
              <a:defRPr sz="4400"/>
            </a:lvl1pPr>
          </a:lstStyle>
          <a:p>
            <a:pPr algn="l">
              <a:lnSpc>
                <a:spcPts val="5800"/>
              </a:lnSpc>
            </a:pPr>
            <a:r>
              <a:rPr lang="en-US" sz="4800" dirty="0"/>
              <a:t>Click to add title 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B5241927-0828-2C0E-290E-E82A357BC83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2275" y="4148138"/>
            <a:ext cx="5673726" cy="152876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6379D45C-F78A-E101-CD9D-C98EA6E6C56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83095" y="-1"/>
            <a:ext cx="5013087" cy="6857998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A4F6DF6-2D97-1E21-15A5-D0E9397E2F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18365012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8B6FBD3-8FFB-2E51-CAC4-CFB7B5AFBB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178" y="365125"/>
            <a:ext cx="10660350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22178" y="2198914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7198C3F1-4E77-7888-CDB8-CF9406E4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93561D3-90F6-AD82-BCFE-90F9427D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932F9B33-3FA7-526F-7B45-342EB64A1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3152" y="0"/>
            <a:ext cx="685800" cy="685800"/>
          </a:xfrm>
        </p:spPr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620B83B-1673-865A-1958-873C4765EFA0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924741" y="2198913"/>
            <a:ext cx="5157787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244298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2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7105342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00C4E27-95CA-78A5-BD7A-6109D75C8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8AE4F7BC-B724-2456-4104-1C5E254EEF37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2178" y="2198914"/>
            <a:ext cx="6487908" cy="3455925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/>
            </a:lvl1pPr>
            <a:lvl2pPr marL="228600">
              <a:spcBef>
                <a:spcPts val="1000"/>
              </a:spcBef>
              <a:defRPr sz="1800"/>
            </a:lvl2pPr>
            <a:lvl3pPr marL="685800">
              <a:spcBef>
                <a:spcPts val="1000"/>
              </a:spcBef>
              <a:defRPr sz="1800"/>
            </a:lvl3pPr>
            <a:lvl4pPr marL="1143000">
              <a:spcBef>
                <a:spcPts val="1000"/>
              </a:spcBef>
              <a:defRPr sz="1800"/>
            </a:lvl4pPr>
            <a:lvl5pPr marL="1600200">
              <a:spcBef>
                <a:spcPts val="1000"/>
              </a:spcBef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262189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4408E76-0AE4-495F-87FB-5DD280A91D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1640" y="5610"/>
            <a:ext cx="708823" cy="713232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9F130D9-40F7-D817-3F42-72C9D58579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93843" y="667582"/>
            <a:ext cx="5102717" cy="2482018"/>
          </a:xfrm>
        </p:spPr>
        <p:txBody>
          <a:bodyPr anchor="t" anchorCtr="0">
            <a:no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88A7439-0E5E-18D2-A4C7-D377032ED256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5668964" y="667582"/>
            <a:ext cx="5827220" cy="2482018"/>
          </a:xfrm>
        </p:spPr>
        <p:txBody>
          <a:bodyPr tIns="91440">
            <a:normAutofit/>
          </a:bodyPr>
          <a:lstStyle>
            <a:lvl1pPr marL="0" indent="0">
              <a:buNone/>
              <a:defRPr sz="1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2"/>
                </a:solidFill>
              </a:defRPr>
            </a:lvl2pPr>
            <a:lvl3pPr marL="914400" indent="0">
              <a:buNone/>
              <a:defRPr sz="1800">
                <a:solidFill>
                  <a:schemeClr val="tx2"/>
                </a:solidFill>
              </a:defRPr>
            </a:lvl3pPr>
            <a:lvl4pPr marL="1371600" indent="0">
              <a:buNone/>
              <a:defRPr sz="1800">
                <a:solidFill>
                  <a:schemeClr val="tx2"/>
                </a:solidFill>
              </a:defRPr>
            </a:lvl4pPr>
            <a:lvl5pPr marL="1828800" indent="0">
              <a:buNone/>
              <a:defRPr sz="1800">
                <a:solidFill>
                  <a:schemeClr val="tx2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D3471630-9EC8-4C68-B4D8-D98C242DBE0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93843" y="3362959"/>
            <a:ext cx="11102339" cy="2827459"/>
          </a:xfr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FB3B490-399A-EF1F-9626-CCCE0F5FF3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23116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Content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AF4BC-D1E9-40F0-A26B-9EA9B6B697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3" y="365760"/>
            <a:ext cx="11067089" cy="1325880"/>
          </a:xfrm>
        </p:spPr>
        <p:txBody>
          <a:bodyPr anchor="ctr">
            <a:normAutofit/>
          </a:bodyPr>
          <a:lstStyle>
            <a:lvl1pPr>
              <a:lnSpc>
                <a:spcPts val="2800"/>
              </a:lnSpc>
              <a:spcBef>
                <a:spcPts val="1000"/>
              </a:spcBef>
              <a:defRPr sz="4400" b="0" i="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A6BF945-F985-4A89-9868-A82E90E10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504656" y="2020824"/>
            <a:ext cx="687343" cy="1896697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A7B33CF-0773-56F3-9F3B-1619AA66673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20624" y="2189377"/>
            <a:ext cx="3568990" cy="3517679"/>
          </a:xfrm>
        </p:spPr>
        <p:txBody>
          <a:bodyPr tIns="0" bIns="0"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EB4A43A1-5A81-D0D1-BD71-0485EDDD4CC8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4501469" y="2189377"/>
            <a:ext cx="6565769" cy="351768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6A39699-E09B-80CC-75A3-1A20865AB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0470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wo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2F9955-0460-4A20-8FC6-3005955600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54936" cy="1325563"/>
          </a:xfrm>
        </p:spPr>
        <p:txBody>
          <a:bodyPr>
            <a:normAutofit/>
          </a:bodyPr>
          <a:lstStyle>
            <a:lvl1pPr>
              <a:defRPr sz="4400"/>
            </a:lvl1pPr>
          </a:lstStyle>
          <a:p>
            <a:r>
              <a:rPr lang="en-US" sz="4400" dirty="0"/>
              <a:t>Click to add title 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F255FA-A04D-49F2-8DB4-3CC082D0DBC8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13657" y="2198914"/>
            <a:ext cx="3970218" cy="3445987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17496-E470-4CF6-884C-F07390A4688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921213" y="2198914"/>
            <a:ext cx="6154347" cy="3445987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400"/>
            </a:lvl3pPr>
            <a:lvl4pPr>
              <a:defRPr sz="1200"/>
            </a:lvl4pPr>
            <a:lvl5pPr>
              <a:defRPr sz="11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A46AB-E26C-4F66-A0B8-4CDBD5F40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>
            <a:off x="11494040" y="4282928"/>
            <a:ext cx="699477" cy="1898809"/>
          </a:xfrm>
          <a:prstGeom prst="rect">
            <a:avLst/>
          </a:prstGeom>
          <a:solidFill>
            <a:schemeClr val="accent3">
              <a:alpha val="25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0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Helvetica"/>
              <a:ea typeface="Helvetica"/>
              <a:cs typeface="Helvetica"/>
              <a:sym typeface="Helvetica"/>
            </a:endParaRP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845EA08-ECD8-E8B5-40BF-E899F315098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583410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914413-82C1-4EBC-8C6B-BC5F842D13A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0624" y="365125"/>
            <a:ext cx="10661904" cy="1325563"/>
          </a:xfrm>
        </p:spPr>
        <p:txBody>
          <a:bodyPr>
            <a:normAutofit/>
          </a:bodyPr>
          <a:lstStyle>
            <a:lvl1pPr>
              <a:lnSpc>
                <a:spcPct val="90000"/>
              </a:lnSpc>
              <a:defRPr sz="4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A25CBB87-BE9B-82CE-8A24-F21EEA03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2131628-C033-9728-C4CF-90CDBCB89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B67216CA-9A26-BBE7-68A3-9237D22CD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402F1FD3-6A03-65D9-EE3B-3A0AE0FD8D8F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420688" y="2189377"/>
            <a:ext cx="10661840" cy="3490925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icon to add table</a:t>
            </a:r>
          </a:p>
        </p:txBody>
      </p:sp>
    </p:spTree>
    <p:extLst>
      <p:ext uri="{BB962C8B-B14F-4D97-AF65-F5344CB8AC3E}">
        <p14:creationId xmlns:p14="http://schemas.microsoft.com/office/powerpoint/2010/main" val="348164785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79BDEB7A-D103-487A-8C1B-9145FB24B6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2897" y="539496"/>
            <a:ext cx="5228393" cy="2697190"/>
          </a:xfrm>
        </p:spPr>
        <p:txBody>
          <a:bodyPr anchor="b">
            <a:normAutofit/>
          </a:bodyPr>
          <a:lstStyle>
            <a:lvl1pPr>
              <a:defRPr sz="4400"/>
            </a:lvl1pPr>
          </a:lstStyle>
          <a:p>
            <a:r>
              <a:rPr lang="en-US" sz="4800" dirty="0"/>
              <a:t>Click to add title 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F3017A3E-25F7-41D5-AABB-24D0E2673A6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2897" y="3354749"/>
            <a:ext cx="5228392" cy="2582470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05C0C26-4C66-47DC-B079-5B94C22F1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7E30B1-7066-9D31-7A11-7B81B65DD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972E672D-C862-C853-0730-15E3C4953D67}"/>
              </a:ext>
            </a:extLst>
          </p:cNvPr>
          <p:cNvSpPr/>
          <p:nvPr userDrawn="1"/>
        </p:nvSpPr>
        <p:spPr>
          <a:xfrm>
            <a:off x="9884230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10336ED-3DCB-4524-8A3F-9FBBD0B18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116050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815F86B-1A6A-ECD5-F63A-4280BADEF7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884230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B5534F0-444E-1FA5-FC8F-F04505FC0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76862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5119972F-DA18-8749-FF59-A83CA1E1F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372495" y="561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067D80A1-B7E7-2F80-975E-2E87C591BB67}"/>
              </a:ext>
            </a:extLst>
          </p:cNvPr>
          <p:cNvSpPr/>
          <p:nvPr userDrawn="1"/>
        </p:nvSpPr>
        <p:spPr>
          <a:xfrm>
            <a:off x="7760541" y="1"/>
            <a:ext cx="1611954" cy="685799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88F6AB-6890-F7DE-7C01-CE237F7786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9481352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F6575E3-45E3-206E-9037-D8FD562B72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760541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BE4BC31-600E-ECD3-1E7F-FE4F6F720A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V="1">
            <a:off x="7644933" y="0"/>
            <a:ext cx="0" cy="6858000"/>
          </a:xfrm>
          <a:prstGeom prst="line">
            <a:avLst/>
          </a:prstGeom>
          <a:ln w="9525" cap="rnd">
            <a:solidFill>
              <a:schemeClr val="accent3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4" name="Graphic 33">
            <a:extLst>
              <a:ext uri="{FF2B5EF4-FFF2-40B4-BE49-F238E27FC236}">
                <a16:creationId xmlns:a16="http://schemas.microsoft.com/office/drawing/2014/main" id="{3F8CA839-B327-1ECD-C35D-02164F5BBD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31706" t="12194" r="49126" b="12256"/>
          <a:stretch/>
        </p:blipFill>
        <p:spPr>
          <a:xfrm>
            <a:off x="9884229" y="-5609"/>
            <a:ext cx="1611955" cy="6863608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E1A97957-D274-4D24-1862-D53BF72826C9}"/>
              </a:ext>
            </a:extLst>
          </p:cNvPr>
          <p:cNvPicPr>
            <a:picLocks noChangeAspect="1"/>
          </p:cNvPicPr>
          <p:nvPr userDrawn="1"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0790" t="12194" r="70042" b="12256"/>
          <a:stretch/>
        </p:blipFill>
        <p:spPr>
          <a:xfrm>
            <a:off x="7753789" y="5610"/>
            <a:ext cx="1611955" cy="6863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2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4B53B4F-080C-8523-03AD-871CC3B8D168}"/>
              </a:ext>
            </a:extLst>
          </p:cNvPr>
          <p:cNvSpPr/>
          <p:nvPr/>
        </p:nvSpPr>
        <p:spPr>
          <a:xfrm>
            <a:off x="1524" y="0"/>
            <a:ext cx="12188952" cy="6858000"/>
          </a:xfrm>
          <a:prstGeom prst="rect">
            <a:avLst/>
          </a:prstGeom>
          <a:solidFill>
            <a:schemeClr val="bg2">
              <a:alpha val="4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3B790B-70BD-FD52-2540-F1DA4882170E}"/>
              </a:ext>
            </a:extLst>
          </p:cNvPr>
          <p:cNvSpPr/>
          <p:nvPr/>
        </p:nvSpPr>
        <p:spPr>
          <a:xfrm>
            <a:off x="1446276" y="685800"/>
            <a:ext cx="10744200" cy="5486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 descr="Tag=AccentColor&#10;Flavor=Light&#10;Target=Line">
            <a:extLst>
              <a:ext uri="{FF2B5EF4-FFF2-40B4-BE49-F238E27FC236}">
                <a16:creationId xmlns:a16="http://schemas.microsoft.com/office/drawing/2014/main" id="{7D4FC5F0-CBD6-AEEB-4902-28D624068890}"/>
              </a:ext>
            </a:extLst>
          </p:cNvPr>
          <p:cNvCxnSpPr>
            <a:cxnSpLocks/>
          </p:cNvCxnSpPr>
          <p:nvPr/>
        </p:nvCxnSpPr>
        <p:spPr>
          <a:xfrm flipV="1">
            <a:off x="11496184" y="5610"/>
            <a:ext cx="0" cy="685800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 descr="Tag=AccentColor&#10;Flavor=Light&#10;Target=Line">
            <a:extLst>
              <a:ext uri="{FF2B5EF4-FFF2-40B4-BE49-F238E27FC236}">
                <a16:creationId xmlns:a16="http://schemas.microsoft.com/office/drawing/2014/main" id="{FA9EB4DB-DDA5-1A45-7D87-B2BF67D2D1C3}"/>
              </a:ext>
            </a:extLst>
          </p:cNvPr>
          <p:cNvCxnSpPr>
            <a:cxnSpLocks/>
          </p:cNvCxnSpPr>
          <p:nvPr/>
        </p:nvCxnSpPr>
        <p:spPr>
          <a:xfrm>
            <a:off x="1524" y="6172200"/>
            <a:ext cx="12192000" cy="0"/>
          </a:xfrm>
          <a:prstGeom prst="line">
            <a:avLst/>
          </a:prstGeom>
          <a:ln w="9525" cap="rnd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2AF870-601F-4570-A8A9-1003F893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24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CCCECD-B6E7-4C40-8A84-65FD5A3F0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0624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3EFA4D-0E39-4E26-B43C-5D1084B3BAE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0624" y="6217920"/>
            <a:ext cx="2743200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851EA-2F2C-4012-8B96-51179BDD11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767328" y="6217920"/>
            <a:ext cx="7196328" cy="6400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BB8ACB-7A60-4D76-A149-0C57A30E016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3152" y="-18288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fld id="{3A4F6043-7A67-491B-98BC-F933DED722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9355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9" r:id="rId1"/>
    <p:sldLayoutId id="2147483860" r:id="rId2"/>
    <p:sldLayoutId id="2147483861" r:id="rId3"/>
    <p:sldLayoutId id="2147483862" r:id="rId4"/>
    <p:sldLayoutId id="2147483863" r:id="rId5"/>
    <p:sldLayoutId id="2147483864" r:id="rId6"/>
    <p:sldLayoutId id="2147483865" r:id="rId7"/>
    <p:sldLayoutId id="2147483866" r:id="rId8"/>
    <p:sldLayoutId id="2147483867" r:id="rId9"/>
    <p:sldLayoutId id="2147483868" r:id="rId10"/>
    <p:sldLayoutId id="2147483869" r:id="rId11"/>
    <p:sldLayoutId id="2147483870" r:id="rId12"/>
    <p:sldLayoutId id="2147483871" r:id="rId13"/>
    <p:sldLayoutId id="2147483872" r:id="rId14"/>
    <p:sldLayoutId id="2147483873" r:id="rId15"/>
    <p:sldLayoutId id="2147483874" r:id="rId16"/>
    <p:sldLayoutId id="2147483875" r:id="rId17"/>
    <p:sldLayoutId id="2147483876" r:id="rId18"/>
    <p:sldLayoutId id="2147483877" r:id="rId19"/>
    <p:sldLayoutId id="2147483878" r:id="rId20"/>
    <p:sldLayoutId id="2147483879" r:id="rId21"/>
    <p:sldLayoutId id="2147483880" r:id="rId22"/>
    <p:sldLayoutId id="2147483881" r:id="rId23"/>
    <p:sldLayoutId id="2147483882" r:id="rId2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2"/>
        </a:buClr>
        <a:buFont typeface="Wingdings 2" panose="05020102010507070707" pitchFamily="18" charset="2"/>
        <a:buChar char="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2"/>
        </a:buClr>
        <a:buFont typeface="Wingdings 2" panose="05020102010507070707" pitchFamily="18" charset="2"/>
        <a:buChar char=""/>
        <a:defRPr sz="16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02107B0-826E-4E2E-390A-A0CBF1F86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presentation</a:t>
            </a:r>
          </a:p>
        </p:txBody>
      </p:sp>
    </p:spTree>
    <p:extLst>
      <p:ext uri="{BB962C8B-B14F-4D97-AF65-F5344CB8AC3E}">
        <p14:creationId xmlns:p14="http://schemas.microsoft.com/office/powerpoint/2010/main" val="38858108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A689D8-CDAC-4215-96CD-8548432CE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10502F-36D4-4E60-B6E9-08628B2C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  <a:p>
            <a:r>
              <a:rPr lang="en-US" dirty="0"/>
              <a:t>Building confidence</a:t>
            </a:r>
          </a:p>
          <a:p>
            <a:r>
              <a:rPr lang="en-US" dirty="0"/>
              <a:t>Engaging the audience</a:t>
            </a:r>
          </a:p>
          <a:p>
            <a:r>
              <a:rPr lang="en-US" dirty="0"/>
              <a:t>Visual aids</a:t>
            </a:r>
          </a:p>
          <a:p>
            <a:r>
              <a:rPr lang="en-US" dirty="0"/>
              <a:t>Final tips &amp; takeaways</a:t>
            </a:r>
          </a:p>
        </p:txBody>
      </p:sp>
      <p:sp>
        <p:nvSpPr>
          <p:cNvPr id="39" name="Slide Number Placeholder 38">
            <a:extLst>
              <a:ext uri="{FF2B5EF4-FFF2-40B4-BE49-F238E27FC236}">
                <a16:creationId xmlns:a16="http://schemas.microsoft.com/office/drawing/2014/main" id="{86A23B90-D6E2-D980-7780-B6FC54FD8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E0FD4B5-4088-0CC7-E6CC-DEA779045EB0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309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The power of communication</a:t>
            </a:r>
          </a:p>
        </p:txBody>
      </p:sp>
      <p:pic>
        <p:nvPicPr>
          <p:cNvPr id="11" name="Picture Placeholder 10" descr="A white couch with a vase of flowers on a table">
            <a:extLst>
              <a:ext uri="{FF2B5EF4-FFF2-40B4-BE49-F238E27FC236}">
                <a16:creationId xmlns:a16="http://schemas.microsoft.com/office/drawing/2014/main" id="{A60861AD-2CA4-6BDB-1C16-80DACA444861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t="29" b="29"/>
          <a:stretch/>
        </p:blipFill>
        <p:spPr/>
      </p:pic>
    </p:spTree>
    <p:extLst>
      <p:ext uri="{BB962C8B-B14F-4D97-AF65-F5344CB8AC3E}">
        <p14:creationId xmlns:p14="http://schemas.microsoft.com/office/powerpoint/2010/main" val="9368988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Overcoming nervousness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4552F1CF-68AA-447B-B5B0-C65BB72A5D6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Confidence-building strategies</a:t>
            </a:r>
          </a:p>
        </p:txBody>
      </p:sp>
    </p:spTree>
    <p:extLst>
      <p:ext uri="{BB962C8B-B14F-4D97-AF65-F5344CB8AC3E}">
        <p14:creationId xmlns:p14="http://schemas.microsoft.com/office/powerpoint/2010/main" val="404560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91794-986C-4679-93EA-5F3C3EE6C8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Engaging the audience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75403B-F6A5-4855-B204-4A9D1F5B2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Make eye contact with your audience to create a sense of intimacy and involvement</a:t>
            </a:r>
          </a:p>
          <a:p>
            <a:r>
              <a:rPr lang="en-US" dirty="0"/>
              <a:t>Weave relatable stories into your presentation using narratives that make your message memorable and impactful</a:t>
            </a:r>
          </a:p>
          <a:p>
            <a:r>
              <a:rPr lang="en-US" dirty="0"/>
              <a:t>Encourage questions and provide thoughtful responses to enhance audience participation</a:t>
            </a:r>
          </a:p>
          <a:p>
            <a:r>
              <a:rPr lang="en-US" dirty="0"/>
              <a:t>Use live polls or surveys to gather audience opinions, promoting engagement and making sure the audience feel involved</a:t>
            </a:r>
          </a:p>
        </p:txBody>
      </p:sp>
      <p:sp>
        <p:nvSpPr>
          <p:cNvPr id="35" name="Slide Number Placeholder 34">
            <a:extLst>
              <a:ext uri="{FF2B5EF4-FFF2-40B4-BE49-F238E27FC236}">
                <a16:creationId xmlns:a16="http://schemas.microsoft.com/office/drawing/2014/main" id="{253F77DE-9A00-003D-3E35-AA011DA6A2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AD73156-2390-BB42-48B5-818ECA165475}"/>
              </a:ext>
            </a:extLst>
          </p:cNvPr>
          <p:cNvSpPr txBox="1">
            <a:spLocks/>
          </p:cNvSpPr>
          <p:nvPr/>
        </p:nvSpPr>
        <p:spPr>
          <a:xfrm>
            <a:off x="11503152" y="0"/>
            <a:ext cx="685800" cy="685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4F6043-7A67-491B-98BC-F933DED7226D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5628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2BAD7B4-5997-4A95-A2A9-773DF1F4CE5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Selecting </a:t>
            </a:r>
            <a:br>
              <a:rPr lang="en-US" dirty="0"/>
            </a:br>
            <a:r>
              <a:rPr lang="en-US" dirty="0"/>
              <a:t>visual aids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DA6A002-1BEB-AE76-169E-13071F90919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Enhancing your presentation</a:t>
            </a:r>
          </a:p>
        </p:txBody>
      </p:sp>
      <p:pic>
        <p:nvPicPr>
          <p:cNvPr id="11" name="Picture Placeholder 10" descr="A plant in a pot">
            <a:extLst>
              <a:ext uri="{FF2B5EF4-FFF2-40B4-BE49-F238E27FC236}">
                <a16:creationId xmlns:a16="http://schemas.microsoft.com/office/drawing/2014/main" id="{86E0BB36-7BDD-D349-82E5-EF4C5EC28FC0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13" r="13"/>
          <a:stretch/>
        </p:blipFill>
        <p:spPr/>
      </p:pic>
    </p:spTree>
    <p:extLst>
      <p:ext uri="{BB962C8B-B14F-4D97-AF65-F5344CB8AC3E}">
        <p14:creationId xmlns:p14="http://schemas.microsoft.com/office/powerpoint/2010/main" val="38749609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15832-3B88-48CF-8043-95E6A49078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Effective delivery techniques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6FF9F1-02F2-4FD4-A3BF-42428815EF2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Voice modulation is a powerful tool in public speaking. It involves varying pitch, tone, and volume to convey emotion, emphasize points, and maintain interest. </a:t>
            </a:r>
          </a:p>
          <a:p>
            <a:pPr lvl="1"/>
            <a:r>
              <a:rPr lang="en-US" dirty="0"/>
              <a:t>Pitch variation</a:t>
            </a:r>
          </a:p>
          <a:p>
            <a:pPr lvl="1"/>
            <a:r>
              <a:rPr lang="en-US" dirty="0"/>
              <a:t>Tone inflection</a:t>
            </a:r>
          </a:p>
          <a:p>
            <a:pPr lvl="1"/>
            <a:r>
              <a:rPr lang="en-US" dirty="0"/>
              <a:t>Volume control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EC64CEEC-83BF-60C7-B00E-F2DE1BC02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EF738-C546-48C9-8CF1-CCC2D0FA0902}"/>
              </a:ext>
            </a:extLst>
          </p:cNvPr>
          <p:cNvSpPr>
            <a:spLocks noGrp="1"/>
          </p:cNvSpPr>
          <p:nvPr>
            <p:ph sz="half" idx="13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Effective body language enhances your message, making it more impactful and memorable.</a:t>
            </a:r>
          </a:p>
          <a:p>
            <a:pPr lvl="1"/>
            <a:r>
              <a:rPr lang="en-US" dirty="0"/>
              <a:t>Meaningful eye contact</a:t>
            </a:r>
          </a:p>
          <a:p>
            <a:pPr lvl="1"/>
            <a:r>
              <a:rPr lang="en-US" dirty="0"/>
              <a:t>Purposeful gestures</a:t>
            </a:r>
          </a:p>
          <a:p>
            <a:pPr lvl="1"/>
            <a:r>
              <a:rPr lang="en-US" dirty="0"/>
              <a:t>Maintain good posture</a:t>
            </a:r>
          </a:p>
          <a:p>
            <a:pPr lvl="1"/>
            <a:r>
              <a:rPr lang="en-US" dirty="0"/>
              <a:t>Control your expressions</a:t>
            </a:r>
          </a:p>
        </p:txBody>
      </p:sp>
    </p:spTree>
    <p:extLst>
      <p:ext uri="{BB962C8B-B14F-4D97-AF65-F5344CB8AC3E}">
        <p14:creationId xmlns:p14="http://schemas.microsoft.com/office/powerpoint/2010/main" val="2897687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585544-C200-BEF3-61CE-CCB5EE8910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Navigating Q&amp;A sessions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35A923-029A-6A16-47FE-49ED6E141D1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Know your material in advance</a:t>
            </a:r>
          </a:p>
          <a:p>
            <a:r>
              <a:rPr lang="en-US" dirty="0"/>
              <a:t>Anticipate common questions</a:t>
            </a:r>
          </a:p>
          <a:p>
            <a:r>
              <a:rPr lang="en-US" dirty="0"/>
              <a:t>Rehearse your responses</a:t>
            </a:r>
          </a:p>
        </p:txBody>
      </p:sp>
      <p:sp>
        <p:nvSpPr>
          <p:cNvPr id="33" name="Slide Number Placeholder 32">
            <a:extLst>
              <a:ext uri="{FF2B5EF4-FFF2-40B4-BE49-F238E27FC236}">
                <a16:creationId xmlns:a16="http://schemas.microsoft.com/office/drawing/2014/main" id="{9E4A32E4-179C-6FC0-8A0F-65F163803AB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65806B-4BE0-6B7B-FE18-DF2D75670717}"/>
              </a:ext>
            </a:extLst>
          </p:cNvPr>
          <p:cNvSpPr>
            <a:spLocks noGrp="1"/>
          </p:cNvSpPr>
          <p:nvPr>
            <p:ph sz="half" idx="15"/>
          </p:nvPr>
        </p:nvSpPr>
        <p:spPr/>
        <p:txBody>
          <a:bodyPr/>
          <a:lstStyle/>
          <a:p>
            <a:r>
              <a:rPr lang="en-US" dirty="0"/>
              <a:t>Maintaining composure during the Q&amp;A session is essential for projecting confidence and authority. Consider the following tips for staying composed:</a:t>
            </a:r>
          </a:p>
          <a:p>
            <a:pPr lvl="1"/>
            <a:r>
              <a:rPr lang="en-US" dirty="0"/>
              <a:t>Stay calm</a:t>
            </a:r>
          </a:p>
          <a:p>
            <a:pPr lvl="1"/>
            <a:r>
              <a:rPr lang="en-US" dirty="0"/>
              <a:t>Actively listen</a:t>
            </a:r>
          </a:p>
          <a:p>
            <a:pPr lvl="1"/>
            <a:r>
              <a:rPr lang="en-US" dirty="0"/>
              <a:t>Pause and reflect</a:t>
            </a:r>
          </a:p>
          <a:p>
            <a:pPr lvl="1"/>
            <a:r>
              <a:rPr lang="en-US" dirty="0"/>
              <a:t>Maintain eye contact</a:t>
            </a:r>
          </a:p>
        </p:txBody>
      </p:sp>
    </p:spTree>
    <p:extLst>
      <p:ext uri="{BB962C8B-B14F-4D97-AF65-F5344CB8AC3E}">
        <p14:creationId xmlns:p14="http://schemas.microsoft.com/office/powerpoint/2010/main" val="11473696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2BDD3376-2BB5-D208-489F-2CF4AEDE5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Speaking impact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2F950D5-0AE0-05E7-665E-387B809FD290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Your ability to communicate effectively will leave a lasting impact on your audience</a:t>
            </a:r>
          </a:p>
          <a:p>
            <a:r>
              <a:rPr lang="en-US" dirty="0"/>
              <a:t>Effectively communicating involves not only delivering a message but also resonating with the experiences, values, and emotions of those listening </a:t>
            </a:r>
          </a:p>
        </p:txBody>
      </p:sp>
      <p:pic>
        <p:nvPicPr>
          <p:cNvPr id="12" name="Picture Placeholder 11" descr="A couch with a coffee table">
            <a:extLst>
              <a:ext uri="{FF2B5EF4-FFF2-40B4-BE49-F238E27FC236}">
                <a16:creationId xmlns:a16="http://schemas.microsoft.com/office/drawing/2014/main" id="{0F70050D-37DB-3515-51AB-11DE7B246069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3"/>
          <a:srcRect l="47" r="47"/>
          <a:stretch/>
        </p:blipFill>
        <p:spPr/>
      </p:pic>
      <p:sp>
        <p:nvSpPr>
          <p:cNvPr id="40" name="Slide Number Placeholder 39">
            <a:extLst>
              <a:ext uri="{FF2B5EF4-FFF2-40B4-BE49-F238E27FC236}">
                <a16:creationId xmlns:a16="http://schemas.microsoft.com/office/drawing/2014/main" id="{99A3C9AE-6440-E266-03D1-504E4CB48C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44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E0988E4-102D-E588-B236-A34D9E7E48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Dynamic delivery  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233B595-DA05-C272-1C41-09A79A33C06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Learn to infuse energy into your delivery to leave a lasting impression</a:t>
            </a:r>
          </a:p>
          <a:p>
            <a:r>
              <a:rPr lang="en-US" dirty="0"/>
              <a:t>One of the goals of effective communication is to motivate your audience</a:t>
            </a:r>
          </a:p>
        </p:txBody>
      </p:sp>
      <p:graphicFrame>
        <p:nvGraphicFramePr>
          <p:cNvPr id="7" name="Table Placeholder 6">
            <a:extLst>
              <a:ext uri="{FF2B5EF4-FFF2-40B4-BE49-F238E27FC236}">
                <a16:creationId xmlns:a16="http://schemas.microsoft.com/office/drawing/2014/main" id="{2B1EB06F-4DC6-0455-73C6-7B5F571C2B7D}"/>
              </a:ext>
            </a:extLst>
          </p:cNvPr>
          <p:cNvGraphicFramePr>
            <a:graphicFrameLocks noGrp="1"/>
          </p:cNvGraphicFramePr>
          <p:nvPr>
            <p:ph type="tbl" sz="quarter" idx="10"/>
            <p:extLst>
              <p:ext uri="{D42A27DB-BD31-4B8C-83A1-F6EECF244321}">
                <p14:modId xmlns:p14="http://schemas.microsoft.com/office/powerpoint/2010/main" val="1823715319"/>
              </p:ext>
            </p:extLst>
          </p:nvPr>
        </p:nvGraphicFramePr>
        <p:xfrm>
          <a:off x="4502150" y="2189163"/>
          <a:ext cx="6580190" cy="34850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119540">
                  <a:extLst>
                    <a:ext uri="{9D8B030D-6E8A-4147-A177-3AD203B41FA5}">
                      <a16:colId xmlns:a16="http://schemas.microsoft.com/office/drawing/2014/main" val="3724438094"/>
                    </a:ext>
                  </a:extLst>
                </a:gridCol>
                <a:gridCol w="2119540">
                  <a:extLst>
                    <a:ext uri="{9D8B030D-6E8A-4147-A177-3AD203B41FA5}">
                      <a16:colId xmlns:a16="http://schemas.microsoft.com/office/drawing/2014/main" val="4243175974"/>
                    </a:ext>
                  </a:extLst>
                </a:gridCol>
                <a:gridCol w="1170555">
                  <a:extLst>
                    <a:ext uri="{9D8B030D-6E8A-4147-A177-3AD203B41FA5}">
                      <a16:colId xmlns:a16="http://schemas.microsoft.com/office/drawing/2014/main" val="2543228304"/>
                    </a:ext>
                  </a:extLst>
                </a:gridCol>
                <a:gridCol w="1170555">
                  <a:extLst>
                    <a:ext uri="{9D8B030D-6E8A-4147-A177-3AD203B41FA5}">
                      <a16:colId xmlns:a16="http://schemas.microsoft.com/office/drawing/2014/main" val="4169631797"/>
                    </a:ext>
                  </a:extLst>
                </a:gridCol>
              </a:tblGrid>
              <a:tr h="360407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Measurement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Target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Actual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2762002"/>
                  </a:ext>
                </a:extLst>
              </a:tr>
              <a:tr h="77982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Audience attendance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attendees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120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02246746"/>
                  </a:ext>
                </a:extLst>
              </a:tr>
              <a:tr h="77982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Engagement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Minutes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430740"/>
                  </a:ext>
                </a:extLst>
              </a:tr>
              <a:tr h="77982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Q&amp;A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# of questions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8306144"/>
                  </a:ext>
                </a:extLst>
              </a:tr>
              <a:tr h="779821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Positive feedback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77994382"/>
                  </a:ext>
                </a:extLst>
              </a:tr>
            </a:tbl>
          </a:graphicData>
        </a:graphic>
      </p:graphicFrame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EB33A8D-41A0-F72E-2DFF-C998B79C11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1179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80268-1494-2660-4948-863C5C726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Our competition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694F5F6-7059-E66A-7133-6DDF9733784B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Seek feedback</a:t>
            </a:r>
          </a:p>
          <a:p>
            <a:r>
              <a:rPr lang="en-US" dirty="0"/>
              <a:t>Reflect on performance</a:t>
            </a:r>
          </a:p>
          <a:p>
            <a:r>
              <a:rPr lang="en-US" dirty="0"/>
              <a:t>Explore new techniques</a:t>
            </a:r>
          </a:p>
          <a:p>
            <a:r>
              <a:rPr lang="en-US" dirty="0"/>
              <a:t>Set personal goals</a:t>
            </a:r>
          </a:p>
          <a:p>
            <a:r>
              <a:rPr lang="en-US" dirty="0"/>
              <a:t>Iterate and adapt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552E9A-D084-7FDA-32AA-D4368360A10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Consistent rehearsal</a:t>
            </a:r>
          </a:p>
          <a:p>
            <a:pPr lvl="1"/>
            <a:r>
              <a:rPr lang="en-US" dirty="0"/>
              <a:t>Practice makes perfect, so strengthen your familiarity </a:t>
            </a:r>
            <a:br>
              <a:rPr lang="en-US" dirty="0"/>
            </a:br>
            <a:r>
              <a:rPr lang="en-US" dirty="0"/>
              <a:t>with the presentation</a:t>
            </a:r>
          </a:p>
          <a:p>
            <a:r>
              <a:rPr lang="en-US" dirty="0"/>
              <a:t>Refine delivery style</a:t>
            </a:r>
          </a:p>
          <a:p>
            <a:pPr lvl="1"/>
            <a:r>
              <a:rPr lang="en-US" dirty="0"/>
              <a:t>Pacing, tone, and emphasis</a:t>
            </a:r>
          </a:p>
          <a:p>
            <a:r>
              <a:rPr lang="en-US" dirty="0"/>
              <a:t>Timing and transitions</a:t>
            </a:r>
          </a:p>
          <a:p>
            <a:pPr lvl="1"/>
            <a:r>
              <a:rPr lang="en-US" dirty="0"/>
              <a:t>Aim for seamless, professional delivery</a:t>
            </a:r>
          </a:p>
          <a:p>
            <a:r>
              <a:rPr lang="en-US" dirty="0"/>
              <a:t>Practice audience</a:t>
            </a:r>
          </a:p>
          <a:p>
            <a:pPr lvl="1"/>
            <a:r>
              <a:rPr lang="en-US" dirty="0"/>
              <a:t>Enlist colleagues to listen &amp; provide feedback</a:t>
            </a:r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39C3EA6F-C7F7-8CA4-C495-1C9EEFF33DF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3235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B458798-14B3-4E65-8F8B-DCED649CB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Speaking engagement metrics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5FD66AD-F50E-028D-B4E4-7C072A555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4F6043-7A67-491B-98BC-F933DED7226D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11" name="Table 7" descr="Table">
            <a:extLst>
              <a:ext uri="{FF2B5EF4-FFF2-40B4-BE49-F238E27FC236}">
                <a16:creationId xmlns:a16="http://schemas.microsoft.com/office/drawing/2014/main" id="{27B4E964-4E55-4670-8C14-F2C0FB1A583A}"/>
              </a:ext>
            </a:extLst>
          </p:cNvPr>
          <p:cNvGraphicFramePr>
            <a:graphicFrameLocks noGrp="1"/>
          </p:cNvGraphicFramePr>
          <p:nvPr>
            <p:ph type="tbl" sz="quarter" idx="13"/>
            <p:extLst>
              <p:ext uri="{D42A27DB-BD31-4B8C-83A1-F6EECF244321}">
                <p14:modId xmlns:p14="http://schemas.microsoft.com/office/powerpoint/2010/main" val="2908311603"/>
              </p:ext>
            </p:extLst>
          </p:nvPr>
        </p:nvGraphicFramePr>
        <p:xfrm>
          <a:off x="420688" y="2189163"/>
          <a:ext cx="10661650" cy="34745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515292">
                  <a:extLst>
                    <a:ext uri="{9D8B030D-6E8A-4147-A177-3AD203B41FA5}">
                      <a16:colId xmlns:a16="http://schemas.microsoft.com/office/drawing/2014/main" val="340701113"/>
                    </a:ext>
                  </a:extLst>
                </a:gridCol>
                <a:gridCol w="3515292">
                  <a:extLst>
                    <a:ext uri="{9D8B030D-6E8A-4147-A177-3AD203B41FA5}">
                      <a16:colId xmlns:a16="http://schemas.microsoft.com/office/drawing/2014/main" val="2247912236"/>
                    </a:ext>
                  </a:extLst>
                </a:gridCol>
                <a:gridCol w="1815533">
                  <a:extLst>
                    <a:ext uri="{9D8B030D-6E8A-4147-A177-3AD203B41FA5}">
                      <a16:colId xmlns:a16="http://schemas.microsoft.com/office/drawing/2014/main" val="3177102169"/>
                    </a:ext>
                  </a:extLst>
                </a:gridCol>
                <a:gridCol w="1815533">
                  <a:extLst>
                    <a:ext uri="{9D8B030D-6E8A-4147-A177-3AD203B41FA5}">
                      <a16:colId xmlns:a16="http://schemas.microsoft.com/office/drawing/2014/main" val="3564006370"/>
                    </a:ext>
                  </a:extLst>
                </a:gridCol>
              </a:tblGrid>
              <a:tr h="682767">
                <a:tc>
                  <a:txBody>
                    <a:bodyPr/>
                    <a:lstStyle/>
                    <a:p>
                      <a:r>
                        <a:rPr lang="en-US" dirty="0"/>
                        <a:t>Impact factor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Measurement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Target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Achieved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1486460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r>
                        <a:rPr lang="en-US" dirty="0"/>
                        <a:t>Audience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6502014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r>
                        <a:rPr lang="en-US" dirty="0"/>
                        <a:t>Knowledge retention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5963257"/>
                  </a:ext>
                </a:extLst>
              </a:tr>
              <a:tr h="743525">
                <a:tc>
                  <a:txBody>
                    <a:bodyPr/>
                    <a:lstStyle/>
                    <a:p>
                      <a:r>
                        <a:rPr lang="en-US" dirty="0"/>
                        <a:t>Post-presentation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Average rating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330857"/>
                  </a:ext>
                </a:extLst>
              </a:tr>
              <a:tr h="682767">
                <a:tc>
                  <a:txBody>
                    <a:bodyPr/>
                    <a:lstStyle/>
                    <a:p>
                      <a:r>
                        <a:rPr lang="en-US" dirty="0"/>
                        <a:t>Referral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Percentage (%)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12471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65392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F1F15-46F5-4A2B-AF38-34F3B8027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0A4C54-B3B2-4B02-A340-C72E57FEE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n-US" dirty="0"/>
              <a:t>Brita Tamm</a:t>
            </a:r>
          </a:p>
          <a:p>
            <a:r>
              <a:rPr lang="en-US" dirty="0"/>
              <a:t>502-555-0152</a:t>
            </a:r>
          </a:p>
          <a:p>
            <a:r>
              <a:rPr lang="en-US" dirty="0"/>
              <a:t>brita@firstupconsultants.com</a:t>
            </a:r>
          </a:p>
          <a:p>
            <a:r>
              <a:rPr lang="en-US" dirty="0"/>
              <a:t>www.firstupconsultants.com</a:t>
            </a:r>
          </a:p>
        </p:txBody>
      </p:sp>
    </p:spTree>
    <p:extLst>
      <p:ext uri="{BB962C8B-B14F-4D97-AF65-F5344CB8AC3E}">
        <p14:creationId xmlns:p14="http://schemas.microsoft.com/office/powerpoint/2010/main" val="1315345950"/>
      </p:ext>
    </p:extLst>
  </p:cSld>
  <p:clrMapOvr>
    <a:masterClrMapping/>
  </p:clrMapOvr>
</p:sld>
</file>

<file path=ppt/theme/theme1.xml><?xml version="1.0" encoding="utf-8"?>
<a:theme xmlns:a="http://schemas.openxmlformats.org/drawingml/2006/main" name="OffsetVTI">
  <a:themeElements>
    <a:clrScheme name="Custom 20">
      <a:dk1>
        <a:srgbClr val="000000"/>
      </a:dk1>
      <a:lt1>
        <a:sysClr val="window" lastClr="FFFFFF"/>
      </a:lt1>
      <a:dk2>
        <a:srgbClr val="2C3948"/>
      </a:dk2>
      <a:lt2>
        <a:srgbClr val="F4F4F4"/>
      </a:lt2>
      <a:accent1>
        <a:srgbClr val="F49D90"/>
      </a:accent1>
      <a:accent2>
        <a:srgbClr val="D6947C"/>
      </a:accent2>
      <a:accent3>
        <a:srgbClr val="BF8484"/>
      </a:accent3>
      <a:accent4>
        <a:srgbClr val="96A9AA"/>
      </a:accent4>
      <a:accent5>
        <a:srgbClr val="DD796C"/>
      </a:accent5>
      <a:accent6>
        <a:srgbClr val="D09145"/>
      </a:accent6>
      <a:hlink>
        <a:srgbClr val="DF686A"/>
      </a:hlink>
      <a:folHlink>
        <a:srgbClr val="F93F1C"/>
      </a:folHlink>
    </a:clrScheme>
    <a:fontScheme name="Dante">
      <a:majorFont>
        <a:latin typeface="Garamond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setVTI" id="{17A3166B-76FF-4669-8F6D-D4251AE158D8}" vid="{4532814A-B5F8-4CFD-BC69-A007D492DA4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D6D0E89-8FE5-4564-B75D-6D6A80E926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666BB56-E71F-413C-A17E-3C61B4BD4737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BCCFBFAD-0D5C-4560-A0B6-6D94F8C673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OffsetVTI</Template>
  <TotalTime>0</TotalTime>
  <Words>426</Words>
  <Application>Microsoft Office PowerPoint</Application>
  <PresentationFormat>Widescreen</PresentationFormat>
  <Paragraphs>125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OffsetVTI</vt:lpstr>
      <vt:lpstr>Basic presentation</vt:lpstr>
      <vt:lpstr>Agenda</vt:lpstr>
      <vt:lpstr>The power of communication</vt:lpstr>
      <vt:lpstr>Overcoming nervousness</vt:lpstr>
      <vt:lpstr>Engaging the audience</vt:lpstr>
      <vt:lpstr>Selecting  visual aids</vt:lpstr>
      <vt:lpstr>Effective delivery techniques</vt:lpstr>
      <vt:lpstr>Navigating Q&amp;A sessions</vt:lpstr>
      <vt:lpstr>Speaking impact</vt:lpstr>
      <vt:lpstr>Dynamic delivery  </vt:lpstr>
      <vt:lpstr>Our competition  </vt:lpstr>
      <vt:lpstr>Speaking engagement metrics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2026-07-16T06:08:33Z</dcterms:created>
  <dcterms:modified xsi:type="dcterms:W3CDTF">2026-07-16T06:08:38Z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