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67" r:id="rId14"/>
    <p:sldId id="277" r:id="rId15"/>
    <p:sldId id="266" r:id="rId16"/>
    <p:sldId id="278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2752"/>
    <a:srgbClr val="E3A097"/>
    <a:srgbClr val="F5D9D7"/>
    <a:srgbClr val="263025"/>
    <a:srgbClr val="334031"/>
    <a:srgbClr val="8A9161"/>
    <a:srgbClr val="81875A"/>
    <a:srgbClr val="000000"/>
    <a:srgbClr val="EFE0BE"/>
    <a:srgbClr val="F7F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30" y="58"/>
      </p:cViewPr>
      <p:guideLst>
        <p:guide pos="3840"/>
        <p:guide orient="horz" pos="2500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621" y="6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313E4A-8B87-4AAD-AEEE-9B1435558CB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7C33A0-D4CE-48C2-812A-2152C182D6D8}">
      <dgm:prSet phldrT="[Text]" custT="1"/>
      <dgm:spPr>
        <a:ln>
          <a:noFill/>
        </a:ln>
      </dgm:spPr>
      <dgm:t>
        <a:bodyPr anchor="ctr"/>
        <a:lstStyle/>
        <a:p>
          <a:r>
            <a:rPr lang="en-US" sz="1600" b="0" i="0" kern="1200" cap="all" spc="300" baseline="0" dirty="0">
              <a:solidFill>
                <a:schemeClr val="tx1"/>
              </a:solidFill>
              <a:latin typeface="+mn-lt"/>
              <a:ea typeface="+mn-ea"/>
              <a:cs typeface="+mn-cs"/>
            </a:rPr>
            <a:t>Market Research</a:t>
          </a:r>
        </a:p>
      </dgm:t>
    </dgm:pt>
    <dgm:pt modelId="{051EA6F1-57D0-42F2-BD63-8D741E1935F1}" type="parTrans" cxnId="{67CDFC22-3852-49AA-846F-62CFC47D4773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E3167961-4CF2-4300-9C4A-A70246E015B1}" type="sibTrans" cxnId="{67CDFC22-3852-49AA-846F-62CFC47D4773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B6769171-B80C-4F5B-90C7-EC3BDB7E9754}">
      <dgm:prSet phldrT="[Text]" custT="1"/>
      <dgm:spPr/>
      <dgm:t>
        <a:bodyPr anchor="ctr"/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cap="all" spc="300" baseline="0" dirty="0">
              <a:solidFill>
                <a:prstClr val="black"/>
              </a:solidFill>
              <a:latin typeface="+mn-lt"/>
              <a:ea typeface="+mn-ea"/>
              <a:cs typeface="+mn-cs"/>
            </a:rPr>
            <a:t>User Testing</a:t>
          </a:r>
        </a:p>
      </dgm:t>
    </dgm:pt>
    <dgm:pt modelId="{EBFED7B5-6EA8-4A9E-BFDD-4F059EEEF6B1}" type="parTrans" cxnId="{DE2646DB-D133-4C29-A2FC-663797E2947F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15DA4E02-04FA-4A21-9790-F88305AE1DDF}" type="sibTrans" cxnId="{DE2646DB-D133-4C29-A2FC-663797E2947F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01FCF63A-9A53-4641-925C-35AB10312164}">
      <dgm:prSet phldrT="[Text]" custT="1"/>
      <dgm:spPr/>
      <dgm:t>
        <a:bodyPr anchor="ctr"/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cap="all" spc="300" baseline="0" dirty="0">
              <a:solidFill>
                <a:prstClr val="black"/>
              </a:solidFill>
              <a:latin typeface="+mn-lt"/>
              <a:ea typeface="+mn-ea"/>
              <a:cs typeface="+mn-cs"/>
            </a:rPr>
            <a:t>Product Launch</a:t>
          </a:r>
        </a:p>
      </dgm:t>
    </dgm:pt>
    <dgm:pt modelId="{50233F51-F48D-4039-B4C4-FDE607161996}" type="parTrans" cxnId="{0B2CF146-F6F1-4A46-B0F9-EFBDA54F8880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47AD5E5A-539A-4690-BE35-128ECD2C6096}" type="sibTrans" cxnId="{0B2CF146-F6F1-4A46-B0F9-EFBDA54F8880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19F861D7-06D0-4475-8396-2F5BA32F3667}">
      <dgm:prSet phldrT="[Text]" custT="1"/>
      <dgm:spPr/>
      <dgm:t>
        <a:bodyPr anchor="ctr"/>
        <a:lstStyle/>
        <a:p>
          <a:r>
            <a:rPr lang="en-US" sz="1600" b="0" i="0" kern="1200" cap="all" spc="300" baseline="0" dirty="0">
              <a:solidFill>
                <a:prstClr val="black"/>
              </a:solidFill>
              <a:latin typeface="+mn-lt"/>
              <a:ea typeface="+mn-ea"/>
              <a:cs typeface="+mn-cs"/>
            </a:rPr>
            <a:t>Product Development</a:t>
          </a:r>
        </a:p>
      </dgm:t>
    </dgm:pt>
    <dgm:pt modelId="{688591F3-C9FA-4E02-ACDA-6F3849A6023D}" type="parTrans" cxnId="{1BBF4133-48CE-4EF2-B1A9-2D15BDAD32DA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E600A78F-D810-48FA-BA62-69BAA380AFC0}" type="sibTrans" cxnId="{1BBF4133-48CE-4EF2-B1A9-2D15BDAD32DA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D005F7E6-D3D7-4736-A565-5597C92EEA6E}">
      <dgm:prSet phldrT="[Text]" custT="1"/>
      <dgm:spPr/>
      <dgm:t>
        <a:bodyPr anchor="ctr"/>
        <a:lstStyle/>
        <a:p>
          <a:r>
            <a:rPr lang="en-US" sz="3600" dirty="0">
              <a:solidFill>
                <a:schemeClr val="accent3"/>
              </a:solidFill>
              <a:latin typeface="+mj-lt"/>
            </a:rPr>
            <a:t>Q1</a:t>
          </a:r>
        </a:p>
      </dgm:t>
    </dgm:pt>
    <dgm:pt modelId="{5488EE6F-940A-406A-80A3-42C5A10B4269}" type="parTrans" cxnId="{EB93DE1A-F1C2-46BB-91EC-F2BFD558BDCD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52810DCF-3FEF-47BA-9560-DDA76F05622B}" type="sibTrans" cxnId="{EB93DE1A-F1C2-46BB-91EC-F2BFD558BDCD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6F977B38-B94F-4762-9FA8-43006E979831}">
      <dgm:prSet phldrT="[Text]" custT="1"/>
      <dgm:spPr/>
      <dgm:t>
        <a:bodyPr anchor="ctr"/>
        <a:lstStyle/>
        <a:p>
          <a:r>
            <a:rPr lang="en-US" sz="3600" dirty="0">
              <a:solidFill>
                <a:schemeClr val="accent3"/>
              </a:solidFill>
              <a:latin typeface="+mj-lt"/>
            </a:rPr>
            <a:t>Q2</a:t>
          </a:r>
        </a:p>
      </dgm:t>
    </dgm:pt>
    <dgm:pt modelId="{D645353D-A275-487B-92A0-06F88FEAB990}" type="parTrans" cxnId="{F2E15CDB-CF08-4E99-9BB4-FE8B9862B0BE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C116B6CE-0E45-468A-8FCD-98B3260F6E2B}" type="sibTrans" cxnId="{F2E15CDB-CF08-4E99-9BB4-FE8B9862B0BE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D1DFD31E-EBD3-4332-8636-6D8373C48843}">
      <dgm:prSet phldrT="[Text]" custT="1"/>
      <dgm:spPr/>
      <dgm:t>
        <a:bodyPr anchor="ctr"/>
        <a:lstStyle/>
        <a:p>
          <a:r>
            <a:rPr lang="en-US" sz="3600" dirty="0">
              <a:solidFill>
                <a:schemeClr val="accent3"/>
              </a:solidFill>
              <a:latin typeface="+mj-lt"/>
            </a:rPr>
            <a:t>Q3</a:t>
          </a:r>
        </a:p>
      </dgm:t>
    </dgm:pt>
    <dgm:pt modelId="{6DD3ACB7-7BFD-4F02-8143-F4245AB3D242}" type="parTrans" cxnId="{A3E8F565-D509-4242-89E5-F545BD9B39AF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8A67AB22-1ED0-4C87-93DD-EC8BA8AC9DE1}" type="sibTrans" cxnId="{A3E8F565-D509-4242-89E5-F545BD9B39AF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2EB0FCD1-A97B-454C-A3B5-CC24E538FD7F}">
      <dgm:prSet phldrT="[Text]" custT="1"/>
      <dgm:spPr/>
      <dgm:t>
        <a:bodyPr anchor="ctr"/>
        <a:lstStyle/>
        <a:p>
          <a:r>
            <a:rPr lang="en-US" sz="3600" dirty="0">
              <a:solidFill>
                <a:schemeClr val="accent3"/>
              </a:solidFill>
              <a:latin typeface="+mj-lt"/>
            </a:rPr>
            <a:t>Q4</a:t>
          </a:r>
        </a:p>
      </dgm:t>
    </dgm:pt>
    <dgm:pt modelId="{6756F059-AD87-4860-A8D7-76D0AD87A366}" type="parTrans" cxnId="{14282BA9-66B7-4EF9-83BA-49E8D1383532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67CB2841-D2B7-47CA-AD93-4E66D2439A58}" type="sibTrans" cxnId="{14282BA9-66B7-4EF9-83BA-49E8D1383532}">
      <dgm:prSet/>
      <dgm:spPr/>
      <dgm:t>
        <a:bodyPr/>
        <a:lstStyle/>
        <a:p>
          <a:endParaRPr lang="en-US" sz="1400">
            <a:solidFill>
              <a:schemeClr val="accent3"/>
            </a:solidFill>
          </a:endParaRPr>
        </a:p>
      </dgm:t>
    </dgm:pt>
    <dgm:pt modelId="{D342E22F-EB29-4FAD-9B28-4C34502171B9}" type="pres">
      <dgm:prSet presAssocID="{BB313E4A-8B87-4AAD-AEEE-9B1435558CB9}" presName="vert0" presStyleCnt="0">
        <dgm:presLayoutVars>
          <dgm:dir/>
          <dgm:animOne val="branch"/>
          <dgm:animLvl val="lvl"/>
        </dgm:presLayoutVars>
      </dgm:prSet>
      <dgm:spPr/>
    </dgm:pt>
    <dgm:pt modelId="{4E247E96-070B-4744-96B3-E1F97A845C9F}" type="pres">
      <dgm:prSet presAssocID="{D005F7E6-D3D7-4736-A565-5597C92EEA6E}" presName="thickLine" presStyleLbl="alignNode1" presStyleIdx="0" presStyleCnt="4"/>
      <dgm:spPr/>
    </dgm:pt>
    <dgm:pt modelId="{27343992-1E43-4DD5-A34F-B5C1356DFE59}" type="pres">
      <dgm:prSet presAssocID="{D005F7E6-D3D7-4736-A565-5597C92EEA6E}" presName="horz1" presStyleCnt="0"/>
      <dgm:spPr/>
    </dgm:pt>
    <dgm:pt modelId="{794A25E5-C31E-4F51-977B-29908E4DED60}" type="pres">
      <dgm:prSet presAssocID="{D005F7E6-D3D7-4736-A565-5597C92EEA6E}" presName="tx1" presStyleLbl="revTx" presStyleIdx="0" presStyleCnt="8"/>
      <dgm:spPr/>
    </dgm:pt>
    <dgm:pt modelId="{D7852091-6875-4A46-BEE1-63E8C2BCD888}" type="pres">
      <dgm:prSet presAssocID="{D005F7E6-D3D7-4736-A565-5597C92EEA6E}" presName="vert1" presStyleCnt="0"/>
      <dgm:spPr/>
    </dgm:pt>
    <dgm:pt modelId="{CA417A59-A3FF-4C11-905B-2547DCEE95E1}" type="pres">
      <dgm:prSet presAssocID="{527C33A0-D4CE-48C2-812A-2152C182D6D8}" presName="vertSpace2a" presStyleCnt="0"/>
      <dgm:spPr/>
    </dgm:pt>
    <dgm:pt modelId="{A1C33D26-B435-488C-8EC8-B15795800AB8}" type="pres">
      <dgm:prSet presAssocID="{527C33A0-D4CE-48C2-812A-2152C182D6D8}" presName="horz2" presStyleCnt="0"/>
      <dgm:spPr/>
    </dgm:pt>
    <dgm:pt modelId="{19CA6B4E-4FAF-4EBF-B6AC-6C65343D6240}" type="pres">
      <dgm:prSet presAssocID="{527C33A0-D4CE-48C2-812A-2152C182D6D8}" presName="horzSpace2" presStyleCnt="0"/>
      <dgm:spPr/>
    </dgm:pt>
    <dgm:pt modelId="{E375414F-0076-4C00-857D-10F60768B5A1}" type="pres">
      <dgm:prSet presAssocID="{527C33A0-D4CE-48C2-812A-2152C182D6D8}" presName="tx2" presStyleLbl="revTx" presStyleIdx="1" presStyleCnt="8"/>
      <dgm:spPr/>
    </dgm:pt>
    <dgm:pt modelId="{BC0F0F45-6B28-47F0-8900-09203954EE61}" type="pres">
      <dgm:prSet presAssocID="{527C33A0-D4CE-48C2-812A-2152C182D6D8}" presName="vert2" presStyleCnt="0"/>
      <dgm:spPr/>
    </dgm:pt>
    <dgm:pt modelId="{A71BDFB5-6117-4C8B-8D80-B6049D42BB45}" type="pres">
      <dgm:prSet presAssocID="{527C33A0-D4CE-48C2-812A-2152C182D6D8}" presName="thinLine2b" presStyleLbl="callout" presStyleIdx="0" presStyleCnt="4"/>
      <dgm:spPr>
        <a:ln>
          <a:noFill/>
        </a:ln>
      </dgm:spPr>
    </dgm:pt>
    <dgm:pt modelId="{36DFEE74-46AE-42CD-985F-3A8B5BF4A7E1}" type="pres">
      <dgm:prSet presAssocID="{527C33A0-D4CE-48C2-812A-2152C182D6D8}" presName="vertSpace2b" presStyleCnt="0"/>
      <dgm:spPr/>
    </dgm:pt>
    <dgm:pt modelId="{0466FBD4-672A-478D-B685-49046823EBFF}" type="pres">
      <dgm:prSet presAssocID="{6F977B38-B94F-4762-9FA8-43006E979831}" presName="thickLine" presStyleLbl="alignNode1" presStyleIdx="1" presStyleCnt="4"/>
      <dgm:spPr/>
    </dgm:pt>
    <dgm:pt modelId="{CD94F179-39E0-448F-85E4-129118A1510A}" type="pres">
      <dgm:prSet presAssocID="{6F977B38-B94F-4762-9FA8-43006E979831}" presName="horz1" presStyleCnt="0"/>
      <dgm:spPr/>
    </dgm:pt>
    <dgm:pt modelId="{27AE1F8E-D743-4045-8E99-EDACF531D229}" type="pres">
      <dgm:prSet presAssocID="{6F977B38-B94F-4762-9FA8-43006E979831}" presName="tx1" presStyleLbl="revTx" presStyleIdx="2" presStyleCnt="8"/>
      <dgm:spPr/>
    </dgm:pt>
    <dgm:pt modelId="{C56D60A2-1EF5-4EE8-B59E-9BC24794D33B}" type="pres">
      <dgm:prSet presAssocID="{6F977B38-B94F-4762-9FA8-43006E979831}" presName="vert1" presStyleCnt="0"/>
      <dgm:spPr/>
    </dgm:pt>
    <dgm:pt modelId="{15EE5929-195E-4B10-8CF0-5DC291C7CAFB}" type="pres">
      <dgm:prSet presAssocID="{19F861D7-06D0-4475-8396-2F5BA32F3667}" presName="vertSpace2a" presStyleCnt="0"/>
      <dgm:spPr/>
    </dgm:pt>
    <dgm:pt modelId="{A5FA039E-B5A1-41D2-8633-32CBFE09F2B5}" type="pres">
      <dgm:prSet presAssocID="{19F861D7-06D0-4475-8396-2F5BA32F3667}" presName="horz2" presStyleCnt="0"/>
      <dgm:spPr/>
    </dgm:pt>
    <dgm:pt modelId="{8C5F1764-6F85-4D78-A3C4-66EE7325AC88}" type="pres">
      <dgm:prSet presAssocID="{19F861D7-06D0-4475-8396-2F5BA32F3667}" presName="horzSpace2" presStyleCnt="0"/>
      <dgm:spPr/>
    </dgm:pt>
    <dgm:pt modelId="{8F8B6AF1-ABF7-490E-91F4-D9BF1971E612}" type="pres">
      <dgm:prSet presAssocID="{19F861D7-06D0-4475-8396-2F5BA32F3667}" presName="tx2" presStyleLbl="revTx" presStyleIdx="3" presStyleCnt="8"/>
      <dgm:spPr/>
    </dgm:pt>
    <dgm:pt modelId="{58C08AD8-0A53-4FA4-A089-A58442D0DF2C}" type="pres">
      <dgm:prSet presAssocID="{19F861D7-06D0-4475-8396-2F5BA32F3667}" presName="vert2" presStyleCnt="0"/>
      <dgm:spPr/>
    </dgm:pt>
    <dgm:pt modelId="{ED686FDA-E1A9-411A-922C-3304600C1C77}" type="pres">
      <dgm:prSet presAssocID="{19F861D7-06D0-4475-8396-2F5BA32F3667}" presName="thinLine2b" presStyleLbl="callout" presStyleIdx="1" presStyleCnt="4"/>
      <dgm:spPr>
        <a:ln>
          <a:noFill/>
        </a:ln>
      </dgm:spPr>
    </dgm:pt>
    <dgm:pt modelId="{1AF213DD-22E5-427E-A57B-51F9FCFF35FC}" type="pres">
      <dgm:prSet presAssocID="{19F861D7-06D0-4475-8396-2F5BA32F3667}" presName="vertSpace2b" presStyleCnt="0"/>
      <dgm:spPr/>
    </dgm:pt>
    <dgm:pt modelId="{B28246E4-7BC5-45AF-BA42-DDBC1C2C2E2A}" type="pres">
      <dgm:prSet presAssocID="{D1DFD31E-EBD3-4332-8636-6D8373C48843}" presName="thickLine" presStyleLbl="alignNode1" presStyleIdx="2" presStyleCnt="4"/>
      <dgm:spPr/>
    </dgm:pt>
    <dgm:pt modelId="{238C59FC-EE92-495D-8535-280132FE3CC8}" type="pres">
      <dgm:prSet presAssocID="{D1DFD31E-EBD3-4332-8636-6D8373C48843}" presName="horz1" presStyleCnt="0"/>
      <dgm:spPr/>
    </dgm:pt>
    <dgm:pt modelId="{94243B8C-4525-4765-A713-E2F4D7D955D2}" type="pres">
      <dgm:prSet presAssocID="{D1DFD31E-EBD3-4332-8636-6D8373C48843}" presName="tx1" presStyleLbl="revTx" presStyleIdx="4" presStyleCnt="8"/>
      <dgm:spPr/>
    </dgm:pt>
    <dgm:pt modelId="{C5CBCA6D-774E-4CF6-843F-95660CCF6404}" type="pres">
      <dgm:prSet presAssocID="{D1DFD31E-EBD3-4332-8636-6D8373C48843}" presName="vert1" presStyleCnt="0"/>
      <dgm:spPr/>
    </dgm:pt>
    <dgm:pt modelId="{1C7384DC-2BAD-45CD-A31F-9A38EC5B601E}" type="pres">
      <dgm:prSet presAssocID="{B6769171-B80C-4F5B-90C7-EC3BDB7E9754}" presName="vertSpace2a" presStyleCnt="0"/>
      <dgm:spPr/>
    </dgm:pt>
    <dgm:pt modelId="{E3873E4A-935D-4571-90E1-50623F2F0CED}" type="pres">
      <dgm:prSet presAssocID="{B6769171-B80C-4F5B-90C7-EC3BDB7E9754}" presName="horz2" presStyleCnt="0"/>
      <dgm:spPr/>
    </dgm:pt>
    <dgm:pt modelId="{950C5154-3C5B-4CB7-838A-18C7E9FD5E76}" type="pres">
      <dgm:prSet presAssocID="{B6769171-B80C-4F5B-90C7-EC3BDB7E9754}" presName="horzSpace2" presStyleCnt="0"/>
      <dgm:spPr/>
    </dgm:pt>
    <dgm:pt modelId="{9A0947CA-0828-427D-806E-BCC9C040AB48}" type="pres">
      <dgm:prSet presAssocID="{B6769171-B80C-4F5B-90C7-EC3BDB7E9754}" presName="tx2" presStyleLbl="revTx" presStyleIdx="5" presStyleCnt="8"/>
      <dgm:spPr/>
    </dgm:pt>
    <dgm:pt modelId="{6A24333E-5826-47ED-8DEB-F4CB79DB5CF5}" type="pres">
      <dgm:prSet presAssocID="{B6769171-B80C-4F5B-90C7-EC3BDB7E9754}" presName="vert2" presStyleCnt="0"/>
      <dgm:spPr/>
    </dgm:pt>
    <dgm:pt modelId="{58AEF715-538E-4FCF-B500-3EDFACBD68A6}" type="pres">
      <dgm:prSet presAssocID="{B6769171-B80C-4F5B-90C7-EC3BDB7E9754}" presName="thinLine2b" presStyleLbl="callout" presStyleIdx="2" presStyleCnt="4"/>
      <dgm:spPr>
        <a:ln>
          <a:noFill/>
        </a:ln>
      </dgm:spPr>
    </dgm:pt>
    <dgm:pt modelId="{44F457FD-5A06-4D21-A44F-72B7CDEE607A}" type="pres">
      <dgm:prSet presAssocID="{B6769171-B80C-4F5B-90C7-EC3BDB7E9754}" presName="vertSpace2b" presStyleCnt="0"/>
      <dgm:spPr/>
    </dgm:pt>
    <dgm:pt modelId="{27ACEE2A-FEF4-404F-AB64-BBA8B44105A3}" type="pres">
      <dgm:prSet presAssocID="{2EB0FCD1-A97B-454C-A3B5-CC24E538FD7F}" presName="thickLine" presStyleLbl="alignNode1" presStyleIdx="3" presStyleCnt="4"/>
      <dgm:spPr/>
    </dgm:pt>
    <dgm:pt modelId="{D0FE4CC2-9F53-49FE-B3CF-66C4D8D2EB0E}" type="pres">
      <dgm:prSet presAssocID="{2EB0FCD1-A97B-454C-A3B5-CC24E538FD7F}" presName="horz1" presStyleCnt="0"/>
      <dgm:spPr/>
    </dgm:pt>
    <dgm:pt modelId="{74391C42-C7D3-4D68-8573-85CF435773EE}" type="pres">
      <dgm:prSet presAssocID="{2EB0FCD1-A97B-454C-A3B5-CC24E538FD7F}" presName="tx1" presStyleLbl="revTx" presStyleIdx="6" presStyleCnt="8"/>
      <dgm:spPr/>
    </dgm:pt>
    <dgm:pt modelId="{A9505772-616C-4932-8F25-52B30FD291C5}" type="pres">
      <dgm:prSet presAssocID="{2EB0FCD1-A97B-454C-A3B5-CC24E538FD7F}" presName="vert1" presStyleCnt="0"/>
      <dgm:spPr/>
    </dgm:pt>
    <dgm:pt modelId="{1BC3518C-6ABB-4DA5-AB2A-A498096179D7}" type="pres">
      <dgm:prSet presAssocID="{01FCF63A-9A53-4641-925C-35AB10312164}" presName="vertSpace2a" presStyleCnt="0"/>
      <dgm:spPr/>
    </dgm:pt>
    <dgm:pt modelId="{B327246B-238F-4DC6-9B20-A719838831B8}" type="pres">
      <dgm:prSet presAssocID="{01FCF63A-9A53-4641-925C-35AB10312164}" presName="horz2" presStyleCnt="0"/>
      <dgm:spPr/>
    </dgm:pt>
    <dgm:pt modelId="{55F3241E-988A-40FF-ACFC-10D76AA339D6}" type="pres">
      <dgm:prSet presAssocID="{01FCF63A-9A53-4641-925C-35AB10312164}" presName="horzSpace2" presStyleCnt="0"/>
      <dgm:spPr/>
    </dgm:pt>
    <dgm:pt modelId="{2FEB345E-D9F3-4461-A6C6-B047D3390664}" type="pres">
      <dgm:prSet presAssocID="{01FCF63A-9A53-4641-925C-35AB10312164}" presName="tx2" presStyleLbl="revTx" presStyleIdx="7" presStyleCnt="8"/>
      <dgm:spPr/>
    </dgm:pt>
    <dgm:pt modelId="{C4F2F344-8F2E-4066-917B-1EB3BA067465}" type="pres">
      <dgm:prSet presAssocID="{01FCF63A-9A53-4641-925C-35AB10312164}" presName="vert2" presStyleCnt="0"/>
      <dgm:spPr/>
    </dgm:pt>
    <dgm:pt modelId="{E6365EE9-1704-48EE-8A92-5D8EA459D769}" type="pres">
      <dgm:prSet presAssocID="{01FCF63A-9A53-4641-925C-35AB10312164}" presName="thinLine2b" presStyleLbl="callout" presStyleIdx="3" presStyleCnt="4"/>
      <dgm:spPr>
        <a:ln>
          <a:noFill/>
        </a:ln>
      </dgm:spPr>
    </dgm:pt>
    <dgm:pt modelId="{475DBFE9-E379-4960-96ED-5454B878821F}" type="pres">
      <dgm:prSet presAssocID="{01FCF63A-9A53-4641-925C-35AB10312164}" presName="vertSpace2b" presStyleCnt="0"/>
      <dgm:spPr/>
    </dgm:pt>
  </dgm:ptLst>
  <dgm:cxnLst>
    <dgm:cxn modelId="{C06C5714-CDEC-422C-963C-DFE1248B1E0C}" type="presOf" srcId="{2EB0FCD1-A97B-454C-A3B5-CC24E538FD7F}" destId="{74391C42-C7D3-4D68-8573-85CF435773EE}" srcOrd="0" destOrd="0" presId="urn:microsoft.com/office/officeart/2008/layout/LinedList"/>
    <dgm:cxn modelId="{EB93DE1A-F1C2-46BB-91EC-F2BFD558BDCD}" srcId="{BB313E4A-8B87-4AAD-AEEE-9B1435558CB9}" destId="{D005F7E6-D3D7-4736-A565-5597C92EEA6E}" srcOrd="0" destOrd="0" parTransId="{5488EE6F-940A-406A-80A3-42C5A10B4269}" sibTransId="{52810DCF-3FEF-47BA-9560-DDA76F05622B}"/>
    <dgm:cxn modelId="{67CDFC22-3852-49AA-846F-62CFC47D4773}" srcId="{D005F7E6-D3D7-4736-A565-5597C92EEA6E}" destId="{527C33A0-D4CE-48C2-812A-2152C182D6D8}" srcOrd="0" destOrd="0" parTransId="{051EA6F1-57D0-42F2-BD63-8D741E1935F1}" sibTransId="{E3167961-4CF2-4300-9C4A-A70246E015B1}"/>
    <dgm:cxn modelId="{47311529-1A3F-42EB-AD7A-402FFFCF6AD5}" type="presOf" srcId="{01FCF63A-9A53-4641-925C-35AB10312164}" destId="{2FEB345E-D9F3-4461-A6C6-B047D3390664}" srcOrd="0" destOrd="0" presId="urn:microsoft.com/office/officeart/2008/layout/LinedList"/>
    <dgm:cxn modelId="{1BBF4133-48CE-4EF2-B1A9-2D15BDAD32DA}" srcId="{6F977B38-B94F-4762-9FA8-43006E979831}" destId="{19F861D7-06D0-4475-8396-2F5BA32F3667}" srcOrd="0" destOrd="0" parTransId="{688591F3-C9FA-4E02-ACDA-6F3849A6023D}" sibTransId="{E600A78F-D810-48FA-BA62-69BAA380AFC0}"/>
    <dgm:cxn modelId="{61DFE55D-38EF-4731-902C-3E6F606D8B40}" type="presOf" srcId="{6F977B38-B94F-4762-9FA8-43006E979831}" destId="{27AE1F8E-D743-4045-8E99-EDACF531D229}" srcOrd="0" destOrd="0" presId="urn:microsoft.com/office/officeart/2008/layout/LinedList"/>
    <dgm:cxn modelId="{A3E8F565-D509-4242-89E5-F545BD9B39AF}" srcId="{BB313E4A-8B87-4AAD-AEEE-9B1435558CB9}" destId="{D1DFD31E-EBD3-4332-8636-6D8373C48843}" srcOrd="2" destOrd="0" parTransId="{6DD3ACB7-7BFD-4F02-8143-F4245AB3D242}" sibTransId="{8A67AB22-1ED0-4C87-93DD-EC8BA8AC9DE1}"/>
    <dgm:cxn modelId="{0B2CF146-F6F1-4A46-B0F9-EFBDA54F8880}" srcId="{2EB0FCD1-A97B-454C-A3B5-CC24E538FD7F}" destId="{01FCF63A-9A53-4641-925C-35AB10312164}" srcOrd="0" destOrd="0" parTransId="{50233F51-F48D-4039-B4C4-FDE607161996}" sibTransId="{47AD5E5A-539A-4690-BE35-128ECD2C6096}"/>
    <dgm:cxn modelId="{AA8FBB77-5FA8-493F-94A2-8786EB5B3083}" type="presOf" srcId="{BB313E4A-8B87-4AAD-AEEE-9B1435558CB9}" destId="{D342E22F-EB29-4FAD-9B28-4C34502171B9}" srcOrd="0" destOrd="0" presId="urn:microsoft.com/office/officeart/2008/layout/LinedList"/>
    <dgm:cxn modelId="{88FF1C7F-80D6-42CE-B602-E852DA6E791B}" type="presOf" srcId="{D005F7E6-D3D7-4736-A565-5597C92EEA6E}" destId="{794A25E5-C31E-4F51-977B-29908E4DED60}" srcOrd="0" destOrd="0" presId="urn:microsoft.com/office/officeart/2008/layout/LinedList"/>
    <dgm:cxn modelId="{D5D21386-72BD-4C27-BD5D-A96F8EDD0079}" type="presOf" srcId="{B6769171-B80C-4F5B-90C7-EC3BDB7E9754}" destId="{9A0947CA-0828-427D-806E-BCC9C040AB48}" srcOrd="0" destOrd="0" presId="urn:microsoft.com/office/officeart/2008/layout/LinedList"/>
    <dgm:cxn modelId="{FA89F48A-741D-43D6-AF9F-272E94B50C1D}" type="presOf" srcId="{19F861D7-06D0-4475-8396-2F5BA32F3667}" destId="{8F8B6AF1-ABF7-490E-91F4-D9BF1971E612}" srcOrd="0" destOrd="0" presId="urn:microsoft.com/office/officeart/2008/layout/LinedList"/>
    <dgm:cxn modelId="{14282BA9-66B7-4EF9-83BA-49E8D1383532}" srcId="{BB313E4A-8B87-4AAD-AEEE-9B1435558CB9}" destId="{2EB0FCD1-A97B-454C-A3B5-CC24E538FD7F}" srcOrd="3" destOrd="0" parTransId="{6756F059-AD87-4860-A8D7-76D0AD87A366}" sibTransId="{67CB2841-D2B7-47CA-AD93-4E66D2439A58}"/>
    <dgm:cxn modelId="{21A593B1-0C91-4039-82CE-6A28EA2C42D4}" type="presOf" srcId="{527C33A0-D4CE-48C2-812A-2152C182D6D8}" destId="{E375414F-0076-4C00-857D-10F60768B5A1}" srcOrd="0" destOrd="0" presId="urn:microsoft.com/office/officeart/2008/layout/LinedList"/>
    <dgm:cxn modelId="{F2E15CDB-CF08-4E99-9BB4-FE8B9862B0BE}" srcId="{BB313E4A-8B87-4AAD-AEEE-9B1435558CB9}" destId="{6F977B38-B94F-4762-9FA8-43006E979831}" srcOrd="1" destOrd="0" parTransId="{D645353D-A275-487B-92A0-06F88FEAB990}" sibTransId="{C116B6CE-0E45-468A-8FCD-98B3260F6E2B}"/>
    <dgm:cxn modelId="{DE2646DB-D133-4C29-A2FC-663797E2947F}" srcId="{D1DFD31E-EBD3-4332-8636-6D8373C48843}" destId="{B6769171-B80C-4F5B-90C7-EC3BDB7E9754}" srcOrd="0" destOrd="0" parTransId="{EBFED7B5-6EA8-4A9E-BFDD-4F059EEEF6B1}" sibTransId="{15DA4E02-04FA-4A21-9790-F88305AE1DDF}"/>
    <dgm:cxn modelId="{CF589EF9-D950-4C6E-88E8-E1C3FCBFC083}" type="presOf" srcId="{D1DFD31E-EBD3-4332-8636-6D8373C48843}" destId="{94243B8C-4525-4765-A713-E2F4D7D955D2}" srcOrd="0" destOrd="0" presId="urn:microsoft.com/office/officeart/2008/layout/LinedList"/>
    <dgm:cxn modelId="{74A84CA4-958F-4DE3-BBE1-527F547E86D9}" type="presParOf" srcId="{D342E22F-EB29-4FAD-9B28-4C34502171B9}" destId="{4E247E96-070B-4744-96B3-E1F97A845C9F}" srcOrd="0" destOrd="0" presId="urn:microsoft.com/office/officeart/2008/layout/LinedList"/>
    <dgm:cxn modelId="{0AE7CEA7-07D9-4238-86A0-740F040A4A31}" type="presParOf" srcId="{D342E22F-EB29-4FAD-9B28-4C34502171B9}" destId="{27343992-1E43-4DD5-A34F-B5C1356DFE59}" srcOrd="1" destOrd="0" presId="urn:microsoft.com/office/officeart/2008/layout/LinedList"/>
    <dgm:cxn modelId="{EC6210FC-B12A-4095-A206-A0B3CFA54A84}" type="presParOf" srcId="{27343992-1E43-4DD5-A34F-B5C1356DFE59}" destId="{794A25E5-C31E-4F51-977B-29908E4DED60}" srcOrd="0" destOrd="0" presId="urn:microsoft.com/office/officeart/2008/layout/LinedList"/>
    <dgm:cxn modelId="{D2067632-2A22-46EB-91F0-6D28AA53AE00}" type="presParOf" srcId="{27343992-1E43-4DD5-A34F-B5C1356DFE59}" destId="{D7852091-6875-4A46-BEE1-63E8C2BCD888}" srcOrd="1" destOrd="0" presId="urn:microsoft.com/office/officeart/2008/layout/LinedList"/>
    <dgm:cxn modelId="{CDA776F5-D9D7-41D9-81FC-5CC63AF9203D}" type="presParOf" srcId="{D7852091-6875-4A46-BEE1-63E8C2BCD888}" destId="{CA417A59-A3FF-4C11-905B-2547DCEE95E1}" srcOrd="0" destOrd="0" presId="urn:microsoft.com/office/officeart/2008/layout/LinedList"/>
    <dgm:cxn modelId="{7910B4F4-F882-45D9-9788-12D7FD59A904}" type="presParOf" srcId="{D7852091-6875-4A46-BEE1-63E8C2BCD888}" destId="{A1C33D26-B435-488C-8EC8-B15795800AB8}" srcOrd="1" destOrd="0" presId="urn:microsoft.com/office/officeart/2008/layout/LinedList"/>
    <dgm:cxn modelId="{410BDD2C-0EE6-4A2D-82EF-D032360740E8}" type="presParOf" srcId="{A1C33D26-B435-488C-8EC8-B15795800AB8}" destId="{19CA6B4E-4FAF-4EBF-B6AC-6C65343D6240}" srcOrd="0" destOrd="0" presId="urn:microsoft.com/office/officeart/2008/layout/LinedList"/>
    <dgm:cxn modelId="{FD651275-D6ED-40AF-AFF4-36309396031D}" type="presParOf" srcId="{A1C33D26-B435-488C-8EC8-B15795800AB8}" destId="{E375414F-0076-4C00-857D-10F60768B5A1}" srcOrd="1" destOrd="0" presId="urn:microsoft.com/office/officeart/2008/layout/LinedList"/>
    <dgm:cxn modelId="{E5DFF5C6-7488-439F-BB39-4FF98C9C85E4}" type="presParOf" srcId="{A1C33D26-B435-488C-8EC8-B15795800AB8}" destId="{BC0F0F45-6B28-47F0-8900-09203954EE61}" srcOrd="2" destOrd="0" presId="urn:microsoft.com/office/officeart/2008/layout/LinedList"/>
    <dgm:cxn modelId="{B6997354-3A39-4598-8EC7-9C9BAE2F7FB8}" type="presParOf" srcId="{D7852091-6875-4A46-BEE1-63E8C2BCD888}" destId="{A71BDFB5-6117-4C8B-8D80-B6049D42BB45}" srcOrd="2" destOrd="0" presId="urn:microsoft.com/office/officeart/2008/layout/LinedList"/>
    <dgm:cxn modelId="{D80C7FB6-1B1E-4243-8458-72DC3CA7309D}" type="presParOf" srcId="{D7852091-6875-4A46-BEE1-63E8C2BCD888}" destId="{36DFEE74-46AE-42CD-985F-3A8B5BF4A7E1}" srcOrd="3" destOrd="0" presId="urn:microsoft.com/office/officeart/2008/layout/LinedList"/>
    <dgm:cxn modelId="{D2E634E4-408D-4601-880B-2E78845F9E07}" type="presParOf" srcId="{D342E22F-EB29-4FAD-9B28-4C34502171B9}" destId="{0466FBD4-672A-478D-B685-49046823EBFF}" srcOrd="2" destOrd="0" presId="urn:microsoft.com/office/officeart/2008/layout/LinedList"/>
    <dgm:cxn modelId="{C1451749-48A5-4165-838A-A700F439413C}" type="presParOf" srcId="{D342E22F-EB29-4FAD-9B28-4C34502171B9}" destId="{CD94F179-39E0-448F-85E4-129118A1510A}" srcOrd="3" destOrd="0" presId="urn:microsoft.com/office/officeart/2008/layout/LinedList"/>
    <dgm:cxn modelId="{168FABD3-7C0B-4122-B47E-6CCA459836E1}" type="presParOf" srcId="{CD94F179-39E0-448F-85E4-129118A1510A}" destId="{27AE1F8E-D743-4045-8E99-EDACF531D229}" srcOrd="0" destOrd="0" presId="urn:microsoft.com/office/officeart/2008/layout/LinedList"/>
    <dgm:cxn modelId="{BEF7CCA0-9236-4168-9DF5-614B58AE61F3}" type="presParOf" srcId="{CD94F179-39E0-448F-85E4-129118A1510A}" destId="{C56D60A2-1EF5-4EE8-B59E-9BC24794D33B}" srcOrd="1" destOrd="0" presId="urn:microsoft.com/office/officeart/2008/layout/LinedList"/>
    <dgm:cxn modelId="{FE37D9A8-3030-4B0E-AB6A-6F69650FCE4C}" type="presParOf" srcId="{C56D60A2-1EF5-4EE8-B59E-9BC24794D33B}" destId="{15EE5929-195E-4B10-8CF0-5DC291C7CAFB}" srcOrd="0" destOrd="0" presId="urn:microsoft.com/office/officeart/2008/layout/LinedList"/>
    <dgm:cxn modelId="{AAD37329-1F77-455A-8556-88D3116DFBC3}" type="presParOf" srcId="{C56D60A2-1EF5-4EE8-B59E-9BC24794D33B}" destId="{A5FA039E-B5A1-41D2-8633-32CBFE09F2B5}" srcOrd="1" destOrd="0" presId="urn:microsoft.com/office/officeart/2008/layout/LinedList"/>
    <dgm:cxn modelId="{335276F0-D830-48C5-9B4B-B1031C1425EE}" type="presParOf" srcId="{A5FA039E-B5A1-41D2-8633-32CBFE09F2B5}" destId="{8C5F1764-6F85-4D78-A3C4-66EE7325AC88}" srcOrd="0" destOrd="0" presId="urn:microsoft.com/office/officeart/2008/layout/LinedList"/>
    <dgm:cxn modelId="{6F4ED73E-7943-487C-A1C3-316B6608383E}" type="presParOf" srcId="{A5FA039E-B5A1-41D2-8633-32CBFE09F2B5}" destId="{8F8B6AF1-ABF7-490E-91F4-D9BF1971E612}" srcOrd="1" destOrd="0" presId="urn:microsoft.com/office/officeart/2008/layout/LinedList"/>
    <dgm:cxn modelId="{E931BE4E-A861-42C7-8529-9A31B34DAEF5}" type="presParOf" srcId="{A5FA039E-B5A1-41D2-8633-32CBFE09F2B5}" destId="{58C08AD8-0A53-4FA4-A089-A58442D0DF2C}" srcOrd="2" destOrd="0" presId="urn:microsoft.com/office/officeart/2008/layout/LinedList"/>
    <dgm:cxn modelId="{E0D90694-6586-4109-84EF-BD3B88FBDBD6}" type="presParOf" srcId="{C56D60A2-1EF5-4EE8-B59E-9BC24794D33B}" destId="{ED686FDA-E1A9-411A-922C-3304600C1C77}" srcOrd="2" destOrd="0" presId="urn:microsoft.com/office/officeart/2008/layout/LinedList"/>
    <dgm:cxn modelId="{F7D13C2D-7708-4D00-A0A1-94876294F074}" type="presParOf" srcId="{C56D60A2-1EF5-4EE8-B59E-9BC24794D33B}" destId="{1AF213DD-22E5-427E-A57B-51F9FCFF35FC}" srcOrd="3" destOrd="0" presId="urn:microsoft.com/office/officeart/2008/layout/LinedList"/>
    <dgm:cxn modelId="{0E95FE36-CBB5-4059-8398-BA999D61F84D}" type="presParOf" srcId="{D342E22F-EB29-4FAD-9B28-4C34502171B9}" destId="{B28246E4-7BC5-45AF-BA42-DDBC1C2C2E2A}" srcOrd="4" destOrd="0" presId="urn:microsoft.com/office/officeart/2008/layout/LinedList"/>
    <dgm:cxn modelId="{A454C2EB-C133-48F5-A844-8274A837113A}" type="presParOf" srcId="{D342E22F-EB29-4FAD-9B28-4C34502171B9}" destId="{238C59FC-EE92-495D-8535-280132FE3CC8}" srcOrd="5" destOrd="0" presId="urn:microsoft.com/office/officeart/2008/layout/LinedList"/>
    <dgm:cxn modelId="{07DCA3D0-BDAB-4C37-9988-5E50EEC8AC28}" type="presParOf" srcId="{238C59FC-EE92-495D-8535-280132FE3CC8}" destId="{94243B8C-4525-4765-A713-E2F4D7D955D2}" srcOrd="0" destOrd="0" presId="urn:microsoft.com/office/officeart/2008/layout/LinedList"/>
    <dgm:cxn modelId="{2CD295E3-7BE0-4A0D-B0D0-9942E82D019F}" type="presParOf" srcId="{238C59FC-EE92-495D-8535-280132FE3CC8}" destId="{C5CBCA6D-774E-4CF6-843F-95660CCF6404}" srcOrd="1" destOrd="0" presId="urn:microsoft.com/office/officeart/2008/layout/LinedList"/>
    <dgm:cxn modelId="{10815701-B628-4182-960B-BAE79527C8FC}" type="presParOf" srcId="{C5CBCA6D-774E-4CF6-843F-95660CCF6404}" destId="{1C7384DC-2BAD-45CD-A31F-9A38EC5B601E}" srcOrd="0" destOrd="0" presId="urn:microsoft.com/office/officeart/2008/layout/LinedList"/>
    <dgm:cxn modelId="{63DD5706-C05B-4218-89B5-AB5F914702DC}" type="presParOf" srcId="{C5CBCA6D-774E-4CF6-843F-95660CCF6404}" destId="{E3873E4A-935D-4571-90E1-50623F2F0CED}" srcOrd="1" destOrd="0" presId="urn:microsoft.com/office/officeart/2008/layout/LinedList"/>
    <dgm:cxn modelId="{E6AB1689-9CDE-4DAD-B1F1-595040E1739C}" type="presParOf" srcId="{E3873E4A-935D-4571-90E1-50623F2F0CED}" destId="{950C5154-3C5B-4CB7-838A-18C7E9FD5E76}" srcOrd="0" destOrd="0" presId="urn:microsoft.com/office/officeart/2008/layout/LinedList"/>
    <dgm:cxn modelId="{B8E04278-8C5B-4426-A360-5345DDE2320D}" type="presParOf" srcId="{E3873E4A-935D-4571-90E1-50623F2F0CED}" destId="{9A0947CA-0828-427D-806E-BCC9C040AB48}" srcOrd="1" destOrd="0" presId="urn:microsoft.com/office/officeart/2008/layout/LinedList"/>
    <dgm:cxn modelId="{4C21A011-0D73-4F9C-8C5B-A1E1D280952A}" type="presParOf" srcId="{E3873E4A-935D-4571-90E1-50623F2F0CED}" destId="{6A24333E-5826-47ED-8DEB-F4CB79DB5CF5}" srcOrd="2" destOrd="0" presId="urn:microsoft.com/office/officeart/2008/layout/LinedList"/>
    <dgm:cxn modelId="{BDA38931-F4C6-40CC-98C4-964F50A66E19}" type="presParOf" srcId="{C5CBCA6D-774E-4CF6-843F-95660CCF6404}" destId="{58AEF715-538E-4FCF-B500-3EDFACBD68A6}" srcOrd="2" destOrd="0" presId="urn:microsoft.com/office/officeart/2008/layout/LinedList"/>
    <dgm:cxn modelId="{18271D40-3AEE-446C-8CCE-37535173FB28}" type="presParOf" srcId="{C5CBCA6D-774E-4CF6-843F-95660CCF6404}" destId="{44F457FD-5A06-4D21-A44F-72B7CDEE607A}" srcOrd="3" destOrd="0" presId="urn:microsoft.com/office/officeart/2008/layout/LinedList"/>
    <dgm:cxn modelId="{A6E0064E-B7BB-4795-BEE0-4CF371A6E600}" type="presParOf" srcId="{D342E22F-EB29-4FAD-9B28-4C34502171B9}" destId="{27ACEE2A-FEF4-404F-AB64-BBA8B44105A3}" srcOrd="6" destOrd="0" presId="urn:microsoft.com/office/officeart/2008/layout/LinedList"/>
    <dgm:cxn modelId="{758133C0-8E43-4D3F-A1B5-1E8B06FB17E8}" type="presParOf" srcId="{D342E22F-EB29-4FAD-9B28-4C34502171B9}" destId="{D0FE4CC2-9F53-49FE-B3CF-66C4D8D2EB0E}" srcOrd="7" destOrd="0" presId="urn:microsoft.com/office/officeart/2008/layout/LinedList"/>
    <dgm:cxn modelId="{9640FF45-CBCF-421B-87FB-6FF156B1F578}" type="presParOf" srcId="{D0FE4CC2-9F53-49FE-B3CF-66C4D8D2EB0E}" destId="{74391C42-C7D3-4D68-8573-85CF435773EE}" srcOrd="0" destOrd="0" presId="urn:microsoft.com/office/officeart/2008/layout/LinedList"/>
    <dgm:cxn modelId="{B4FBFA51-0322-466B-85DF-EA6593B0D4D9}" type="presParOf" srcId="{D0FE4CC2-9F53-49FE-B3CF-66C4D8D2EB0E}" destId="{A9505772-616C-4932-8F25-52B30FD291C5}" srcOrd="1" destOrd="0" presId="urn:microsoft.com/office/officeart/2008/layout/LinedList"/>
    <dgm:cxn modelId="{6ADA837C-B861-4B1D-84C2-2BB2A92C22C9}" type="presParOf" srcId="{A9505772-616C-4932-8F25-52B30FD291C5}" destId="{1BC3518C-6ABB-4DA5-AB2A-A498096179D7}" srcOrd="0" destOrd="0" presId="urn:microsoft.com/office/officeart/2008/layout/LinedList"/>
    <dgm:cxn modelId="{FF7906A4-E1E6-45FB-B233-0D757F6D18A5}" type="presParOf" srcId="{A9505772-616C-4932-8F25-52B30FD291C5}" destId="{B327246B-238F-4DC6-9B20-A719838831B8}" srcOrd="1" destOrd="0" presId="urn:microsoft.com/office/officeart/2008/layout/LinedList"/>
    <dgm:cxn modelId="{3F9A7A03-629E-4B01-98D6-E24985B259F5}" type="presParOf" srcId="{B327246B-238F-4DC6-9B20-A719838831B8}" destId="{55F3241E-988A-40FF-ACFC-10D76AA339D6}" srcOrd="0" destOrd="0" presId="urn:microsoft.com/office/officeart/2008/layout/LinedList"/>
    <dgm:cxn modelId="{5D9793A9-9095-4B78-AD5D-83E5C98D3855}" type="presParOf" srcId="{B327246B-238F-4DC6-9B20-A719838831B8}" destId="{2FEB345E-D9F3-4461-A6C6-B047D3390664}" srcOrd="1" destOrd="0" presId="urn:microsoft.com/office/officeart/2008/layout/LinedList"/>
    <dgm:cxn modelId="{41013D6E-A5DB-4966-BB8A-B4AB345F585B}" type="presParOf" srcId="{B327246B-238F-4DC6-9B20-A719838831B8}" destId="{C4F2F344-8F2E-4066-917B-1EB3BA067465}" srcOrd="2" destOrd="0" presId="urn:microsoft.com/office/officeart/2008/layout/LinedList"/>
    <dgm:cxn modelId="{E3BC8C30-51F6-4AAA-BDA7-B9A152519346}" type="presParOf" srcId="{A9505772-616C-4932-8F25-52B30FD291C5}" destId="{E6365EE9-1704-48EE-8A92-5D8EA459D769}" srcOrd="2" destOrd="0" presId="urn:microsoft.com/office/officeart/2008/layout/LinedList"/>
    <dgm:cxn modelId="{5864D3F0-70C1-474B-B190-BCB9A45F53DC}" type="presParOf" srcId="{A9505772-616C-4932-8F25-52B30FD291C5}" destId="{475DBFE9-E379-4960-96ED-5454B878821F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247E96-070B-4744-96B3-E1F97A845C9F}">
      <dsp:nvSpPr>
        <dsp:cNvPr id="0" name=""/>
        <dsp:cNvSpPr/>
      </dsp:nvSpPr>
      <dsp:spPr>
        <a:xfrm>
          <a:off x="0" y="0"/>
          <a:ext cx="48434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A25E5-C31E-4F51-977B-29908E4DED60}">
      <dsp:nvSpPr>
        <dsp:cNvPr id="0" name=""/>
        <dsp:cNvSpPr/>
      </dsp:nvSpPr>
      <dsp:spPr>
        <a:xfrm>
          <a:off x="0" y="0"/>
          <a:ext cx="968692" cy="135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accent3"/>
              </a:solidFill>
              <a:latin typeface="+mj-lt"/>
            </a:rPr>
            <a:t>Q1</a:t>
          </a:r>
        </a:p>
      </dsp:txBody>
      <dsp:txXfrm>
        <a:off x="0" y="0"/>
        <a:ext cx="968692" cy="1350962"/>
      </dsp:txXfrm>
    </dsp:sp>
    <dsp:sp modelId="{E375414F-0076-4C00-857D-10F60768B5A1}">
      <dsp:nvSpPr>
        <dsp:cNvPr id="0" name=""/>
        <dsp:cNvSpPr/>
      </dsp:nvSpPr>
      <dsp:spPr>
        <a:xfrm>
          <a:off x="1041344" y="61347"/>
          <a:ext cx="3802117" cy="1226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cap="all" spc="300" baseline="0" dirty="0">
              <a:solidFill>
                <a:schemeClr val="tx1"/>
              </a:solidFill>
              <a:latin typeface="+mn-lt"/>
              <a:ea typeface="+mn-ea"/>
              <a:cs typeface="+mn-cs"/>
            </a:rPr>
            <a:t>Market Research</a:t>
          </a:r>
        </a:p>
      </dsp:txBody>
      <dsp:txXfrm>
        <a:off x="1041344" y="61347"/>
        <a:ext cx="3802117" cy="1226948"/>
      </dsp:txXfrm>
    </dsp:sp>
    <dsp:sp modelId="{A71BDFB5-6117-4C8B-8D80-B6049D42BB45}">
      <dsp:nvSpPr>
        <dsp:cNvPr id="0" name=""/>
        <dsp:cNvSpPr/>
      </dsp:nvSpPr>
      <dsp:spPr>
        <a:xfrm>
          <a:off x="968692" y="1288295"/>
          <a:ext cx="387476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66FBD4-672A-478D-B685-49046823EBFF}">
      <dsp:nvSpPr>
        <dsp:cNvPr id="0" name=""/>
        <dsp:cNvSpPr/>
      </dsp:nvSpPr>
      <dsp:spPr>
        <a:xfrm>
          <a:off x="0" y="1350962"/>
          <a:ext cx="48434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AE1F8E-D743-4045-8E99-EDACF531D229}">
      <dsp:nvSpPr>
        <dsp:cNvPr id="0" name=""/>
        <dsp:cNvSpPr/>
      </dsp:nvSpPr>
      <dsp:spPr>
        <a:xfrm>
          <a:off x="0" y="1350962"/>
          <a:ext cx="968692" cy="135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accent3"/>
              </a:solidFill>
              <a:latin typeface="+mj-lt"/>
            </a:rPr>
            <a:t>Q2</a:t>
          </a:r>
        </a:p>
      </dsp:txBody>
      <dsp:txXfrm>
        <a:off x="0" y="1350962"/>
        <a:ext cx="968692" cy="1350962"/>
      </dsp:txXfrm>
    </dsp:sp>
    <dsp:sp modelId="{8F8B6AF1-ABF7-490E-91F4-D9BF1971E612}">
      <dsp:nvSpPr>
        <dsp:cNvPr id="0" name=""/>
        <dsp:cNvSpPr/>
      </dsp:nvSpPr>
      <dsp:spPr>
        <a:xfrm>
          <a:off x="1041344" y="1412309"/>
          <a:ext cx="3802117" cy="1226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cap="all" spc="300" baseline="0" dirty="0">
              <a:solidFill>
                <a:prstClr val="black"/>
              </a:solidFill>
              <a:latin typeface="+mn-lt"/>
              <a:ea typeface="+mn-ea"/>
              <a:cs typeface="+mn-cs"/>
            </a:rPr>
            <a:t>Product Development</a:t>
          </a:r>
        </a:p>
      </dsp:txBody>
      <dsp:txXfrm>
        <a:off x="1041344" y="1412309"/>
        <a:ext cx="3802117" cy="1226948"/>
      </dsp:txXfrm>
    </dsp:sp>
    <dsp:sp modelId="{ED686FDA-E1A9-411A-922C-3304600C1C77}">
      <dsp:nvSpPr>
        <dsp:cNvPr id="0" name=""/>
        <dsp:cNvSpPr/>
      </dsp:nvSpPr>
      <dsp:spPr>
        <a:xfrm>
          <a:off x="968692" y="2639258"/>
          <a:ext cx="387476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8246E4-7BC5-45AF-BA42-DDBC1C2C2E2A}">
      <dsp:nvSpPr>
        <dsp:cNvPr id="0" name=""/>
        <dsp:cNvSpPr/>
      </dsp:nvSpPr>
      <dsp:spPr>
        <a:xfrm>
          <a:off x="0" y="2701925"/>
          <a:ext cx="48434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243B8C-4525-4765-A713-E2F4D7D955D2}">
      <dsp:nvSpPr>
        <dsp:cNvPr id="0" name=""/>
        <dsp:cNvSpPr/>
      </dsp:nvSpPr>
      <dsp:spPr>
        <a:xfrm>
          <a:off x="0" y="2701925"/>
          <a:ext cx="968692" cy="135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accent3"/>
              </a:solidFill>
              <a:latin typeface="+mj-lt"/>
            </a:rPr>
            <a:t>Q3</a:t>
          </a:r>
        </a:p>
      </dsp:txBody>
      <dsp:txXfrm>
        <a:off x="0" y="2701925"/>
        <a:ext cx="968692" cy="1350962"/>
      </dsp:txXfrm>
    </dsp:sp>
    <dsp:sp modelId="{9A0947CA-0828-427D-806E-BCC9C040AB48}">
      <dsp:nvSpPr>
        <dsp:cNvPr id="0" name=""/>
        <dsp:cNvSpPr/>
      </dsp:nvSpPr>
      <dsp:spPr>
        <a:xfrm>
          <a:off x="1041344" y="2763272"/>
          <a:ext cx="3802117" cy="1226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cap="all" spc="300" baseline="0" dirty="0">
              <a:solidFill>
                <a:prstClr val="black"/>
              </a:solidFill>
              <a:latin typeface="+mn-lt"/>
              <a:ea typeface="+mn-ea"/>
              <a:cs typeface="+mn-cs"/>
            </a:rPr>
            <a:t>User Testing</a:t>
          </a:r>
        </a:p>
      </dsp:txBody>
      <dsp:txXfrm>
        <a:off x="1041344" y="2763272"/>
        <a:ext cx="3802117" cy="1226948"/>
      </dsp:txXfrm>
    </dsp:sp>
    <dsp:sp modelId="{58AEF715-538E-4FCF-B500-3EDFACBD68A6}">
      <dsp:nvSpPr>
        <dsp:cNvPr id="0" name=""/>
        <dsp:cNvSpPr/>
      </dsp:nvSpPr>
      <dsp:spPr>
        <a:xfrm>
          <a:off x="968692" y="3990220"/>
          <a:ext cx="387476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ACEE2A-FEF4-404F-AB64-BBA8B44105A3}">
      <dsp:nvSpPr>
        <dsp:cNvPr id="0" name=""/>
        <dsp:cNvSpPr/>
      </dsp:nvSpPr>
      <dsp:spPr>
        <a:xfrm>
          <a:off x="0" y="4052887"/>
          <a:ext cx="48434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91C42-C7D3-4D68-8573-85CF435773EE}">
      <dsp:nvSpPr>
        <dsp:cNvPr id="0" name=""/>
        <dsp:cNvSpPr/>
      </dsp:nvSpPr>
      <dsp:spPr>
        <a:xfrm>
          <a:off x="0" y="4052887"/>
          <a:ext cx="968692" cy="135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accent3"/>
              </a:solidFill>
              <a:latin typeface="+mj-lt"/>
            </a:rPr>
            <a:t>Q4</a:t>
          </a:r>
        </a:p>
      </dsp:txBody>
      <dsp:txXfrm>
        <a:off x="0" y="4052887"/>
        <a:ext cx="968692" cy="1350962"/>
      </dsp:txXfrm>
    </dsp:sp>
    <dsp:sp modelId="{2FEB345E-D9F3-4461-A6C6-B047D3390664}">
      <dsp:nvSpPr>
        <dsp:cNvPr id="0" name=""/>
        <dsp:cNvSpPr/>
      </dsp:nvSpPr>
      <dsp:spPr>
        <a:xfrm>
          <a:off x="1041344" y="4114234"/>
          <a:ext cx="3802117" cy="1226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cap="all" spc="300" baseline="0" dirty="0">
              <a:solidFill>
                <a:prstClr val="black"/>
              </a:solidFill>
              <a:latin typeface="+mn-lt"/>
              <a:ea typeface="+mn-ea"/>
              <a:cs typeface="+mn-cs"/>
            </a:rPr>
            <a:t>Product Launch</a:t>
          </a:r>
        </a:p>
      </dsp:txBody>
      <dsp:txXfrm>
        <a:off x="1041344" y="4114234"/>
        <a:ext cx="3802117" cy="1226948"/>
      </dsp:txXfrm>
    </dsp:sp>
    <dsp:sp modelId="{E6365EE9-1704-48EE-8A92-5D8EA459D769}">
      <dsp:nvSpPr>
        <dsp:cNvPr id="0" name=""/>
        <dsp:cNvSpPr/>
      </dsp:nvSpPr>
      <dsp:spPr>
        <a:xfrm>
          <a:off x="968692" y="5341183"/>
          <a:ext cx="387476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7/15/2026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804672"/>
            <a:ext cx="10460736" cy="3255264"/>
          </a:xfrm>
        </p:spPr>
        <p:txBody>
          <a:bodyPr anchor="b">
            <a:noAutofit/>
          </a:bodyPr>
          <a:lstStyle>
            <a:lvl1pPr algn="ctr">
              <a:defRPr sz="72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3081573" y="4526280"/>
            <a:ext cx="6028854" cy="91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0" i="0" cap="all" spc="30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23959E-C8AF-2C32-A4AC-D79C711CACEF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991AA11-ABBF-BFA0-AACD-5E0262702116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CB6BE39-5971-4916-1DD7-91D7C3F312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CD84773-7D11-C9D4-A19C-4265A176EB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9" y="853333"/>
            <a:ext cx="4920342" cy="5151334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600" kern="1200" cap="all" spc="3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C2FAC39-06DA-FEF0-2302-B02B7C1CD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244C766-4DBD-CE50-9374-1427F1FAE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0B4AC9CD-0374-4BE7-8481-7982C4A3E9D1}" type="datetime1">
              <a:rPr lang="en-US" smtClean="0"/>
              <a:t>7/15/2026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82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5151334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02CFA45-BBBD-162A-70AD-0B37540578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2915-BBAC-A1F0-BC9D-D3EBE576B6CA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F310B-7369-4DED-0D01-CE0B2057D9A2}"/>
              </a:ext>
            </a:extLst>
          </p:cNvPr>
          <p:cNvCxnSpPr>
            <a:cxnSpLocks/>
          </p:cNvCxnSpPr>
          <p:nvPr/>
        </p:nvCxnSpPr>
        <p:spPr>
          <a:xfrm flipV="1">
            <a:off x="6096000" y="6281057"/>
            <a:ext cx="0" cy="249918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80554-A5C0-4DF5-30C7-E8509F4304C5}"/>
              </a:ext>
            </a:extLst>
          </p:cNvPr>
          <p:cNvCxnSpPr>
            <a:cxnSpLocks/>
          </p:cNvCxnSpPr>
          <p:nvPr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72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9154-5D3B-2CDD-4D46-FD8867EFC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8" y="853333"/>
            <a:ext cx="4997631" cy="515133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24DDF44-6A4A-DA03-A8BE-598DC99E8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7F1B34D-5253-5267-DEAA-572BCF19B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222400DF-651A-4479-9C74-9CDA47151016}" type="datetime1">
              <a:rPr lang="en-US" smtClean="0"/>
              <a:t>7/15/2026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3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393964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4F555129-A180-DABF-24A6-1FBDA958D7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5029200"/>
            <a:ext cx="4844143" cy="1169761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0" i="0" cap="all" spc="30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E309519-3E22-556C-E01C-12137A86C9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2915-BBAC-A1F0-BC9D-D3EBE576B6CA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F310B-7369-4DED-0D01-CE0B2057D9A2}"/>
              </a:ext>
            </a:extLst>
          </p:cNvPr>
          <p:cNvCxnSpPr>
            <a:cxnSpLocks/>
          </p:cNvCxnSpPr>
          <p:nvPr/>
        </p:nvCxnSpPr>
        <p:spPr>
          <a:xfrm flipV="1">
            <a:off x="6096000" y="6281057"/>
            <a:ext cx="0" cy="249918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80554-A5C0-4DF5-30C7-E8509F4304C5}"/>
              </a:ext>
            </a:extLst>
          </p:cNvPr>
          <p:cNvCxnSpPr>
            <a:cxnSpLocks/>
          </p:cNvCxnSpPr>
          <p:nvPr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93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567DDB1-50BA-053F-5044-13CD972E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0F5E438-B3C9-C45F-E900-E6E1E3E8DB1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3813681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9656" y="850392"/>
            <a:ext cx="4844144" cy="54041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79B0408-F353-B756-0CA4-644E881D1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520D91-492B-A641-A848-BEB3248265F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1201FEBF-D140-4633-9B70-3A503CA61AD4}" type="datetime1">
              <a:rPr lang="en-US" smtClean="0"/>
              <a:t>7/15/2026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0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D9AFCA-1D1A-D583-A3C7-F086816A23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4606A35E-DBB6-E5DF-F837-92E894DDB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899541C-E35F-E909-EAA3-7931F9A15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DB7DBB6-A2E9-1B6C-7928-330959C462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D560E12-0714-B7BE-9ED4-842720026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84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8BA9668-A78D-632D-FE8F-C62FE04F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7C70689-88FA-027C-9354-13057024FA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568B-88EF-9F5A-D39D-8C9C4C573B4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A0033C0F-A5E1-BC81-421E-44E417A29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EBBC30C-0776-B059-2CBB-EE2982ECB7D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B63BE472-3891-4216-B770-F52E53667131}" type="datetime1">
              <a:rPr lang="en-US" smtClean="0"/>
              <a:t>7/15/2026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87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E7B972-F1A2-D06A-182F-39D29608A6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7521" y="3880757"/>
            <a:ext cx="4844142" cy="21231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6484A33-80F1-829D-3F76-3176D5B8D51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9658" y="850392"/>
            <a:ext cx="4844142" cy="515353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3E568F1-97D8-9686-E47A-F520BE6B1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74116E6-D006-0D1F-861D-2B50A4E1D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92C9618A-2189-4802-BD34-F288EF802528}" type="datetime1">
              <a:rPr lang="en-US" smtClean="0"/>
              <a:t>7/15/2026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38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0AFDFBEE-19C9-1F3E-D9C5-CE7C9A3CDE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520" y="2651758"/>
            <a:ext cx="10515601" cy="34667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94F3BC-3534-81A8-CF89-6C667BDFE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AD02BD2-09CD-274D-9F5F-AD0DCD9B1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F9880A97-BB72-4C49-B020-C005FF9D43B4}" type="datetime1">
              <a:rPr lang="en-US" smtClean="0"/>
              <a:t>7/15/2026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0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2167821"/>
            <a:ext cx="8783638" cy="25223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DACFE4-8E78-B00D-57EB-B4DF9B274276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F81E591-3873-6FE4-95EB-DA604EDF9EBC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A7C9956-6C25-EB39-6997-F949957C6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8B0979-92D8-B3DF-EEC8-6ACC5604F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261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8BA9668-A78D-632D-FE8F-C62FE04F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0DA40DDB-ECC4-BF05-805D-56550EB8CB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7521" y="3813681"/>
            <a:ext cx="4844142" cy="218831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7C70689-88FA-027C-9354-13057024FA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7472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73152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73152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09728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568B-88EF-9F5A-D39D-8C9C4C573B4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4585FEF-898A-BE20-0E49-7060E3A08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CAC8CAA-7BE1-C6AD-8CAA-7EF23C3F385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8B1E16E5-E5E5-4583-9AF7-83D9607A8145}" type="datetime1">
              <a:rPr lang="en-US" smtClean="0"/>
              <a:t>7/15/2026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972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505" y="1013460"/>
            <a:ext cx="8682990" cy="2230802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505" y="3429000"/>
            <a:ext cx="8682989" cy="2230802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600" kern="1200" cap="all" spc="3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075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3CA3B387-33D3-4D27-BE27-9B85ACC6AC8A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08E0E-05B9-F221-80C3-04CA4E4ABA35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D2231DE-625E-E718-1111-43464C19E14D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C307328-46EA-E83E-5BCB-1C57369D3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603F6C5-78F9-FA16-B62C-389A70997B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6" r:id="rId2"/>
    <p:sldLayoutId id="2147483718" r:id="rId3"/>
    <p:sldLayoutId id="2147483712" r:id="rId4"/>
    <p:sldLayoutId id="2147483719" r:id="rId5"/>
    <p:sldLayoutId id="2147483705" r:id="rId6"/>
    <p:sldLayoutId id="2147483713" r:id="rId7"/>
    <p:sldLayoutId id="2147483699" r:id="rId8"/>
    <p:sldLayoutId id="2147483716" r:id="rId9"/>
    <p:sldLayoutId id="2147483702" r:id="rId10"/>
    <p:sldLayoutId id="2147483714" r:id="rId11"/>
    <p:sldLayoutId id="2147483720" r:id="rId12"/>
    <p:sldLayoutId id="214748370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857963-8D3D-4F24-B535-54652EE0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804672"/>
            <a:ext cx="10460736" cy="3255264"/>
          </a:xfrm>
        </p:spPr>
        <p:txBody>
          <a:bodyPr anchor="b"/>
          <a:lstStyle/>
          <a:p>
            <a:r>
              <a:rPr lang="en-US" dirty="0"/>
              <a:t>Innovative </a:t>
            </a:r>
            <a:br>
              <a:rPr lang="en-US" dirty="0"/>
            </a:br>
            <a:r>
              <a:rPr lang="en-US" dirty="0"/>
              <a:t>marketing solutions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3514F-9C9F-4868-A7D9-66CAA07E6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81573" y="4526280"/>
            <a:ext cx="6028854" cy="9144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Presented by Peyton Davis</a:t>
            </a:r>
          </a:p>
        </p:txBody>
      </p:sp>
    </p:spTree>
    <p:extLst>
      <p:ext uri="{BB962C8B-B14F-4D97-AF65-F5344CB8AC3E}">
        <p14:creationId xmlns:p14="http://schemas.microsoft.com/office/powerpoint/2010/main" val="214231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9" y="853333"/>
            <a:ext cx="4920342" cy="5151334"/>
          </a:xfrm>
          <a:noFill/>
        </p:spPr>
        <p:txBody>
          <a:bodyPr>
            <a:normAutofit/>
          </a:bodyPr>
          <a:lstStyle/>
          <a:p>
            <a:r>
              <a:rPr lang="en-US" dirty="0"/>
              <a:t>Growth strategy</a:t>
            </a:r>
          </a:p>
          <a:p>
            <a:r>
              <a:rPr lang="en-US" dirty="0"/>
              <a:t>Market analysis</a:t>
            </a:r>
          </a:p>
          <a:p>
            <a:r>
              <a:rPr lang="en-US" dirty="0"/>
              <a:t>Financial overview</a:t>
            </a:r>
          </a:p>
          <a:p>
            <a:r>
              <a:rPr lang="en-US" dirty="0"/>
              <a:t>Innovative solutions</a:t>
            </a:r>
          </a:p>
          <a:p>
            <a:r>
              <a:rPr lang="en-US" dirty="0"/>
              <a:t>Future initiatives</a:t>
            </a:r>
          </a:p>
        </p:txBody>
      </p:sp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5151334"/>
          </a:xfrm>
          <a:noFill/>
        </p:spPr>
        <p:txBody>
          <a:bodyPr>
            <a:noAutofit/>
          </a:bodyPr>
          <a:lstStyle/>
          <a:p>
            <a:r>
              <a:rPr lang="en-US"/>
              <a:t>Strategies </a:t>
            </a:r>
            <a:br>
              <a:rPr lang="en-US"/>
            </a:br>
            <a:r>
              <a:rPr lang="en-US"/>
              <a:t>for growth</a:t>
            </a:r>
            <a:endParaRPr lang="en-US" dirty="0"/>
          </a:p>
        </p:txBody>
      </p:sp>
      <p:pic>
        <p:nvPicPr>
          <p:cNvPr id="9" name="Online Image Placeholder 12" descr="A person wearing a suit sitting on a bed drinking from a cup, with a suitcase nearby">
            <a:extLst>
              <a:ext uri="{FF2B5EF4-FFF2-40B4-BE49-F238E27FC236}">
                <a16:creationId xmlns:a16="http://schemas.microsoft.com/office/drawing/2014/main" id="{F03AA6D8-831B-8498-BA31-38792288C6A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28012" y="685800"/>
            <a:ext cx="5070020" cy="5486400"/>
          </a:xfr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  <a:noFill/>
        </p:spPr>
        <p:txBody>
          <a:bodyPr>
            <a:noAutofit/>
          </a:bodyPr>
          <a:lstStyle/>
          <a:p>
            <a:r>
              <a:rPr lang="en-US" dirty="0"/>
              <a:t>Current market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8" y="853333"/>
            <a:ext cx="4997631" cy="5151334"/>
          </a:xfrm>
          <a:noFill/>
        </p:spPr>
        <p:txBody>
          <a:bodyPr>
            <a:normAutofit/>
          </a:bodyPr>
          <a:lstStyle/>
          <a:p>
            <a:r>
              <a:rPr lang="en-US" dirty="0"/>
              <a:t>Data reveals a steady increase in consumer demand for sustainable products, presenting an opportunity for our eco-friendly offerings.</a:t>
            </a:r>
          </a:p>
          <a:p>
            <a:r>
              <a:rPr lang="en-US" dirty="0"/>
              <a:t>Our competitors are now focusing on digital marketing strategies, suggesting a shift in consumer behavior.</a:t>
            </a:r>
          </a:p>
          <a:p>
            <a:r>
              <a:rPr lang="en-US" dirty="0"/>
              <a:t>Understanding these nuanced dynamics positions us to adapt and capitalize on emerging market preferences.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3939646"/>
          </a:xfrm>
          <a:noFill/>
        </p:spPr>
        <p:txBody>
          <a:bodyPr>
            <a:noAutofit/>
          </a:bodyPr>
          <a:lstStyle/>
          <a:p>
            <a:r>
              <a:rPr lang="en-US" dirty="0"/>
              <a:t>Market expansion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5029200"/>
            <a:ext cx="4844143" cy="1169761"/>
          </a:xfrm>
          <a:noFill/>
        </p:spPr>
        <p:txBody>
          <a:bodyPr>
            <a:noAutofit/>
          </a:bodyPr>
          <a:lstStyle/>
          <a:p>
            <a:r>
              <a:rPr lang="en-US" dirty="0"/>
              <a:t>Unlocking new horizons</a:t>
            </a:r>
          </a:p>
        </p:txBody>
      </p:sp>
      <p:pic>
        <p:nvPicPr>
          <p:cNvPr id="10" name="Online Image Placeholder 7" descr="Rows of seated people in business attire, listening to work event">
            <a:extLst>
              <a:ext uri="{FF2B5EF4-FFF2-40B4-BE49-F238E27FC236}">
                <a16:creationId xmlns:a16="http://schemas.microsoft.com/office/drawing/2014/main" id="{A615D31F-0489-0629-D024-042CFF56905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28012" y="685800"/>
            <a:ext cx="5070020" cy="5486400"/>
          </a:xfr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  <a:noFill/>
        </p:spPr>
        <p:txBody>
          <a:bodyPr>
            <a:noAutofit/>
          </a:bodyPr>
          <a:lstStyle/>
          <a:p>
            <a:r>
              <a:rPr lang="en-US"/>
              <a:t>Product launch </a:t>
            </a:r>
            <a:br>
              <a:rPr lang="en-US"/>
            </a:br>
            <a:r>
              <a:rPr lang="en-US"/>
              <a:t>timeline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3813681"/>
            <a:ext cx="4898571" cy="2188317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Currently gearing up for a </a:t>
            </a:r>
            <a:br>
              <a:rPr lang="en-US"/>
            </a:br>
            <a:r>
              <a:rPr lang="en-US"/>
              <a:t>ground-breaking launch </a:t>
            </a:r>
          </a:p>
          <a:p>
            <a:r>
              <a:rPr lang="en-US"/>
              <a:t>Our new offerings will captivate </a:t>
            </a:r>
            <a:br>
              <a:rPr lang="en-US"/>
            </a:br>
            <a:r>
              <a:rPr lang="en-US"/>
              <a:t>the market</a:t>
            </a:r>
          </a:p>
          <a:p>
            <a:r>
              <a:rPr lang="en-US"/>
              <a:t>Our marketing campaign will </a:t>
            </a:r>
            <a:br>
              <a:rPr lang="en-US"/>
            </a:br>
            <a:r>
              <a:rPr lang="en-US"/>
              <a:t>generate anticipation</a:t>
            </a:r>
            <a:endParaRPr lang="en-US" dirty="0"/>
          </a:p>
        </p:txBody>
      </p:sp>
      <p:graphicFrame>
        <p:nvGraphicFramePr>
          <p:cNvPr id="11" name="Content Placeholder 10" descr="Lined list SmartArt graphic">
            <a:extLst>
              <a:ext uri="{FF2B5EF4-FFF2-40B4-BE49-F238E27FC236}">
                <a16:creationId xmlns:a16="http://schemas.microsoft.com/office/drawing/2014/main" id="{C619B1BA-71C2-42B2-CE82-5EBA957CEB3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51956016"/>
              </p:ext>
            </p:extLst>
          </p:nvPr>
        </p:nvGraphicFramePr>
        <p:xfrm>
          <a:off x="6510338" y="850900"/>
          <a:ext cx="4843462" cy="5403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  <a:noFill/>
        </p:spPr>
        <p:txBody>
          <a:bodyPr anchor="t">
            <a:noAutofit/>
          </a:bodyPr>
          <a:lstStyle/>
          <a:p>
            <a:r>
              <a:rPr lang="en-US" dirty="0"/>
              <a:t>Marketing </a:t>
            </a:r>
            <a:br>
              <a:rPr lang="en-US" dirty="0"/>
            </a:br>
            <a:r>
              <a:rPr lang="en-US" dirty="0"/>
              <a:t>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Implement personalized engagement strategies. Tailor campaigns to resonate with specific demographics, fostering a sense of relevance and connection. Collaborate with influencers and thought leaders to amplify our brand message.</a:t>
            </a:r>
            <a:endParaRPr lang="en-US" dirty="0"/>
          </a:p>
        </p:txBody>
      </p:sp>
      <p:pic>
        <p:nvPicPr>
          <p:cNvPr id="13" name="Online Image Placeholder 9" descr="Women in business meeting">
            <a:extLst>
              <a:ext uri="{FF2B5EF4-FFF2-40B4-BE49-F238E27FC236}">
                <a16:creationId xmlns:a16="http://schemas.microsoft.com/office/drawing/2014/main" id="{ECD12A93-CCA8-9CCE-6BD6-89C28F0822D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28012" y="685800"/>
            <a:ext cx="5070020" cy="5486400"/>
          </a:xfr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  <a:noFill/>
        </p:spPr>
        <p:txBody>
          <a:bodyPr anchor="t">
            <a:noAutofit/>
          </a:bodyPr>
          <a:lstStyle/>
          <a:p>
            <a:r>
              <a:rPr lang="en-US" dirty="0"/>
              <a:t>Financial </a:t>
            </a:r>
            <a:br>
              <a:rPr lang="en-US" dirty="0"/>
            </a:br>
            <a:r>
              <a:rPr lang="en-US" dirty="0"/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126AE-AE4A-97A5-21F5-E5ACF7E06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This underscores our commitment to financial stability, positioning us for sustained growth. </a:t>
            </a:r>
          </a:p>
          <a:p>
            <a:r>
              <a:rPr lang="en-US" dirty="0"/>
              <a:t>Key indicators show consistent revenue growth over the past quarter, attributed to strategic cost management and successful marketing.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Operating margins have improved, signaling operational efficiency, while strengthening our reserves.</a:t>
            </a:r>
          </a:p>
          <a:p>
            <a:r>
              <a:rPr lang="en-US" dirty="0"/>
              <a:t>This underscores our commitment to financial stability, positioning us for sustained growth. 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  <a:noFill/>
        </p:spPr>
        <p:txBody>
          <a:bodyPr anchor="t">
            <a:noAutofit/>
          </a:bodyPr>
          <a:lstStyle/>
          <a:p>
            <a:r>
              <a:rPr lang="en-US" dirty="0"/>
              <a:t>Quarterly </a:t>
            </a:r>
            <a:br>
              <a:rPr lang="en-US" dirty="0"/>
            </a:br>
            <a:r>
              <a:rPr lang="en-US" dirty="0"/>
              <a:t>targets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7521" y="3880757"/>
            <a:ext cx="4844142" cy="212316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Market expansion</a:t>
            </a:r>
          </a:p>
          <a:p>
            <a:r>
              <a:rPr lang="en-US" dirty="0"/>
              <a:t>Product innovation</a:t>
            </a:r>
          </a:p>
          <a:p>
            <a:r>
              <a:rPr lang="en-US" dirty="0"/>
              <a:t>Customer retention</a:t>
            </a:r>
          </a:p>
          <a:p>
            <a:r>
              <a:rPr lang="en-US" dirty="0"/>
              <a:t>Operational efficiency</a:t>
            </a:r>
          </a:p>
        </p:txBody>
      </p:sp>
      <p:graphicFrame>
        <p:nvGraphicFramePr>
          <p:cNvPr id="16" name="Table Placeholder 2">
            <a:extLst>
              <a:ext uri="{FF2B5EF4-FFF2-40B4-BE49-F238E27FC236}">
                <a16:creationId xmlns:a16="http://schemas.microsoft.com/office/drawing/2014/main" id="{1469BF76-5E71-DF2A-4804-7A26E9D95C80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323030375"/>
              </p:ext>
            </p:extLst>
          </p:nvPr>
        </p:nvGraphicFramePr>
        <p:xfrm>
          <a:off x="6510338" y="850900"/>
          <a:ext cx="4843460" cy="514985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210865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1210865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  <a:gridCol w="1210865">
                  <a:extLst>
                    <a:ext uri="{9D8B030D-6E8A-4147-A177-3AD203B41FA5}">
                      <a16:colId xmlns:a16="http://schemas.microsoft.com/office/drawing/2014/main" val="529645500"/>
                    </a:ext>
                  </a:extLst>
                </a:gridCol>
                <a:gridCol w="1210865">
                  <a:extLst>
                    <a:ext uri="{9D8B030D-6E8A-4147-A177-3AD203B41FA5}">
                      <a16:colId xmlns:a16="http://schemas.microsoft.com/office/drawing/2014/main" val="3469610457"/>
                    </a:ext>
                  </a:extLst>
                </a:gridCol>
              </a:tblGrid>
              <a:tr h="10299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Revenue </a:t>
                      </a:r>
                      <a:br>
                        <a:rPr lang="en-US" sz="14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growth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Market share increase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ysClr val="windowText" lastClr="000000"/>
                          </a:solidFill>
                        </a:rPr>
                        <a:t>Customer acquisition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432886"/>
                  </a:ext>
                </a:extLst>
              </a:tr>
              <a:tr h="10299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ysClr val="windowText" lastClr="000000"/>
                          </a:solidFill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40625"/>
                  </a:ext>
                </a:extLst>
              </a:tr>
              <a:tr h="10299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102997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ysClr val="windowText" lastClr="000000"/>
                          </a:solidFill>
                        </a:rPr>
                        <a:t>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  <a:tr h="102997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ysClr val="windowText" lastClr="000000"/>
                          </a:solidFill>
                        </a:rPr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ysClr val="windowText" lastClr="000000"/>
                          </a:solidFill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263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  <a:noFill/>
        </p:spPr>
        <p:txBody>
          <a:bodyPr>
            <a:noAutofit/>
          </a:bodyPr>
          <a:lstStyle/>
          <a:p>
            <a:r>
              <a:rPr lang="en-US" dirty="0"/>
              <a:t>Financial </a:t>
            </a:r>
            <a:br>
              <a:rPr lang="en-US" dirty="0"/>
            </a:br>
            <a:r>
              <a:rPr lang="en-US" dirty="0"/>
              <a:t>snapshot</a:t>
            </a:r>
          </a:p>
        </p:txBody>
      </p:sp>
      <p:graphicFrame>
        <p:nvGraphicFramePr>
          <p:cNvPr id="8" name="Table Placeholder 3">
            <a:extLst>
              <a:ext uri="{FF2B5EF4-FFF2-40B4-BE49-F238E27FC236}">
                <a16:creationId xmlns:a16="http://schemas.microsoft.com/office/drawing/2014/main" id="{6CB67956-A6C3-FCDF-EC78-F79D90449E96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883545762"/>
              </p:ext>
            </p:extLst>
          </p:nvPr>
        </p:nvGraphicFramePr>
        <p:xfrm>
          <a:off x="838200" y="2651125"/>
          <a:ext cx="10515600" cy="32461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309560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499654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167111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86885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</a:rPr>
                        <a:t>Current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</a:rPr>
                        <a:t>Previous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</a:rPr>
                        <a:t>Change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017008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$2,500,000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$2,200,000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ysClr val="windowText" lastClr="000000"/>
                          </a:solidFill>
                        </a:rPr>
                        <a:t>+14%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88834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ysClr val="windowText" lastClr="000000"/>
                          </a:solidFill>
                        </a:rPr>
                        <a:t>Operating expenses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$1,200,000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$1,400,000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ysClr val="windowText" lastClr="000000"/>
                          </a:solidFill>
                        </a:rPr>
                        <a:t>-14%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089168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ysClr val="windowText" lastClr="000000"/>
                          </a:solidFill>
                        </a:rPr>
                        <a:t>Net profit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$1,000,000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$800,000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+25%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1597798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ysClr val="windowText" lastClr="000000"/>
                          </a:solidFill>
                        </a:rPr>
                        <a:t>Operating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ysClr val="windowText" lastClr="000000"/>
                          </a:solidFill>
                        </a:rPr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+4%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37652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ysClr val="windowText" lastClr="000000"/>
                          </a:solidFill>
                        </a:rPr>
                        <a:t>Cash reserves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$5,000,000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$4,500,000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+11%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266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2167821"/>
            <a:ext cx="8783638" cy="2522359"/>
          </a:xfrm>
          <a:noFill/>
        </p:spPr>
        <p:txBody>
          <a:bodyPr>
            <a:noAutofit/>
          </a:bodyPr>
          <a:lstStyle/>
          <a:p>
            <a:r>
              <a:rPr lang="en-US" dirty="0"/>
              <a:t>Innovative solutions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  <a:noFill/>
        </p:spPr>
        <p:txBody>
          <a:bodyPr>
            <a:noAutofit/>
          </a:bodyPr>
          <a:lstStyle/>
          <a:p>
            <a:r>
              <a:rPr lang="en-US"/>
              <a:t>Future </a:t>
            </a:r>
            <a:br>
              <a:rPr lang="en-US"/>
            </a:br>
            <a:r>
              <a:rPr lang="en-US"/>
              <a:t>initiatives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7521" y="3813681"/>
            <a:ext cx="4844142" cy="2188317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Green supply chain</a:t>
            </a:r>
          </a:p>
          <a:p>
            <a:r>
              <a:rPr lang="en-US" dirty="0"/>
              <a:t>Reduced carbon footprint</a:t>
            </a:r>
          </a:p>
          <a:p>
            <a:r>
              <a:rPr lang="en-US" dirty="0"/>
              <a:t>Waste reduction</a:t>
            </a:r>
          </a:p>
          <a:p>
            <a:r>
              <a:rPr lang="en-US" dirty="0"/>
              <a:t>Water conservation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Product enhancement </a:t>
            </a:r>
          </a:p>
          <a:p>
            <a:pPr lvl="1"/>
            <a:r>
              <a:rPr lang="en-US" dirty="0"/>
              <a:t>Introduce regular updates and features to enhance product offerings.</a:t>
            </a:r>
          </a:p>
          <a:p>
            <a:r>
              <a:rPr lang="en-US" dirty="0"/>
              <a:t>Technology integration </a:t>
            </a:r>
          </a:p>
          <a:p>
            <a:pPr lvl="1"/>
            <a:r>
              <a:rPr lang="en-US" dirty="0"/>
              <a:t>Explore emerging technologies for potential integration into our operations.</a:t>
            </a:r>
          </a:p>
          <a:p>
            <a:r>
              <a:rPr lang="en-US" dirty="0"/>
              <a:t>Collaborative partnerships </a:t>
            </a:r>
          </a:p>
          <a:p>
            <a:pPr lvl="1"/>
            <a:r>
              <a:rPr lang="en-US" dirty="0"/>
              <a:t>Foster collaborations with tech innovators and industry leaders to drive innovation.</a:t>
            </a: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505" y="1013460"/>
            <a:ext cx="8682990" cy="2230802"/>
          </a:xfrm>
          <a:noFill/>
        </p:spPr>
        <p:txBody>
          <a:bodyPr anchor="ctr">
            <a:noAutofit/>
          </a:bodyPr>
          <a:lstStyle/>
          <a:p>
            <a:r>
              <a:rPr lang="en-US" noProof="0" dirty="0"/>
              <a:t>Thank you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0A6B8-78EB-52CA-3D46-A46FC880D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505" y="3429000"/>
            <a:ext cx="8682989" cy="2230802"/>
          </a:xfrm>
          <a:noFill/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noProof="0" dirty="0"/>
              <a:t>Peyton Davis | 424-555-0124</a:t>
            </a:r>
          </a:p>
          <a:p>
            <a:r>
              <a:rPr lang="en-US" noProof="0" dirty="0"/>
              <a:t>peyton@northwindtraders.com</a:t>
            </a:r>
          </a:p>
          <a:p>
            <a:r>
              <a:rPr lang="en-US" noProof="0" dirty="0"/>
              <a:t>www.northwindtraders.com</a:t>
            </a:r>
          </a:p>
        </p:txBody>
      </p:sp>
    </p:spTree>
    <p:extLst>
      <p:ext uri="{BB962C8B-B14F-4D97-AF65-F5344CB8AC3E}">
        <p14:creationId xmlns:p14="http://schemas.microsoft.com/office/powerpoint/2010/main" val="271538537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69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E69F9A"/>
      </a:accent1>
      <a:accent2>
        <a:srgbClr val="C38C44"/>
      </a:accent2>
      <a:accent3>
        <a:srgbClr val="B32752"/>
      </a:accent3>
      <a:accent4>
        <a:srgbClr val="F5BF77"/>
      </a:accent4>
      <a:accent5>
        <a:srgbClr val="BDBB78"/>
      </a:accent5>
      <a:accent6>
        <a:srgbClr val="9FCDC6"/>
      </a:accent6>
      <a:hlink>
        <a:srgbClr val="F7B615"/>
      </a:hlink>
      <a:folHlink>
        <a:srgbClr val="704404"/>
      </a:folHlink>
    </a:clrScheme>
    <a:fontScheme name="Custom 190">
      <a:majorFont>
        <a:latin typeface="Playfair Display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88997677_win32_LW_V2" id="{A337E98B-B78A-4478-A7B4-5BC118FBE473}" vid="{BFD76E1B-16BC-4706-8DD0-46BF66D357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64A2FB-322C-4E17-81F0-E7F6A9EA6E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6A71AF-4CF2-4B95-BFB6-5C27500258C6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230e9df3-be65-4c73-a93b-d1236ebd677e"/>
    <ds:schemaRef ds:uri="71af3243-3dd4-4a8d-8c0d-dd76da1f02a5"/>
    <ds:schemaRef ds:uri="16c05727-aa75-4e4a-9b5f-8a80a1165891"/>
    <ds:schemaRef ds:uri="http://schemas.microsoft.com/sharepoint/v3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385</Words>
  <Application>Microsoft Office PowerPoint</Application>
  <PresentationFormat>Widescreen</PresentationFormat>
  <Paragraphs>100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</vt:lpstr>
      <vt:lpstr>Innovative  marketing solutions</vt:lpstr>
      <vt:lpstr>Agenda</vt:lpstr>
      <vt:lpstr>Strategies  for growth</vt:lpstr>
      <vt:lpstr>Current market  analysis</vt:lpstr>
      <vt:lpstr>Market expansion</vt:lpstr>
      <vt:lpstr>Product launch  timeline</vt:lpstr>
      <vt:lpstr>Marketing  strategies</vt:lpstr>
      <vt:lpstr>Financial  overview</vt:lpstr>
      <vt:lpstr>Quarterly  targets</vt:lpstr>
      <vt:lpstr>Financial  snapshot</vt:lpstr>
      <vt:lpstr>Innovative solutions</vt:lpstr>
      <vt:lpstr>Future  initiatives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2026-07-16T06:04:03Z</dcterms:created>
  <dcterms:modified xsi:type="dcterms:W3CDTF">2026-07-16T06:04:06Z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