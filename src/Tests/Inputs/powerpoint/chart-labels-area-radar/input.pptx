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1267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numRef>
              <c:f>Sheet1!$A$2:$A$6</c:f>
              <c:numCache>
                <c:formatCode>m/d/yyyy</c:formatCode>
                <c:ptCount val="5"/>
                <c:pt idx="0">
                  <c:v>37377</c:v>
                </c:pt>
                <c:pt idx="1">
                  <c:v>37408</c:v>
                </c:pt>
                <c:pt idx="2">
                  <c:v>37438</c:v>
                </c:pt>
                <c:pt idx="3">
                  <c:v>37469</c:v>
                </c:pt>
                <c:pt idx="4">
                  <c:v>37500</c:v>
                </c:pt>
              </c:numCache>
            </c:numRef>
          </c:cat>
          <c:val>
            <c:numRef>
              <c:f>Sheet1!$B$2:$B$6</c:f>
              <c:numCache>
                <c:formatCode>General</c:formatCode>
                <c:ptCount val="5"/>
                <c:pt idx="0">
                  <c:v>32</c:v>
                </c:pt>
                <c:pt idx="1">
                  <c:v>32</c:v>
                </c:pt>
                <c:pt idx="2">
                  <c:v>28</c:v>
                </c:pt>
                <c:pt idx="3">
                  <c:v>12</c:v>
                </c:pt>
                <c:pt idx="4">
                  <c:v>15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8F1-4F1A-AE40-3F44D625BD61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numRef>
              <c:f>Sheet1!$A$2:$A$6</c:f>
              <c:numCache>
                <c:formatCode>m/d/yyyy</c:formatCode>
                <c:ptCount val="5"/>
                <c:pt idx="0">
                  <c:v>37377</c:v>
                </c:pt>
                <c:pt idx="1">
                  <c:v>37408</c:v>
                </c:pt>
                <c:pt idx="2">
                  <c:v>37438</c:v>
                </c:pt>
                <c:pt idx="3">
                  <c:v>37469</c:v>
                </c:pt>
                <c:pt idx="4">
                  <c:v>37500</c:v>
                </c:pt>
              </c:numCache>
            </c:numRef>
          </c:cat>
          <c:val>
            <c:numRef>
              <c:f>Sheet1!$C$2:$C$6</c:f>
              <c:numCache>
                <c:formatCode>General</c:formatCode>
                <c:ptCount val="5"/>
                <c:pt idx="0">
                  <c:v>12</c:v>
                </c:pt>
                <c:pt idx="1">
                  <c:v>12</c:v>
                </c:pt>
                <c:pt idx="2">
                  <c:v>12</c:v>
                </c:pt>
                <c:pt idx="3">
                  <c:v>21</c:v>
                </c:pt>
                <c:pt idx="4">
                  <c:v>28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78F1-4F1A-AE40-3F44D625BD6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508245296"/>
        <c:axId val="1496307312"/>
      </c:areaChart>
      <c:dateAx>
        <c:axId val="1508245296"/>
        <c:scaling>
          <c:orientation val="minMax"/>
        </c:scaling>
        <c:delete val="0"/>
        <c:axPos val="b"/>
        <c:numFmt formatCode="m/d/yyyy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96307312"/>
        <c:crosses val="autoZero"/>
        <c:auto val="1"/>
        <c:lblOffset val="100"/>
        <c:baseTimeUnit val="months"/>
      </c:dateAx>
      <c:valAx>
        <c:axId val="149630731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08245296"/>
        <c:crosses val="autoZero"/>
        <c:crossBetween val="midCat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zero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radarChart>
        <c:radarStyle val="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numRef>
              <c:f>Sheet1!$A$2:$A$6</c:f>
              <c:numCache>
                <c:formatCode>m/d/yyyy</c:formatCode>
                <c:ptCount val="5"/>
                <c:pt idx="0">
                  <c:v>37377</c:v>
                </c:pt>
                <c:pt idx="1">
                  <c:v>37408</c:v>
                </c:pt>
                <c:pt idx="2">
                  <c:v>37438</c:v>
                </c:pt>
                <c:pt idx="3">
                  <c:v>37469</c:v>
                </c:pt>
                <c:pt idx="4">
                  <c:v>37500</c:v>
                </c:pt>
              </c:numCache>
            </c:numRef>
          </c:cat>
          <c:val>
            <c:numRef>
              <c:f>Sheet1!$B$2:$B$6</c:f>
              <c:numCache>
                <c:formatCode>General</c:formatCode>
                <c:ptCount val="5"/>
                <c:pt idx="0">
                  <c:v>32</c:v>
                </c:pt>
                <c:pt idx="1">
                  <c:v>32</c:v>
                </c:pt>
                <c:pt idx="2">
                  <c:v>28</c:v>
                </c:pt>
                <c:pt idx="3">
                  <c:v>12</c:v>
                </c:pt>
                <c:pt idx="4">
                  <c:v>15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090-4FF0-B33E-2C0641216EA3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2"/>
              </a:solidFill>
              <a:ln w="9525">
                <a:solidFill>
                  <a:schemeClr val="accent2"/>
                </a:solidFill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numRef>
              <c:f>Sheet1!$A$2:$A$6</c:f>
              <c:numCache>
                <c:formatCode>m/d/yyyy</c:formatCode>
                <c:ptCount val="5"/>
                <c:pt idx="0">
                  <c:v>37377</c:v>
                </c:pt>
                <c:pt idx="1">
                  <c:v>37408</c:v>
                </c:pt>
                <c:pt idx="2">
                  <c:v>37438</c:v>
                </c:pt>
                <c:pt idx="3">
                  <c:v>37469</c:v>
                </c:pt>
                <c:pt idx="4">
                  <c:v>37500</c:v>
                </c:pt>
              </c:numCache>
            </c:numRef>
          </c:cat>
          <c:val>
            <c:numRef>
              <c:f>Sheet1!$C$2:$C$6</c:f>
              <c:numCache>
                <c:formatCode>General</c:formatCode>
                <c:ptCount val="5"/>
                <c:pt idx="0">
                  <c:v>12</c:v>
                </c:pt>
                <c:pt idx="1">
                  <c:v>12</c:v>
                </c:pt>
                <c:pt idx="2">
                  <c:v>12</c:v>
                </c:pt>
                <c:pt idx="3">
                  <c:v>21</c:v>
                </c:pt>
                <c:pt idx="4">
                  <c:v>28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6090-4FF0-B33E-2C0641216EA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585383344"/>
        <c:axId val="1153067568"/>
      </c:radarChart>
      <c:catAx>
        <c:axId val="1585383344"/>
        <c:scaling>
          <c:orientation val="minMax"/>
        </c:scaling>
        <c:delete val="0"/>
        <c:axPos val="b"/>
        <c:numFmt formatCode="m/d/yyyy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53067568"/>
        <c:crosses val="autoZero"/>
        <c:auto val="1"/>
        <c:lblAlgn val="ctr"/>
        <c:lblOffset val="100"/>
        <c:noMultiLvlLbl val="0"/>
      </c:catAx>
      <c:valAx>
        <c:axId val="115306756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8538334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7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31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37B9E9-D283-C221-6B09-6A56AE7C5F2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D3AEEB9-A5E0-ADC0-B656-EC58F781505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EDBE73-63AE-9FDF-1278-DE868CE7D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C5F260-60DB-4E1B-9886-9DCBCBD906F9}" type="datetimeFigureOut">
              <a:rPr lang="en-AU" smtClean="0"/>
              <a:t>26/10/2026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D2892C-87BC-A82C-DFC5-FCD7C5E23A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D80592-0491-2F54-3FCA-72D7940600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396019-AF0A-403C-976E-31DE82C356F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970369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265475-66E7-35BF-1533-82FCB925EB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BA84F3-A746-3565-F732-B06CE2D5D9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DBF57C-8FFA-DBCD-15C9-3D33A5A2B2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C5F260-60DB-4E1B-9886-9DCBCBD906F9}" type="datetimeFigureOut">
              <a:rPr lang="en-AU" smtClean="0"/>
              <a:t>26/10/2026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6BF513-0654-8862-5932-A955A9173A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DC3298-736F-9E73-055E-F14CD58685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396019-AF0A-403C-976E-31DE82C356F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676624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ECB2F4-EE29-3EF7-1F0C-C9ACC7C75D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A1A6410-2B5B-3B9C-1BC2-4DCBB94B86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83F5FE-54A9-4A6E-76EB-1527D1075E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C5F260-60DB-4E1B-9886-9DCBCBD906F9}" type="datetimeFigureOut">
              <a:rPr lang="en-AU" smtClean="0"/>
              <a:t>26/10/2026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19639E-5F61-B566-B7A5-E00573D473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6EFF6A-BDAC-DEA4-2027-7FDF0F6104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396019-AF0A-403C-976E-31DE82C356F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692101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7B8896-4D97-B917-59DF-6BD5503D1F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C865E5-FEC5-FFA7-AA8E-DBA262E7205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186627E-00F4-F429-8A63-8DBBB0A67D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51FE2E6-D50B-E25D-130C-3A33F82D23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C5F260-60DB-4E1B-9886-9DCBCBD906F9}" type="datetimeFigureOut">
              <a:rPr lang="en-AU" smtClean="0"/>
              <a:t>26/10/2026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E277F88-0F4F-DA42-8307-1D9A5C40C7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5969F1F-8430-4FE6-5829-715725BBE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396019-AF0A-403C-976E-31DE82C356F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368757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84BDC0-4AD4-CB42-9C07-6F67E0A22D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94E734-300A-8D68-AEAC-EEAD348249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E63D9D7-FE15-0090-A2DC-D282E29A07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5787550-AF74-9660-1F54-097489A5692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FCD9B3D-1BDA-CC3A-B8B6-19F91B8D73A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C7E5893-9CDF-70AB-BF34-8C6E1DFAB2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C5F260-60DB-4E1B-9886-9DCBCBD906F9}" type="datetimeFigureOut">
              <a:rPr lang="en-AU" smtClean="0"/>
              <a:t>26/10/2026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FA9FE81-FB93-23B8-07D8-D17EBE4E40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79C02FD-6840-5A2A-99E1-F1478A01C2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396019-AF0A-403C-976E-31DE82C356F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716527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20AAF7-7945-8301-E413-CD27019910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E30BDF5-FC3C-EC3B-2125-9DB5CE1743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C5F260-60DB-4E1B-9886-9DCBCBD906F9}" type="datetimeFigureOut">
              <a:rPr lang="en-AU" smtClean="0"/>
              <a:t>26/10/2026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98522E9-F4E6-803E-B9C2-14DA07A87C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B52C67D-7DD5-E146-0D5A-E30E56163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396019-AF0A-403C-976E-31DE82C356F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565922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3D4CA39-DF9B-D128-6251-447B4DCF8B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C5F260-60DB-4E1B-9886-9DCBCBD906F9}" type="datetimeFigureOut">
              <a:rPr lang="en-AU" smtClean="0"/>
              <a:t>26/10/2026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B2BCF2F-653D-3C1B-6847-7BA885D26B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80810D-8FA0-5078-7E91-4BE0B3164F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396019-AF0A-403C-976E-31DE82C356F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514471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62E0B7-D42E-A109-A64E-CBC5A83AEE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EA43CF-68C8-2DB7-D160-DB4756D566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0437DAC-2547-33F3-6DEB-DD04AC3A5F3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7FCB309-DB43-B737-398B-04706827D0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C5F260-60DB-4E1B-9886-9DCBCBD906F9}" type="datetimeFigureOut">
              <a:rPr lang="en-AU" smtClean="0"/>
              <a:t>26/10/2026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B23521A-C07F-873D-6085-067E6F9E24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4910F50-7769-D4B6-5558-74B002460D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396019-AF0A-403C-976E-31DE82C356F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228275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A82C03-FA05-966B-D55B-9D6D06B895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31C4AA2-B2F6-25C2-4243-A678A6C8F05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9F15D2F-E105-7EC2-911F-ACC71A9D46E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900B597-EC43-3646-07EA-32109E8A18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C5F260-60DB-4E1B-9886-9DCBCBD906F9}" type="datetimeFigureOut">
              <a:rPr lang="en-AU" smtClean="0"/>
              <a:t>26/10/2026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48BA033-786A-E4A0-6D05-A18CA65CC3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96F31CC-2791-D557-A33B-FF9E55F645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396019-AF0A-403C-976E-31DE82C356F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716173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2E643A-8762-B3DE-3982-1384FEC242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A59A6E5-3B45-D40B-438A-2F1880EB443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12AE8C-9730-BEEA-CAB6-16DA54F38A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C5F260-60DB-4E1B-9886-9DCBCBD906F9}" type="datetimeFigureOut">
              <a:rPr lang="en-AU" smtClean="0"/>
              <a:t>26/10/2026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2109A6-571A-00D6-5AEF-D3EE6E13EB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5258EF-E641-C504-8C57-8544027A0F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396019-AF0A-403C-976E-31DE82C356F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271028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76C8EEA-5B23-2148-CD22-4557A0F12F6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A9CA5AF-9446-A9DD-A624-A161A09621E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0A8F95-BAA1-2008-9606-EAA1E20CA9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C5F260-60DB-4E1B-9886-9DCBCBD906F9}" type="datetimeFigureOut">
              <a:rPr lang="en-AU" smtClean="0"/>
              <a:t>26/10/2026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AFD793-3951-076B-2869-152F1A1A8F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DF5BD5-A331-F38B-544C-EEE47A57E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396019-AF0A-403C-976E-31DE82C356F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304210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26912F0-20E1-BA28-4F14-4FCDD87F13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89E485-3E76-E4E7-041E-F2E85F0F52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3303B3-D98A-C53B-A8E4-A08F7DF30D2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8C5F260-60DB-4E1B-9886-9DCBCBD906F9}" type="datetimeFigureOut">
              <a:rPr lang="en-AU" smtClean="0"/>
              <a:t>26/10/2026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B3E4BD-C73A-7422-BF6D-08072167739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031E40-839D-5EBD-6112-D7DCD6409BB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2396019-AF0A-403C-976E-31DE82C356F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224807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8091B75D-0C74-CD1E-A0C8-FC56802470C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791348792"/>
              </p:ext>
            </p:extLst>
          </p:nvPr>
        </p:nvGraphicFramePr>
        <p:xfrm>
          <a:off x="762000" y="508000"/>
          <a:ext cx="10668000" cy="584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554919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5AE9495F-DFE1-3166-4809-5E61C943F64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911375453"/>
              </p:ext>
            </p:extLst>
          </p:nvPr>
        </p:nvGraphicFramePr>
        <p:xfrm>
          <a:off x="762000" y="508000"/>
          <a:ext cx="10668000" cy="584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5913468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</Words>
  <Application>Microsoft Office PowerPoint</Application>
  <PresentationFormat>Widescreen</PresentationFormat>
  <Paragraphs>2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Simon Cropp</dc:creator>
  <cp:lastModifiedBy>Simon Cropp</cp:lastModifiedBy>
  <cp:revision>1</cp:revision>
  <dcterms:created xsi:type="dcterms:W3CDTF">2026-10-26T00:08:08Z</dcterms:created>
  <dcterms:modified xsi:type="dcterms:W3CDTF">2026-10-26T00:08:08Z</dcterms:modified>
</cp:coreProperties>
</file>