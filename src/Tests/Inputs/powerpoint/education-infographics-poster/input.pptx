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6"/>
  </p:notesMasterIdLst>
  <p:handoutMasterIdLst>
    <p:handoutMasterId r:id="rId7"/>
  </p:handoutMasterIdLst>
  <p:sldIdLst>
    <p:sldId id="264" r:id="rId5"/>
  </p:sldIdLst>
  <p:sldSz cx="12192000" cy="1625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DE4"/>
    <a:srgbClr val="D1F3FF"/>
    <a:srgbClr val="F04B25"/>
    <a:srgbClr val="00A481"/>
    <a:srgbClr val="FBB700"/>
    <a:srgbClr val="005954"/>
    <a:srgbClr val="15665F"/>
    <a:srgbClr val="F2F2F2"/>
    <a:srgbClr val="333233"/>
    <a:srgbClr val="BA7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p:scale>
          <a:sx n="100" d="100"/>
          <a:sy n="100" d="100"/>
        </p:scale>
        <p:origin x="-82" y="-29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4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E2ABB-3E4F-4D41-8568-7C902D8340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B87AD07-52BA-4654-AB16-B5FB95B8BA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FE1BA-D506-40EE-B152-1FC809E35E5F}" type="datetimeFigureOut">
              <a:rPr lang="en-US" smtClean="0"/>
              <a:t>7/15/2026</a:t>
            </a:fld>
            <a:endParaRPr lang="en-US" dirty="0"/>
          </a:p>
        </p:txBody>
      </p:sp>
      <p:sp>
        <p:nvSpPr>
          <p:cNvPr id="4" name="Footer Placeholder 3">
            <a:extLst>
              <a:ext uri="{FF2B5EF4-FFF2-40B4-BE49-F238E27FC236}">
                <a16:creationId xmlns:a16="http://schemas.microsoft.com/office/drawing/2014/main" id="{90CEFF96-CB5A-4136-B37B-371A897ECA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B980E3A-98E2-4FFC-B81C-C354A7B3B9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F6829-522D-411D-99E3-19D7738EEB89}" type="slidenum">
              <a:rPr lang="en-US" smtClean="0"/>
              <a:t>‹#›</a:t>
            </a:fld>
            <a:endParaRPr lang="en-US" dirty="0"/>
          </a:p>
        </p:txBody>
      </p:sp>
    </p:spTree>
    <p:extLst>
      <p:ext uri="{BB962C8B-B14F-4D97-AF65-F5344CB8AC3E}">
        <p14:creationId xmlns:p14="http://schemas.microsoft.com/office/powerpoint/2010/main" val="273539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22A5C-B1F3-4931-941D-123ADD0E9CE3}" type="datetimeFigureOut">
              <a:rPr lang="en-US" smtClean="0"/>
              <a:t>7/15/2026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98550-2AA3-427C-8530-E6B958473202}" type="slidenum">
              <a:rPr lang="en-US" smtClean="0"/>
              <a:t>‹#›</a:t>
            </a:fld>
            <a:endParaRPr lang="en-US" dirty="0"/>
          </a:p>
        </p:txBody>
      </p:sp>
    </p:spTree>
    <p:extLst>
      <p:ext uri="{BB962C8B-B14F-4D97-AF65-F5344CB8AC3E}">
        <p14:creationId xmlns:p14="http://schemas.microsoft.com/office/powerpoint/2010/main" val="107370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B98550-2AA3-427C-8530-E6B958473202}" type="slidenum">
              <a:rPr lang="en-US" smtClean="0"/>
              <a:t>1</a:t>
            </a:fld>
            <a:endParaRPr lang="en-US" dirty="0"/>
          </a:p>
        </p:txBody>
      </p:sp>
    </p:spTree>
    <p:extLst>
      <p:ext uri="{BB962C8B-B14F-4D97-AF65-F5344CB8AC3E}">
        <p14:creationId xmlns:p14="http://schemas.microsoft.com/office/powerpoint/2010/main" val="3766638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13C87C7-5821-BC93-D491-2D341E2EDE30}"/>
              </a:ext>
              <a:ext uri="{C183D7F6-B498-43B3-948B-1728B52AA6E4}">
                <adec:decorative xmlns:adec="http://schemas.microsoft.com/office/drawing/2017/decorative" val="1"/>
              </a:ext>
            </a:extLst>
          </p:cNvPr>
          <p:cNvSpPr/>
          <p:nvPr userDrawn="1"/>
        </p:nvSpPr>
        <p:spPr>
          <a:xfrm>
            <a:off x="591350" y="760603"/>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C79281-D6A2-9113-842E-52BA21301BBF}"/>
              </a:ext>
            </a:extLst>
          </p:cNvPr>
          <p:cNvSpPr>
            <a:spLocks noGrp="1"/>
          </p:cNvSpPr>
          <p:nvPr>
            <p:ph type="title" hasCustomPrompt="1"/>
          </p:nvPr>
        </p:nvSpPr>
        <p:spPr>
          <a:xfrm>
            <a:off x="1997598" y="1134316"/>
            <a:ext cx="8196805" cy="2872535"/>
          </a:xfrm>
        </p:spPr>
        <p:txBody>
          <a:bodyPr bIns="0" anchor="b">
            <a:noAutofit/>
          </a:bodyPr>
          <a:lstStyle>
            <a:lvl1pPr algn="ctr">
              <a:lnSpc>
                <a:spcPct val="70000"/>
              </a:lnSpc>
              <a:defRPr sz="11500" b="1" spc="-500" baseline="0">
                <a:solidFill>
                  <a:schemeClr val="accent2"/>
                </a:solidFill>
                <a:latin typeface="+mj-lt"/>
              </a:defRPr>
            </a:lvl1pPr>
          </a:lstStyle>
          <a:p>
            <a:r>
              <a:rPr lang="en-US" dirty="0"/>
              <a:t>Add title here</a:t>
            </a:r>
          </a:p>
        </p:txBody>
      </p:sp>
      <p:sp>
        <p:nvSpPr>
          <p:cNvPr id="8" name="Text Placeholder 6">
            <a:extLst>
              <a:ext uri="{FF2B5EF4-FFF2-40B4-BE49-F238E27FC236}">
                <a16:creationId xmlns:a16="http://schemas.microsoft.com/office/drawing/2014/main" id="{5E790539-5576-6E20-76CE-838FCBFA1BE1}"/>
              </a:ext>
            </a:extLst>
          </p:cNvPr>
          <p:cNvSpPr>
            <a:spLocks noGrp="1"/>
          </p:cNvSpPr>
          <p:nvPr>
            <p:ph type="body" sz="quarter" idx="11" hasCustomPrompt="1"/>
          </p:nvPr>
        </p:nvSpPr>
        <p:spPr>
          <a:xfrm>
            <a:off x="585989" y="776614"/>
            <a:ext cx="2261384" cy="1304000"/>
          </a:xfrm>
          <a:solidFill>
            <a:schemeClr val="accent2"/>
          </a:solidFill>
        </p:spPr>
        <p:txBody>
          <a:bodyPr tIns="91440" bIns="0" anchor="ctr">
            <a:noAutofit/>
          </a:bodyPr>
          <a:lstStyle>
            <a:lvl1pPr marL="0" indent="0" algn="ctr">
              <a:lnSpc>
                <a:spcPct val="70000"/>
              </a:lnSpc>
              <a:spcBef>
                <a:spcPts val="0"/>
              </a:spcBef>
              <a:buNone/>
              <a:defRPr sz="2800" b="1" cap="all" spc="-150"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a:t>
            </a:r>
          </a:p>
          <a:p>
            <a:pPr lvl="0"/>
            <a:r>
              <a:rPr lang="en-US" dirty="0"/>
              <a:t>text</a:t>
            </a:r>
          </a:p>
        </p:txBody>
      </p:sp>
      <p:sp>
        <p:nvSpPr>
          <p:cNvPr id="45" name="Picture Placeholder 44">
            <a:extLst>
              <a:ext uri="{FF2B5EF4-FFF2-40B4-BE49-F238E27FC236}">
                <a16:creationId xmlns:a16="http://schemas.microsoft.com/office/drawing/2014/main" id="{F4D90386-5045-9142-B669-3A4F71F15C98}"/>
              </a:ext>
            </a:extLst>
          </p:cNvPr>
          <p:cNvSpPr>
            <a:spLocks noGrp="1" noChangeAspect="1"/>
          </p:cNvSpPr>
          <p:nvPr>
            <p:ph type="pic" sz="quarter" idx="37"/>
          </p:nvPr>
        </p:nvSpPr>
        <p:spPr>
          <a:xfrm>
            <a:off x="8898456" y="1853528"/>
            <a:ext cx="1628552" cy="1226510"/>
          </a:xfrm>
        </p:spPr>
        <p:txBody>
          <a:bodyPr>
            <a:normAutofit/>
          </a:bodyPr>
          <a:lstStyle>
            <a:lvl1pPr marL="0" indent="0" algn="ctr">
              <a:buNone/>
              <a:defRPr sz="2000"/>
            </a:lvl1pPr>
          </a:lstStyle>
          <a:p>
            <a:endParaRPr lang="en-US" dirty="0"/>
          </a:p>
        </p:txBody>
      </p:sp>
      <p:sp>
        <p:nvSpPr>
          <p:cNvPr id="41" name="Text Placeholder 6">
            <a:extLst>
              <a:ext uri="{FF2B5EF4-FFF2-40B4-BE49-F238E27FC236}">
                <a16:creationId xmlns:a16="http://schemas.microsoft.com/office/drawing/2014/main" id="{49C83E00-6F31-B188-424A-B276312C4648}"/>
              </a:ext>
            </a:extLst>
          </p:cNvPr>
          <p:cNvSpPr>
            <a:spLocks noGrp="1"/>
          </p:cNvSpPr>
          <p:nvPr>
            <p:ph type="body" sz="quarter" idx="36" hasCustomPrompt="1"/>
          </p:nvPr>
        </p:nvSpPr>
        <p:spPr>
          <a:xfrm>
            <a:off x="599773" y="4026530"/>
            <a:ext cx="10992455" cy="525074"/>
          </a:xfrm>
        </p:spPr>
        <p:txBody>
          <a:bodyPr tIns="0">
            <a:noAutofit/>
          </a:bodyPr>
          <a:lstStyle>
            <a:lvl1pPr marL="0" indent="0" algn="ctr">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subtitle here</a:t>
            </a:r>
          </a:p>
        </p:txBody>
      </p:sp>
      <p:sp>
        <p:nvSpPr>
          <p:cNvPr id="10" name="Rectangle 9">
            <a:extLst>
              <a:ext uri="{FF2B5EF4-FFF2-40B4-BE49-F238E27FC236}">
                <a16:creationId xmlns:a16="http://schemas.microsoft.com/office/drawing/2014/main" id="{B8B43F97-7D48-F9EA-04C2-C3A1E40A41C1}"/>
              </a:ext>
              <a:ext uri="{C183D7F6-B498-43B3-948B-1728B52AA6E4}">
                <adec:decorative xmlns:adec="http://schemas.microsoft.com/office/drawing/2017/decorative" val="1"/>
              </a:ext>
            </a:extLst>
          </p:cNvPr>
          <p:cNvSpPr/>
          <p:nvPr userDrawn="1"/>
        </p:nvSpPr>
        <p:spPr>
          <a:xfrm>
            <a:off x="591350" y="4911688"/>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6">
            <a:extLst>
              <a:ext uri="{FF2B5EF4-FFF2-40B4-BE49-F238E27FC236}">
                <a16:creationId xmlns:a16="http://schemas.microsoft.com/office/drawing/2014/main" id="{7792914F-87A7-29B3-6934-DF2472809A63}"/>
              </a:ext>
            </a:extLst>
          </p:cNvPr>
          <p:cNvSpPr>
            <a:spLocks noGrp="1"/>
          </p:cNvSpPr>
          <p:nvPr>
            <p:ph type="body" sz="quarter" idx="12" hasCustomPrompt="1"/>
          </p:nvPr>
        </p:nvSpPr>
        <p:spPr>
          <a:xfrm>
            <a:off x="585988" y="5399966"/>
            <a:ext cx="5408411" cy="1092614"/>
          </a:xfrm>
          <a:solidFill>
            <a:schemeClr val="accent2"/>
          </a:solidFill>
        </p:spPr>
        <p:txBody>
          <a:bodyPr lIns="54864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15" name="Text Placeholder 6">
            <a:extLst>
              <a:ext uri="{FF2B5EF4-FFF2-40B4-BE49-F238E27FC236}">
                <a16:creationId xmlns:a16="http://schemas.microsoft.com/office/drawing/2014/main" id="{545983B4-DA5B-E9B4-4C93-FE5A09C1453A}"/>
              </a:ext>
            </a:extLst>
          </p:cNvPr>
          <p:cNvSpPr>
            <a:spLocks noGrp="1"/>
          </p:cNvSpPr>
          <p:nvPr>
            <p:ph type="body" sz="quarter" idx="14" hasCustomPrompt="1"/>
          </p:nvPr>
        </p:nvSpPr>
        <p:spPr>
          <a:xfrm>
            <a:off x="2684813" y="5544090"/>
            <a:ext cx="2963043" cy="804367"/>
          </a:xfrm>
        </p:spPr>
        <p:txBody>
          <a:bodyPr tIns="0" bIns="0" anchor="ctr">
            <a:noAutofit/>
          </a:bodyPr>
          <a:lstStyle>
            <a:lvl1pPr marL="0" indent="0" algn="l">
              <a:lnSpc>
                <a:spcPct val="100000"/>
              </a:lnSpc>
              <a:spcBef>
                <a:spcPts val="0"/>
              </a:spcBef>
              <a:buNone/>
              <a:defRPr sz="2000" b="1">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14" name="Text Placeholder 6">
            <a:extLst>
              <a:ext uri="{FF2B5EF4-FFF2-40B4-BE49-F238E27FC236}">
                <a16:creationId xmlns:a16="http://schemas.microsoft.com/office/drawing/2014/main" id="{A4F68B02-C05D-35BC-FE25-10CEEF045EE7}"/>
              </a:ext>
            </a:extLst>
          </p:cNvPr>
          <p:cNvSpPr>
            <a:spLocks noGrp="1"/>
          </p:cNvSpPr>
          <p:nvPr>
            <p:ph type="body" sz="quarter" idx="13" hasCustomPrompt="1"/>
          </p:nvPr>
        </p:nvSpPr>
        <p:spPr>
          <a:xfrm>
            <a:off x="585988" y="6624556"/>
            <a:ext cx="5408411" cy="1092614"/>
          </a:xfrm>
          <a:solidFill>
            <a:schemeClr val="accent2"/>
          </a:solidFill>
        </p:spPr>
        <p:txBody>
          <a:bodyPr lIns="54864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16" name="Text Placeholder 6">
            <a:extLst>
              <a:ext uri="{FF2B5EF4-FFF2-40B4-BE49-F238E27FC236}">
                <a16:creationId xmlns:a16="http://schemas.microsoft.com/office/drawing/2014/main" id="{99A75573-770E-753A-3991-8AE8A568B2B5}"/>
              </a:ext>
            </a:extLst>
          </p:cNvPr>
          <p:cNvSpPr>
            <a:spLocks noGrp="1"/>
          </p:cNvSpPr>
          <p:nvPr>
            <p:ph type="body" sz="quarter" idx="15" hasCustomPrompt="1"/>
          </p:nvPr>
        </p:nvSpPr>
        <p:spPr>
          <a:xfrm>
            <a:off x="2684811" y="6838187"/>
            <a:ext cx="2963045" cy="665352"/>
          </a:xfrm>
        </p:spPr>
        <p:txBody>
          <a:bodyPr tIns="0" bIns="0" anchor="ctr">
            <a:noAutofit/>
          </a:bodyPr>
          <a:lstStyle>
            <a:lvl1pPr marL="0" indent="0" algn="l">
              <a:lnSpc>
                <a:spcPct val="100000"/>
              </a:lnSpc>
              <a:spcBef>
                <a:spcPts val="0"/>
              </a:spcBef>
              <a:buNone/>
              <a:defRPr sz="2000" b="1">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4" name="Chart Placeholder 23">
            <a:extLst>
              <a:ext uri="{FF2B5EF4-FFF2-40B4-BE49-F238E27FC236}">
                <a16:creationId xmlns:a16="http://schemas.microsoft.com/office/drawing/2014/main" id="{5B2C4F8B-2E88-17EB-119F-18F378A80161}"/>
              </a:ext>
            </a:extLst>
          </p:cNvPr>
          <p:cNvSpPr>
            <a:spLocks noGrp="1"/>
          </p:cNvSpPr>
          <p:nvPr>
            <p:ph type="chart" sz="quarter" idx="22"/>
          </p:nvPr>
        </p:nvSpPr>
        <p:spPr>
          <a:xfrm>
            <a:off x="6354604" y="5459653"/>
            <a:ext cx="1499616" cy="1353312"/>
          </a:xfrm>
        </p:spPr>
        <p:txBody>
          <a:bodyPr>
            <a:normAutofit/>
          </a:bodyPr>
          <a:lstStyle>
            <a:lvl1pPr marL="0" indent="0" algn="ctr">
              <a:buNone/>
              <a:defRPr sz="1400" b="1"/>
            </a:lvl1pPr>
          </a:lstStyle>
          <a:p>
            <a:endParaRPr lang="en-US" dirty="0"/>
          </a:p>
        </p:txBody>
      </p:sp>
      <p:sp>
        <p:nvSpPr>
          <p:cNvPr id="17" name="Text Placeholder 6">
            <a:extLst>
              <a:ext uri="{FF2B5EF4-FFF2-40B4-BE49-F238E27FC236}">
                <a16:creationId xmlns:a16="http://schemas.microsoft.com/office/drawing/2014/main" id="{92FD6443-DCCF-F177-9121-2D2A6BF7DFDC}"/>
              </a:ext>
            </a:extLst>
          </p:cNvPr>
          <p:cNvSpPr>
            <a:spLocks noGrp="1"/>
          </p:cNvSpPr>
          <p:nvPr>
            <p:ph type="body" sz="quarter" idx="16" hasCustomPrompt="1"/>
          </p:nvPr>
        </p:nvSpPr>
        <p:spPr>
          <a:xfrm>
            <a:off x="6299200"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0" name="Text Placeholder 6">
            <a:extLst>
              <a:ext uri="{FF2B5EF4-FFF2-40B4-BE49-F238E27FC236}">
                <a16:creationId xmlns:a16="http://schemas.microsoft.com/office/drawing/2014/main" id="{F5BE4317-7748-EC3E-FF19-D8E610B02F3E}"/>
              </a:ext>
            </a:extLst>
          </p:cNvPr>
          <p:cNvSpPr>
            <a:spLocks noGrp="1"/>
          </p:cNvSpPr>
          <p:nvPr>
            <p:ph type="body" sz="quarter" idx="19" hasCustomPrompt="1"/>
          </p:nvPr>
        </p:nvSpPr>
        <p:spPr>
          <a:xfrm>
            <a:off x="6299200"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5" name="Chart Placeholder 23">
            <a:extLst>
              <a:ext uri="{FF2B5EF4-FFF2-40B4-BE49-F238E27FC236}">
                <a16:creationId xmlns:a16="http://schemas.microsoft.com/office/drawing/2014/main" id="{87CE804E-615D-0DBE-4ACD-9498FC05318E}"/>
              </a:ext>
            </a:extLst>
          </p:cNvPr>
          <p:cNvSpPr>
            <a:spLocks noGrp="1"/>
          </p:cNvSpPr>
          <p:nvPr>
            <p:ph type="chart" sz="quarter" idx="23"/>
          </p:nvPr>
        </p:nvSpPr>
        <p:spPr>
          <a:xfrm>
            <a:off x="8099552" y="5459653"/>
            <a:ext cx="1499616" cy="1353312"/>
          </a:xfrm>
        </p:spPr>
        <p:txBody>
          <a:bodyPr>
            <a:normAutofit/>
          </a:bodyPr>
          <a:lstStyle>
            <a:lvl1pPr marL="0" indent="0" algn="ctr">
              <a:buNone/>
              <a:defRPr sz="1400" b="1"/>
            </a:lvl1pPr>
          </a:lstStyle>
          <a:p>
            <a:endParaRPr lang="en-US" dirty="0"/>
          </a:p>
        </p:txBody>
      </p:sp>
      <p:sp>
        <p:nvSpPr>
          <p:cNvPr id="18" name="Text Placeholder 6">
            <a:extLst>
              <a:ext uri="{FF2B5EF4-FFF2-40B4-BE49-F238E27FC236}">
                <a16:creationId xmlns:a16="http://schemas.microsoft.com/office/drawing/2014/main" id="{FA086B15-B175-56ED-30CB-D95624588FD0}"/>
              </a:ext>
            </a:extLst>
          </p:cNvPr>
          <p:cNvSpPr>
            <a:spLocks noGrp="1"/>
          </p:cNvSpPr>
          <p:nvPr>
            <p:ph type="body" sz="quarter" idx="17" hasCustomPrompt="1"/>
          </p:nvPr>
        </p:nvSpPr>
        <p:spPr>
          <a:xfrm>
            <a:off x="8054308"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1" name="Text Placeholder 6">
            <a:extLst>
              <a:ext uri="{FF2B5EF4-FFF2-40B4-BE49-F238E27FC236}">
                <a16:creationId xmlns:a16="http://schemas.microsoft.com/office/drawing/2014/main" id="{6734814B-0FF0-B4C5-DAEA-C77A21404CC8}"/>
              </a:ext>
            </a:extLst>
          </p:cNvPr>
          <p:cNvSpPr>
            <a:spLocks noGrp="1"/>
          </p:cNvSpPr>
          <p:nvPr>
            <p:ph type="body" sz="quarter" idx="20" hasCustomPrompt="1"/>
          </p:nvPr>
        </p:nvSpPr>
        <p:spPr>
          <a:xfrm>
            <a:off x="8054308"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6" name="Chart Placeholder 23">
            <a:extLst>
              <a:ext uri="{FF2B5EF4-FFF2-40B4-BE49-F238E27FC236}">
                <a16:creationId xmlns:a16="http://schemas.microsoft.com/office/drawing/2014/main" id="{39B6F419-7B3A-9DD3-BB41-E6E6678E9915}"/>
              </a:ext>
            </a:extLst>
          </p:cNvPr>
          <p:cNvSpPr>
            <a:spLocks noGrp="1"/>
          </p:cNvSpPr>
          <p:nvPr>
            <p:ph type="chart" sz="quarter" idx="24"/>
          </p:nvPr>
        </p:nvSpPr>
        <p:spPr>
          <a:xfrm>
            <a:off x="9855072" y="5459653"/>
            <a:ext cx="1499616" cy="1353312"/>
          </a:xfrm>
        </p:spPr>
        <p:txBody>
          <a:bodyPr>
            <a:normAutofit/>
          </a:bodyPr>
          <a:lstStyle>
            <a:lvl1pPr marL="0" indent="0" algn="ctr">
              <a:buNone/>
              <a:defRPr sz="1400" b="1"/>
            </a:lvl1pPr>
          </a:lstStyle>
          <a:p>
            <a:endParaRPr lang="en-US" dirty="0"/>
          </a:p>
        </p:txBody>
      </p:sp>
      <p:sp>
        <p:nvSpPr>
          <p:cNvPr id="19" name="Text Placeholder 6">
            <a:extLst>
              <a:ext uri="{FF2B5EF4-FFF2-40B4-BE49-F238E27FC236}">
                <a16:creationId xmlns:a16="http://schemas.microsoft.com/office/drawing/2014/main" id="{9EC7C4F7-737D-A661-5E51-8FD5400CA48B}"/>
              </a:ext>
            </a:extLst>
          </p:cNvPr>
          <p:cNvSpPr>
            <a:spLocks noGrp="1"/>
          </p:cNvSpPr>
          <p:nvPr>
            <p:ph type="body" sz="quarter" idx="18" hasCustomPrompt="1"/>
          </p:nvPr>
        </p:nvSpPr>
        <p:spPr>
          <a:xfrm>
            <a:off x="9809416"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2" name="Text Placeholder 6">
            <a:extLst>
              <a:ext uri="{FF2B5EF4-FFF2-40B4-BE49-F238E27FC236}">
                <a16:creationId xmlns:a16="http://schemas.microsoft.com/office/drawing/2014/main" id="{7DC0C4BA-B3DD-1DFD-D9D2-F6DB9B13A41D}"/>
              </a:ext>
            </a:extLst>
          </p:cNvPr>
          <p:cNvSpPr>
            <a:spLocks noGrp="1"/>
          </p:cNvSpPr>
          <p:nvPr>
            <p:ph type="body" sz="quarter" idx="21" hasCustomPrompt="1"/>
          </p:nvPr>
        </p:nvSpPr>
        <p:spPr>
          <a:xfrm>
            <a:off x="9809416"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9" name="Rectangle 8">
            <a:extLst>
              <a:ext uri="{FF2B5EF4-FFF2-40B4-BE49-F238E27FC236}">
                <a16:creationId xmlns:a16="http://schemas.microsoft.com/office/drawing/2014/main" id="{511BD219-2BD9-0F4F-568A-C7664FFBB5E3}"/>
              </a:ext>
              <a:ext uri="{C183D7F6-B498-43B3-948B-1728B52AA6E4}">
                <adec:decorative xmlns:adec="http://schemas.microsoft.com/office/drawing/2017/decorative" val="1"/>
              </a:ext>
            </a:extLst>
          </p:cNvPr>
          <p:cNvSpPr/>
          <p:nvPr userDrawn="1"/>
        </p:nvSpPr>
        <p:spPr>
          <a:xfrm>
            <a:off x="591350" y="8151401"/>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Picture Placeholder 27">
            <a:extLst>
              <a:ext uri="{FF2B5EF4-FFF2-40B4-BE49-F238E27FC236}">
                <a16:creationId xmlns:a16="http://schemas.microsoft.com/office/drawing/2014/main" id="{46D33627-3104-42EA-0AEA-9467D7FCE369}"/>
              </a:ext>
            </a:extLst>
          </p:cNvPr>
          <p:cNvSpPr>
            <a:spLocks noGrp="1"/>
          </p:cNvSpPr>
          <p:nvPr>
            <p:ph type="pic" sz="quarter" idx="25"/>
          </p:nvPr>
        </p:nvSpPr>
        <p:spPr>
          <a:xfrm>
            <a:off x="1054750" y="7991712"/>
            <a:ext cx="1024128" cy="1709928"/>
          </a:xfrm>
          <a:solidFill>
            <a:schemeClr val="accent1"/>
          </a:solidFill>
        </p:spPr>
        <p:txBody>
          <a:bodyPr anchor="ctr">
            <a:normAutofit/>
          </a:bodyPr>
          <a:lstStyle>
            <a:lvl1pPr marL="0" indent="0" algn="ctr">
              <a:buNone/>
              <a:defRPr sz="1600"/>
            </a:lvl1pPr>
          </a:lstStyle>
          <a:p>
            <a:endParaRPr lang="en-US" dirty="0"/>
          </a:p>
        </p:txBody>
      </p:sp>
      <p:sp>
        <p:nvSpPr>
          <p:cNvPr id="7" name="Text Placeholder 6">
            <a:extLst>
              <a:ext uri="{FF2B5EF4-FFF2-40B4-BE49-F238E27FC236}">
                <a16:creationId xmlns:a16="http://schemas.microsoft.com/office/drawing/2014/main" id="{EC746F28-FE88-1802-2D62-907B8E6005F6}"/>
              </a:ext>
            </a:extLst>
          </p:cNvPr>
          <p:cNvSpPr>
            <a:spLocks noGrp="1"/>
          </p:cNvSpPr>
          <p:nvPr>
            <p:ph type="body" sz="quarter" idx="10" hasCustomPrompt="1"/>
          </p:nvPr>
        </p:nvSpPr>
        <p:spPr>
          <a:xfrm>
            <a:off x="2424176" y="8636202"/>
            <a:ext cx="9169789" cy="1062318"/>
          </a:xfrm>
        </p:spPr>
        <p:txBody>
          <a:bodyPr tIns="0">
            <a:noAutofit/>
          </a:bodyPr>
          <a:lstStyle>
            <a:lvl1pPr marL="0" indent="0" algn="l">
              <a:lnSpc>
                <a:spcPct val="100000"/>
              </a:lnSpc>
              <a:spcBef>
                <a:spcPts val="0"/>
              </a:spcBef>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9" name="Text Placeholder 6">
            <a:extLst>
              <a:ext uri="{FF2B5EF4-FFF2-40B4-BE49-F238E27FC236}">
                <a16:creationId xmlns:a16="http://schemas.microsoft.com/office/drawing/2014/main" id="{59A512EE-8D5C-545C-171A-C7F90A2ECE72}"/>
              </a:ext>
            </a:extLst>
          </p:cNvPr>
          <p:cNvSpPr>
            <a:spLocks noGrp="1"/>
          </p:cNvSpPr>
          <p:nvPr>
            <p:ph type="body" sz="quarter" idx="26" hasCustomPrompt="1"/>
          </p:nvPr>
        </p:nvSpPr>
        <p:spPr>
          <a:xfrm>
            <a:off x="626630" y="9944953"/>
            <a:ext cx="5367770" cy="1323918"/>
          </a:xfrm>
          <a:solidFill>
            <a:schemeClr val="accent2"/>
          </a:solidFill>
        </p:spPr>
        <p:txBody>
          <a:bodyPr lIns="27432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30" name="Text Placeholder 6">
            <a:extLst>
              <a:ext uri="{FF2B5EF4-FFF2-40B4-BE49-F238E27FC236}">
                <a16:creationId xmlns:a16="http://schemas.microsoft.com/office/drawing/2014/main" id="{FFFC253F-4143-752D-00C5-D953818EB658}"/>
              </a:ext>
            </a:extLst>
          </p:cNvPr>
          <p:cNvSpPr>
            <a:spLocks noGrp="1"/>
          </p:cNvSpPr>
          <p:nvPr>
            <p:ph type="body" sz="quarter" idx="27" hasCustomPrompt="1"/>
          </p:nvPr>
        </p:nvSpPr>
        <p:spPr>
          <a:xfrm>
            <a:off x="2725453" y="10165794"/>
            <a:ext cx="2922403" cy="882237"/>
          </a:xfrm>
        </p:spPr>
        <p:txBody>
          <a:bodyPr tIns="0" bIns="0" anchor="ctr">
            <a:noAutofit/>
          </a:bodyPr>
          <a:lstStyle>
            <a:lvl1pPr marL="0" indent="0" algn="l">
              <a:lnSpc>
                <a:spcPct val="100000"/>
              </a:lnSpc>
              <a:spcBef>
                <a:spcPts val="0"/>
              </a:spcBef>
              <a:buNone/>
              <a:defRPr sz="2000" b="1">
                <a:solidFill>
                  <a:schemeClr val="bg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31" name="Text Placeholder 6">
            <a:extLst>
              <a:ext uri="{FF2B5EF4-FFF2-40B4-BE49-F238E27FC236}">
                <a16:creationId xmlns:a16="http://schemas.microsoft.com/office/drawing/2014/main" id="{BD380C72-CFE3-7F44-2CC7-83AA63571D81}"/>
              </a:ext>
            </a:extLst>
          </p:cNvPr>
          <p:cNvSpPr>
            <a:spLocks noGrp="1"/>
          </p:cNvSpPr>
          <p:nvPr>
            <p:ph type="body" sz="quarter" idx="28" hasCustomPrompt="1"/>
          </p:nvPr>
        </p:nvSpPr>
        <p:spPr>
          <a:xfrm>
            <a:off x="6197600" y="9944953"/>
            <a:ext cx="5367770" cy="1323918"/>
          </a:xfrm>
          <a:solidFill>
            <a:schemeClr val="accent2"/>
          </a:solidFill>
        </p:spPr>
        <p:txBody>
          <a:bodyPr lIns="27432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32" name="Text Placeholder 6">
            <a:extLst>
              <a:ext uri="{FF2B5EF4-FFF2-40B4-BE49-F238E27FC236}">
                <a16:creationId xmlns:a16="http://schemas.microsoft.com/office/drawing/2014/main" id="{2BF102BC-CB96-CB02-9139-32D888744502}"/>
              </a:ext>
            </a:extLst>
          </p:cNvPr>
          <p:cNvSpPr>
            <a:spLocks noGrp="1"/>
          </p:cNvSpPr>
          <p:nvPr>
            <p:ph type="body" sz="quarter" idx="29" hasCustomPrompt="1"/>
          </p:nvPr>
        </p:nvSpPr>
        <p:spPr>
          <a:xfrm>
            <a:off x="8265944" y="10165794"/>
            <a:ext cx="3172302" cy="882237"/>
          </a:xfrm>
        </p:spPr>
        <p:txBody>
          <a:bodyPr tIns="0" bIns="0" anchor="ctr">
            <a:noAutofit/>
          </a:bodyPr>
          <a:lstStyle>
            <a:lvl1pPr marL="0" indent="0" algn="l">
              <a:lnSpc>
                <a:spcPct val="100000"/>
              </a:lnSpc>
              <a:spcBef>
                <a:spcPts val="0"/>
              </a:spcBef>
              <a:buNone/>
              <a:defRPr sz="2000" b="1">
                <a:solidFill>
                  <a:schemeClr val="bg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11" name="Rectangle 10">
            <a:extLst>
              <a:ext uri="{FF2B5EF4-FFF2-40B4-BE49-F238E27FC236}">
                <a16:creationId xmlns:a16="http://schemas.microsoft.com/office/drawing/2014/main" id="{9366E303-9FE7-7742-36AD-B1E42190DE2A}"/>
              </a:ext>
              <a:ext uri="{C183D7F6-B498-43B3-948B-1728B52AA6E4}">
                <adec:decorative xmlns:adec="http://schemas.microsoft.com/office/drawing/2017/decorative" val="1"/>
              </a:ext>
            </a:extLst>
          </p:cNvPr>
          <p:cNvSpPr/>
          <p:nvPr userDrawn="1"/>
        </p:nvSpPr>
        <p:spPr>
          <a:xfrm>
            <a:off x="591350" y="11729546"/>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 Placeholder 6">
            <a:extLst>
              <a:ext uri="{FF2B5EF4-FFF2-40B4-BE49-F238E27FC236}">
                <a16:creationId xmlns:a16="http://schemas.microsoft.com/office/drawing/2014/main" id="{12894317-D082-D97C-EEA8-C49D84B0DEBF}"/>
              </a:ext>
            </a:extLst>
          </p:cNvPr>
          <p:cNvSpPr>
            <a:spLocks noGrp="1"/>
          </p:cNvSpPr>
          <p:nvPr>
            <p:ph type="body" sz="quarter" idx="30" hasCustomPrompt="1"/>
          </p:nvPr>
        </p:nvSpPr>
        <p:spPr>
          <a:xfrm>
            <a:off x="525028" y="12072863"/>
            <a:ext cx="8320681" cy="1304000"/>
          </a:xfrm>
        </p:spPr>
        <p:txBody>
          <a:bodyPr tIns="0">
            <a:noAutofit/>
          </a:bodyPr>
          <a:lstStyle>
            <a:lvl1pPr marL="0" indent="0" algn="l">
              <a:lnSpc>
                <a:spcPct val="100000"/>
              </a:lnSpc>
              <a:spcBef>
                <a:spcPts val="0"/>
              </a:spcBef>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36" name="Picture Placeholder 35">
            <a:extLst>
              <a:ext uri="{FF2B5EF4-FFF2-40B4-BE49-F238E27FC236}">
                <a16:creationId xmlns:a16="http://schemas.microsoft.com/office/drawing/2014/main" id="{35EEEBE9-1F4E-588A-154D-7D585B3C8A1C}"/>
              </a:ext>
            </a:extLst>
          </p:cNvPr>
          <p:cNvSpPr>
            <a:spLocks noGrp="1"/>
          </p:cNvSpPr>
          <p:nvPr>
            <p:ph type="pic" sz="quarter" idx="31"/>
          </p:nvPr>
        </p:nvSpPr>
        <p:spPr>
          <a:xfrm>
            <a:off x="9072563" y="12072863"/>
            <a:ext cx="642937" cy="1295391"/>
          </a:xfrm>
        </p:spPr>
        <p:txBody>
          <a:bodyPr lIns="0" tIns="0" rIns="0" bIns="0">
            <a:normAutofit/>
          </a:bodyPr>
          <a:lstStyle>
            <a:lvl1pPr marL="0" indent="0" algn="ctr">
              <a:buNone/>
              <a:defRPr sz="1200"/>
            </a:lvl1pPr>
          </a:lstStyle>
          <a:p>
            <a:endParaRPr lang="en-US" dirty="0"/>
          </a:p>
        </p:txBody>
      </p:sp>
      <p:sp>
        <p:nvSpPr>
          <p:cNvPr id="37" name="Picture Placeholder 35">
            <a:extLst>
              <a:ext uri="{FF2B5EF4-FFF2-40B4-BE49-F238E27FC236}">
                <a16:creationId xmlns:a16="http://schemas.microsoft.com/office/drawing/2014/main" id="{D16FBB7D-2360-D0C1-86DB-4E674C901120}"/>
              </a:ext>
            </a:extLst>
          </p:cNvPr>
          <p:cNvSpPr>
            <a:spLocks noGrp="1"/>
          </p:cNvSpPr>
          <p:nvPr>
            <p:ph type="pic" sz="quarter" idx="32"/>
          </p:nvPr>
        </p:nvSpPr>
        <p:spPr>
          <a:xfrm>
            <a:off x="9942353" y="12072863"/>
            <a:ext cx="642937" cy="1295391"/>
          </a:xfrm>
        </p:spPr>
        <p:txBody>
          <a:bodyPr lIns="0" tIns="0" rIns="0" bIns="0">
            <a:normAutofit/>
          </a:bodyPr>
          <a:lstStyle>
            <a:lvl1pPr marL="0" indent="0" algn="ctr">
              <a:buNone/>
              <a:defRPr sz="1200"/>
            </a:lvl1pPr>
          </a:lstStyle>
          <a:p>
            <a:endParaRPr lang="en-US" dirty="0"/>
          </a:p>
        </p:txBody>
      </p:sp>
      <p:sp>
        <p:nvSpPr>
          <p:cNvPr id="38" name="Picture Placeholder 35">
            <a:extLst>
              <a:ext uri="{FF2B5EF4-FFF2-40B4-BE49-F238E27FC236}">
                <a16:creationId xmlns:a16="http://schemas.microsoft.com/office/drawing/2014/main" id="{0A8646B3-1B49-2AF8-B4E2-243676B685B9}"/>
              </a:ext>
            </a:extLst>
          </p:cNvPr>
          <p:cNvSpPr>
            <a:spLocks noGrp="1"/>
          </p:cNvSpPr>
          <p:nvPr>
            <p:ph type="pic" sz="quarter" idx="33"/>
          </p:nvPr>
        </p:nvSpPr>
        <p:spPr>
          <a:xfrm>
            <a:off x="10812143" y="12072863"/>
            <a:ext cx="642937" cy="1295391"/>
          </a:xfrm>
        </p:spPr>
        <p:txBody>
          <a:bodyPr lIns="0" tIns="0" rIns="0" bIns="0">
            <a:normAutofit/>
          </a:bodyPr>
          <a:lstStyle>
            <a:lvl1pPr marL="0" indent="0" algn="ctr">
              <a:buNone/>
              <a:defRPr sz="1200"/>
            </a:lvl1pPr>
          </a:lstStyle>
          <a:p>
            <a:endParaRPr lang="en-US" dirty="0"/>
          </a:p>
        </p:txBody>
      </p:sp>
      <p:sp>
        <p:nvSpPr>
          <p:cNvPr id="46" name="Rectangle 45">
            <a:extLst>
              <a:ext uri="{FF2B5EF4-FFF2-40B4-BE49-F238E27FC236}">
                <a16:creationId xmlns:a16="http://schemas.microsoft.com/office/drawing/2014/main" id="{4E549375-BF59-BA30-6C10-55268D8E18FA}"/>
              </a:ext>
              <a:ext uri="{C183D7F6-B498-43B3-948B-1728B52AA6E4}">
                <adec:decorative xmlns:adec="http://schemas.microsoft.com/office/drawing/2017/decorative" val="1"/>
              </a:ext>
            </a:extLst>
          </p:cNvPr>
          <p:cNvSpPr/>
          <p:nvPr userDrawn="1"/>
        </p:nvSpPr>
        <p:spPr>
          <a:xfrm>
            <a:off x="591350" y="13674461"/>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6">
            <a:extLst>
              <a:ext uri="{FF2B5EF4-FFF2-40B4-BE49-F238E27FC236}">
                <a16:creationId xmlns:a16="http://schemas.microsoft.com/office/drawing/2014/main" id="{65C132A3-0F95-1B1C-D57B-61D94C06D275}"/>
              </a:ext>
            </a:extLst>
          </p:cNvPr>
          <p:cNvSpPr>
            <a:spLocks noGrp="1"/>
          </p:cNvSpPr>
          <p:nvPr>
            <p:ph type="body" sz="quarter" idx="34" hasCustomPrompt="1"/>
          </p:nvPr>
        </p:nvSpPr>
        <p:spPr>
          <a:xfrm>
            <a:off x="525029" y="14074380"/>
            <a:ext cx="2509116" cy="882237"/>
          </a:xfrm>
        </p:spPr>
        <p:txBody>
          <a:bodyPr tIns="0" anchor="t">
            <a:noAutofit/>
          </a:bodyPr>
          <a:lstStyle>
            <a:lvl1pPr marL="0" indent="0" algn="l">
              <a:lnSpc>
                <a:spcPct val="100000"/>
              </a:lnSpc>
              <a:spcBef>
                <a:spcPts val="0"/>
              </a:spcBef>
              <a:buNone/>
              <a:defRPr sz="1400" b="1">
                <a:solidFill>
                  <a:schemeClr val="tx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40" name="Text Placeholder 6">
            <a:extLst>
              <a:ext uri="{FF2B5EF4-FFF2-40B4-BE49-F238E27FC236}">
                <a16:creationId xmlns:a16="http://schemas.microsoft.com/office/drawing/2014/main" id="{4E6FCEF2-D466-C5F5-BD32-7C299301A016}"/>
              </a:ext>
            </a:extLst>
          </p:cNvPr>
          <p:cNvSpPr>
            <a:spLocks noGrp="1"/>
          </p:cNvSpPr>
          <p:nvPr>
            <p:ph type="body" sz="quarter" idx="35" hasCustomPrompt="1"/>
          </p:nvPr>
        </p:nvSpPr>
        <p:spPr>
          <a:xfrm>
            <a:off x="3290193" y="14074380"/>
            <a:ext cx="8303772" cy="1609958"/>
          </a:xfrm>
        </p:spPr>
        <p:txBody>
          <a:bodyPr tIns="0" numCol="3" spcCol="457200" anchor="t">
            <a:noAutofit/>
          </a:bodyPr>
          <a:lstStyle>
            <a:lvl1pPr marL="0" indent="0" algn="l">
              <a:lnSpc>
                <a:spcPct val="100000"/>
              </a:lnSpc>
              <a:spcBef>
                <a:spcPts val="0"/>
              </a:spcBef>
              <a:buNone/>
              <a:defRPr sz="1400" b="0">
                <a:solidFill>
                  <a:schemeClr val="tx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Tree>
    <p:extLst>
      <p:ext uri="{BB962C8B-B14F-4D97-AF65-F5344CB8AC3E}">
        <p14:creationId xmlns:p14="http://schemas.microsoft.com/office/powerpoint/2010/main" val="38932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AD45-1C7C-8078-78AF-DC38C96BAEFE}"/>
              </a:ext>
            </a:extLst>
          </p:cNvPr>
          <p:cNvSpPr>
            <a:spLocks noGrp="1"/>
          </p:cNvSpPr>
          <p:nvPr>
            <p:ph type="title" hasCustomPrompt="1"/>
          </p:nvPr>
        </p:nvSpPr>
        <p:spPr/>
        <p:txBody>
          <a:bodyPr/>
          <a:lstStyle>
            <a:lvl1pPr>
              <a:defRPr/>
            </a:lvl1pPr>
          </a:lstStyle>
          <a:p>
            <a:r>
              <a:rPr lang="en-US" dirty="0"/>
              <a:t>Add title here</a:t>
            </a:r>
          </a:p>
        </p:txBody>
      </p:sp>
      <p:sp>
        <p:nvSpPr>
          <p:cNvPr id="3" name="Date Placeholder 2">
            <a:extLst>
              <a:ext uri="{FF2B5EF4-FFF2-40B4-BE49-F238E27FC236}">
                <a16:creationId xmlns:a16="http://schemas.microsoft.com/office/drawing/2014/main" id="{C9C36303-5204-D0B3-5BAD-0ED46B52A577}"/>
              </a:ext>
            </a:extLst>
          </p:cNvPr>
          <p:cNvSpPr>
            <a:spLocks noGrp="1"/>
          </p:cNvSpPr>
          <p:nvPr>
            <p:ph type="dt" sz="half" idx="10"/>
          </p:nvPr>
        </p:nvSpPr>
        <p:spPr/>
        <p:txBody>
          <a:bodyPr/>
          <a:lstStyle/>
          <a:p>
            <a:fld id="{93BF0A32-A5A0-4EC5-89D8-E1F3FD4B08CE}" type="datetimeFigureOut">
              <a:rPr lang="en-US" smtClean="0"/>
              <a:t>7/15/2026</a:t>
            </a:fld>
            <a:endParaRPr lang="en-US" dirty="0"/>
          </a:p>
        </p:txBody>
      </p:sp>
      <p:sp>
        <p:nvSpPr>
          <p:cNvPr id="4" name="Slide Number Placeholder 3">
            <a:extLst>
              <a:ext uri="{FF2B5EF4-FFF2-40B4-BE49-F238E27FC236}">
                <a16:creationId xmlns:a16="http://schemas.microsoft.com/office/drawing/2014/main" id="{E0E989AF-B0E3-7F09-86C8-88C53E642962}"/>
              </a:ext>
            </a:extLst>
          </p:cNvPr>
          <p:cNvSpPr>
            <a:spLocks noGrp="1"/>
          </p:cNvSpPr>
          <p:nvPr>
            <p:ph type="sldNum" sz="quarter" idx="11"/>
          </p:nvPr>
        </p:nvSpPr>
        <p:spPr/>
        <p:txBody>
          <a:bodyPr/>
          <a:lstStyle/>
          <a:p>
            <a:fld id="{7FFD9766-D552-4D33-865B-173EBB38B9BD}" type="slidenum">
              <a:rPr lang="en-US" smtClean="0"/>
              <a:t>‹#›</a:t>
            </a:fld>
            <a:endParaRPr lang="en-US" dirty="0"/>
          </a:p>
        </p:txBody>
      </p:sp>
    </p:spTree>
    <p:extLst>
      <p:ext uri="{BB962C8B-B14F-4D97-AF65-F5344CB8AC3E}">
        <p14:creationId xmlns:p14="http://schemas.microsoft.com/office/powerpoint/2010/main" val="42309502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9A9D089-225A-F19C-DDC9-A12CD8BEB440}"/>
              </a:ext>
            </a:extLst>
          </p:cNvPr>
          <p:cNvSpPr>
            <a:spLocks noGrp="1"/>
          </p:cNvSpPr>
          <p:nvPr>
            <p:ph type="title"/>
          </p:nvPr>
        </p:nvSpPr>
        <p:spPr>
          <a:xfrm>
            <a:off x="838200" y="865188"/>
            <a:ext cx="10515600" cy="3141662"/>
          </a:xfrm>
          <a:prstGeom prst="rect">
            <a:avLst/>
          </a:prstGeom>
        </p:spPr>
        <p:txBody>
          <a:bodyPr vert="horz" lIns="91440" tIns="45720" rIns="91440" bIns="45720" rtlCol="0" anchor="ctr">
            <a:normAutofit/>
          </a:bodyPr>
          <a:lstStyle/>
          <a:p>
            <a:r>
              <a:rPr lang="en-US"/>
              <a:t>Click to edit Master title style</a:t>
            </a:r>
          </a:p>
        </p:txBody>
      </p:sp>
      <p:sp>
        <p:nvSpPr>
          <p:cNvPr id="4" name="Text Placeholder 3">
            <a:extLst>
              <a:ext uri="{FF2B5EF4-FFF2-40B4-BE49-F238E27FC236}">
                <a16:creationId xmlns:a16="http://schemas.microsoft.com/office/drawing/2014/main" id="{D00D00A5-B99B-370A-2424-D34C55BF52DE}"/>
              </a:ext>
            </a:extLst>
          </p:cNvPr>
          <p:cNvSpPr>
            <a:spLocks noGrp="1"/>
          </p:cNvSpPr>
          <p:nvPr>
            <p:ph type="body" idx="1"/>
          </p:nvPr>
        </p:nvSpPr>
        <p:spPr>
          <a:xfrm>
            <a:off x="838200" y="4327525"/>
            <a:ext cx="10515600" cy="103139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86D4FE-1DF3-11B9-D2E2-18741FC47A81}"/>
              </a:ext>
            </a:extLst>
          </p:cNvPr>
          <p:cNvSpPr>
            <a:spLocks noGrp="1"/>
          </p:cNvSpPr>
          <p:nvPr>
            <p:ph type="dt" sz="half" idx="2"/>
          </p:nvPr>
        </p:nvSpPr>
        <p:spPr>
          <a:xfrm>
            <a:off x="838200" y="15066963"/>
            <a:ext cx="2743200" cy="865187"/>
          </a:xfrm>
          <a:prstGeom prst="rect">
            <a:avLst/>
          </a:prstGeom>
        </p:spPr>
        <p:txBody>
          <a:bodyPr vert="horz" lIns="91440" tIns="45720" rIns="91440" bIns="45720" rtlCol="0" anchor="ctr"/>
          <a:lstStyle>
            <a:lvl1pPr algn="l">
              <a:defRPr sz="1200">
                <a:solidFill>
                  <a:schemeClr val="tx1">
                    <a:tint val="75000"/>
                  </a:schemeClr>
                </a:solidFill>
              </a:defRPr>
            </a:lvl1pPr>
          </a:lstStyle>
          <a:p>
            <a:fld id="{93BF0A32-A5A0-4EC5-89D8-E1F3FD4B08CE}" type="datetimeFigureOut">
              <a:rPr lang="en-US" smtClean="0"/>
              <a:t>7/15/2026</a:t>
            </a:fld>
            <a:endParaRPr lang="en-US" dirty="0"/>
          </a:p>
        </p:txBody>
      </p:sp>
      <p:sp>
        <p:nvSpPr>
          <p:cNvPr id="6" name="Slide Number Placeholder 5">
            <a:extLst>
              <a:ext uri="{FF2B5EF4-FFF2-40B4-BE49-F238E27FC236}">
                <a16:creationId xmlns:a16="http://schemas.microsoft.com/office/drawing/2014/main" id="{E21CAB49-08A3-C09B-7541-34DFDC9361E8}"/>
              </a:ext>
            </a:extLst>
          </p:cNvPr>
          <p:cNvSpPr>
            <a:spLocks noGrp="1"/>
          </p:cNvSpPr>
          <p:nvPr>
            <p:ph type="sldNum" sz="quarter" idx="4"/>
          </p:nvPr>
        </p:nvSpPr>
        <p:spPr>
          <a:xfrm>
            <a:off x="8610600" y="15066963"/>
            <a:ext cx="2743200" cy="865187"/>
          </a:xfrm>
          <a:prstGeom prst="rect">
            <a:avLst/>
          </a:prstGeom>
        </p:spPr>
        <p:txBody>
          <a:bodyPr vert="horz" lIns="91440" tIns="45720" rIns="91440" bIns="45720" rtlCol="0" anchor="ctr"/>
          <a:lstStyle>
            <a:lvl1pPr algn="r">
              <a:defRPr sz="1200">
                <a:solidFill>
                  <a:schemeClr val="tx1">
                    <a:tint val="75000"/>
                  </a:schemeClr>
                </a:solidFill>
              </a:defRPr>
            </a:lvl1pPr>
          </a:lstStyle>
          <a:p>
            <a:fld id="{7FFD9766-D552-4D33-865B-173EBB38B9BD}" type="slidenum">
              <a:rPr lang="en-US" smtClean="0"/>
              <a:t>‹#›</a:t>
            </a:fld>
            <a:endParaRPr lang="en-US" dirty="0"/>
          </a:p>
        </p:txBody>
      </p:sp>
    </p:spTree>
    <p:extLst>
      <p:ext uri="{BB962C8B-B14F-4D97-AF65-F5344CB8AC3E}">
        <p14:creationId xmlns:p14="http://schemas.microsoft.com/office/powerpoint/2010/main" val="1441861479"/>
      </p:ext>
    </p:extLst>
  </p:cSld>
  <p:clrMap bg1="lt1" tx1="dk1" bg2="lt2" tx2="dk2" accent1="accent1" accent2="accent2" accent3="accent3" accent4="accent4" accent5="accent5" accent6="accent6" hlink="hlink" folHlink="folHlink"/>
  <p:sldLayoutIdLst>
    <p:sldLayoutId id="2147483694" r:id="rId1"/>
    <p:sldLayoutId id="2147483695" r:id="rId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itle 92">
            <a:extLst>
              <a:ext uri="{FF2B5EF4-FFF2-40B4-BE49-F238E27FC236}">
                <a16:creationId xmlns:a16="http://schemas.microsoft.com/office/drawing/2014/main" id="{F8AFC95F-4AEC-7125-002E-DF65C975E114}"/>
              </a:ext>
            </a:extLst>
          </p:cNvPr>
          <p:cNvSpPr>
            <a:spLocks noGrp="1"/>
          </p:cNvSpPr>
          <p:nvPr>
            <p:ph type="title"/>
          </p:nvPr>
        </p:nvSpPr>
        <p:spPr>
          <a:xfrm>
            <a:off x="1997598" y="1134316"/>
            <a:ext cx="8196805" cy="2872535"/>
          </a:xfrm>
        </p:spPr>
        <p:txBody>
          <a:bodyPr/>
          <a:lstStyle/>
          <a:p>
            <a:r>
              <a:rPr lang="en-US" dirty="0"/>
              <a:t>College student data</a:t>
            </a:r>
          </a:p>
        </p:txBody>
      </p:sp>
      <p:sp>
        <p:nvSpPr>
          <p:cNvPr id="1133" name="Text Placeholder 1132">
            <a:extLst>
              <a:ext uri="{FF2B5EF4-FFF2-40B4-BE49-F238E27FC236}">
                <a16:creationId xmlns:a16="http://schemas.microsoft.com/office/drawing/2014/main" id="{4A9CF247-DC13-6EEB-E848-86575A10C16A}"/>
              </a:ext>
            </a:extLst>
          </p:cNvPr>
          <p:cNvSpPr>
            <a:spLocks noGrp="1"/>
          </p:cNvSpPr>
          <p:nvPr>
            <p:ph type="body" sz="quarter" idx="11"/>
          </p:nvPr>
        </p:nvSpPr>
        <p:spPr>
          <a:xfrm>
            <a:off x="585989" y="776614"/>
            <a:ext cx="2261384" cy="1304000"/>
          </a:xfrm>
        </p:spPr>
        <p:txBody>
          <a:bodyPr/>
          <a:lstStyle/>
          <a:p>
            <a:r>
              <a:rPr lang="en-US" dirty="0"/>
              <a:t>Bellows college</a:t>
            </a:r>
          </a:p>
        </p:txBody>
      </p:sp>
      <p:pic>
        <p:nvPicPr>
          <p:cNvPr id="1046" name="Picture Placeholder 1045" descr="Graduation Cap">
            <a:extLst>
              <a:ext uri="{FF2B5EF4-FFF2-40B4-BE49-F238E27FC236}">
                <a16:creationId xmlns:a16="http://schemas.microsoft.com/office/drawing/2014/main" id="{2A74EE71-198D-F31A-01A8-2EB26AF3F224}"/>
              </a:ext>
            </a:extLst>
          </p:cNvPr>
          <p:cNvPicPr>
            <a:picLocks noGrp="1" noChangeAspect="1"/>
          </p:cNvPicPr>
          <p:nvPr>
            <p:ph type="pic" sz="quarter" idx="37"/>
          </p:nvPr>
        </p:nvPicPr>
        <p:blipFill>
          <a:blip>
            <a:extLst>
              <a:ext uri="{96DAC541-7B7A-43D3-8B79-37D633B846F1}">
                <asvg:svgBlip xmlns:asvg="http://schemas.microsoft.com/office/drawing/2016/SVG/main" r:embed="rId3"/>
              </a:ext>
            </a:extLst>
          </a:blip>
          <a:srcRect t="2901" b="2901"/>
          <a:stretch/>
        </p:blipFill>
        <p:spPr>
          <a:xfrm>
            <a:off x="8898456" y="1853528"/>
            <a:ext cx="1628552" cy="1226510"/>
          </a:xfrm>
        </p:spPr>
      </p:pic>
      <p:sp>
        <p:nvSpPr>
          <p:cNvPr id="172" name="Text Placeholder 171">
            <a:extLst>
              <a:ext uri="{FF2B5EF4-FFF2-40B4-BE49-F238E27FC236}">
                <a16:creationId xmlns:a16="http://schemas.microsoft.com/office/drawing/2014/main" id="{2C9EFB1D-9F4D-A420-E8AE-5F6CFCF40F87}"/>
              </a:ext>
            </a:extLst>
          </p:cNvPr>
          <p:cNvSpPr>
            <a:spLocks noGrp="1"/>
          </p:cNvSpPr>
          <p:nvPr>
            <p:ph type="body" sz="quarter" idx="36"/>
          </p:nvPr>
        </p:nvSpPr>
        <p:spPr>
          <a:xfrm>
            <a:off x="599773" y="4026530"/>
            <a:ext cx="10992455" cy="525074"/>
          </a:xfrm>
        </p:spPr>
        <p:txBody>
          <a:bodyPr/>
          <a:lstStyle/>
          <a:p>
            <a:r>
              <a:rPr lang="en-US" dirty="0"/>
              <a:t>Check out these fast facts on college education in the US.</a:t>
            </a:r>
            <a:endParaRPr lang="en-US" noProof="1"/>
          </a:p>
        </p:txBody>
      </p:sp>
      <p:sp>
        <p:nvSpPr>
          <p:cNvPr id="512" name="Text Placeholder 511">
            <a:extLst>
              <a:ext uri="{FF2B5EF4-FFF2-40B4-BE49-F238E27FC236}">
                <a16:creationId xmlns:a16="http://schemas.microsoft.com/office/drawing/2014/main" id="{60E34802-19D6-FFDC-430A-441FD77C1376}"/>
              </a:ext>
            </a:extLst>
          </p:cNvPr>
          <p:cNvSpPr>
            <a:spLocks noGrp="1"/>
          </p:cNvSpPr>
          <p:nvPr>
            <p:ph type="body" sz="quarter" idx="12"/>
          </p:nvPr>
        </p:nvSpPr>
        <p:spPr>
          <a:xfrm>
            <a:off x="585988" y="5399966"/>
            <a:ext cx="5408411" cy="1092614"/>
          </a:xfrm>
        </p:spPr>
        <p:txBody>
          <a:bodyPr/>
          <a:lstStyle/>
          <a:p>
            <a:r>
              <a:rPr lang="en-US" dirty="0"/>
              <a:t>44%</a:t>
            </a:r>
          </a:p>
        </p:txBody>
      </p:sp>
      <p:sp>
        <p:nvSpPr>
          <p:cNvPr id="186" name="Text Placeholder 185">
            <a:extLst>
              <a:ext uri="{FF2B5EF4-FFF2-40B4-BE49-F238E27FC236}">
                <a16:creationId xmlns:a16="http://schemas.microsoft.com/office/drawing/2014/main" id="{461043ED-3F40-9CB4-8D2B-F3C87DD7A4A7}"/>
              </a:ext>
            </a:extLst>
          </p:cNvPr>
          <p:cNvSpPr>
            <a:spLocks noGrp="1"/>
          </p:cNvSpPr>
          <p:nvPr>
            <p:ph type="body" sz="quarter" idx="14"/>
          </p:nvPr>
        </p:nvSpPr>
        <p:spPr>
          <a:xfrm>
            <a:off x="2684813" y="5544090"/>
            <a:ext cx="2963043" cy="804367"/>
          </a:xfrm>
        </p:spPr>
        <p:txBody>
          <a:bodyPr/>
          <a:lstStyle/>
          <a:p>
            <a:r>
              <a:rPr lang="en-US" noProof="1"/>
              <a:t>of students change their</a:t>
            </a:r>
            <a:br>
              <a:rPr lang="en-US" noProof="1"/>
            </a:br>
            <a:r>
              <a:rPr lang="en-US" noProof="1"/>
              <a:t>major at least once</a:t>
            </a:r>
          </a:p>
        </p:txBody>
      </p:sp>
      <p:sp>
        <p:nvSpPr>
          <p:cNvPr id="513" name="Text Placeholder 512">
            <a:extLst>
              <a:ext uri="{FF2B5EF4-FFF2-40B4-BE49-F238E27FC236}">
                <a16:creationId xmlns:a16="http://schemas.microsoft.com/office/drawing/2014/main" id="{71C8437F-6809-B184-8704-5DB7ADB0C978}"/>
              </a:ext>
            </a:extLst>
          </p:cNvPr>
          <p:cNvSpPr>
            <a:spLocks noGrp="1"/>
          </p:cNvSpPr>
          <p:nvPr>
            <p:ph type="body" sz="quarter" idx="13"/>
          </p:nvPr>
        </p:nvSpPr>
        <p:spPr>
          <a:xfrm>
            <a:off x="585988" y="6624556"/>
            <a:ext cx="5408411" cy="1092614"/>
          </a:xfrm>
        </p:spPr>
        <p:txBody>
          <a:bodyPr/>
          <a:lstStyle/>
          <a:p>
            <a:r>
              <a:rPr lang="en-US" dirty="0"/>
              <a:t>35%</a:t>
            </a:r>
          </a:p>
        </p:txBody>
      </p:sp>
      <p:sp>
        <p:nvSpPr>
          <p:cNvPr id="215" name="Text Placeholder 214">
            <a:extLst>
              <a:ext uri="{FF2B5EF4-FFF2-40B4-BE49-F238E27FC236}">
                <a16:creationId xmlns:a16="http://schemas.microsoft.com/office/drawing/2014/main" id="{6807459D-4170-C229-F963-F2976F0EBFBB}"/>
              </a:ext>
            </a:extLst>
          </p:cNvPr>
          <p:cNvSpPr>
            <a:spLocks noGrp="1"/>
          </p:cNvSpPr>
          <p:nvPr>
            <p:ph type="body" sz="quarter" idx="15"/>
          </p:nvPr>
        </p:nvSpPr>
        <p:spPr>
          <a:xfrm>
            <a:off x="2684811" y="6838187"/>
            <a:ext cx="2963045" cy="665352"/>
          </a:xfrm>
        </p:spPr>
        <p:txBody>
          <a:bodyPr/>
          <a:lstStyle/>
          <a:p>
            <a:r>
              <a:rPr lang="en-US" noProof="1"/>
              <a:t>work part-time</a:t>
            </a:r>
            <a:br>
              <a:rPr lang="en-US" noProof="1"/>
            </a:br>
            <a:r>
              <a:rPr lang="en-US" noProof="1"/>
              <a:t>while attending school</a:t>
            </a:r>
          </a:p>
        </p:txBody>
      </p:sp>
      <p:pic>
        <p:nvPicPr>
          <p:cNvPr id="225" name="Chart Placeholder 224" descr="Picture of a pie chart">
            <a:extLst>
              <a:ext uri="{FF2B5EF4-FFF2-40B4-BE49-F238E27FC236}">
                <a16:creationId xmlns:a16="http://schemas.microsoft.com/office/drawing/2014/main" id="{8170C1F5-6744-5770-6ABB-0DE12FC33D1C}"/>
              </a:ext>
            </a:extLst>
          </p:cNvPr>
          <p:cNvPicPr>
            <a:picLocks noGrp="1" noChangeAspect="1"/>
          </p:cNvPicPr>
          <p:nvPr>
            <p:ph type="chart" sz="quarter" idx="22"/>
          </p:nvPr>
        </p:nvPicPr>
        <p:blipFill>
          <a:blip r:embed="rId4"/>
          <a:stretch>
            <a:fillRect/>
          </a:stretch>
        </p:blipFill>
        <p:spPr>
          <a:xfrm>
            <a:off x="6354763" y="5462309"/>
            <a:ext cx="1500187" cy="1348345"/>
          </a:xfrm>
        </p:spPr>
      </p:pic>
      <p:sp>
        <p:nvSpPr>
          <p:cNvPr id="41" name="Text Placeholder 40">
            <a:extLst>
              <a:ext uri="{FF2B5EF4-FFF2-40B4-BE49-F238E27FC236}">
                <a16:creationId xmlns:a16="http://schemas.microsoft.com/office/drawing/2014/main" id="{F759D3BD-334F-437B-885B-61E4D9284B75}"/>
              </a:ext>
            </a:extLst>
          </p:cNvPr>
          <p:cNvSpPr>
            <a:spLocks noGrp="1"/>
          </p:cNvSpPr>
          <p:nvPr>
            <p:ph type="body" sz="quarter" idx="16"/>
          </p:nvPr>
        </p:nvSpPr>
        <p:spPr>
          <a:xfrm>
            <a:off x="6299200" y="6443508"/>
            <a:ext cx="1590104" cy="691168"/>
          </a:xfrm>
        </p:spPr>
        <p:txBody>
          <a:bodyPr/>
          <a:lstStyle/>
          <a:p>
            <a:r>
              <a:rPr lang="en-US" dirty="0"/>
              <a:t>66%</a:t>
            </a:r>
          </a:p>
        </p:txBody>
      </p:sp>
      <p:sp>
        <p:nvSpPr>
          <p:cNvPr id="102" name="Text Placeholder 101">
            <a:extLst>
              <a:ext uri="{FF2B5EF4-FFF2-40B4-BE49-F238E27FC236}">
                <a16:creationId xmlns:a16="http://schemas.microsoft.com/office/drawing/2014/main" id="{8C30C1D0-D077-7E0F-3AEE-3879232A0547}"/>
              </a:ext>
            </a:extLst>
          </p:cNvPr>
          <p:cNvSpPr>
            <a:spLocks noGrp="1"/>
          </p:cNvSpPr>
          <p:nvPr>
            <p:ph type="body" sz="quarter" idx="19"/>
          </p:nvPr>
        </p:nvSpPr>
        <p:spPr>
          <a:xfrm>
            <a:off x="6299200" y="7214903"/>
            <a:ext cx="1590104" cy="483107"/>
          </a:xfrm>
        </p:spPr>
        <p:txBody>
          <a:bodyPr/>
          <a:lstStyle/>
          <a:p>
            <a:r>
              <a:rPr lang="en-US" dirty="0"/>
              <a:t>Of graduates earn more income.</a:t>
            </a:r>
          </a:p>
        </p:txBody>
      </p:sp>
      <p:pic>
        <p:nvPicPr>
          <p:cNvPr id="228" name="Chart Placeholder 227" descr="Picture of a pie chart">
            <a:extLst>
              <a:ext uri="{FF2B5EF4-FFF2-40B4-BE49-F238E27FC236}">
                <a16:creationId xmlns:a16="http://schemas.microsoft.com/office/drawing/2014/main" id="{B49493CD-CAF3-16CA-F556-327FCB2E8B6D}"/>
              </a:ext>
            </a:extLst>
          </p:cNvPr>
          <p:cNvPicPr>
            <a:picLocks noGrp="1" noChangeAspect="1"/>
          </p:cNvPicPr>
          <p:nvPr>
            <p:ph type="chart" sz="quarter" idx="23"/>
          </p:nvPr>
        </p:nvPicPr>
        <p:blipFill>
          <a:blip r:embed="rId5"/>
          <a:stretch>
            <a:fillRect/>
          </a:stretch>
        </p:blipFill>
        <p:spPr>
          <a:xfrm>
            <a:off x="8099552" y="5459653"/>
            <a:ext cx="1499616" cy="1353312"/>
          </a:xfrm>
        </p:spPr>
      </p:pic>
      <p:sp>
        <p:nvSpPr>
          <p:cNvPr id="100" name="Text Placeholder 99">
            <a:extLst>
              <a:ext uri="{FF2B5EF4-FFF2-40B4-BE49-F238E27FC236}">
                <a16:creationId xmlns:a16="http://schemas.microsoft.com/office/drawing/2014/main" id="{BC2E49F5-1FC8-2C5B-54E7-9C0F86145F29}"/>
              </a:ext>
            </a:extLst>
          </p:cNvPr>
          <p:cNvSpPr>
            <a:spLocks noGrp="1"/>
          </p:cNvSpPr>
          <p:nvPr>
            <p:ph type="body" sz="quarter" idx="17"/>
          </p:nvPr>
        </p:nvSpPr>
        <p:spPr>
          <a:xfrm>
            <a:off x="8054308" y="6443508"/>
            <a:ext cx="1590104" cy="691168"/>
          </a:xfrm>
        </p:spPr>
        <p:txBody>
          <a:bodyPr/>
          <a:lstStyle/>
          <a:p>
            <a:r>
              <a:rPr lang="en-US" dirty="0"/>
              <a:t>63%</a:t>
            </a:r>
          </a:p>
        </p:txBody>
      </p:sp>
      <p:sp>
        <p:nvSpPr>
          <p:cNvPr id="103" name="Text Placeholder 102">
            <a:extLst>
              <a:ext uri="{FF2B5EF4-FFF2-40B4-BE49-F238E27FC236}">
                <a16:creationId xmlns:a16="http://schemas.microsoft.com/office/drawing/2014/main" id="{788876ED-7B0D-5CA6-3681-9D7C9ADA2CF0}"/>
              </a:ext>
            </a:extLst>
          </p:cNvPr>
          <p:cNvSpPr>
            <a:spLocks noGrp="1"/>
          </p:cNvSpPr>
          <p:nvPr>
            <p:ph type="body" sz="quarter" idx="20"/>
          </p:nvPr>
        </p:nvSpPr>
        <p:spPr>
          <a:xfrm>
            <a:off x="8054308" y="7214903"/>
            <a:ext cx="1590104" cy="483107"/>
          </a:xfrm>
        </p:spPr>
        <p:txBody>
          <a:bodyPr/>
          <a:lstStyle/>
          <a:p>
            <a:r>
              <a:rPr lang="en-US" dirty="0"/>
              <a:t>Of students receive financial aid.</a:t>
            </a:r>
          </a:p>
        </p:txBody>
      </p:sp>
      <p:pic>
        <p:nvPicPr>
          <p:cNvPr id="231" name="Chart Placeholder 230" descr="Picture of a pie chart">
            <a:extLst>
              <a:ext uri="{FF2B5EF4-FFF2-40B4-BE49-F238E27FC236}">
                <a16:creationId xmlns:a16="http://schemas.microsoft.com/office/drawing/2014/main" id="{4F47B57D-CEFD-DBA7-FD0A-7B89F9A3FF3B}"/>
              </a:ext>
            </a:extLst>
          </p:cNvPr>
          <p:cNvPicPr>
            <a:picLocks noGrp="1" noChangeAspect="1"/>
          </p:cNvPicPr>
          <p:nvPr>
            <p:ph type="chart" sz="quarter" idx="24"/>
          </p:nvPr>
        </p:nvPicPr>
        <p:blipFill>
          <a:blip r:embed="rId6"/>
          <a:stretch>
            <a:fillRect/>
          </a:stretch>
        </p:blipFill>
        <p:spPr>
          <a:xfrm>
            <a:off x="9855072" y="5459653"/>
            <a:ext cx="1499616" cy="1353312"/>
          </a:xfrm>
        </p:spPr>
      </p:pic>
      <p:sp>
        <p:nvSpPr>
          <p:cNvPr id="101" name="Text Placeholder 100">
            <a:extLst>
              <a:ext uri="{FF2B5EF4-FFF2-40B4-BE49-F238E27FC236}">
                <a16:creationId xmlns:a16="http://schemas.microsoft.com/office/drawing/2014/main" id="{949072CC-D6E8-7DC2-9B01-570AA18C4EDF}"/>
              </a:ext>
            </a:extLst>
          </p:cNvPr>
          <p:cNvSpPr>
            <a:spLocks noGrp="1"/>
          </p:cNvSpPr>
          <p:nvPr>
            <p:ph type="body" sz="quarter" idx="18"/>
          </p:nvPr>
        </p:nvSpPr>
        <p:spPr>
          <a:xfrm>
            <a:off x="9809416" y="6443508"/>
            <a:ext cx="1590104" cy="691168"/>
          </a:xfrm>
        </p:spPr>
        <p:txBody>
          <a:bodyPr/>
          <a:lstStyle/>
          <a:p>
            <a:r>
              <a:rPr lang="en-US" dirty="0"/>
              <a:t>20%</a:t>
            </a:r>
          </a:p>
        </p:txBody>
      </p:sp>
      <p:sp>
        <p:nvSpPr>
          <p:cNvPr id="104" name="Text Placeholder 103">
            <a:extLst>
              <a:ext uri="{FF2B5EF4-FFF2-40B4-BE49-F238E27FC236}">
                <a16:creationId xmlns:a16="http://schemas.microsoft.com/office/drawing/2014/main" id="{B91FB20E-B300-F21F-7247-60D4C19643B8}"/>
              </a:ext>
            </a:extLst>
          </p:cNvPr>
          <p:cNvSpPr>
            <a:spLocks noGrp="1"/>
          </p:cNvSpPr>
          <p:nvPr>
            <p:ph type="body" sz="quarter" idx="21"/>
          </p:nvPr>
        </p:nvSpPr>
        <p:spPr>
          <a:xfrm>
            <a:off x="9809416" y="7214903"/>
            <a:ext cx="1590104" cy="483107"/>
          </a:xfrm>
        </p:spPr>
        <p:txBody>
          <a:bodyPr/>
          <a:lstStyle/>
          <a:p>
            <a:r>
              <a:rPr lang="en-US" dirty="0"/>
              <a:t>Of students take</a:t>
            </a:r>
            <a:br>
              <a:rPr lang="en-US" dirty="0"/>
            </a:br>
            <a:r>
              <a:rPr lang="en-US" dirty="0"/>
              <a:t>online classes.</a:t>
            </a:r>
            <a:endParaRPr lang="en-US" noProof="1"/>
          </a:p>
        </p:txBody>
      </p:sp>
      <p:pic>
        <p:nvPicPr>
          <p:cNvPr id="493" name="Picture Placeholder 492" descr="Microscope">
            <a:extLst>
              <a:ext uri="{FF2B5EF4-FFF2-40B4-BE49-F238E27FC236}">
                <a16:creationId xmlns:a16="http://schemas.microsoft.com/office/drawing/2014/main" id="{CEA0B215-4FDF-F4F2-A484-B07FF4B9C285}"/>
              </a:ext>
            </a:extLst>
          </p:cNvPr>
          <p:cNvPicPr>
            <a:picLocks noGrp="1" noChangeAspect="1"/>
          </p:cNvPicPr>
          <p:nvPr>
            <p:ph type="pic" sz="quarter" idx="25"/>
          </p:nvPr>
        </p:nvPicPr>
        <p:blipFill>
          <a:blip>
            <a:extLst>
              <a:ext uri="{96DAC541-7B7A-43D3-8B79-37D633B846F1}">
                <asvg:svgBlip xmlns:asvg="http://schemas.microsoft.com/office/drawing/2016/SVG/main" r:embed="rId7"/>
              </a:ext>
            </a:extLst>
          </a:blip>
          <a:srcRect t="171" b="171"/>
          <a:stretch/>
        </p:blipFill>
        <p:spPr>
          <a:xfrm>
            <a:off x="1054750" y="7991712"/>
            <a:ext cx="1024128" cy="1709928"/>
          </a:xfrm>
        </p:spPr>
      </p:pic>
      <p:sp>
        <p:nvSpPr>
          <p:cNvPr id="301" name="Text Placeholder 300">
            <a:extLst>
              <a:ext uri="{FF2B5EF4-FFF2-40B4-BE49-F238E27FC236}">
                <a16:creationId xmlns:a16="http://schemas.microsoft.com/office/drawing/2014/main" id="{4DF64256-27BC-01AB-7DFF-86F5A69BD6B7}"/>
              </a:ext>
            </a:extLst>
          </p:cNvPr>
          <p:cNvSpPr>
            <a:spLocks noGrp="1"/>
          </p:cNvSpPr>
          <p:nvPr>
            <p:ph type="body" sz="quarter" idx="10"/>
          </p:nvPr>
        </p:nvSpPr>
        <p:spPr>
          <a:xfrm>
            <a:off x="2424176" y="8636202"/>
            <a:ext cx="9169789" cy="1062318"/>
          </a:xfrm>
        </p:spPr>
        <p:txBody>
          <a:bodyPr/>
          <a:lstStyle/>
          <a:p>
            <a:r>
              <a:rPr lang="en-US" dirty="0"/>
              <a:t>The top three most popular undergraduate majors in </a:t>
            </a:r>
            <a:br>
              <a:rPr lang="en-US" dirty="0"/>
            </a:br>
            <a:r>
              <a:rPr lang="en-US" dirty="0"/>
              <a:t>the US are business, health professions, and social sciences.</a:t>
            </a:r>
            <a:endParaRPr lang="en-US" noProof="1"/>
          </a:p>
        </p:txBody>
      </p:sp>
      <p:sp>
        <p:nvSpPr>
          <p:cNvPr id="514" name="Text Placeholder 513">
            <a:extLst>
              <a:ext uri="{FF2B5EF4-FFF2-40B4-BE49-F238E27FC236}">
                <a16:creationId xmlns:a16="http://schemas.microsoft.com/office/drawing/2014/main" id="{9FAD4ADE-8D11-2F3A-C9A4-7093356BCC4B}"/>
              </a:ext>
            </a:extLst>
          </p:cNvPr>
          <p:cNvSpPr>
            <a:spLocks noGrp="1"/>
          </p:cNvSpPr>
          <p:nvPr>
            <p:ph type="body" sz="quarter" idx="26"/>
          </p:nvPr>
        </p:nvSpPr>
        <p:spPr>
          <a:xfrm>
            <a:off x="626630" y="9944953"/>
            <a:ext cx="5367770" cy="1323918"/>
          </a:xfrm>
        </p:spPr>
        <p:txBody>
          <a:bodyPr/>
          <a:lstStyle/>
          <a:p>
            <a:r>
              <a:rPr lang="en-US" dirty="0"/>
              <a:t>5,000</a:t>
            </a:r>
          </a:p>
        </p:txBody>
      </p:sp>
      <p:sp>
        <p:nvSpPr>
          <p:cNvPr id="335" name="Text Placeholder 334">
            <a:extLst>
              <a:ext uri="{FF2B5EF4-FFF2-40B4-BE49-F238E27FC236}">
                <a16:creationId xmlns:a16="http://schemas.microsoft.com/office/drawing/2014/main" id="{D2F82B4B-F3CC-FBC7-98F1-B73292D49508}"/>
              </a:ext>
            </a:extLst>
          </p:cNvPr>
          <p:cNvSpPr>
            <a:spLocks noGrp="1"/>
          </p:cNvSpPr>
          <p:nvPr>
            <p:ph type="body" sz="quarter" idx="27"/>
          </p:nvPr>
        </p:nvSpPr>
        <p:spPr>
          <a:xfrm>
            <a:off x="2725453" y="10165794"/>
            <a:ext cx="2922403" cy="882237"/>
          </a:xfrm>
        </p:spPr>
        <p:txBody>
          <a:bodyPr/>
          <a:lstStyle/>
          <a:p>
            <a:r>
              <a:rPr lang="en-US" noProof="1"/>
              <a:t>The US has over 5,000 colleges and universities</a:t>
            </a:r>
          </a:p>
        </p:txBody>
      </p:sp>
      <p:sp>
        <p:nvSpPr>
          <p:cNvPr id="515" name="Text Placeholder 514">
            <a:extLst>
              <a:ext uri="{FF2B5EF4-FFF2-40B4-BE49-F238E27FC236}">
                <a16:creationId xmlns:a16="http://schemas.microsoft.com/office/drawing/2014/main" id="{5E97F193-AC0D-9EE1-0B31-35B4AAD3DF61}"/>
              </a:ext>
            </a:extLst>
          </p:cNvPr>
          <p:cNvSpPr>
            <a:spLocks noGrp="1"/>
          </p:cNvSpPr>
          <p:nvPr>
            <p:ph type="body" sz="quarter" idx="28"/>
          </p:nvPr>
        </p:nvSpPr>
        <p:spPr>
          <a:xfrm>
            <a:off x="6197600" y="9944953"/>
            <a:ext cx="5367770" cy="1323918"/>
          </a:xfrm>
        </p:spPr>
        <p:txBody>
          <a:bodyPr/>
          <a:lstStyle/>
          <a:p>
            <a:r>
              <a:rPr lang="en-US" dirty="0"/>
              <a:t>260%</a:t>
            </a:r>
          </a:p>
        </p:txBody>
      </p:sp>
      <p:sp>
        <p:nvSpPr>
          <p:cNvPr id="365" name="Text Placeholder 364">
            <a:extLst>
              <a:ext uri="{FF2B5EF4-FFF2-40B4-BE49-F238E27FC236}">
                <a16:creationId xmlns:a16="http://schemas.microsoft.com/office/drawing/2014/main" id="{B612F01F-550F-F426-1526-B79FE0BA4BC5}"/>
              </a:ext>
            </a:extLst>
          </p:cNvPr>
          <p:cNvSpPr>
            <a:spLocks noGrp="1"/>
          </p:cNvSpPr>
          <p:nvPr>
            <p:ph type="body" sz="quarter" idx="29"/>
          </p:nvPr>
        </p:nvSpPr>
        <p:spPr>
          <a:xfrm>
            <a:off x="8265944" y="10165794"/>
            <a:ext cx="3172302" cy="882237"/>
          </a:xfrm>
        </p:spPr>
        <p:txBody>
          <a:bodyPr/>
          <a:lstStyle/>
          <a:p>
            <a:r>
              <a:rPr lang="en-US" dirty="0"/>
              <a:t>The cost of tuition has risen</a:t>
            </a:r>
            <a:br>
              <a:rPr lang="en-US" dirty="0"/>
            </a:br>
            <a:r>
              <a:rPr lang="en-US" dirty="0"/>
              <a:t>260% in the past 40 years</a:t>
            </a:r>
          </a:p>
        </p:txBody>
      </p:sp>
      <p:sp>
        <p:nvSpPr>
          <p:cNvPr id="516" name="Text Placeholder 515">
            <a:extLst>
              <a:ext uri="{FF2B5EF4-FFF2-40B4-BE49-F238E27FC236}">
                <a16:creationId xmlns:a16="http://schemas.microsoft.com/office/drawing/2014/main" id="{94C589D9-4401-7788-910D-40AF39E87998}"/>
              </a:ext>
            </a:extLst>
          </p:cNvPr>
          <p:cNvSpPr>
            <a:spLocks noGrp="1"/>
          </p:cNvSpPr>
          <p:nvPr>
            <p:ph type="body" sz="quarter" idx="30"/>
          </p:nvPr>
        </p:nvSpPr>
        <p:spPr>
          <a:xfrm>
            <a:off x="525028" y="12072863"/>
            <a:ext cx="8320681" cy="1304000"/>
          </a:xfrm>
        </p:spPr>
        <p:txBody>
          <a:bodyPr/>
          <a:lstStyle/>
          <a:p>
            <a:r>
              <a:rPr lang="en-US" dirty="0"/>
              <a:t>Most high school graduates in the US pursue higher education.</a:t>
            </a:r>
            <a:r>
              <a:rPr lang="en-US" noProof="1"/>
              <a:t> 1 in</a:t>
            </a:r>
            <a:r>
              <a:rPr lang="en-US" dirty="0"/>
              <a:t> 3 students will change schools at some point in their educational career.</a:t>
            </a:r>
          </a:p>
        </p:txBody>
      </p:sp>
      <p:pic>
        <p:nvPicPr>
          <p:cNvPr id="805" name="Picture Placeholder 804" descr="Person Outline Icon">
            <a:extLst>
              <a:ext uri="{FF2B5EF4-FFF2-40B4-BE49-F238E27FC236}">
                <a16:creationId xmlns:a16="http://schemas.microsoft.com/office/drawing/2014/main" id="{BF000C05-1009-6241-73A3-D19A2F50906B}"/>
              </a:ext>
            </a:extLst>
          </p:cNvPr>
          <p:cNvPicPr>
            <a:picLocks noGrp="1" noChangeAspect="1"/>
          </p:cNvPicPr>
          <p:nvPr>
            <p:ph type="pic" sz="quarter" idx="31"/>
          </p:nvPr>
        </p:nvPicPr>
        <p:blipFill>
          <a:blip>
            <a:extLst>
              <a:ext uri="{96DAC541-7B7A-43D3-8B79-37D633B846F1}">
                <asvg:svgBlip xmlns:asvg="http://schemas.microsoft.com/office/drawing/2016/SVG/main" r:embed="rId8"/>
              </a:ext>
            </a:extLst>
          </a:blip>
          <a:srcRect l="679" r="679"/>
          <a:stretch/>
        </p:blipFill>
        <p:spPr>
          <a:xfrm>
            <a:off x="9072563" y="12072863"/>
            <a:ext cx="642937" cy="1295391"/>
          </a:xfrm>
        </p:spPr>
      </p:pic>
      <p:pic>
        <p:nvPicPr>
          <p:cNvPr id="807" name="Picture Placeholder 806" descr="Person Outline Icon">
            <a:extLst>
              <a:ext uri="{FF2B5EF4-FFF2-40B4-BE49-F238E27FC236}">
                <a16:creationId xmlns:a16="http://schemas.microsoft.com/office/drawing/2014/main" id="{67C7EE22-4C9D-4C66-65EC-46F86D32F1C5}"/>
              </a:ext>
            </a:extLst>
          </p:cNvPr>
          <p:cNvPicPr>
            <a:picLocks noGrp="1" noChangeAspect="1"/>
          </p:cNvPicPr>
          <p:nvPr>
            <p:ph type="pic" sz="quarter" idx="32"/>
          </p:nvPr>
        </p:nvPicPr>
        <p:blipFill>
          <a:blip>
            <a:extLst>
              <a:ext uri="{96DAC541-7B7A-43D3-8B79-37D633B846F1}">
                <asvg:svgBlip xmlns:asvg="http://schemas.microsoft.com/office/drawing/2016/SVG/main" r:embed="rId8"/>
              </a:ext>
            </a:extLst>
          </a:blip>
          <a:srcRect l="679" r="679"/>
          <a:stretch/>
        </p:blipFill>
        <p:spPr>
          <a:xfrm>
            <a:off x="9942353" y="12072863"/>
            <a:ext cx="642937" cy="1295391"/>
          </a:xfrm>
        </p:spPr>
      </p:pic>
      <p:pic>
        <p:nvPicPr>
          <p:cNvPr id="809" name="Picture Placeholder 808" descr="Person Icon">
            <a:extLst>
              <a:ext uri="{FF2B5EF4-FFF2-40B4-BE49-F238E27FC236}">
                <a16:creationId xmlns:a16="http://schemas.microsoft.com/office/drawing/2014/main" id="{D643F88C-A18C-8FEA-933D-90D7F6B4FEAA}"/>
              </a:ext>
            </a:extLst>
          </p:cNvPr>
          <p:cNvPicPr>
            <a:picLocks noGrp="1" noChangeAspect="1"/>
          </p:cNvPicPr>
          <p:nvPr>
            <p:ph type="pic" sz="quarter" idx="33"/>
          </p:nvPr>
        </p:nvPicPr>
        <p:blipFill>
          <a:blip>
            <a:extLst>
              <a:ext uri="{96DAC541-7B7A-43D3-8B79-37D633B846F1}">
                <asvg:svgBlip xmlns:asvg="http://schemas.microsoft.com/office/drawing/2016/SVG/main" r:embed="rId9"/>
              </a:ext>
            </a:extLst>
          </a:blip>
          <a:srcRect l="679" r="679"/>
          <a:stretch/>
        </p:blipFill>
        <p:spPr>
          <a:xfrm>
            <a:off x="10812143" y="12072863"/>
            <a:ext cx="642937" cy="1295391"/>
          </a:xfrm>
        </p:spPr>
      </p:pic>
      <p:sp>
        <p:nvSpPr>
          <p:cNvPr id="576" name="Text Placeholder 575">
            <a:extLst>
              <a:ext uri="{FF2B5EF4-FFF2-40B4-BE49-F238E27FC236}">
                <a16:creationId xmlns:a16="http://schemas.microsoft.com/office/drawing/2014/main" id="{0D1C8A8D-6E95-6BF6-7360-3BBD3C984C9B}"/>
              </a:ext>
            </a:extLst>
          </p:cNvPr>
          <p:cNvSpPr>
            <a:spLocks noGrp="1"/>
          </p:cNvSpPr>
          <p:nvPr>
            <p:ph type="body" sz="quarter" idx="34"/>
          </p:nvPr>
        </p:nvSpPr>
        <p:spPr>
          <a:xfrm>
            <a:off x="525029" y="14074380"/>
            <a:ext cx="2509116" cy="882237"/>
          </a:xfrm>
        </p:spPr>
        <p:txBody>
          <a:bodyPr/>
          <a:lstStyle/>
          <a:p>
            <a:r>
              <a:rPr lang="en-US" dirty="0"/>
              <a:t>www.bellowscollege.com</a:t>
            </a:r>
          </a:p>
          <a:p>
            <a:r>
              <a:rPr lang="en-US" dirty="0"/>
              <a:t>info@bellowscollege.com</a:t>
            </a:r>
          </a:p>
          <a:p>
            <a:r>
              <a:rPr lang="en-US" dirty="0"/>
              <a:t>208 555 0100</a:t>
            </a:r>
          </a:p>
        </p:txBody>
      </p:sp>
      <p:sp>
        <p:nvSpPr>
          <p:cNvPr id="577" name="Text Placeholder 576">
            <a:extLst>
              <a:ext uri="{FF2B5EF4-FFF2-40B4-BE49-F238E27FC236}">
                <a16:creationId xmlns:a16="http://schemas.microsoft.com/office/drawing/2014/main" id="{1D5280D1-B0FF-C75F-DC3D-9981E24E03DC}"/>
              </a:ext>
            </a:extLst>
          </p:cNvPr>
          <p:cNvSpPr>
            <a:spLocks noGrp="1"/>
          </p:cNvSpPr>
          <p:nvPr>
            <p:ph type="body" sz="quarter" idx="35"/>
          </p:nvPr>
        </p:nvSpPr>
        <p:spPr>
          <a:xfrm>
            <a:off x="3290193" y="14074380"/>
            <a:ext cx="8303772" cy="1609958"/>
          </a:xfrm>
        </p:spPr>
        <p:txBody>
          <a:bodyPr/>
          <a:lstStyle/>
          <a:p>
            <a:r>
              <a:rPr lang="en-US" dirty="0"/>
              <a:t>The above facts and statistics about college education are based on general information and trend. Please note that individual experiences and circumstances may vary.</a:t>
            </a:r>
          </a:p>
          <a:p>
            <a:r>
              <a:rPr lang="en-US" dirty="0"/>
              <a:t>The data provided is for informational purposes only </a:t>
            </a:r>
            <a:br>
              <a:rPr lang="en-US" dirty="0"/>
            </a:br>
            <a:r>
              <a:rPr lang="en-US" dirty="0"/>
              <a:t>and should not be considered </a:t>
            </a:r>
            <a:br>
              <a:rPr lang="en-US" dirty="0"/>
            </a:br>
            <a:r>
              <a:rPr lang="en-US" dirty="0"/>
              <a:t>as personal or financial advice. </a:t>
            </a:r>
            <a:br>
              <a:rPr lang="en-US" dirty="0"/>
            </a:br>
            <a:r>
              <a:rPr lang="en-US" dirty="0"/>
              <a:t>It is recommended to conduct further research  or consult with professionals to make informed decisions. While efforts have been made to ensure the accuracy of the information presented, we cannot guarantee its completeness </a:t>
            </a:r>
            <a:br>
              <a:rPr lang="en-US" dirty="0"/>
            </a:br>
            <a:r>
              <a:rPr lang="en-US" dirty="0"/>
              <a:t>or reliability.</a:t>
            </a:r>
          </a:p>
        </p:txBody>
      </p:sp>
    </p:spTree>
    <p:extLst>
      <p:ext uri="{BB962C8B-B14F-4D97-AF65-F5344CB8AC3E}">
        <p14:creationId xmlns:p14="http://schemas.microsoft.com/office/powerpoint/2010/main" val="2737904208"/>
      </p:ext>
    </p:extLst>
  </p:cSld>
  <p:clrMapOvr>
    <a:masterClrMapping/>
  </p:clrMapOvr>
</p:sld>
</file>

<file path=ppt/theme/theme1.xml><?xml version="1.0" encoding="utf-8"?>
<a:theme xmlns:a="http://schemas.openxmlformats.org/drawingml/2006/main" name="Custom">
  <a:themeElements>
    <a:clrScheme name="Custom 225">
      <a:dk1>
        <a:sysClr val="windowText" lastClr="000000"/>
      </a:dk1>
      <a:lt1>
        <a:sysClr val="window" lastClr="FFFFFF"/>
      </a:lt1>
      <a:dk2>
        <a:srgbClr val="44546A"/>
      </a:dk2>
      <a:lt2>
        <a:srgbClr val="E7E6E6"/>
      </a:lt2>
      <a:accent1>
        <a:srgbClr val="F2F7FC"/>
      </a:accent1>
      <a:accent2>
        <a:srgbClr val="2E7BC8"/>
      </a:accent2>
      <a:accent3>
        <a:srgbClr val="FFFEEB"/>
      </a:accent3>
      <a:accent4>
        <a:srgbClr val="C15764"/>
      </a:accent4>
      <a:accent5>
        <a:srgbClr val="F5A26F"/>
      </a:accent5>
      <a:accent6>
        <a:srgbClr val="C6FEDA"/>
      </a:accent6>
      <a:hlink>
        <a:srgbClr val="D2B356"/>
      </a:hlink>
      <a:folHlink>
        <a:srgbClr val="C59169"/>
      </a:folHlink>
    </a:clrScheme>
    <a:fontScheme name="Custom 72">
      <a:majorFont>
        <a:latin typeface="Calibri"/>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81421_Win32_SL_v4" id="{A05BC38D-7A36-434C-AE58-671B91A32AC4}" vid="{BA7B049D-A6D9-479D-80E8-6A737482F9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7CE127-7813-43B3-896B-0FC731E05D08}">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0891D39D-0B59-4B56-81CF-15F533A134D9}">
  <ds:schemaRefs>
    <ds:schemaRef ds:uri="http://schemas.microsoft.com/sharepoint/v3/contenttype/forms"/>
  </ds:schemaRefs>
</ds:datastoreItem>
</file>

<file path=customXml/itemProps3.xml><?xml version="1.0" encoding="utf-8"?>
<ds:datastoreItem xmlns:ds="http://schemas.openxmlformats.org/officeDocument/2006/customXml" ds:itemID="{166227D2-E40E-4221-BAD8-76574753A1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234</Words>
  <Application>Microsoft Office PowerPoint</Application>
  <PresentationFormat>Custom</PresentationFormat>
  <Paragraphs>25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vt:lpstr>
      <vt:lpstr>College student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2026-07-16T06:01:24Z</dcterms:created>
  <dcterms:modified xsi:type="dcterms:W3CDTF">2026-07-16T06:01:27Z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