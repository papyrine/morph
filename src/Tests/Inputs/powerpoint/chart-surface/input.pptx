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2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3DChart>
        <c:wireframe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4B-4907-B9EC-91D74A38EC5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4B-4907-B9EC-91D74A38EC5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44B-4907-B9EC-91D74A38EC53}"/>
            </c:ext>
          </c:extLst>
        </c:ser>
        <c:bandFmts>
          <c:bandFmt>
            <c:idx val="0"/>
            <c:spPr>
              <a:solidFill>
                <a:schemeClr val="accent1"/>
              </a:solidFill>
              <a:ln/>
              <a:effectLst/>
              <a:sp3d/>
            </c:spPr>
          </c:bandFmt>
          <c:bandFmt>
            <c:idx val="1"/>
            <c:spPr>
              <a:solidFill>
                <a:schemeClr val="accent2"/>
              </a:solidFill>
              <a:ln/>
              <a:effectLst/>
              <a:sp3d/>
            </c:spPr>
          </c:bandFmt>
          <c:bandFmt>
            <c:idx val="2"/>
            <c:spPr>
              <a:solidFill>
                <a:schemeClr val="accent3"/>
              </a:solidFill>
              <a:ln/>
              <a:effectLst/>
              <a:sp3d/>
            </c:spPr>
          </c:bandFmt>
          <c:bandFmt>
            <c:idx val="3"/>
            <c:spPr>
              <a:solidFill>
                <a:schemeClr val="accent4"/>
              </a:solidFill>
              <a:ln/>
              <a:effectLst/>
              <a:sp3d/>
            </c:spPr>
          </c:bandFmt>
          <c:bandFmt>
            <c:idx val="4"/>
            <c:spPr>
              <a:solidFill>
                <a:schemeClr val="accent5"/>
              </a:solidFill>
              <a:ln/>
              <a:effectLst/>
              <a:sp3d/>
            </c:spPr>
          </c:bandFmt>
          <c:bandFmt>
            <c:idx val="5"/>
            <c:spPr>
              <a:solidFill>
                <a:schemeClr val="accent6"/>
              </a:solidFill>
              <a:ln/>
              <a:effectLst/>
              <a:sp3d/>
            </c:spPr>
          </c:bandFmt>
          <c:bandFmt>
            <c:idx val="6"/>
            <c:spPr>
              <a:solidFill>
                <a:schemeClr val="accent1">
                  <a:lumMod val="60000"/>
                </a:schemeClr>
              </a:solidFill>
              <a:ln/>
              <a:effectLst/>
              <a:sp3d/>
            </c:spPr>
          </c:bandFmt>
          <c:bandFmt>
            <c:idx val="7"/>
            <c:spPr>
              <a:solidFill>
                <a:schemeClr val="accent2">
                  <a:lumMod val="60000"/>
                </a:schemeClr>
              </a:solidFill>
              <a:ln/>
              <a:effectLst/>
              <a:sp3d/>
            </c:spPr>
          </c:bandFmt>
          <c:bandFmt>
            <c:idx val="8"/>
            <c:spPr>
              <a:solidFill>
                <a:schemeClr val="accent3">
                  <a:lumMod val="60000"/>
                </a:schemeClr>
              </a:solidFill>
              <a:ln/>
              <a:effectLst/>
              <a:sp3d/>
            </c:spPr>
          </c:bandFmt>
          <c:bandFmt>
            <c:idx val="9"/>
            <c:spPr>
              <a:solidFill>
                <a:schemeClr val="accent4">
                  <a:lumMod val="60000"/>
                </a:schemeClr>
              </a:solidFill>
              <a:ln/>
              <a:effectLst/>
              <a:sp3d/>
            </c:spPr>
          </c:bandFmt>
          <c:bandFmt>
            <c:idx val="10"/>
            <c:spPr>
              <a:solidFill>
                <a:schemeClr val="accent5">
                  <a:lumMod val="60000"/>
                </a:schemeClr>
              </a:solidFill>
              <a:ln/>
              <a:effectLst/>
              <a:sp3d/>
            </c:spPr>
          </c:bandFmt>
          <c:bandFmt>
            <c:idx val="11"/>
            <c:spPr>
              <a:solidFill>
                <a:schemeClr val="accent6">
                  <a:lumMod val="60000"/>
                </a:schemeClr>
              </a:solidFill>
              <a:ln/>
              <a:effectLst/>
              <a:sp3d/>
            </c:spPr>
          </c:bandFmt>
          <c:bandFmt>
            <c:idx val="12"/>
            <c:spPr>
              <a:solidFill>
                <a:schemeClr val="accent1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3"/>
            <c:spPr>
              <a:solidFill>
                <a:schemeClr val="accent2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4"/>
            <c:spPr>
              <a:solidFill>
                <a:schemeClr val="accent3">
                  <a:lumMod val="80000"/>
                  <a:lumOff val="20000"/>
                </a:schemeClr>
              </a:solidFill>
              <a:ln/>
              <a:effectLst/>
              <a:sp3d/>
            </c:spPr>
          </c:bandFmt>
        </c:bandFmts>
        <c:axId val="987305119"/>
        <c:axId val="978203343"/>
        <c:axId val="987739871"/>
      </c:surface3DChart>
      <c:catAx>
        <c:axId val="98730511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8203343"/>
        <c:crosses val="autoZero"/>
        <c:auto val="1"/>
        <c:lblAlgn val="ctr"/>
        <c:lblOffset val="100"/>
        <c:noMultiLvlLbl val="0"/>
      </c:catAx>
      <c:valAx>
        <c:axId val="978203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7305119"/>
        <c:crosses val="autoZero"/>
        <c:crossBetween val="midCat"/>
      </c:valAx>
      <c:serAx>
        <c:axId val="98773987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8203343"/>
        <c:crosses val="autoZero"/>
      </c:ser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90"/>
      <c:rotY val="0"/>
      <c:rAngAx val="0"/>
      <c:perspective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Chart>
        <c:wireframe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33-4565-84A8-E73FF4713A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33-4565-84A8-E73FF4713AF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133-4565-84A8-E73FF4713AF7}"/>
            </c:ext>
          </c:extLst>
        </c:ser>
        <c:bandFmts>
          <c:bandFmt>
            <c:idx val="0"/>
            <c:spPr>
              <a:solidFill>
                <a:schemeClr val="accent1"/>
              </a:solidFill>
              <a:ln/>
              <a:effectLst/>
              <a:sp3d/>
            </c:spPr>
          </c:bandFmt>
          <c:bandFmt>
            <c:idx val="1"/>
            <c:spPr>
              <a:solidFill>
                <a:schemeClr val="accent2"/>
              </a:solidFill>
              <a:ln/>
              <a:effectLst/>
              <a:sp3d/>
            </c:spPr>
          </c:bandFmt>
          <c:bandFmt>
            <c:idx val="2"/>
            <c:spPr>
              <a:solidFill>
                <a:schemeClr val="accent3"/>
              </a:solidFill>
              <a:ln/>
              <a:effectLst/>
              <a:sp3d/>
            </c:spPr>
          </c:bandFmt>
          <c:bandFmt>
            <c:idx val="3"/>
            <c:spPr>
              <a:solidFill>
                <a:schemeClr val="accent4"/>
              </a:solidFill>
              <a:ln/>
              <a:effectLst/>
              <a:sp3d/>
            </c:spPr>
          </c:bandFmt>
          <c:bandFmt>
            <c:idx val="4"/>
            <c:spPr>
              <a:solidFill>
                <a:schemeClr val="accent5"/>
              </a:solidFill>
              <a:ln/>
              <a:effectLst/>
              <a:sp3d/>
            </c:spPr>
          </c:bandFmt>
          <c:bandFmt>
            <c:idx val="5"/>
            <c:spPr>
              <a:solidFill>
                <a:schemeClr val="accent6"/>
              </a:solidFill>
              <a:ln/>
              <a:effectLst/>
              <a:sp3d/>
            </c:spPr>
          </c:bandFmt>
          <c:bandFmt>
            <c:idx val="6"/>
            <c:spPr>
              <a:solidFill>
                <a:schemeClr val="accent1">
                  <a:lumMod val="60000"/>
                </a:schemeClr>
              </a:solidFill>
              <a:ln/>
              <a:effectLst/>
              <a:sp3d/>
            </c:spPr>
          </c:bandFmt>
          <c:bandFmt>
            <c:idx val="7"/>
            <c:spPr>
              <a:solidFill>
                <a:schemeClr val="accent2">
                  <a:lumMod val="60000"/>
                </a:schemeClr>
              </a:solidFill>
              <a:ln/>
              <a:effectLst/>
              <a:sp3d/>
            </c:spPr>
          </c:bandFmt>
          <c:bandFmt>
            <c:idx val="8"/>
            <c:spPr>
              <a:solidFill>
                <a:schemeClr val="accent3">
                  <a:lumMod val="60000"/>
                </a:schemeClr>
              </a:solidFill>
              <a:ln/>
              <a:effectLst/>
              <a:sp3d/>
            </c:spPr>
          </c:bandFmt>
          <c:bandFmt>
            <c:idx val="9"/>
            <c:spPr>
              <a:solidFill>
                <a:schemeClr val="accent4">
                  <a:lumMod val="60000"/>
                </a:schemeClr>
              </a:solidFill>
              <a:ln/>
              <a:effectLst/>
              <a:sp3d/>
            </c:spPr>
          </c:bandFmt>
          <c:bandFmt>
            <c:idx val="10"/>
            <c:spPr>
              <a:solidFill>
                <a:schemeClr val="accent5">
                  <a:lumMod val="60000"/>
                </a:schemeClr>
              </a:solidFill>
              <a:ln/>
              <a:effectLst/>
              <a:sp3d/>
            </c:spPr>
          </c:bandFmt>
          <c:bandFmt>
            <c:idx val="11"/>
            <c:spPr>
              <a:solidFill>
                <a:schemeClr val="accent6">
                  <a:lumMod val="60000"/>
                </a:schemeClr>
              </a:solidFill>
              <a:ln/>
              <a:effectLst/>
              <a:sp3d/>
            </c:spPr>
          </c:bandFmt>
          <c:bandFmt>
            <c:idx val="12"/>
            <c:spPr>
              <a:solidFill>
                <a:schemeClr val="accent1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3"/>
            <c:spPr>
              <a:solidFill>
                <a:schemeClr val="accent2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4"/>
            <c:spPr>
              <a:solidFill>
                <a:schemeClr val="accent3">
                  <a:lumMod val="80000"/>
                  <a:lumOff val="20000"/>
                </a:schemeClr>
              </a:solidFill>
              <a:ln/>
              <a:effectLst/>
              <a:sp3d/>
            </c:spPr>
          </c:bandFmt>
        </c:bandFmts>
        <c:axId val="1063207487"/>
        <c:axId val="978160143"/>
        <c:axId val="620755039"/>
      </c:surfaceChart>
      <c:catAx>
        <c:axId val="10632074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8160143"/>
        <c:crosses val="autoZero"/>
        <c:auto val="1"/>
        <c:lblAlgn val="ctr"/>
        <c:lblOffset val="100"/>
        <c:noMultiLvlLbl val="0"/>
      </c:catAx>
      <c:valAx>
        <c:axId val="9781601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3207487"/>
        <c:crosses val="autoZero"/>
        <c:crossBetween val="midCat"/>
      </c:valAx>
      <c:serAx>
        <c:axId val="620755039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8160143"/>
        <c:crosses val="autoZero"/>
      </c:ser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C3EF0-08C0-D885-FA3A-29A0F070B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5F81C-3ECB-E1FF-92E7-CE842E07F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C7343-9921-4C43-36C1-6CB989962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49CD2-2D76-4EC3-917C-FA0DC768AB05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652D3-206D-22BF-605A-E1BD0730F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E4F5B-D9DB-AC20-C70C-FB2CE6ED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AAB5-E447-4F22-9B58-6ADB3688EF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8619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E3A94-F4DD-1A8C-738F-658933B05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F9D86-78F7-08D9-B6E1-1076AB78A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4F19F-DA96-2999-D44D-540C7FF9E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49CD2-2D76-4EC3-917C-FA0DC768AB05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78C3F-AEC8-AAF6-4FBC-D0DBB0C7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2E16B-84CC-3F55-2EB3-094588C42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AAB5-E447-4F22-9B58-6ADB3688EF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4299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CE979-4924-30E1-B789-1A6BF6F67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D0DD7-D58F-44BB-317F-5D2996B8E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BE8C0-F247-EA4E-8839-8CB56A11C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49CD2-2D76-4EC3-917C-FA0DC768AB05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6532D-576A-960F-AEBA-6DF1B9A34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5532C-FB0D-54C7-C21A-11D86B009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AAB5-E447-4F22-9B58-6ADB3688EF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5831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A0CE8-0706-3135-71FA-39ECC03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EB7F4-9F9D-DFBA-E81D-174B2FB196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469CF-A6DE-5B04-F40D-BEEC335D2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F88E5-CE87-172E-76EF-1A94A1BA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49CD2-2D76-4EC3-917C-FA0DC768AB05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EA1D5-D36A-85AE-525E-CCD89845E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43C4B-92F8-63F4-7EBF-F0006A6B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AAB5-E447-4F22-9B58-6ADB3688EF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855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C53D1-56F2-5872-58F9-98BC2F08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4461A-3ACB-5E6F-F6A7-9CE46EA16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04F92-E557-A06F-EA3D-F1101B9CE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8673F-B535-C378-8B0C-D541D3C773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01CCB6-C4AD-CFBD-EDDF-44AADDFDE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E319F1-512C-FCAB-4584-48044321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49CD2-2D76-4EC3-917C-FA0DC768AB05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847C1E-B60C-7F05-5310-D1961A628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77FD12-5278-6668-FCA7-92190B2CE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AAB5-E447-4F22-9B58-6ADB3688EF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4717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040EF-3A27-2DB5-13B4-D71DCF6E2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F27690-FA2F-6A96-4C8D-83A78A07B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49CD2-2D76-4EC3-917C-FA0DC768AB05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5126F-9017-F162-9DEA-66865197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E6CEA3-EFF8-277D-CBC7-EDBAD96C2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AAB5-E447-4F22-9B58-6ADB3688EF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4086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6049A0-F660-5253-95EC-140A73E45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49CD2-2D76-4EC3-917C-FA0DC768AB05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071EDE-350C-623A-41E6-3261ADD08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83387-CB48-3DEA-84CF-345A65F4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AAB5-E447-4F22-9B58-6ADB3688EF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8184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BEDD0-7116-AB92-50DE-C8E39F37B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47321-2E66-0005-3C5E-5D0ADD9C9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00891-5432-308C-F32A-7637BF7F2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ECAF9-A1F8-CF1D-1C0B-8554DCDB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49CD2-2D76-4EC3-917C-FA0DC768AB05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EAB9F-2215-709D-48D0-9852E71AB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BEED5-77A0-3BA6-A46C-AE8777436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AAB5-E447-4F22-9B58-6ADB3688EF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300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067AC-C8E8-5E61-5917-B06B63B4B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C25FF3-073D-70AC-B562-A828238CC3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D1C69-D051-9420-D85B-6C9A5F1F3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B1041-85D0-8F1B-8026-C267FAC31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49CD2-2D76-4EC3-917C-FA0DC768AB05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44170-6090-5D2D-FF3E-AFFE5048E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41D45-EFF9-DE2D-4126-20BC92F1C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AAB5-E447-4F22-9B58-6ADB3688EF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7685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0D9C4-4661-D344-1A50-3135DF139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F2405A-599C-3813-DA09-CB74F76C7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CD7C0-2E0D-FDE1-B842-8C95C6949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49CD2-2D76-4EC3-917C-FA0DC768AB05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EDF6C-D16C-5658-1307-09A8FFC02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85CA0-B9B1-C451-376F-D438A95A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AAB5-E447-4F22-9B58-6ADB3688EF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9857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BA201C-207E-168D-C93F-D88D43ABD4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586E0-2BFA-1EB6-57A7-CC4AF8CC0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BA38D-7CBE-9DBC-1CA7-E994A137A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49CD2-2D76-4EC3-917C-FA0DC768AB05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9015C-C2BD-E046-47A5-4B51588A6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94F8C-3E8F-7690-4B28-0226772F9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AAB5-E447-4F22-9B58-6ADB3688EF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0396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6D674-03C5-A68A-B365-CB314C4F7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6F39F-5E46-0266-52C9-2802942A6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2A569-8202-E123-DF46-180BDE2E7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49CD2-2D76-4EC3-917C-FA0DC768AB05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A7F23-F2EC-752C-B596-90822C7375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22ABB-55B2-0588-ED5A-E4950541D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3AAB5-E447-4F22-9B58-6ADB3688EF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046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F7DBCD8-F9E5-AC69-B845-F0CB0B03DA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3833869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85770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9D571D5-C5A1-2252-9F9A-0A800E1D66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4935110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21516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Cropp</dc:creator>
  <cp:lastModifiedBy>Simon Cropp</cp:lastModifiedBy>
  <cp:revision>1</cp:revision>
  <dcterms:created xsi:type="dcterms:W3CDTF">2026-10-26T00:08:29Z</dcterms:created>
  <dcterms:modified xsi:type="dcterms:W3CDTF">2026-10-26T00:08:29Z</dcterms:modified>
</cp:coreProperties>
</file>