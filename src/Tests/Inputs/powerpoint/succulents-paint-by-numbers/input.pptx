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65" r:id="rId5"/>
    <p:sldId id="266" r:id="rId6"/>
    <p:sldId id="270" r:id="rId7"/>
    <p:sldId id="267" r:id="rId8"/>
    <p:sldId id="271" r:id="rId9"/>
    <p:sldId id="268" r:id="rId10"/>
    <p:sldId id="272" r:id="rId11"/>
    <p:sldId id="269" r:id="rId12"/>
    <p:sldId id="273" r:id="rId13"/>
  </p:sldIdLst>
  <p:sldSz cx="9601200" cy="7315200"/>
  <p:notesSz cx="7102475" cy="93884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4367"/>
    <a:srgbClr val="396E16"/>
    <a:srgbClr val="1EB7AB"/>
    <a:srgbClr val="6F2D1C"/>
    <a:srgbClr val="326C1A"/>
    <a:srgbClr val="D3D163"/>
    <a:srgbClr val="BDCF71"/>
    <a:srgbClr val="000000"/>
    <a:srgbClr val="4B4A38"/>
    <a:srgbClr val="3D6E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664" autoAdjust="0"/>
    <p:restoredTop sz="86447" autoAdjust="0"/>
  </p:normalViewPr>
  <p:slideViewPr>
    <p:cSldViewPr snapToGrid="0">
      <p:cViewPr>
        <p:scale>
          <a:sx n="100" d="100"/>
          <a:sy n="100" d="100"/>
        </p:scale>
        <p:origin x="221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3086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B02FABE-A9F8-3FBF-EBFF-6E1E5A6DFE6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987B76-CB50-59E4-1E10-54A1A4B1EE7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C7CEE0-6527-4ACE-8344-3532FE73E54C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AF300C-73A1-9F7E-0D07-CE2D90BB0D4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B9B022-BA34-C57F-8002-0A2DD692FF9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2BB5AC-4D0D-4B0D-AB23-2E60063FF7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6290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E6DDF-B07E-4956-AAAD-50CA7FDBFD6B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71613" y="1173163"/>
            <a:ext cx="41592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518025"/>
            <a:ext cx="5683250" cy="36972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C7735C-52C5-4AEB-83FD-85FCC044BB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692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7735C-52C5-4AEB-83FD-85FCC044BB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4411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7735C-52C5-4AEB-83FD-85FCC044BB4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788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7735C-52C5-4AEB-83FD-85FCC044BB4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702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7735C-52C5-4AEB-83FD-85FCC044BB4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6894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7735C-52C5-4AEB-83FD-85FCC044BB4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4234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7735C-52C5-4AEB-83FD-85FCC044BB4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1980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7735C-52C5-4AEB-83FD-85FCC044BB4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1411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7735C-52C5-4AEB-83FD-85FCC044BB4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6970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C7735C-52C5-4AEB-83FD-85FCC044BB4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275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CF6D789D-CBE8-6D4C-8EE3-8008F5F7285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4800600" cy="730818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910128"/>
            <a:ext cx="3885523" cy="1375871"/>
          </a:xfrm>
          <a:solidFill>
            <a:schemeClr val="accent1"/>
          </a:solidFill>
        </p:spPr>
        <p:txBody>
          <a:bodyPr lIns="411480">
            <a:noAutofit/>
          </a:bodyPr>
          <a:lstStyle>
            <a:lvl1pPr>
              <a:defRPr lang="en-US" sz="3200" kern="1200">
                <a:solidFill>
                  <a:schemeClr val="bg1"/>
                </a:solidFill>
                <a:latin typeface="+mn-lt"/>
                <a:ea typeface="+mj-ea"/>
                <a:cs typeface="Calibri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D7512C0-6A4C-4095-98E2-CB2C0FD84B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00600" y="0"/>
            <a:ext cx="4800600" cy="732887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32532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40">
          <p15:clr>
            <a:srgbClr val="FBAE40"/>
          </p15:clr>
        </p15:guide>
        <p15:guide id="2" pos="2448">
          <p15:clr>
            <a:srgbClr val="FBAE40"/>
          </p15:clr>
        </p15:guide>
        <p15:guide id="3" orient="horz" pos="57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1" y="34450"/>
            <a:ext cx="4495800" cy="834230"/>
          </a:xfrm>
        </p:spPr>
        <p:txBody>
          <a:bodyPr/>
          <a:lstStyle>
            <a:lvl1pPr>
              <a:defRPr lang="en-US" sz="2800" kern="1200">
                <a:solidFill>
                  <a:schemeClr val="accent2"/>
                </a:solidFill>
                <a:latin typeface="+mn-lt"/>
                <a:ea typeface="+mj-ea"/>
                <a:cs typeface="Calibri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D7512C0-6A4C-4095-98E2-CB2C0FD84B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923308"/>
            <a:ext cx="9601200" cy="64055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58611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inting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43594"/>
            <a:ext cx="4413503" cy="825086"/>
          </a:xfrm>
        </p:spPr>
        <p:txBody>
          <a:bodyPr/>
          <a:lstStyle>
            <a:lvl1pPr>
              <a:defRPr lang="en-US" sz="2000" kern="1200" dirty="0">
                <a:solidFill>
                  <a:schemeClr val="tx1"/>
                </a:solidFill>
                <a:latin typeface="+mn-lt"/>
                <a:ea typeface="+mj-ea"/>
                <a:cs typeface="Calibri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47C3081-2A17-4033-9344-B4021D6FEF3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88686" y="226228"/>
            <a:ext cx="4507714" cy="468589"/>
          </a:xfrm>
        </p:spPr>
        <p:txBody>
          <a:bodyPr>
            <a:noAutofit/>
          </a:bodyPr>
          <a:lstStyle>
            <a:lvl1pPr marL="0" indent="0" algn="l">
              <a:buNone/>
              <a:defRPr sz="14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D7512C0-6A4C-4095-98E2-CB2C0FD84B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923308"/>
            <a:ext cx="9601200" cy="64055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67959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P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1" y="34450"/>
            <a:ext cx="4495800" cy="834230"/>
          </a:xfrm>
        </p:spPr>
        <p:txBody>
          <a:bodyPr/>
          <a:lstStyle>
            <a:lvl1pPr>
              <a:defRPr lang="en-US" sz="2800" kern="1200">
                <a:solidFill>
                  <a:schemeClr val="accent1"/>
                </a:solidFill>
                <a:latin typeface="+mn-lt"/>
                <a:ea typeface="+mj-ea"/>
                <a:cs typeface="Calibri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D7512C0-6A4C-4095-98E2-CB2C0FD84B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923308"/>
            <a:ext cx="9601200" cy="64055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639876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inting P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43594"/>
            <a:ext cx="4230623" cy="825086"/>
          </a:xfrm>
        </p:spPr>
        <p:txBody>
          <a:bodyPr/>
          <a:lstStyle>
            <a:lvl1pPr>
              <a:defRPr lang="en-US" sz="2000" kern="1200" dirty="0">
                <a:solidFill>
                  <a:schemeClr val="tx1"/>
                </a:solidFill>
                <a:latin typeface="+mn-lt"/>
                <a:ea typeface="+mj-ea"/>
                <a:cs typeface="Calibri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47C3081-2A17-4033-9344-B4021D6FEF3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24094" y="226228"/>
            <a:ext cx="4663440" cy="468589"/>
          </a:xfrm>
        </p:spPr>
        <p:txBody>
          <a:bodyPr>
            <a:noAutofit/>
          </a:bodyPr>
          <a:lstStyle>
            <a:lvl1pPr marL="0" indent="0" algn="l">
              <a:buNone/>
              <a:defRPr sz="14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D7512C0-6A4C-4095-98E2-CB2C0FD84B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923308"/>
            <a:ext cx="9601200" cy="64055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38896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P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1" y="34450"/>
            <a:ext cx="4495800" cy="834230"/>
          </a:xfrm>
        </p:spPr>
        <p:txBody>
          <a:bodyPr/>
          <a:lstStyle>
            <a:lvl1pPr>
              <a:defRPr lang="en-US" sz="2800" kern="1200">
                <a:solidFill>
                  <a:schemeClr val="accent2"/>
                </a:solidFill>
                <a:latin typeface="+mn-lt"/>
                <a:ea typeface="+mj-ea"/>
                <a:cs typeface="Calibri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D7512C0-6A4C-4095-98E2-CB2C0FD84B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923308"/>
            <a:ext cx="9601200" cy="64055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20950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inting P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43594"/>
            <a:ext cx="4230623" cy="825086"/>
          </a:xfrm>
        </p:spPr>
        <p:txBody>
          <a:bodyPr/>
          <a:lstStyle>
            <a:lvl1pPr>
              <a:defRPr lang="en-US" sz="2000" kern="1200" dirty="0">
                <a:solidFill>
                  <a:schemeClr val="tx1"/>
                </a:solidFill>
                <a:latin typeface="+mn-lt"/>
                <a:ea typeface="+mj-ea"/>
                <a:cs typeface="Calibri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47C3081-2A17-4033-9344-B4021D6FEF3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80326" y="226228"/>
            <a:ext cx="2816352" cy="468589"/>
          </a:xfrm>
        </p:spPr>
        <p:txBody>
          <a:bodyPr>
            <a:noAutofit/>
          </a:bodyPr>
          <a:lstStyle>
            <a:lvl1pPr marL="0" indent="0" algn="l">
              <a:buNone/>
              <a:defRPr sz="14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D7512C0-6A4C-4095-98E2-CB2C0FD84B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923308"/>
            <a:ext cx="9601200" cy="64055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23222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P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1" y="34450"/>
            <a:ext cx="4495800" cy="834230"/>
          </a:xfrm>
        </p:spPr>
        <p:txBody>
          <a:bodyPr/>
          <a:lstStyle>
            <a:lvl1pPr>
              <a:defRPr lang="en-US" sz="2800" kern="1200">
                <a:solidFill>
                  <a:schemeClr val="accent4"/>
                </a:solidFill>
                <a:latin typeface="+mn-lt"/>
                <a:ea typeface="+mj-ea"/>
                <a:cs typeface="Calibri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D7512C0-6A4C-4095-98E2-CB2C0FD84B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923308"/>
            <a:ext cx="9601200" cy="64055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006285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inting P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43594"/>
            <a:ext cx="4230623" cy="825086"/>
          </a:xfrm>
        </p:spPr>
        <p:txBody>
          <a:bodyPr/>
          <a:lstStyle>
            <a:lvl1pPr>
              <a:defRPr lang="en-US" sz="2000" kern="1200" dirty="0">
                <a:solidFill>
                  <a:schemeClr val="tx1"/>
                </a:solidFill>
                <a:latin typeface="+mn-lt"/>
                <a:ea typeface="+mj-ea"/>
                <a:cs typeface="Calibri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47C3081-2A17-4033-9344-B4021D6FEF3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92703" y="263552"/>
            <a:ext cx="4233672" cy="468589"/>
          </a:xfrm>
        </p:spPr>
        <p:txBody>
          <a:bodyPr>
            <a:noAutofit/>
          </a:bodyPr>
          <a:lstStyle>
            <a:lvl1pPr marL="0" indent="0" algn="l">
              <a:buNone/>
              <a:defRPr sz="14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D7512C0-6A4C-4095-98E2-CB2C0FD84BC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923308"/>
            <a:ext cx="9601200" cy="64055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35040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389468"/>
            <a:ext cx="8281035" cy="1413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1947333"/>
            <a:ext cx="8281035" cy="4641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1829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4" r:id="rId3"/>
    <p:sldLayoutId id="2147483671" r:id="rId4"/>
    <p:sldLayoutId id="2147483675" r:id="rId5"/>
    <p:sldLayoutId id="2147483672" r:id="rId6"/>
    <p:sldLayoutId id="2147483676" r:id="rId7"/>
    <p:sldLayoutId id="2147483673" r:id="rId8"/>
    <p:sldLayoutId id="2147483677" r:id="rId9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8" userDrawn="1">
          <p15:clr>
            <a:srgbClr val="F26B43"/>
          </p15:clr>
        </p15:guide>
        <p15:guide id="2" pos="5856" userDrawn="1">
          <p15:clr>
            <a:srgbClr val="F26B43"/>
          </p15:clr>
        </p15:guide>
        <p15:guide id="3" pos="192" userDrawn="1">
          <p15:clr>
            <a:srgbClr val="F26B43"/>
          </p15:clr>
        </p15:guide>
        <p15:guide id="4" orient="horz" pos="230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Succulent mix to color">
            <a:extLst>
              <a:ext uri="{FF2B5EF4-FFF2-40B4-BE49-F238E27FC236}">
                <a16:creationId xmlns:a16="http://schemas.microsoft.com/office/drawing/2014/main" id="{461509BB-45D2-4928-A21A-85F949E9E03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" r="30"/>
          <a:stretch/>
        </p:blipFill>
        <p:spPr>
          <a:xfrm>
            <a:off x="0" y="0"/>
            <a:ext cx="4800600" cy="7308182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3518BAC-F0A1-A547-8EF5-B340CE8C8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10128"/>
            <a:ext cx="3885523" cy="1375871"/>
          </a:xfrm>
        </p:spPr>
        <p:txBody>
          <a:bodyPr/>
          <a:lstStyle/>
          <a:p>
            <a:r>
              <a:rPr lang="en-US" dirty="0"/>
              <a:t>Succulents</a:t>
            </a:r>
            <a:br>
              <a:rPr lang="en-US" dirty="0"/>
            </a:br>
            <a:r>
              <a:rPr lang="en-US" dirty="0"/>
              <a:t>number-guided painting</a:t>
            </a:r>
          </a:p>
        </p:txBody>
      </p:sp>
      <p:pic>
        <p:nvPicPr>
          <p:cNvPr id="3" name="Picture Placeholder 2" descr="Succulent mix ">
            <a:extLst>
              <a:ext uri="{FF2B5EF4-FFF2-40B4-BE49-F238E27FC236}">
                <a16:creationId xmlns:a16="http://schemas.microsoft.com/office/drawing/2014/main" id="{5C7A8409-AB97-4E1A-8A05-8B8257D37F2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2" r="32"/>
          <a:stretch/>
        </p:blipFill>
        <p:spPr>
          <a:xfrm>
            <a:off x="4800600" y="0"/>
            <a:ext cx="4800600" cy="7328870"/>
          </a:xfrm>
        </p:spPr>
      </p:pic>
    </p:spTree>
    <p:extLst>
      <p:ext uri="{BB962C8B-B14F-4D97-AF65-F5344CB8AC3E}">
        <p14:creationId xmlns:p14="http://schemas.microsoft.com/office/powerpoint/2010/main" val="1343939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ABBD03-6558-9B8D-6604-3FA53D7CA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34450"/>
            <a:ext cx="4495800" cy="834230"/>
          </a:xfrm>
        </p:spPr>
        <p:txBody>
          <a:bodyPr/>
          <a:lstStyle/>
          <a:p>
            <a:r>
              <a:rPr lang="en-US" dirty="0"/>
              <a:t>Echevaria plant</a:t>
            </a:r>
          </a:p>
        </p:txBody>
      </p:sp>
      <p:pic>
        <p:nvPicPr>
          <p:cNvPr id="4" name="Picture Placeholder 8" descr="Echevaria">
            <a:extLst>
              <a:ext uri="{FF2B5EF4-FFF2-40B4-BE49-F238E27FC236}">
                <a16:creationId xmlns:a16="http://schemas.microsoft.com/office/drawing/2014/main" id="{55F0D0EB-F41D-4D5D-854E-309D4918887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7" b="37"/>
          <a:stretch/>
        </p:blipFill>
        <p:spPr>
          <a:xfrm>
            <a:off x="0" y="923308"/>
            <a:ext cx="9601200" cy="6405562"/>
          </a:xfrm>
        </p:spPr>
      </p:pic>
    </p:spTree>
    <p:extLst>
      <p:ext uri="{BB962C8B-B14F-4D97-AF65-F5344CB8AC3E}">
        <p14:creationId xmlns:p14="http://schemas.microsoft.com/office/powerpoint/2010/main" val="1224538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545197-BFC3-CB5A-63A8-157476C69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43594"/>
            <a:ext cx="4413503" cy="825086"/>
          </a:xfrm>
        </p:spPr>
        <p:txBody>
          <a:bodyPr/>
          <a:lstStyle/>
          <a:p>
            <a:r>
              <a:rPr lang="en-US" dirty="0"/>
              <a:t>Print then paint or color </a:t>
            </a:r>
          </a:p>
        </p:txBody>
      </p:sp>
      <p:pic>
        <p:nvPicPr>
          <p:cNvPr id="6" name="Picture Placeholder 3" descr="Echevaria color palette">
            <a:extLst>
              <a:ext uri="{FF2B5EF4-FFF2-40B4-BE49-F238E27FC236}">
                <a16:creationId xmlns:a16="http://schemas.microsoft.com/office/drawing/2014/main" id="{EFB99D49-2D20-A5A1-F7B8-5569AEC467D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068" b="3068"/>
          <a:stretch/>
        </p:blipFill>
        <p:spPr>
          <a:xfrm>
            <a:off x="4788686" y="226228"/>
            <a:ext cx="4507714" cy="468589"/>
          </a:xfrm>
        </p:spPr>
      </p:pic>
      <p:pic>
        <p:nvPicPr>
          <p:cNvPr id="5" name="Picture Placeholder 2" descr="Echevaria to color">
            <a:extLst>
              <a:ext uri="{FF2B5EF4-FFF2-40B4-BE49-F238E27FC236}">
                <a16:creationId xmlns:a16="http://schemas.microsoft.com/office/drawing/2014/main" id="{100B04AF-5F11-E92A-C2C2-122F5658647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" b="12"/>
          <a:stretch/>
        </p:blipFill>
        <p:spPr>
          <a:xfrm>
            <a:off x="0" y="923308"/>
            <a:ext cx="9601200" cy="6405562"/>
          </a:xfrm>
        </p:spPr>
      </p:pic>
    </p:spTree>
    <p:extLst>
      <p:ext uri="{BB962C8B-B14F-4D97-AF65-F5344CB8AC3E}">
        <p14:creationId xmlns:p14="http://schemas.microsoft.com/office/powerpoint/2010/main" val="1089092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54D0AEB-3A0D-3ACF-4365-6558D2F8B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34450"/>
            <a:ext cx="4495800" cy="834230"/>
          </a:xfrm>
        </p:spPr>
        <p:txBody>
          <a:bodyPr/>
          <a:lstStyle/>
          <a:p>
            <a:r>
              <a:rPr lang="en-US" dirty="0"/>
              <a:t>Succulent mix</a:t>
            </a:r>
          </a:p>
        </p:txBody>
      </p:sp>
      <p:pic>
        <p:nvPicPr>
          <p:cNvPr id="4" name="Picture Placeholder 7" descr="Succulent mix ">
            <a:extLst>
              <a:ext uri="{FF2B5EF4-FFF2-40B4-BE49-F238E27FC236}">
                <a16:creationId xmlns:a16="http://schemas.microsoft.com/office/drawing/2014/main" id="{283FDAEC-DFEB-5609-D635-5CF20E8D864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7" b="37"/>
          <a:stretch/>
        </p:blipFill>
        <p:spPr>
          <a:xfrm>
            <a:off x="0" y="923308"/>
            <a:ext cx="9601200" cy="6405562"/>
          </a:xfrm>
        </p:spPr>
      </p:pic>
    </p:spTree>
    <p:extLst>
      <p:ext uri="{BB962C8B-B14F-4D97-AF65-F5344CB8AC3E}">
        <p14:creationId xmlns:p14="http://schemas.microsoft.com/office/powerpoint/2010/main" val="4248739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2305BF-C249-107F-E7A3-AF57177CE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43594"/>
            <a:ext cx="4230623" cy="825086"/>
          </a:xfrm>
        </p:spPr>
        <p:txBody>
          <a:bodyPr/>
          <a:lstStyle/>
          <a:p>
            <a:r>
              <a:rPr lang="en-US" dirty="0"/>
              <a:t>Print then paint or color  </a:t>
            </a:r>
          </a:p>
        </p:txBody>
      </p:sp>
      <p:pic>
        <p:nvPicPr>
          <p:cNvPr id="9" name="Picture Placeholder 13" descr="Succulent mix  color palette">
            <a:extLst>
              <a:ext uri="{FF2B5EF4-FFF2-40B4-BE49-F238E27FC236}">
                <a16:creationId xmlns:a16="http://schemas.microsoft.com/office/drawing/2014/main" id="{C449CD14-AA3F-7A73-1AA3-AA6BEA505B8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0" r="20"/>
          <a:stretch/>
        </p:blipFill>
        <p:spPr>
          <a:xfrm>
            <a:off x="4624094" y="226228"/>
            <a:ext cx="4663440" cy="468589"/>
          </a:xfrm>
        </p:spPr>
      </p:pic>
      <p:pic>
        <p:nvPicPr>
          <p:cNvPr id="5" name="Picture Placeholder 2" descr="Succulent mix to color">
            <a:extLst>
              <a:ext uri="{FF2B5EF4-FFF2-40B4-BE49-F238E27FC236}">
                <a16:creationId xmlns:a16="http://schemas.microsoft.com/office/drawing/2014/main" id="{4F0EC7E2-789D-30E7-C8E7-8844612B382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" b="12"/>
          <a:stretch/>
        </p:blipFill>
        <p:spPr>
          <a:xfrm>
            <a:off x="0" y="923308"/>
            <a:ext cx="9601200" cy="6405562"/>
          </a:xfrm>
        </p:spPr>
      </p:pic>
    </p:spTree>
    <p:extLst>
      <p:ext uri="{BB962C8B-B14F-4D97-AF65-F5344CB8AC3E}">
        <p14:creationId xmlns:p14="http://schemas.microsoft.com/office/powerpoint/2010/main" val="4284121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D60DC3-A938-DBB9-7B98-7A43E0C2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34450"/>
            <a:ext cx="4495800" cy="834230"/>
          </a:xfrm>
        </p:spPr>
        <p:txBody>
          <a:bodyPr/>
          <a:lstStyle/>
          <a:p>
            <a:r>
              <a:rPr lang="en-US" noProof="0" dirty="0"/>
              <a:t>Agave plant</a:t>
            </a:r>
            <a:endParaRPr lang="en-US" dirty="0"/>
          </a:p>
        </p:txBody>
      </p:sp>
      <p:pic>
        <p:nvPicPr>
          <p:cNvPr id="4" name="Picture Placeholder 3" descr="Agave">
            <a:extLst>
              <a:ext uri="{FF2B5EF4-FFF2-40B4-BE49-F238E27FC236}">
                <a16:creationId xmlns:a16="http://schemas.microsoft.com/office/drawing/2014/main" id="{96D9E150-BA76-6EB9-8DB2-4517BB4272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7" b="37"/>
          <a:stretch/>
        </p:blipFill>
        <p:spPr>
          <a:xfrm>
            <a:off x="0" y="923308"/>
            <a:ext cx="9601200" cy="6405562"/>
          </a:xfrm>
        </p:spPr>
      </p:pic>
    </p:spTree>
    <p:extLst>
      <p:ext uri="{BB962C8B-B14F-4D97-AF65-F5344CB8AC3E}">
        <p14:creationId xmlns:p14="http://schemas.microsoft.com/office/powerpoint/2010/main" val="4080176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B4034D-0690-D6AB-575E-DF95A0A8B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43594"/>
            <a:ext cx="4230623" cy="825086"/>
          </a:xfrm>
        </p:spPr>
        <p:txBody>
          <a:bodyPr/>
          <a:lstStyle/>
          <a:p>
            <a:r>
              <a:rPr lang="en-US" noProof="0" dirty="0"/>
              <a:t>Print then paint or color   </a:t>
            </a:r>
            <a:endParaRPr lang="en-US" dirty="0"/>
          </a:p>
        </p:txBody>
      </p:sp>
      <p:pic>
        <p:nvPicPr>
          <p:cNvPr id="5" name="Picture Placeholder 12" descr="Agave color palette">
            <a:extLst>
              <a:ext uri="{FF2B5EF4-FFF2-40B4-BE49-F238E27FC236}">
                <a16:creationId xmlns:a16="http://schemas.microsoft.com/office/drawing/2014/main" id="{EECA9647-41ED-06CA-4C1C-46840924B84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3" b="113"/>
          <a:stretch/>
        </p:blipFill>
        <p:spPr>
          <a:xfrm>
            <a:off x="6480326" y="226228"/>
            <a:ext cx="2816352" cy="468589"/>
          </a:xfrm>
        </p:spPr>
      </p:pic>
      <p:pic>
        <p:nvPicPr>
          <p:cNvPr id="6" name="Picture Placeholder 2" descr="Agave to color">
            <a:extLst>
              <a:ext uri="{FF2B5EF4-FFF2-40B4-BE49-F238E27FC236}">
                <a16:creationId xmlns:a16="http://schemas.microsoft.com/office/drawing/2014/main" id="{844D266F-DC73-A317-238D-F5BA48BBF1E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0" r="180"/>
          <a:stretch/>
        </p:blipFill>
        <p:spPr>
          <a:xfrm>
            <a:off x="0" y="923308"/>
            <a:ext cx="9601200" cy="6405562"/>
          </a:xfrm>
        </p:spPr>
      </p:pic>
    </p:spTree>
    <p:extLst>
      <p:ext uri="{BB962C8B-B14F-4D97-AF65-F5344CB8AC3E}">
        <p14:creationId xmlns:p14="http://schemas.microsoft.com/office/powerpoint/2010/main" val="2873175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2B0CA6-B71E-F272-6FDB-D90064589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34450"/>
            <a:ext cx="4495800" cy="834230"/>
          </a:xfrm>
        </p:spPr>
        <p:txBody>
          <a:bodyPr/>
          <a:lstStyle/>
          <a:p>
            <a:r>
              <a:rPr lang="en-US" dirty="0"/>
              <a:t>Agave leaves</a:t>
            </a:r>
          </a:p>
        </p:txBody>
      </p:sp>
      <p:pic>
        <p:nvPicPr>
          <p:cNvPr id="4" name="Picture Placeholder 3" descr="agave leaves">
            <a:extLst>
              <a:ext uri="{FF2B5EF4-FFF2-40B4-BE49-F238E27FC236}">
                <a16:creationId xmlns:a16="http://schemas.microsoft.com/office/drawing/2014/main" id="{942865BA-F343-ABB4-9DBA-21BE769DAD3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" b="12"/>
          <a:stretch/>
        </p:blipFill>
        <p:spPr>
          <a:xfrm>
            <a:off x="0" y="923308"/>
            <a:ext cx="9601200" cy="6405562"/>
          </a:xfrm>
        </p:spPr>
      </p:pic>
    </p:spTree>
    <p:extLst>
      <p:ext uri="{BB962C8B-B14F-4D97-AF65-F5344CB8AC3E}">
        <p14:creationId xmlns:p14="http://schemas.microsoft.com/office/powerpoint/2010/main" val="2657140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C55682-27AA-4EEF-A3A5-BF0E956A8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43594"/>
            <a:ext cx="4230623" cy="825086"/>
          </a:xfrm>
        </p:spPr>
        <p:txBody>
          <a:bodyPr/>
          <a:lstStyle/>
          <a:p>
            <a:r>
              <a:rPr lang="en-US" noProof="0" dirty="0"/>
              <a:t>Print then paint or color    </a:t>
            </a:r>
            <a:endParaRPr lang="en-US" dirty="0"/>
          </a:p>
        </p:txBody>
      </p:sp>
      <p:pic>
        <p:nvPicPr>
          <p:cNvPr id="5" name="Picture Placeholder 7" descr="Agave color palette">
            <a:extLst>
              <a:ext uri="{FF2B5EF4-FFF2-40B4-BE49-F238E27FC236}">
                <a16:creationId xmlns:a16="http://schemas.microsoft.com/office/drawing/2014/main" id="{C5591D83-0E4B-85FF-FD1E-CCF543CE680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4" b="24"/>
          <a:stretch/>
        </p:blipFill>
        <p:spPr>
          <a:xfrm>
            <a:off x="5192703" y="263552"/>
            <a:ext cx="4233672" cy="468589"/>
          </a:xfrm>
        </p:spPr>
      </p:pic>
      <p:pic>
        <p:nvPicPr>
          <p:cNvPr id="6" name="Picture Placeholder 2" descr="agave leaves to color">
            <a:extLst>
              <a:ext uri="{FF2B5EF4-FFF2-40B4-BE49-F238E27FC236}">
                <a16:creationId xmlns:a16="http://schemas.microsoft.com/office/drawing/2014/main" id="{53CB4251-EBAC-833C-E406-E6A6261F7F9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" r="37"/>
          <a:stretch/>
        </p:blipFill>
        <p:spPr>
          <a:xfrm>
            <a:off x="0" y="923308"/>
            <a:ext cx="9601200" cy="6405562"/>
          </a:xfrm>
        </p:spPr>
      </p:pic>
    </p:spTree>
    <p:extLst>
      <p:ext uri="{BB962C8B-B14F-4D97-AF65-F5344CB8AC3E}">
        <p14:creationId xmlns:p14="http://schemas.microsoft.com/office/powerpoint/2010/main" val="2170320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96E16"/>
      </a:accent1>
      <a:accent2>
        <a:srgbClr val="894367"/>
      </a:accent2>
      <a:accent3>
        <a:srgbClr val="A5A5A5"/>
      </a:accent3>
      <a:accent4>
        <a:srgbClr val="1EB7AB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int by numbers.pptx" id="{65127FC3-665C-4442-B15D-047A8505F211}" vid="{5C4EA028-0DED-4B84-A5F0-3296D3D2BDE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791B5FC-7767-4594-8054-1EC5B6676C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F879692-1218-462E-A437-B38F995408C5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F69120A3-5B74-40C4-9843-C1B9C076CE9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41</Words>
  <Application>Microsoft Office PowerPoint</Application>
  <PresentationFormat>Custom</PresentationFormat>
  <Paragraphs>18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Succulents number-guided painting</vt:lpstr>
      <vt:lpstr>Echevaria plant</vt:lpstr>
      <vt:lpstr>Print then paint or color </vt:lpstr>
      <vt:lpstr>Succulent mix</vt:lpstr>
      <vt:lpstr>Print then paint or color  </vt:lpstr>
      <vt:lpstr>Agave plant</vt:lpstr>
      <vt:lpstr>Print then paint or color   </vt:lpstr>
      <vt:lpstr>Agave leaves</vt:lpstr>
      <vt:lpstr>Print then paint or color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2026-07-16T06:11:40Z</dcterms:created>
  <dcterms:modified xsi:type="dcterms:W3CDTF">2026-07-16T06:11:48Z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