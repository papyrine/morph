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0058400" cy="7772400"/>
  <p:notesSz cx="6858000" cy="9144000"/>
  <p:defaultTextStyle>
    <a:defPPr>
      <a:defRPr lang="en-US"/>
    </a:defPPr>
    <a:lvl1pPr marL="0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B33B"/>
    <a:srgbClr val="074009"/>
    <a:srgbClr val="C00000"/>
    <a:srgbClr val="E10B6B"/>
    <a:srgbClr val="FE6547"/>
    <a:srgbClr val="A7CEAF"/>
    <a:srgbClr val="196E93"/>
    <a:srgbClr val="B31E24"/>
    <a:srgbClr val="8E171B"/>
    <a:srgbClr val="E00C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879" autoAdjust="0"/>
  </p:normalViewPr>
  <p:slideViewPr>
    <p:cSldViewPr snapToGrid="0">
      <p:cViewPr>
        <p:scale>
          <a:sx n="100" d="100"/>
          <a:sy n="100" d="100"/>
        </p:scale>
        <p:origin x="-34" y="-82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C63E35-FD7C-427B-97DA-1133B03712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664A7-AD9F-48E7-86FC-1E936147C9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F9E16-0D21-4ADC-94FD-ACBD983E138F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9DA8E-4542-43E2-9701-4506C2C784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C264E-B34F-4064-991D-993BC4903C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FD142-9AF3-4DFE-8E95-BC80A5A1A1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0639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00CCD-0909-4AC6-9839-94C1BC9660CE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42173-6783-472C-8D96-A8A78BBDF2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13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ok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0A6D734-7788-4C17-B703-28E84C48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14973"/>
            <a:ext cx="8675370" cy="425610"/>
          </a:xfrm>
        </p:spPr>
        <p:txBody>
          <a:bodyPr>
            <a:noAutofit/>
          </a:bodyPr>
          <a:lstStyle>
            <a:lvl1pPr algn="ctr">
              <a:defRPr sz="1800"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5BF05FD-FF7C-42B2-9311-59BEDF494E9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469900"/>
            <a:ext cx="219456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657938-CA2F-5D1E-1B51-7041CE4A09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5359400"/>
            <a:ext cx="2193925" cy="196850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Picture Placeholder 26">
            <a:extLst>
              <a:ext uri="{FF2B5EF4-FFF2-40B4-BE49-F238E27FC236}">
                <a16:creationId xmlns:a16="http://schemas.microsoft.com/office/drawing/2014/main" id="{66019573-E9E7-47B4-A866-78D3C627B6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73680" y="469900"/>
            <a:ext cx="219456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95CF25A-9678-A013-2633-16A560D4CC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74315" y="5359400"/>
            <a:ext cx="2193925" cy="196850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Picture Placeholder 26">
            <a:extLst>
              <a:ext uri="{FF2B5EF4-FFF2-40B4-BE49-F238E27FC236}">
                <a16:creationId xmlns:a16="http://schemas.microsoft.com/office/drawing/2014/main" id="{C48D4D3D-124C-40A2-B723-F63D202515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88255" y="469900"/>
            <a:ext cx="219456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B9AEC09-19DA-C10E-E0ED-6A6E8C17A3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88255" y="5359400"/>
            <a:ext cx="2193925" cy="196850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Picture Placeholder 26">
            <a:extLst>
              <a:ext uri="{FF2B5EF4-FFF2-40B4-BE49-F238E27FC236}">
                <a16:creationId xmlns:a16="http://schemas.microsoft.com/office/drawing/2014/main" id="{636442A5-BBE0-4C5D-8843-4C338AC7C29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06640" y="469900"/>
            <a:ext cx="219456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A1BD7BA-9807-665C-05E1-26A32622F87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07275" y="5359400"/>
            <a:ext cx="2193925" cy="196850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16846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 userDrawn="1">
          <p15:clr>
            <a:srgbClr val="FBAE40"/>
          </p15:clr>
        </p15:guide>
        <p15:guide id="2" pos="1680" userDrawn="1">
          <p15:clr>
            <a:srgbClr val="FBAE40"/>
          </p15:clr>
        </p15:guide>
        <p15:guide id="3" pos="1752" userDrawn="1">
          <p15:clr>
            <a:srgbClr val="FBAE40"/>
          </p15:clr>
        </p15:guide>
        <p15:guide id="4" pos="3120" userDrawn="1">
          <p15:clr>
            <a:srgbClr val="FBAE40"/>
          </p15:clr>
        </p15:guide>
        <p15:guide id="5" pos="3192" userDrawn="1">
          <p15:clr>
            <a:srgbClr val="FBAE40"/>
          </p15:clr>
        </p15:guide>
        <p15:guide id="6" pos="4584" userDrawn="1">
          <p15:clr>
            <a:srgbClr val="FBAE40"/>
          </p15:clr>
        </p15:guide>
        <p15:guide id="7" pos="4656" userDrawn="1">
          <p15:clr>
            <a:srgbClr val="FBAE40"/>
          </p15:clr>
        </p15:guide>
        <p15:guide id="8" pos="6048" userDrawn="1">
          <p15:clr>
            <a:srgbClr val="FBAE40"/>
          </p15:clr>
        </p15:guide>
        <p15:guide id="9" orient="horz" pos="288" userDrawn="1">
          <p15:clr>
            <a:srgbClr val="FBAE40"/>
          </p15:clr>
        </p15:guide>
        <p15:guide id="10" orient="horz" pos="463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F8D298-F060-4026-B081-F53CDB946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F4BC9-83C6-4E23-A6B9-3F2EDD67E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95A3D-EA61-4738-A9D3-96045A7F0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743EA-1581-4906-BD3E-D30E06172CE0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8A73E-A937-4036-AB6C-6B4A92BC4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F97E1-8DBB-4767-A93D-538963E44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EA51E-D7AE-4490-9911-1D65DA21D1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21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8151AE6B-BB8D-66FD-1C0E-D112637F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14973"/>
            <a:ext cx="8675370" cy="425610"/>
          </a:xfrm>
        </p:spPr>
        <p:txBody>
          <a:bodyPr>
            <a:normAutofit/>
          </a:bodyPr>
          <a:lstStyle/>
          <a:p>
            <a:r>
              <a:rPr lang="en-US" dirty="0"/>
              <a:t>Bookmarks Birds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1D57D210-A867-CE11-A2DB-C5372D4BB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263" b="263"/>
          <a:stretch/>
        </p:blipFill>
        <p:spPr>
          <a:xfrm>
            <a:off x="457200" y="469900"/>
            <a:ext cx="2194560" cy="6858000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80F04A9-B705-19FA-AA42-EB15961B87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5359400"/>
            <a:ext cx="2193925" cy="1968500"/>
          </a:xfrm>
          <a:solidFill>
            <a:schemeClr val="accent6">
              <a:lumMod val="50000"/>
            </a:schemeClr>
          </a:solidFill>
        </p:spPr>
        <p:txBody>
          <a:bodyPr/>
          <a:lstStyle/>
          <a:p>
            <a:pPr lvl="0"/>
            <a:r>
              <a:rPr lang="en-US" noProof="0" dirty="0"/>
              <a:t>Let your imagination soar</a:t>
            </a: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E71A8844-77CD-A376-BCB0-99587275D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160" b="160"/>
          <a:stretch/>
        </p:blipFill>
        <p:spPr>
          <a:xfrm>
            <a:off x="2773680" y="469900"/>
            <a:ext cx="2194560" cy="6858000"/>
          </a:xfr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D1F90-94C2-8B48-0B70-6FE5ECE9B13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74315" y="5359400"/>
            <a:ext cx="2193925" cy="1968500"/>
          </a:xfrm>
          <a:solidFill>
            <a:schemeClr val="accent2">
              <a:lumMod val="50000"/>
            </a:schemeClr>
          </a:solidFill>
        </p:spPr>
        <p:txBody>
          <a:bodyPr/>
          <a:lstStyle/>
          <a:p>
            <a:r>
              <a:rPr lang="en-US" dirty="0"/>
              <a:t>Time to cozy up with a great book</a:t>
            </a:r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FC7C822C-AC3C-A6A2-E5D4-75E53016A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/>
          <a:srcRect l="117" r="117"/>
          <a:stretch/>
        </p:blipFill>
        <p:spPr>
          <a:xfrm>
            <a:off x="5088255" y="469900"/>
            <a:ext cx="2194560" cy="6858000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3B0F278-B4F1-DB85-42E4-FE1DA233D1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88255" y="5359400"/>
            <a:ext cx="2193925" cy="1968500"/>
          </a:xfrm>
          <a:solidFill>
            <a:schemeClr val="accent3"/>
          </a:solidFill>
        </p:spPr>
        <p:txBody>
          <a:bodyPr/>
          <a:lstStyle/>
          <a:p>
            <a:r>
              <a:rPr lang="en-US" dirty="0"/>
              <a:t>Reading a great book is like listening to a great song, both are music for the soul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7233A3D2-9C25-5A3D-A2E8-F48A2FABF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/>
          <a:srcRect l="153" r="153"/>
          <a:stretch/>
        </p:blipFill>
        <p:spPr>
          <a:xfrm>
            <a:off x="7406640" y="469900"/>
            <a:ext cx="2194560" cy="6858000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8B8386-F356-56C6-2942-C1B109F6B1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07275" y="5359400"/>
            <a:ext cx="2193925" cy="1968500"/>
          </a:xfrm>
          <a:solidFill>
            <a:schemeClr val="tx2"/>
          </a:solidFill>
        </p:spPr>
        <p:txBody>
          <a:bodyPr/>
          <a:lstStyle/>
          <a:p>
            <a:r>
              <a:rPr lang="en-US" dirty="0"/>
              <a:t>A good book is like a good friend</a:t>
            </a:r>
          </a:p>
        </p:txBody>
      </p:sp>
    </p:spTree>
    <p:extLst>
      <p:ext uri="{BB962C8B-B14F-4D97-AF65-F5344CB8AC3E}">
        <p14:creationId xmlns:p14="http://schemas.microsoft.com/office/powerpoint/2010/main" val="50770746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1">
      <a:dk1>
        <a:sysClr val="windowText" lastClr="000000"/>
      </a:dk1>
      <a:lt1>
        <a:sysClr val="window" lastClr="FFFFFF"/>
      </a:lt1>
      <a:dk2>
        <a:srgbClr val="C00000"/>
      </a:dk2>
      <a:lt2>
        <a:srgbClr val="E7E6E6"/>
      </a:lt2>
      <a:accent1>
        <a:srgbClr val="4472C4"/>
      </a:accent1>
      <a:accent2>
        <a:srgbClr val="F5A630"/>
      </a:accent2>
      <a:accent3>
        <a:srgbClr val="E10B6B"/>
      </a:accent3>
      <a:accent4>
        <a:srgbClr val="FFC000"/>
      </a:accent4>
      <a:accent5>
        <a:srgbClr val="5B9BD5"/>
      </a:accent5>
      <a:accent6>
        <a:srgbClr val="79B33B"/>
      </a:accent6>
      <a:hlink>
        <a:srgbClr val="0563C1"/>
      </a:hlink>
      <a:folHlink>
        <a:srgbClr val="C00000"/>
      </a:folHlink>
    </a:clrScheme>
    <a:fontScheme name="Custom 2">
      <a:majorFont>
        <a:latin typeface="Sagona Book"/>
        <a:ea typeface=""/>
        <a:cs typeface=""/>
      </a:majorFont>
      <a:minorFont>
        <a:latin typeface="Sagona Extra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7266379_win32_fixed" id="{37012E15-25DB-4361-AEF9-5F41EC4F894A}" vid="{5706B886-D2DF-4AC3-9EDE-96AFE199F3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58B923-E278-4901-9B1B-3ED9F7D6E4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0574C9-B118-4B1F-944A-B90C4CB5EA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0B82E8-B296-475A-8C49-FE01B4CC1ACC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Custom</vt:lpstr>
      <vt:lpstr>Bookmarks Birds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2026-07-16T06:04:57Z</dcterms:created>
  <dcterms:modified xsi:type="dcterms:W3CDTF">2026-07-16T06:05:00Z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