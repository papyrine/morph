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6"/>
  </p:notesMasterIdLst>
  <p:handoutMasterIdLst>
    <p:handoutMasterId r:id="rId7"/>
  </p:handoutMasterIdLst>
  <p:sldIdLst>
    <p:sldId id="260" r:id="rId5"/>
  </p:sldIdLst>
  <p:sldSz cx="7772400" cy="10058400"/>
  <p:notesSz cx="6858000" cy="931386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 userDrawn="1">
          <p15:clr>
            <a:srgbClr val="A4A3A4"/>
          </p15:clr>
        </p15:guide>
        <p15:guide id="2" pos="244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39" autoAdjust="0"/>
    <p:restoredTop sz="94490" autoAdjust="0"/>
  </p:normalViewPr>
  <p:slideViewPr>
    <p:cSldViewPr>
      <p:cViewPr>
        <p:scale>
          <a:sx n="100" d="100"/>
          <a:sy n="100" d="100"/>
        </p:scale>
        <p:origin x="869" y="-1560"/>
      </p:cViewPr>
      <p:guideLst>
        <p:guide orient="horz" pos="3168"/>
        <p:guide pos="244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66" d="100"/>
          <a:sy n="66" d="100"/>
        </p:scale>
        <p:origin x="3134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2B8A08-B855-4C9E-A853-7B959D4FD169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7138"/>
            <a:ext cx="2971800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847138"/>
            <a:ext cx="2971800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477DF4-BED6-489E-84C5-2F5E5E718F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2395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804A9D-5FD2-4FDE-BAD7-9ACDE960ACB3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14563" y="1163638"/>
            <a:ext cx="2428875" cy="31432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81513"/>
            <a:ext cx="5486400" cy="31448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7138"/>
            <a:ext cx="2971800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847138"/>
            <a:ext cx="2971800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8A67B-D4E7-463C-8DE6-E343473A155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94811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8A67B-D4E7-463C-8DE6-E343473A155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7611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siness Cards 10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55562-2F47-85A7-12CB-06B583EBBF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8620" y="152400"/>
            <a:ext cx="6995160" cy="624554"/>
          </a:xfrm>
        </p:spPr>
        <p:txBody>
          <a:bodyPr>
            <a:noAutofit/>
          </a:bodyPr>
          <a:lstStyle>
            <a:lvl1pPr>
              <a:defRPr sz="2400">
                <a:noFill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834307" y="1105631"/>
            <a:ext cx="2907792" cy="185282"/>
          </a:xfrm>
        </p:spPr>
        <p:txBody>
          <a:bodyPr lIns="0" tIns="0" rIns="0" bIns="0" anchor="b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b="1" cap="all" spc="100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900"/>
            </a:lvl2pPr>
            <a:lvl3pPr marL="0" indent="0">
              <a:spcBef>
                <a:spcPts val="0"/>
              </a:spcBef>
              <a:buNone/>
              <a:defRPr sz="900"/>
            </a:lvl3pPr>
            <a:lvl4pPr marL="0" indent="0">
              <a:spcBef>
                <a:spcPts val="0"/>
              </a:spcBef>
              <a:buNone/>
              <a:defRPr sz="900"/>
            </a:lvl4pPr>
            <a:lvl5pPr marL="0" indent="0">
              <a:spcBef>
                <a:spcPts val="0"/>
              </a:spcBef>
              <a:buNone/>
              <a:defRPr sz="900"/>
            </a:lvl5pPr>
          </a:lstStyle>
          <a:p>
            <a:pPr lvl="0"/>
            <a:r>
              <a:t>[Name]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" hasCustomPrompt="1"/>
          </p:nvPr>
        </p:nvSpPr>
        <p:spPr>
          <a:xfrm>
            <a:off x="834307" y="1325598"/>
            <a:ext cx="2907792" cy="140384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dirty="0"/>
              <a:t>[Title]</a:t>
            </a:r>
          </a:p>
        </p:txBody>
      </p:sp>
      <p:sp>
        <p:nvSpPr>
          <p:cNvPr id="112" name="Text Placeholder 31"/>
          <p:cNvSpPr>
            <a:spLocks noGrp="1"/>
          </p:cNvSpPr>
          <p:nvPr>
            <p:ph type="body" sz="quarter" idx="80" hasCustomPrompt="1"/>
          </p:nvPr>
        </p:nvSpPr>
        <p:spPr>
          <a:xfrm>
            <a:off x="834307" y="1533739"/>
            <a:ext cx="2907792" cy="140081"/>
          </a:xfrm>
        </p:spPr>
        <p:txBody>
          <a:bodyPr lIns="0" tIns="0" rIns="0" bIns="0" anchor="ctr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1" cap="none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dirty="0"/>
              <a:t>[Company]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6" hasCustomPrompt="1"/>
          </p:nvPr>
        </p:nvSpPr>
        <p:spPr>
          <a:xfrm>
            <a:off x="834307" y="1713081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[Street Address, City, ST ZIP Code]</a:t>
            </a:r>
          </a:p>
        </p:txBody>
      </p:sp>
      <p:sp>
        <p:nvSpPr>
          <p:cNvPr id="148" name="Text Placeholder 27"/>
          <p:cNvSpPr>
            <a:spLocks noGrp="1"/>
          </p:cNvSpPr>
          <p:nvPr>
            <p:ph type="body" sz="quarter" idx="84" hasCustomPrompt="1"/>
          </p:nvPr>
        </p:nvSpPr>
        <p:spPr>
          <a:xfrm>
            <a:off x="834307" y="1833743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800" b="0" baseline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5pPr>
          </a:lstStyle>
          <a:p>
            <a:pPr lvl="0"/>
            <a:r>
              <a:t>[Web Address]</a:t>
            </a:r>
          </a:p>
        </p:txBody>
      </p:sp>
      <p:sp>
        <p:nvSpPr>
          <p:cNvPr id="125" name="Text Placeholder 23"/>
          <p:cNvSpPr>
            <a:spLocks noGrp="1"/>
          </p:cNvSpPr>
          <p:nvPr>
            <p:ph type="body" sz="quarter" idx="82" hasCustomPrompt="1"/>
          </p:nvPr>
        </p:nvSpPr>
        <p:spPr>
          <a:xfrm>
            <a:off x="834307" y="2001097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/>
            </a:lvl2pPr>
            <a:lvl3pPr marL="0" indent="0">
              <a:spcBef>
                <a:spcPts val="0"/>
              </a:spcBef>
              <a:buNone/>
              <a:defRPr sz="700"/>
            </a:lvl3pPr>
            <a:lvl4pPr marL="0" indent="0">
              <a:spcBef>
                <a:spcPts val="0"/>
              </a:spcBef>
              <a:buNone/>
              <a:defRPr sz="700"/>
            </a:lvl4pPr>
            <a:lvl5pPr marL="0" indent="0">
              <a:spcBef>
                <a:spcPts val="0"/>
              </a:spcBef>
              <a:buNone/>
              <a:defRPr sz="700"/>
            </a:lvl5pPr>
          </a:lstStyle>
          <a:p>
            <a:pPr lvl="0"/>
            <a:r>
              <a:t>[Telephone] | [Email]</a:t>
            </a:r>
          </a:p>
        </p:txBody>
      </p:sp>
      <p:sp>
        <p:nvSpPr>
          <p:cNvPr id="91" name="Text Placeholder 19"/>
          <p:cNvSpPr>
            <a:spLocks noGrp="1"/>
          </p:cNvSpPr>
          <p:nvPr>
            <p:ph type="body" sz="quarter" idx="92" hasCustomPrompt="1"/>
          </p:nvPr>
        </p:nvSpPr>
        <p:spPr>
          <a:xfrm>
            <a:off x="834307" y="2938918"/>
            <a:ext cx="2907792" cy="185282"/>
          </a:xfrm>
        </p:spPr>
        <p:txBody>
          <a:bodyPr lIns="0" tIns="0" rIns="0" bIns="0" anchor="b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b="1" cap="all" spc="100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900"/>
            </a:lvl2pPr>
            <a:lvl3pPr marL="0" indent="0">
              <a:spcBef>
                <a:spcPts val="0"/>
              </a:spcBef>
              <a:buNone/>
              <a:defRPr sz="900"/>
            </a:lvl3pPr>
            <a:lvl4pPr marL="0" indent="0">
              <a:spcBef>
                <a:spcPts val="0"/>
              </a:spcBef>
              <a:buNone/>
              <a:defRPr sz="900"/>
            </a:lvl4pPr>
            <a:lvl5pPr marL="0" indent="0">
              <a:spcBef>
                <a:spcPts val="0"/>
              </a:spcBef>
              <a:buNone/>
              <a:defRPr sz="900"/>
            </a:lvl5pPr>
          </a:lstStyle>
          <a:p>
            <a:pPr lvl="0"/>
            <a:r>
              <a:t>[Name]</a:t>
            </a:r>
          </a:p>
        </p:txBody>
      </p:sp>
      <p:sp>
        <p:nvSpPr>
          <p:cNvPr id="92" name="Text Placeholder 21"/>
          <p:cNvSpPr>
            <a:spLocks noGrp="1"/>
          </p:cNvSpPr>
          <p:nvPr>
            <p:ph type="body" sz="quarter" idx="93" hasCustomPrompt="1"/>
          </p:nvPr>
        </p:nvSpPr>
        <p:spPr>
          <a:xfrm>
            <a:off x="834307" y="3158885"/>
            <a:ext cx="2907792" cy="140384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dirty="0"/>
              <a:t>[Title]</a:t>
            </a:r>
          </a:p>
        </p:txBody>
      </p:sp>
      <p:sp>
        <p:nvSpPr>
          <p:cNvPr id="93" name="Text Placeholder 31"/>
          <p:cNvSpPr>
            <a:spLocks noGrp="1"/>
          </p:cNvSpPr>
          <p:nvPr>
            <p:ph type="body" sz="quarter" idx="94" hasCustomPrompt="1"/>
          </p:nvPr>
        </p:nvSpPr>
        <p:spPr>
          <a:xfrm>
            <a:off x="834307" y="3367026"/>
            <a:ext cx="2907792" cy="140081"/>
          </a:xfrm>
        </p:spPr>
        <p:txBody>
          <a:bodyPr lIns="0" tIns="0" rIns="0" bIns="0" anchor="ctr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1" cap="none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[Company]</a:t>
            </a:r>
          </a:p>
        </p:txBody>
      </p:sp>
      <p:sp>
        <p:nvSpPr>
          <p:cNvPr id="94" name="Text Placeholder 31"/>
          <p:cNvSpPr>
            <a:spLocks noGrp="1"/>
          </p:cNvSpPr>
          <p:nvPr>
            <p:ph type="body" sz="quarter" idx="95" hasCustomPrompt="1"/>
          </p:nvPr>
        </p:nvSpPr>
        <p:spPr>
          <a:xfrm>
            <a:off x="834307" y="3546368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[Street Address, City, ST ZIP Code]</a:t>
            </a:r>
          </a:p>
        </p:txBody>
      </p:sp>
      <p:sp>
        <p:nvSpPr>
          <p:cNvPr id="95" name="Text Placeholder 27"/>
          <p:cNvSpPr>
            <a:spLocks noGrp="1"/>
          </p:cNvSpPr>
          <p:nvPr>
            <p:ph type="body" sz="quarter" idx="96" hasCustomPrompt="1"/>
          </p:nvPr>
        </p:nvSpPr>
        <p:spPr>
          <a:xfrm>
            <a:off x="834307" y="3667030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800" b="0" baseline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5pPr>
          </a:lstStyle>
          <a:p>
            <a:pPr lvl="0"/>
            <a:r>
              <a:t>[Web Address]</a:t>
            </a:r>
          </a:p>
        </p:txBody>
      </p:sp>
      <p:sp>
        <p:nvSpPr>
          <p:cNvPr id="96" name="Text Placeholder 23"/>
          <p:cNvSpPr>
            <a:spLocks noGrp="1"/>
          </p:cNvSpPr>
          <p:nvPr>
            <p:ph type="body" sz="quarter" idx="97" hasCustomPrompt="1"/>
          </p:nvPr>
        </p:nvSpPr>
        <p:spPr>
          <a:xfrm>
            <a:off x="834307" y="3834384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/>
            </a:lvl2pPr>
            <a:lvl3pPr marL="0" indent="0">
              <a:spcBef>
                <a:spcPts val="0"/>
              </a:spcBef>
              <a:buNone/>
              <a:defRPr sz="700"/>
            </a:lvl3pPr>
            <a:lvl4pPr marL="0" indent="0">
              <a:spcBef>
                <a:spcPts val="0"/>
              </a:spcBef>
              <a:buNone/>
              <a:defRPr sz="700"/>
            </a:lvl4pPr>
            <a:lvl5pPr marL="0" indent="0">
              <a:spcBef>
                <a:spcPts val="0"/>
              </a:spcBef>
              <a:buNone/>
              <a:defRPr sz="700"/>
            </a:lvl5pPr>
          </a:lstStyle>
          <a:p>
            <a:pPr lvl="0"/>
            <a:r>
              <a:t>[Telephone] | [Email]</a:t>
            </a:r>
          </a:p>
        </p:txBody>
      </p:sp>
      <p:sp>
        <p:nvSpPr>
          <p:cNvPr id="107" name="Text Placeholder 19"/>
          <p:cNvSpPr>
            <a:spLocks noGrp="1"/>
          </p:cNvSpPr>
          <p:nvPr>
            <p:ph type="body" sz="quarter" idx="106" hasCustomPrompt="1"/>
          </p:nvPr>
        </p:nvSpPr>
        <p:spPr>
          <a:xfrm>
            <a:off x="834307" y="4767718"/>
            <a:ext cx="2907792" cy="185282"/>
          </a:xfrm>
        </p:spPr>
        <p:txBody>
          <a:bodyPr lIns="0" tIns="0" rIns="0" bIns="0" anchor="b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b="1" cap="all" spc="100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900"/>
            </a:lvl2pPr>
            <a:lvl3pPr marL="0" indent="0">
              <a:spcBef>
                <a:spcPts val="0"/>
              </a:spcBef>
              <a:buNone/>
              <a:defRPr sz="900"/>
            </a:lvl3pPr>
            <a:lvl4pPr marL="0" indent="0">
              <a:spcBef>
                <a:spcPts val="0"/>
              </a:spcBef>
              <a:buNone/>
              <a:defRPr sz="900"/>
            </a:lvl4pPr>
            <a:lvl5pPr marL="0" indent="0">
              <a:spcBef>
                <a:spcPts val="0"/>
              </a:spcBef>
              <a:buNone/>
              <a:defRPr sz="900"/>
            </a:lvl5pPr>
          </a:lstStyle>
          <a:p>
            <a:pPr lvl="0"/>
            <a:r>
              <a:t>[Name]</a:t>
            </a:r>
          </a:p>
        </p:txBody>
      </p:sp>
      <p:sp>
        <p:nvSpPr>
          <p:cNvPr id="108" name="Text Placeholder 21"/>
          <p:cNvSpPr>
            <a:spLocks noGrp="1"/>
          </p:cNvSpPr>
          <p:nvPr>
            <p:ph type="body" sz="quarter" idx="107" hasCustomPrompt="1"/>
          </p:nvPr>
        </p:nvSpPr>
        <p:spPr>
          <a:xfrm>
            <a:off x="834307" y="4987685"/>
            <a:ext cx="2907792" cy="140384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[Title]</a:t>
            </a:r>
          </a:p>
        </p:txBody>
      </p:sp>
      <p:sp>
        <p:nvSpPr>
          <p:cNvPr id="109" name="Text Placeholder 31"/>
          <p:cNvSpPr>
            <a:spLocks noGrp="1"/>
          </p:cNvSpPr>
          <p:nvPr>
            <p:ph type="body" sz="quarter" idx="108" hasCustomPrompt="1"/>
          </p:nvPr>
        </p:nvSpPr>
        <p:spPr>
          <a:xfrm>
            <a:off x="834307" y="5195826"/>
            <a:ext cx="2907792" cy="140081"/>
          </a:xfrm>
        </p:spPr>
        <p:txBody>
          <a:bodyPr lIns="0" tIns="0" rIns="0" bIns="0" anchor="ctr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1" cap="none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[Company]</a:t>
            </a:r>
          </a:p>
        </p:txBody>
      </p:sp>
      <p:sp>
        <p:nvSpPr>
          <p:cNvPr id="110" name="Text Placeholder 31"/>
          <p:cNvSpPr>
            <a:spLocks noGrp="1"/>
          </p:cNvSpPr>
          <p:nvPr>
            <p:ph type="body" sz="quarter" idx="109" hasCustomPrompt="1"/>
          </p:nvPr>
        </p:nvSpPr>
        <p:spPr>
          <a:xfrm>
            <a:off x="834307" y="5375168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[Street Address, City, ST ZIP Code]</a:t>
            </a:r>
          </a:p>
        </p:txBody>
      </p:sp>
      <p:sp>
        <p:nvSpPr>
          <p:cNvPr id="111" name="Text Placeholder 27"/>
          <p:cNvSpPr>
            <a:spLocks noGrp="1"/>
          </p:cNvSpPr>
          <p:nvPr>
            <p:ph type="body" sz="quarter" idx="110" hasCustomPrompt="1"/>
          </p:nvPr>
        </p:nvSpPr>
        <p:spPr>
          <a:xfrm>
            <a:off x="834307" y="5495830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800" b="0" baseline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5pPr>
          </a:lstStyle>
          <a:p>
            <a:pPr lvl="0"/>
            <a:r>
              <a:t>[Web Address]</a:t>
            </a:r>
          </a:p>
        </p:txBody>
      </p:sp>
      <p:sp>
        <p:nvSpPr>
          <p:cNvPr id="113" name="Text Placeholder 23"/>
          <p:cNvSpPr>
            <a:spLocks noGrp="1"/>
          </p:cNvSpPr>
          <p:nvPr>
            <p:ph type="body" sz="quarter" idx="111" hasCustomPrompt="1"/>
          </p:nvPr>
        </p:nvSpPr>
        <p:spPr>
          <a:xfrm>
            <a:off x="834307" y="5663184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/>
            </a:lvl2pPr>
            <a:lvl3pPr marL="0" indent="0">
              <a:spcBef>
                <a:spcPts val="0"/>
              </a:spcBef>
              <a:buNone/>
              <a:defRPr sz="700"/>
            </a:lvl3pPr>
            <a:lvl4pPr marL="0" indent="0">
              <a:spcBef>
                <a:spcPts val="0"/>
              </a:spcBef>
              <a:buNone/>
              <a:defRPr sz="700"/>
            </a:lvl4pPr>
            <a:lvl5pPr marL="0" indent="0">
              <a:spcBef>
                <a:spcPts val="0"/>
              </a:spcBef>
              <a:buNone/>
              <a:defRPr sz="700"/>
            </a:lvl5pPr>
          </a:lstStyle>
          <a:p>
            <a:pPr lvl="0"/>
            <a:r>
              <a:t>[Telephone] | [Email]</a:t>
            </a:r>
          </a:p>
        </p:txBody>
      </p:sp>
      <p:sp>
        <p:nvSpPr>
          <p:cNvPr id="178" name="Text Placeholder 19"/>
          <p:cNvSpPr>
            <a:spLocks noGrp="1"/>
          </p:cNvSpPr>
          <p:nvPr>
            <p:ph type="body" sz="quarter" idx="120" hasCustomPrompt="1"/>
          </p:nvPr>
        </p:nvSpPr>
        <p:spPr>
          <a:xfrm>
            <a:off x="834307" y="6596518"/>
            <a:ext cx="2907792" cy="185282"/>
          </a:xfrm>
        </p:spPr>
        <p:txBody>
          <a:bodyPr lIns="0" tIns="0" rIns="0" bIns="0" anchor="b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b="1" cap="all" spc="100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900"/>
            </a:lvl2pPr>
            <a:lvl3pPr marL="0" indent="0">
              <a:spcBef>
                <a:spcPts val="0"/>
              </a:spcBef>
              <a:buNone/>
              <a:defRPr sz="900"/>
            </a:lvl3pPr>
            <a:lvl4pPr marL="0" indent="0">
              <a:spcBef>
                <a:spcPts val="0"/>
              </a:spcBef>
              <a:buNone/>
              <a:defRPr sz="900"/>
            </a:lvl4pPr>
            <a:lvl5pPr marL="0" indent="0">
              <a:spcBef>
                <a:spcPts val="0"/>
              </a:spcBef>
              <a:buNone/>
              <a:defRPr sz="900"/>
            </a:lvl5pPr>
          </a:lstStyle>
          <a:p>
            <a:pPr lvl="0"/>
            <a:r>
              <a:t>[Name]</a:t>
            </a:r>
          </a:p>
        </p:txBody>
      </p:sp>
      <p:sp>
        <p:nvSpPr>
          <p:cNvPr id="179" name="Text Placeholder 21"/>
          <p:cNvSpPr>
            <a:spLocks noGrp="1"/>
          </p:cNvSpPr>
          <p:nvPr>
            <p:ph type="body" sz="quarter" idx="121" hasCustomPrompt="1"/>
          </p:nvPr>
        </p:nvSpPr>
        <p:spPr>
          <a:xfrm>
            <a:off x="834307" y="6816485"/>
            <a:ext cx="2907792" cy="140384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[Title]</a:t>
            </a:r>
          </a:p>
        </p:txBody>
      </p:sp>
      <p:sp>
        <p:nvSpPr>
          <p:cNvPr id="180" name="Text Placeholder 31"/>
          <p:cNvSpPr>
            <a:spLocks noGrp="1"/>
          </p:cNvSpPr>
          <p:nvPr>
            <p:ph type="body" sz="quarter" idx="122" hasCustomPrompt="1"/>
          </p:nvPr>
        </p:nvSpPr>
        <p:spPr>
          <a:xfrm>
            <a:off x="834307" y="7024626"/>
            <a:ext cx="2907792" cy="140081"/>
          </a:xfrm>
        </p:spPr>
        <p:txBody>
          <a:bodyPr lIns="0" tIns="0" rIns="0" bIns="0" anchor="ctr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1" cap="none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[Company]</a:t>
            </a:r>
          </a:p>
        </p:txBody>
      </p:sp>
      <p:sp>
        <p:nvSpPr>
          <p:cNvPr id="181" name="Text Placeholder 31"/>
          <p:cNvSpPr>
            <a:spLocks noGrp="1"/>
          </p:cNvSpPr>
          <p:nvPr>
            <p:ph type="body" sz="quarter" idx="123" hasCustomPrompt="1"/>
          </p:nvPr>
        </p:nvSpPr>
        <p:spPr>
          <a:xfrm>
            <a:off x="834307" y="7203968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[Street Address, City, ST ZIP Code]</a:t>
            </a:r>
          </a:p>
        </p:txBody>
      </p:sp>
      <p:sp>
        <p:nvSpPr>
          <p:cNvPr id="182" name="Text Placeholder 27"/>
          <p:cNvSpPr>
            <a:spLocks noGrp="1"/>
          </p:cNvSpPr>
          <p:nvPr>
            <p:ph type="body" sz="quarter" idx="124" hasCustomPrompt="1"/>
          </p:nvPr>
        </p:nvSpPr>
        <p:spPr>
          <a:xfrm>
            <a:off x="834307" y="7324630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800" b="0" baseline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5pPr>
          </a:lstStyle>
          <a:p>
            <a:pPr lvl="0"/>
            <a:r>
              <a:t>[Web Address]</a:t>
            </a:r>
          </a:p>
        </p:txBody>
      </p:sp>
      <p:sp>
        <p:nvSpPr>
          <p:cNvPr id="183" name="Text Placeholder 23"/>
          <p:cNvSpPr>
            <a:spLocks noGrp="1"/>
          </p:cNvSpPr>
          <p:nvPr>
            <p:ph type="body" sz="quarter" idx="125" hasCustomPrompt="1"/>
          </p:nvPr>
        </p:nvSpPr>
        <p:spPr>
          <a:xfrm>
            <a:off x="834307" y="7491984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/>
            </a:lvl2pPr>
            <a:lvl3pPr marL="0" indent="0">
              <a:spcBef>
                <a:spcPts val="0"/>
              </a:spcBef>
              <a:buNone/>
              <a:defRPr sz="700"/>
            </a:lvl3pPr>
            <a:lvl4pPr marL="0" indent="0">
              <a:spcBef>
                <a:spcPts val="0"/>
              </a:spcBef>
              <a:buNone/>
              <a:defRPr sz="700"/>
            </a:lvl4pPr>
            <a:lvl5pPr marL="0" indent="0">
              <a:spcBef>
                <a:spcPts val="0"/>
              </a:spcBef>
              <a:buNone/>
              <a:defRPr sz="700"/>
            </a:lvl5pPr>
          </a:lstStyle>
          <a:p>
            <a:pPr lvl="0"/>
            <a:r>
              <a:t>[Telephone] | [Email]</a:t>
            </a:r>
          </a:p>
        </p:txBody>
      </p:sp>
      <p:sp>
        <p:nvSpPr>
          <p:cNvPr id="194" name="Text Placeholder 19"/>
          <p:cNvSpPr>
            <a:spLocks noGrp="1"/>
          </p:cNvSpPr>
          <p:nvPr>
            <p:ph type="body" sz="quarter" idx="134" hasCustomPrompt="1"/>
          </p:nvPr>
        </p:nvSpPr>
        <p:spPr>
          <a:xfrm>
            <a:off x="834307" y="8425318"/>
            <a:ext cx="2907792" cy="185282"/>
          </a:xfrm>
        </p:spPr>
        <p:txBody>
          <a:bodyPr lIns="0" tIns="0" rIns="0" bIns="0" anchor="b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b="1" cap="all" spc="100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900"/>
            </a:lvl2pPr>
            <a:lvl3pPr marL="0" indent="0">
              <a:spcBef>
                <a:spcPts val="0"/>
              </a:spcBef>
              <a:buNone/>
              <a:defRPr sz="900"/>
            </a:lvl3pPr>
            <a:lvl4pPr marL="0" indent="0">
              <a:spcBef>
                <a:spcPts val="0"/>
              </a:spcBef>
              <a:buNone/>
              <a:defRPr sz="900"/>
            </a:lvl4pPr>
            <a:lvl5pPr marL="0" indent="0">
              <a:spcBef>
                <a:spcPts val="0"/>
              </a:spcBef>
              <a:buNone/>
              <a:defRPr sz="900"/>
            </a:lvl5pPr>
          </a:lstStyle>
          <a:p>
            <a:pPr lvl="0"/>
            <a:r>
              <a:rPr dirty="0"/>
              <a:t>[Name]</a:t>
            </a:r>
          </a:p>
        </p:txBody>
      </p:sp>
      <p:sp>
        <p:nvSpPr>
          <p:cNvPr id="195" name="Text Placeholder 21"/>
          <p:cNvSpPr>
            <a:spLocks noGrp="1"/>
          </p:cNvSpPr>
          <p:nvPr>
            <p:ph type="body" sz="quarter" idx="135" hasCustomPrompt="1"/>
          </p:nvPr>
        </p:nvSpPr>
        <p:spPr>
          <a:xfrm>
            <a:off x="834307" y="8645285"/>
            <a:ext cx="2907792" cy="140384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[Title]</a:t>
            </a:r>
          </a:p>
        </p:txBody>
      </p:sp>
      <p:sp>
        <p:nvSpPr>
          <p:cNvPr id="196" name="Text Placeholder 31"/>
          <p:cNvSpPr>
            <a:spLocks noGrp="1"/>
          </p:cNvSpPr>
          <p:nvPr>
            <p:ph type="body" sz="quarter" idx="136" hasCustomPrompt="1"/>
          </p:nvPr>
        </p:nvSpPr>
        <p:spPr>
          <a:xfrm>
            <a:off x="834307" y="8853426"/>
            <a:ext cx="2907792" cy="140081"/>
          </a:xfrm>
        </p:spPr>
        <p:txBody>
          <a:bodyPr lIns="0" tIns="0" rIns="0" bIns="0" anchor="ctr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1" cap="none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[Company]</a:t>
            </a:r>
          </a:p>
        </p:txBody>
      </p:sp>
      <p:sp>
        <p:nvSpPr>
          <p:cNvPr id="197" name="Text Placeholder 31"/>
          <p:cNvSpPr>
            <a:spLocks noGrp="1"/>
          </p:cNvSpPr>
          <p:nvPr>
            <p:ph type="body" sz="quarter" idx="137" hasCustomPrompt="1"/>
          </p:nvPr>
        </p:nvSpPr>
        <p:spPr>
          <a:xfrm>
            <a:off x="834307" y="9032768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[Street Address, City, ST ZIP Code]</a:t>
            </a:r>
          </a:p>
        </p:txBody>
      </p:sp>
      <p:sp>
        <p:nvSpPr>
          <p:cNvPr id="198" name="Text Placeholder 27"/>
          <p:cNvSpPr>
            <a:spLocks noGrp="1"/>
          </p:cNvSpPr>
          <p:nvPr>
            <p:ph type="body" sz="quarter" idx="138" hasCustomPrompt="1"/>
          </p:nvPr>
        </p:nvSpPr>
        <p:spPr>
          <a:xfrm>
            <a:off x="834307" y="9153430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800" b="0" baseline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5pPr>
          </a:lstStyle>
          <a:p>
            <a:pPr lvl="0"/>
            <a:r>
              <a:t>[Web Address]</a:t>
            </a:r>
          </a:p>
        </p:txBody>
      </p:sp>
      <p:sp>
        <p:nvSpPr>
          <p:cNvPr id="199" name="Text Placeholder 23"/>
          <p:cNvSpPr>
            <a:spLocks noGrp="1"/>
          </p:cNvSpPr>
          <p:nvPr>
            <p:ph type="body" sz="quarter" idx="139" hasCustomPrompt="1"/>
          </p:nvPr>
        </p:nvSpPr>
        <p:spPr>
          <a:xfrm>
            <a:off x="834307" y="9320784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/>
            </a:lvl2pPr>
            <a:lvl3pPr marL="0" indent="0">
              <a:spcBef>
                <a:spcPts val="0"/>
              </a:spcBef>
              <a:buNone/>
              <a:defRPr sz="700"/>
            </a:lvl3pPr>
            <a:lvl4pPr marL="0" indent="0">
              <a:spcBef>
                <a:spcPts val="0"/>
              </a:spcBef>
              <a:buNone/>
              <a:defRPr sz="700"/>
            </a:lvl4pPr>
            <a:lvl5pPr marL="0" indent="0">
              <a:spcBef>
                <a:spcPts val="0"/>
              </a:spcBef>
              <a:buNone/>
              <a:defRPr sz="700"/>
            </a:lvl5pPr>
          </a:lstStyle>
          <a:p>
            <a:pPr lvl="0"/>
            <a:r>
              <a:t>[Telephone] | [Email]</a:t>
            </a:r>
          </a:p>
        </p:txBody>
      </p:sp>
      <p:sp>
        <p:nvSpPr>
          <p:cNvPr id="83" name="Text Placeholder 19"/>
          <p:cNvSpPr>
            <a:spLocks noGrp="1"/>
          </p:cNvSpPr>
          <p:nvPr>
            <p:ph type="body" sz="quarter" idx="85" hasCustomPrompt="1"/>
          </p:nvPr>
        </p:nvSpPr>
        <p:spPr>
          <a:xfrm>
            <a:off x="4028343" y="1105631"/>
            <a:ext cx="2907792" cy="185282"/>
          </a:xfrm>
        </p:spPr>
        <p:txBody>
          <a:bodyPr lIns="0" tIns="0" rIns="0" bIns="0" anchor="b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b="1" cap="all" spc="100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900"/>
            </a:lvl2pPr>
            <a:lvl3pPr marL="0" indent="0">
              <a:spcBef>
                <a:spcPts val="0"/>
              </a:spcBef>
              <a:buNone/>
              <a:defRPr sz="900"/>
            </a:lvl3pPr>
            <a:lvl4pPr marL="0" indent="0">
              <a:spcBef>
                <a:spcPts val="0"/>
              </a:spcBef>
              <a:buNone/>
              <a:defRPr sz="900"/>
            </a:lvl4pPr>
            <a:lvl5pPr marL="0" indent="0">
              <a:spcBef>
                <a:spcPts val="0"/>
              </a:spcBef>
              <a:buNone/>
              <a:defRPr sz="900"/>
            </a:lvl5pPr>
          </a:lstStyle>
          <a:p>
            <a:pPr lvl="0"/>
            <a:r>
              <a:t>[Name]</a:t>
            </a:r>
          </a:p>
        </p:txBody>
      </p:sp>
      <p:sp>
        <p:nvSpPr>
          <p:cNvPr id="84" name="Text Placeholder 21"/>
          <p:cNvSpPr>
            <a:spLocks noGrp="1"/>
          </p:cNvSpPr>
          <p:nvPr>
            <p:ph type="body" sz="quarter" idx="86" hasCustomPrompt="1"/>
          </p:nvPr>
        </p:nvSpPr>
        <p:spPr>
          <a:xfrm>
            <a:off x="4028343" y="1325598"/>
            <a:ext cx="2907792" cy="140384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[Title]</a:t>
            </a:r>
          </a:p>
        </p:txBody>
      </p:sp>
      <p:sp>
        <p:nvSpPr>
          <p:cNvPr id="85" name="Text Placeholder 31"/>
          <p:cNvSpPr>
            <a:spLocks noGrp="1"/>
          </p:cNvSpPr>
          <p:nvPr>
            <p:ph type="body" sz="quarter" idx="87" hasCustomPrompt="1"/>
          </p:nvPr>
        </p:nvSpPr>
        <p:spPr>
          <a:xfrm>
            <a:off x="4028343" y="1533739"/>
            <a:ext cx="2907792" cy="140081"/>
          </a:xfrm>
        </p:spPr>
        <p:txBody>
          <a:bodyPr lIns="0" tIns="0" rIns="0" bIns="0" anchor="ctr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1" cap="none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[Company]</a:t>
            </a:r>
          </a:p>
        </p:txBody>
      </p:sp>
      <p:sp>
        <p:nvSpPr>
          <p:cNvPr id="86" name="Text Placeholder 31"/>
          <p:cNvSpPr>
            <a:spLocks noGrp="1"/>
          </p:cNvSpPr>
          <p:nvPr>
            <p:ph type="body" sz="quarter" idx="88" hasCustomPrompt="1"/>
          </p:nvPr>
        </p:nvSpPr>
        <p:spPr>
          <a:xfrm>
            <a:off x="4028343" y="1713081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[Street Address, City, ST ZIP Code]</a:t>
            </a:r>
          </a:p>
        </p:txBody>
      </p:sp>
      <p:sp>
        <p:nvSpPr>
          <p:cNvPr id="87" name="Text Placeholder 27"/>
          <p:cNvSpPr>
            <a:spLocks noGrp="1"/>
          </p:cNvSpPr>
          <p:nvPr>
            <p:ph type="body" sz="quarter" idx="89" hasCustomPrompt="1"/>
          </p:nvPr>
        </p:nvSpPr>
        <p:spPr>
          <a:xfrm>
            <a:off x="4028343" y="1833743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800" b="0" baseline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5pPr>
          </a:lstStyle>
          <a:p>
            <a:pPr lvl="0"/>
            <a:r>
              <a:t>[Web Address]</a:t>
            </a:r>
          </a:p>
        </p:txBody>
      </p:sp>
      <p:sp>
        <p:nvSpPr>
          <p:cNvPr id="88" name="Text Placeholder 23"/>
          <p:cNvSpPr>
            <a:spLocks noGrp="1"/>
          </p:cNvSpPr>
          <p:nvPr>
            <p:ph type="body" sz="quarter" idx="90" hasCustomPrompt="1"/>
          </p:nvPr>
        </p:nvSpPr>
        <p:spPr>
          <a:xfrm>
            <a:off x="4028343" y="2001097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/>
            </a:lvl2pPr>
            <a:lvl3pPr marL="0" indent="0">
              <a:spcBef>
                <a:spcPts val="0"/>
              </a:spcBef>
              <a:buNone/>
              <a:defRPr sz="700"/>
            </a:lvl3pPr>
            <a:lvl4pPr marL="0" indent="0">
              <a:spcBef>
                <a:spcPts val="0"/>
              </a:spcBef>
              <a:buNone/>
              <a:defRPr sz="700"/>
            </a:lvl4pPr>
            <a:lvl5pPr marL="0" indent="0">
              <a:spcBef>
                <a:spcPts val="0"/>
              </a:spcBef>
              <a:buNone/>
              <a:defRPr sz="700"/>
            </a:lvl5pPr>
          </a:lstStyle>
          <a:p>
            <a:pPr lvl="0"/>
            <a:r>
              <a:t>[Telephone] | [Email]</a:t>
            </a:r>
          </a:p>
        </p:txBody>
      </p:sp>
      <p:sp>
        <p:nvSpPr>
          <p:cNvPr id="99" name="Text Placeholder 19"/>
          <p:cNvSpPr>
            <a:spLocks noGrp="1"/>
          </p:cNvSpPr>
          <p:nvPr>
            <p:ph type="body" sz="quarter" idx="99" hasCustomPrompt="1"/>
          </p:nvPr>
        </p:nvSpPr>
        <p:spPr>
          <a:xfrm>
            <a:off x="4028343" y="2938918"/>
            <a:ext cx="2907792" cy="185282"/>
          </a:xfrm>
        </p:spPr>
        <p:txBody>
          <a:bodyPr lIns="0" tIns="0" rIns="0" bIns="0" anchor="b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b="1" cap="all" spc="100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900"/>
            </a:lvl2pPr>
            <a:lvl3pPr marL="0" indent="0">
              <a:spcBef>
                <a:spcPts val="0"/>
              </a:spcBef>
              <a:buNone/>
              <a:defRPr sz="900"/>
            </a:lvl3pPr>
            <a:lvl4pPr marL="0" indent="0">
              <a:spcBef>
                <a:spcPts val="0"/>
              </a:spcBef>
              <a:buNone/>
              <a:defRPr sz="900"/>
            </a:lvl4pPr>
            <a:lvl5pPr marL="0" indent="0">
              <a:spcBef>
                <a:spcPts val="0"/>
              </a:spcBef>
              <a:buNone/>
              <a:defRPr sz="900"/>
            </a:lvl5pPr>
          </a:lstStyle>
          <a:p>
            <a:pPr lvl="0"/>
            <a:r>
              <a:t>[Name]</a:t>
            </a:r>
          </a:p>
        </p:txBody>
      </p:sp>
      <p:sp>
        <p:nvSpPr>
          <p:cNvPr id="100" name="Text Placeholder 21"/>
          <p:cNvSpPr>
            <a:spLocks noGrp="1"/>
          </p:cNvSpPr>
          <p:nvPr>
            <p:ph type="body" sz="quarter" idx="100" hasCustomPrompt="1"/>
          </p:nvPr>
        </p:nvSpPr>
        <p:spPr>
          <a:xfrm>
            <a:off x="4028343" y="3158885"/>
            <a:ext cx="2907792" cy="140384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dirty="0"/>
              <a:t>[Title]</a:t>
            </a:r>
          </a:p>
        </p:txBody>
      </p:sp>
      <p:sp>
        <p:nvSpPr>
          <p:cNvPr id="101" name="Text Placeholder 31"/>
          <p:cNvSpPr>
            <a:spLocks noGrp="1"/>
          </p:cNvSpPr>
          <p:nvPr>
            <p:ph type="body" sz="quarter" idx="101" hasCustomPrompt="1"/>
          </p:nvPr>
        </p:nvSpPr>
        <p:spPr>
          <a:xfrm>
            <a:off x="4028343" y="3367026"/>
            <a:ext cx="2907792" cy="140081"/>
          </a:xfrm>
        </p:spPr>
        <p:txBody>
          <a:bodyPr lIns="0" tIns="0" rIns="0" bIns="0" anchor="ctr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1" cap="none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[Company]</a:t>
            </a:r>
          </a:p>
        </p:txBody>
      </p:sp>
      <p:sp>
        <p:nvSpPr>
          <p:cNvPr id="102" name="Text Placeholder 31"/>
          <p:cNvSpPr>
            <a:spLocks noGrp="1"/>
          </p:cNvSpPr>
          <p:nvPr>
            <p:ph type="body" sz="quarter" idx="102" hasCustomPrompt="1"/>
          </p:nvPr>
        </p:nvSpPr>
        <p:spPr>
          <a:xfrm>
            <a:off x="4028343" y="3546368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[Street Address, City, ST ZIP Code]</a:t>
            </a:r>
          </a:p>
        </p:txBody>
      </p:sp>
      <p:sp>
        <p:nvSpPr>
          <p:cNvPr id="103" name="Text Placeholder 27"/>
          <p:cNvSpPr>
            <a:spLocks noGrp="1"/>
          </p:cNvSpPr>
          <p:nvPr>
            <p:ph type="body" sz="quarter" idx="103" hasCustomPrompt="1"/>
          </p:nvPr>
        </p:nvSpPr>
        <p:spPr>
          <a:xfrm>
            <a:off x="4028343" y="3667030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800" b="0" baseline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5pPr>
          </a:lstStyle>
          <a:p>
            <a:pPr lvl="0"/>
            <a:r>
              <a:t>[Web Address]</a:t>
            </a:r>
          </a:p>
        </p:txBody>
      </p:sp>
      <p:sp>
        <p:nvSpPr>
          <p:cNvPr id="104" name="Text Placeholder 23"/>
          <p:cNvSpPr>
            <a:spLocks noGrp="1"/>
          </p:cNvSpPr>
          <p:nvPr>
            <p:ph type="body" sz="quarter" idx="104" hasCustomPrompt="1"/>
          </p:nvPr>
        </p:nvSpPr>
        <p:spPr>
          <a:xfrm>
            <a:off x="4028343" y="3834384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/>
            </a:lvl2pPr>
            <a:lvl3pPr marL="0" indent="0">
              <a:spcBef>
                <a:spcPts val="0"/>
              </a:spcBef>
              <a:buNone/>
              <a:defRPr sz="700"/>
            </a:lvl3pPr>
            <a:lvl4pPr marL="0" indent="0">
              <a:spcBef>
                <a:spcPts val="0"/>
              </a:spcBef>
              <a:buNone/>
              <a:defRPr sz="700"/>
            </a:lvl4pPr>
            <a:lvl5pPr marL="0" indent="0">
              <a:spcBef>
                <a:spcPts val="0"/>
              </a:spcBef>
              <a:buNone/>
              <a:defRPr sz="700"/>
            </a:lvl5pPr>
          </a:lstStyle>
          <a:p>
            <a:pPr lvl="0"/>
            <a:r>
              <a:t>[Telephone] | [Email]</a:t>
            </a:r>
          </a:p>
        </p:txBody>
      </p:sp>
      <p:sp>
        <p:nvSpPr>
          <p:cNvPr id="170" name="Text Placeholder 19"/>
          <p:cNvSpPr>
            <a:spLocks noGrp="1"/>
          </p:cNvSpPr>
          <p:nvPr>
            <p:ph type="body" sz="quarter" idx="113" hasCustomPrompt="1"/>
          </p:nvPr>
        </p:nvSpPr>
        <p:spPr>
          <a:xfrm>
            <a:off x="4028343" y="4767718"/>
            <a:ext cx="2907792" cy="185282"/>
          </a:xfrm>
        </p:spPr>
        <p:txBody>
          <a:bodyPr lIns="0" tIns="0" rIns="0" bIns="0" anchor="b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b="1" cap="all" spc="100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900"/>
            </a:lvl2pPr>
            <a:lvl3pPr marL="0" indent="0">
              <a:spcBef>
                <a:spcPts val="0"/>
              </a:spcBef>
              <a:buNone/>
              <a:defRPr sz="900"/>
            </a:lvl3pPr>
            <a:lvl4pPr marL="0" indent="0">
              <a:spcBef>
                <a:spcPts val="0"/>
              </a:spcBef>
              <a:buNone/>
              <a:defRPr sz="900"/>
            </a:lvl4pPr>
            <a:lvl5pPr marL="0" indent="0">
              <a:spcBef>
                <a:spcPts val="0"/>
              </a:spcBef>
              <a:buNone/>
              <a:defRPr sz="900"/>
            </a:lvl5pPr>
          </a:lstStyle>
          <a:p>
            <a:pPr lvl="0"/>
            <a:r>
              <a:t>[Name]</a:t>
            </a:r>
          </a:p>
        </p:txBody>
      </p:sp>
      <p:sp>
        <p:nvSpPr>
          <p:cNvPr id="171" name="Text Placeholder 21"/>
          <p:cNvSpPr>
            <a:spLocks noGrp="1"/>
          </p:cNvSpPr>
          <p:nvPr>
            <p:ph type="body" sz="quarter" idx="114" hasCustomPrompt="1"/>
          </p:nvPr>
        </p:nvSpPr>
        <p:spPr>
          <a:xfrm>
            <a:off x="4028343" y="4987685"/>
            <a:ext cx="2907792" cy="140384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[Title]</a:t>
            </a:r>
          </a:p>
        </p:txBody>
      </p:sp>
      <p:sp>
        <p:nvSpPr>
          <p:cNvPr id="172" name="Text Placeholder 31"/>
          <p:cNvSpPr>
            <a:spLocks noGrp="1"/>
          </p:cNvSpPr>
          <p:nvPr>
            <p:ph type="body" sz="quarter" idx="115" hasCustomPrompt="1"/>
          </p:nvPr>
        </p:nvSpPr>
        <p:spPr>
          <a:xfrm>
            <a:off x="4028343" y="5195826"/>
            <a:ext cx="2907792" cy="140081"/>
          </a:xfrm>
        </p:spPr>
        <p:txBody>
          <a:bodyPr lIns="0" tIns="0" rIns="0" bIns="0" anchor="ctr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1" cap="none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[Company]</a:t>
            </a:r>
          </a:p>
        </p:txBody>
      </p:sp>
      <p:sp>
        <p:nvSpPr>
          <p:cNvPr id="173" name="Text Placeholder 31"/>
          <p:cNvSpPr>
            <a:spLocks noGrp="1"/>
          </p:cNvSpPr>
          <p:nvPr>
            <p:ph type="body" sz="quarter" idx="116" hasCustomPrompt="1"/>
          </p:nvPr>
        </p:nvSpPr>
        <p:spPr>
          <a:xfrm>
            <a:off x="4028343" y="5375168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[Street Address, City, ST ZIP Code]</a:t>
            </a:r>
          </a:p>
        </p:txBody>
      </p:sp>
      <p:sp>
        <p:nvSpPr>
          <p:cNvPr id="174" name="Text Placeholder 27"/>
          <p:cNvSpPr>
            <a:spLocks noGrp="1"/>
          </p:cNvSpPr>
          <p:nvPr>
            <p:ph type="body" sz="quarter" idx="117" hasCustomPrompt="1"/>
          </p:nvPr>
        </p:nvSpPr>
        <p:spPr>
          <a:xfrm>
            <a:off x="4028343" y="5495830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800" b="0" baseline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5pPr>
          </a:lstStyle>
          <a:p>
            <a:pPr lvl="0"/>
            <a:r>
              <a:t>[Web Address]</a:t>
            </a:r>
          </a:p>
        </p:txBody>
      </p:sp>
      <p:sp>
        <p:nvSpPr>
          <p:cNvPr id="175" name="Text Placeholder 23"/>
          <p:cNvSpPr>
            <a:spLocks noGrp="1"/>
          </p:cNvSpPr>
          <p:nvPr>
            <p:ph type="body" sz="quarter" idx="118" hasCustomPrompt="1"/>
          </p:nvPr>
        </p:nvSpPr>
        <p:spPr>
          <a:xfrm>
            <a:off x="4028343" y="5663184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/>
            </a:lvl2pPr>
            <a:lvl3pPr marL="0" indent="0">
              <a:spcBef>
                <a:spcPts val="0"/>
              </a:spcBef>
              <a:buNone/>
              <a:defRPr sz="700"/>
            </a:lvl3pPr>
            <a:lvl4pPr marL="0" indent="0">
              <a:spcBef>
                <a:spcPts val="0"/>
              </a:spcBef>
              <a:buNone/>
              <a:defRPr sz="700"/>
            </a:lvl4pPr>
            <a:lvl5pPr marL="0" indent="0">
              <a:spcBef>
                <a:spcPts val="0"/>
              </a:spcBef>
              <a:buNone/>
              <a:defRPr sz="700"/>
            </a:lvl5pPr>
          </a:lstStyle>
          <a:p>
            <a:pPr lvl="0"/>
            <a:r>
              <a:t>[Telephone] | [Email]</a:t>
            </a:r>
          </a:p>
        </p:txBody>
      </p:sp>
      <p:sp>
        <p:nvSpPr>
          <p:cNvPr id="186" name="Text Placeholder 19"/>
          <p:cNvSpPr>
            <a:spLocks noGrp="1"/>
          </p:cNvSpPr>
          <p:nvPr>
            <p:ph type="body" sz="quarter" idx="127" hasCustomPrompt="1"/>
          </p:nvPr>
        </p:nvSpPr>
        <p:spPr>
          <a:xfrm>
            <a:off x="4028343" y="6596518"/>
            <a:ext cx="2907792" cy="185282"/>
          </a:xfrm>
        </p:spPr>
        <p:txBody>
          <a:bodyPr lIns="0" tIns="0" rIns="0" bIns="0" anchor="b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b="1" cap="all" spc="100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900"/>
            </a:lvl2pPr>
            <a:lvl3pPr marL="0" indent="0">
              <a:spcBef>
                <a:spcPts val="0"/>
              </a:spcBef>
              <a:buNone/>
              <a:defRPr sz="900"/>
            </a:lvl3pPr>
            <a:lvl4pPr marL="0" indent="0">
              <a:spcBef>
                <a:spcPts val="0"/>
              </a:spcBef>
              <a:buNone/>
              <a:defRPr sz="900"/>
            </a:lvl4pPr>
            <a:lvl5pPr marL="0" indent="0">
              <a:spcBef>
                <a:spcPts val="0"/>
              </a:spcBef>
              <a:buNone/>
              <a:defRPr sz="900"/>
            </a:lvl5pPr>
          </a:lstStyle>
          <a:p>
            <a:pPr lvl="0"/>
            <a:r>
              <a:t>[Name]</a:t>
            </a:r>
          </a:p>
        </p:txBody>
      </p:sp>
      <p:sp>
        <p:nvSpPr>
          <p:cNvPr id="187" name="Text Placeholder 21"/>
          <p:cNvSpPr>
            <a:spLocks noGrp="1"/>
          </p:cNvSpPr>
          <p:nvPr>
            <p:ph type="body" sz="quarter" idx="128" hasCustomPrompt="1"/>
          </p:nvPr>
        </p:nvSpPr>
        <p:spPr>
          <a:xfrm>
            <a:off x="4028343" y="6816485"/>
            <a:ext cx="2907792" cy="140384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[Title]</a:t>
            </a:r>
          </a:p>
        </p:txBody>
      </p:sp>
      <p:sp>
        <p:nvSpPr>
          <p:cNvPr id="188" name="Text Placeholder 31"/>
          <p:cNvSpPr>
            <a:spLocks noGrp="1"/>
          </p:cNvSpPr>
          <p:nvPr>
            <p:ph type="body" sz="quarter" idx="129" hasCustomPrompt="1"/>
          </p:nvPr>
        </p:nvSpPr>
        <p:spPr>
          <a:xfrm>
            <a:off x="4028343" y="7024626"/>
            <a:ext cx="2907792" cy="140081"/>
          </a:xfrm>
        </p:spPr>
        <p:txBody>
          <a:bodyPr lIns="0" tIns="0" rIns="0" bIns="0" anchor="ctr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1" cap="none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[Company]</a:t>
            </a:r>
          </a:p>
        </p:txBody>
      </p:sp>
      <p:sp>
        <p:nvSpPr>
          <p:cNvPr id="189" name="Text Placeholder 31"/>
          <p:cNvSpPr>
            <a:spLocks noGrp="1"/>
          </p:cNvSpPr>
          <p:nvPr>
            <p:ph type="body" sz="quarter" idx="130" hasCustomPrompt="1"/>
          </p:nvPr>
        </p:nvSpPr>
        <p:spPr>
          <a:xfrm>
            <a:off x="4028343" y="7203968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[Street Address, City, ST ZIP Code]</a:t>
            </a:r>
          </a:p>
        </p:txBody>
      </p:sp>
      <p:sp>
        <p:nvSpPr>
          <p:cNvPr id="190" name="Text Placeholder 27"/>
          <p:cNvSpPr>
            <a:spLocks noGrp="1"/>
          </p:cNvSpPr>
          <p:nvPr>
            <p:ph type="body" sz="quarter" idx="131" hasCustomPrompt="1"/>
          </p:nvPr>
        </p:nvSpPr>
        <p:spPr>
          <a:xfrm>
            <a:off x="4028343" y="7324630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800" b="0" baseline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5pPr>
          </a:lstStyle>
          <a:p>
            <a:pPr lvl="0"/>
            <a:r>
              <a:t>[Web Address]</a:t>
            </a:r>
          </a:p>
        </p:txBody>
      </p:sp>
      <p:sp>
        <p:nvSpPr>
          <p:cNvPr id="191" name="Text Placeholder 23"/>
          <p:cNvSpPr>
            <a:spLocks noGrp="1"/>
          </p:cNvSpPr>
          <p:nvPr>
            <p:ph type="body" sz="quarter" idx="132" hasCustomPrompt="1"/>
          </p:nvPr>
        </p:nvSpPr>
        <p:spPr>
          <a:xfrm>
            <a:off x="4028343" y="7491984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/>
            </a:lvl2pPr>
            <a:lvl3pPr marL="0" indent="0">
              <a:spcBef>
                <a:spcPts val="0"/>
              </a:spcBef>
              <a:buNone/>
              <a:defRPr sz="700"/>
            </a:lvl3pPr>
            <a:lvl4pPr marL="0" indent="0">
              <a:spcBef>
                <a:spcPts val="0"/>
              </a:spcBef>
              <a:buNone/>
              <a:defRPr sz="700"/>
            </a:lvl4pPr>
            <a:lvl5pPr marL="0" indent="0">
              <a:spcBef>
                <a:spcPts val="0"/>
              </a:spcBef>
              <a:buNone/>
              <a:defRPr sz="700"/>
            </a:lvl5pPr>
          </a:lstStyle>
          <a:p>
            <a:pPr lvl="0"/>
            <a:r>
              <a:t>[Telephone] | [Email]</a:t>
            </a:r>
          </a:p>
        </p:txBody>
      </p:sp>
      <p:sp>
        <p:nvSpPr>
          <p:cNvPr id="202" name="Text Placeholder 19"/>
          <p:cNvSpPr>
            <a:spLocks noGrp="1"/>
          </p:cNvSpPr>
          <p:nvPr>
            <p:ph type="body" sz="quarter" idx="141" hasCustomPrompt="1"/>
          </p:nvPr>
        </p:nvSpPr>
        <p:spPr>
          <a:xfrm>
            <a:off x="4028343" y="8425318"/>
            <a:ext cx="2907792" cy="185282"/>
          </a:xfrm>
        </p:spPr>
        <p:txBody>
          <a:bodyPr lIns="0" tIns="0" rIns="0" bIns="0" anchor="b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b="1" cap="all" spc="100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900"/>
            </a:lvl2pPr>
            <a:lvl3pPr marL="0" indent="0">
              <a:spcBef>
                <a:spcPts val="0"/>
              </a:spcBef>
              <a:buNone/>
              <a:defRPr sz="900"/>
            </a:lvl3pPr>
            <a:lvl4pPr marL="0" indent="0">
              <a:spcBef>
                <a:spcPts val="0"/>
              </a:spcBef>
              <a:buNone/>
              <a:defRPr sz="900"/>
            </a:lvl4pPr>
            <a:lvl5pPr marL="0" indent="0">
              <a:spcBef>
                <a:spcPts val="0"/>
              </a:spcBef>
              <a:buNone/>
              <a:defRPr sz="900"/>
            </a:lvl5pPr>
          </a:lstStyle>
          <a:p>
            <a:pPr lvl="0"/>
            <a:r>
              <a:rPr dirty="0"/>
              <a:t>[Name]</a:t>
            </a:r>
          </a:p>
        </p:txBody>
      </p:sp>
      <p:sp>
        <p:nvSpPr>
          <p:cNvPr id="203" name="Text Placeholder 21"/>
          <p:cNvSpPr>
            <a:spLocks noGrp="1"/>
          </p:cNvSpPr>
          <p:nvPr>
            <p:ph type="body" sz="quarter" idx="142" hasCustomPrompt="1"/>
          </p:nvPr>
        </p:nvSpPr>
        <p:spPr>
          <a:xfrm>
            <a:off x="4028343" y="8645285"/>
            <a:ext cx="2907792" cy="140384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[Title]</a:t>
            </a:r>
          </a:p>
        </p:txBody>
      </p:sp>
      <p:sp>
        <p:nvSpPr>
          <p:cNvPr id="204" name="Text Placeholder 31"/>
          <p:cNvSpPr>
            <a:spLocks noGrp="1"/>
          </p:cNvSpPr>
          <p:nvPr>
            <p:ph type="body" sz="quarter" idx="143" hasCustomPrompt="1"/>
          </p:nvPr>
        </p:nvSpPr>
        <p:spPr>
          <a:xfrm>
            <a:off x="4028343" y="8853426"/>
            <a:ext cx="2907792" cy="140081"/>
          </a:xfrm>
        </p:spPr>
        <p:txBody>
          <a:bodyPr lIns="0" tIns="0" rIns="0" bIns="0" anchor="ctr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900" b="1" cap="none" baseline="0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[Company]</a:t>
            </a:r>
          </a:p>
        </p:txBody>
      </p:sp>
      <p:sp>
        <p:nvSpPr>
          <p:cNvPr id="205" name="Text Placeholder 31"/>
          <p:cNvSpPr>
            <a:spLocks noGrp="1"/>
          </p:cNvSpPr>
          <p:nvPr>
            <p:ph type="body" sz="quarter" idx="144" hasCustomPrompt="1"/>
          </p:nvPr>
        </p:nvSpPr>
        <p:spPr>
          <a:xfrm>
            <a:off x="4028343" y="9032768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0" indent="0">
              <a:spcBef>
                <a:spcPts val="0"/>
              </a:spcBef>
              <a:buNone/>
              <a:defRPr sz="7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t>[Street Address, City, ST ZIP Code]</a:t>
            </a:r>
          </a:p>
        </p:txBody>
      </p:sp>
      <p:sp>
        <p:nvSpPr>
          <p:cNvPr id="206" name="Text Placeholder 27"/>
          <p:cNvSpPr>
            <a:spLocks noGrp="1"/>
          </p:cNvSpPr>
          <p:nvPr>
            <p:ph type="body" sz="quarter" idx="145" hasCustomPrompt="1"/>
          </p:nvPr>
        </p:nvSpPr>
        <p:spPr>
          <a:xfrm>
            <a:off x="4028343" y="9153430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800" b="0" baseline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accent1"/>
                </a:solidFill>
              </a:defRPr>
            </a:lvl5pPr>
          </a:lstStyle>
          <a:p>
            <a:pPr lvl="0"/>
            <a:r>
              <a:t>[Web Address]</a:t>
            </a:r>
          </a:p>
        </p:txBody>
      </p:sp>
      <p:sp>
        <p:nvSpPr>
          <p:cNvPr id="207" name="Text Placeholder 23"/>
          <p:cNvSpPr>
            <a:spLocks noGrp="1"/>
          </p:cNvSpPr>
          <p:nvPr>
            <p:ph type="body" sz="quarter" idx="146" hasCustomPrompt="1"/>
          </p:nvPr>
        </p:nvSpPr>
        <p:spPr>
          <a:xfrm>
            <a:off x="4028343" y="9320784"/>
            <a:ext cx="2907792" cy="128016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700"/>
            </a:lvl2pPr>
            <a:lvl3pPr marL="0" indent="0">
              <a:spcBef>
                <a:spcPts val="0"/>
              </a:spcBef>
              <a:buNone/>
              <a:defRPr sz="700"/>
            </a:lvl3pPr>
            <a:lvl4pPr marL="0" indent="0">
              <a:spcBef>
                <a:spcPts val="0"/>
              </a:spcBef>
              <a:buNone/>
              <a:defRPr sz="700"/>
            </a:lvl4pPr>
            <a:lvl5pPr marL="0" indent="0">
              <a:spcBef>
                <a:spcPts val="0"/>
              </a:spcBef>
              <a:buNone/>
              <a:defRPr sz="700"/>
            </a:lvl5pPr>
          </a:lstStyle>
          <a:p>
            <a:pPr lvl="0"/>
            <a:r>
              <a:t>[Telephone] | [Email]</a:t>
            </a:r>
          </a:p>
        </p:txBody>
      </p:sp>
    </p:spTree>
    <p:extLst>
      <p:ext uri="{BB962C8B-B14F-4D97-AF65-F5344CB8AC3E}">
        <p14:creationId xmlns:p14="http://schemas.microsoft.com/office/powerpoint/2010/main" val="1332565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8620" y="402802"/>
            <a:ext cx="6995160" cy="1676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" y="2346961"/>
            <a:ext cx="6995160" cy="66380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8620" y="9322647"/>
            <a:ext cx="181356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B9D2A2-FC5D-4E38-84C4-91BB2860F0FC}" type="datetimeFigureOut">
              <a:rPr lang="en-US"/>
              <a:t>7/15/2026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55570" y="9322647"/>
            <a:ext cx="246126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70220" y="9322647"/>
            <a:ext cx="181356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ECF1AC-24A7-42A4-9FAC-3CE63B9FFA68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73171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448" userDrawn="1">
          <p15:clr>
            <a:srgbClr val="F26B43"/>
          </p15:clr>
        </p15:guide>
        <p15:guide id="2" orient="horz" pos="2592" userDrawn="1">
          <p15:clr>
            <a:srgbClr val="F26B43"/>
          </p15:clr>
        </p15:guide>
        <p15:guide id="3" pos="432" userDrawn="1">
          <p15:clr>
            <a:srgbClr val="F26B43"/>
          </p15:clr>
        </p15:guide>
        <p15:guide id="4" pos="4464" userDrawn="1">
          <p15:clr>
            <a:srgbClr val="F26B43"/>
          </p15:clr>
        </p15:guide>
        <p15:guide id="5" orient="horz" pos="1440" userDrawn="1">
          <p15:clr>
            <a:srgbClr val="F26B43"/>
          </p15:clr>
        </p15:guide>
        <p15:guide id="6" orient="horz" pos="288" userDrawn="1">
          <p15:clr>
            <a:srgbClr val="F26B43"/>
          </p15:clr>
        </p15:guide>
        <p15:guide id="7" orient="horz" pos="3744" userDrawn="1">
          <p15:clr>
            <a:srgbClr val="F26B43"/>
          </p15:clr>
        </p15:guide>
        <p15:guide id="8" orient="horz" pos="4896" userDrawn="1">
          <p15:clr>
            <a:srgbClr val="F26B43"/>
          </p15:clr>
        </p15:guide>
        <p15:guide id="9" orient="horz" pos="604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itle 241" hidden="1">
            <a:extLst>
              <a:ext uri="{FF2B5EF4-FFF2-40B4-BE49-F238E27FC236}">
                <a16:creationId xmlns:a16="http://schemas.microsoft.com/office/drawing/2014/main" id="{9F05083A-7F11-38BF-FF8F-5A3523F1B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620" y="152400"/>
            <a:ext cx="6995160" cy="624554"/>
          </a:xfrm>
        </p:spPr>
        <p:txBody>
          <a:bodyPr/>
          <a:lstStyle/>
          <a:p>
            <a:r>
              <a:rPr lang="en-US" dirty="0"/>
              <a:t>Business Cards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A2A632C-1153-9036-087B-CCCA908628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4307" y="1105631"/>
            <a:ext cx="2907792" cy="185282"/>
          </a:xfrm>
        </p:spPr>
        <p:txBody>
          <a:bodyPr/>
          <a:lstStyle/>
          <a:p>
            <a:r>
              <a:rPr lang="en-US" dirty="0"/>
              <a:t>Robert Tamburello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B260C8-0DFD-78D3-72C3-4DAE5B7B561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4307" y="1325598"/>
            <a:ext cx="2907792" cy="140384"/>
          </a:xfrm>
        </p:spPr>
        <p:txBody>
          <a:bodyPr/>
          <a:lstStyle/>
          <a:p>
            <a:r>
              <a:rPr lang="en-US" dirty="0"/>
              <a:t>Vice President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22352D-6E75-782D-4958-5114B74630E3}"/>
              </a:ext>
            </a:extLst>
          </p:cNvPr>
          <p:cNvSpPr>
            <a:spLocks noGrp="1"/>
          </p:cNvSpPr>
          <p:nvPr>
            <p:ph type="body" sz="quarter" idx="80"/>
          </p:nvPr>
        </p:nvSpPr>
        <p:spPr>
          <a:xfrm>
            <a:off x="834307" y="1533739"/>
            <a:ext cx="2907792" cy="140081"/>
          </a:xfrm>
        </p:spPr>
        <p:txBody>
          <a:bodyPr/>
          <a:lstStyle/>
          <a:p>
            <a:r>
              <a:rPr lang="en-US" dirty="0"/>
              <a:t>Fabrikam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A043F1-F55E-D32E-452F-8FB6D847291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34307" y="1713081"/>
            <a:ext cx="2907792" cy="128016"/>
          </a:xfrm>
        </p:spPr>
        <p:txBody>
          <a:bodyPr/>
          <a:lstStyle/>
          <a:p>
            <a:r>
              <a:rPr lang="en-US" dirty="0"/>
              <a:t>1234 First Street, Brunswick, GA 98052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D12639F-4536-B9A6-0778-CACB356A7790}"/>
              </a:ext>
            </a:extLst>
          </p:cNvPr>
          <p:cNvSpPr>
            <a:spLocks noGrp="1"/>
          </p:cNvSpPr>
          <p:nvPr>
            <p:ph type="body" sz="quarter" idx="84"/>
          </p:nvPr>
        </p:nvSpPr>
        <p:spPr>
          <a:xfrm>
            <a:off x="834307" y="1833743"/>
            <a:ext cx="2907792" cy="128016"/>
          </a:xfrm>
        </p:spPr>
        <p:txBody>
          <a:bodyPr/>
          <a:lstStyle/>
          <a:p>
            <a:r>
              <a:rPr lang="en-US" dirty="0"/>
              <a:t>www.fabrikam.com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7685428-6998-E891-16BA-AC28DE303A49}"/>
              </a:ext>
            </a:extLst>
          </p:cNvPr>
          <p:cNvSpPr>
            <a:spLocks noGrp="1"/>
          </p:cNvSpPr>
          <p:nvPr>
            <p:ph type="body" sz="quarter" idx="82"/>
          </p:nvPr>
        </p:nvSpPr>
        <p:spPr>
          <a:xfrm>
            <a:off x="834307" y="2001097"/>
            <a:ext cx="2907792" cy="128016"/>
          </a:xfrm>
        </p:spPr>
        <p:txBody>
          <a:bodyPr/>
          <a:lstStyle/>
          <a:p>
            <a:r>
              <a:rPr lang="en-US" dirty="0"/>
              <a:t>360.555.0150 | rtamburello@fabrikam.com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C7B18BB-1682-54F5-729B-02C071D9CE35}"/>
              </a:ext>
            </a:extLst>
          </p:cNvPr>
          <p:cNvSpPr>
            <a:spLocks noGrp="1"/>
          </p:cNvSpPr>
          <p:nvPr>
            <p:ph type="body" sz="quarter" idx="92"/>
          </p:nvPr>
        </p:nvSpPr>
        <p:spPr>
          <a:xfrm>
            <a:off x="834307" y="2938918"/>
            <a:ext cx="2907792" cy="185282"/>
          </a:xfrm>
        </p:spPr>
        <p:txBody>
          <a:bodyPr/>
          <a:lstStyle/>
          <a:p>
            <a:r>
              <a:rPr lang="en-US" dirty="0"/>
              <a:t>Robert Tamburello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7C52055-3C88-099A-1BE4-12C097D835C9}"/>
              </a:ext>
            </a:extLst>
          </p:cNvPr>
          <p:cNvSpPr>
            <a:spLocks noGrp="1"/>
          </p:cNvSpPr>
          <p:nvPr>
            <p:ph type="body" sz="quarter" idx="93"/>
          </p:nvPr>
        </p:nvSpPr>
        <p:spPr>
          <a:xfrm>
            <a:off x="834307" y="3158885"/>
            <a:ext cx="2907792" cy="140384"/>
          </a:xfrm>
        </p:spPr>
        <p:txBody>
          <a:bodyPr/>
          <a:lstStyle/>
          <a:p>
            <a:r>
              <a:rPr lang="en-US" dirty="0"/>
              <a:t>Vice President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1B75A274-B9DE-6F3B-3A04-7A806B41470B}"/>
              </a:ext>
            </a:extLst>
          </p:cNvPr>
          <p:cNvSpPr>
            <a:spLocks noGrp="1"/>
          </p:cNvSpPr>
          <p:nvPr>
            <p:ph type="body" sz="quarter" idx="94"/>
          </p:nvPr>
        </p:nvSpPr>
        <p:spPr>
          <a:xfrm>
            <a:off x="834307" y="3367026"/>
            <a:ext cx="2907792" cy="140081"/>
          </a:xfrm>
        </p:spPr>
        <p:txBody>
          <a:bodyPr/>
          <a:lstStyle/>
          <a:p>
            <a:r>
              <a:rPr lang="en-US" dirty="0"/>
              <a:t>Fabrikam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5451EE2-1F0E-746F-DAC3-4A585FDF1528}"/>
              </a:ext>
            </a:extLst>
          </p:cNvPr>
          <p:cNvSpPr>
            <a:spLocks noGrp="1"/>
          </p:cNvSpPr>
          <p:nvPr>
            <p:ph type="body" sz="quarter" idx="95"/>
          </p:nvPr>
        </p:nvSpPr>
        <p:spPr>
          <a:xfrm>
            <a:off x="834307" y="3546368"/>
            <a:ext cx="2907792" cy="128016"/>
          </a:xfrm>
        </p:spPr>
        <p:txBody>
          <a:bodyPr/>
          <a:lstStyle/>
          <a:p>
            <a:r>
              <a:rPr lang="en-US" dirty="0"/>
              <a:t>1234 First Street, Brunswick, GA 98052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2E8F0B0-7F16-7D32-5793-67022AEFD22E}"/>
              </a:ext>
            </a:extLst>
          </p:cNvPr>
          <p:cNvSpPr>
            <a:spLocks noGrp="1"/>
          </p:cNvSpPr>
          <p:nvPr>
            <p:ph type="body" sz="quarter" idx="96"/>
          </p:nvPr>
        </p:nvSpPr>
        <p:spPr>
          <a:xfrm>
            <a:off x="834307" y="3667030"/>
            <a:ext cx="2907792" cy="128016"/>
          </a:xfrm>
        </p:spPr>
        <p:txBody>
          <a:bodyPr/>
          <a:lstStyle/>
          <a:p>
            <a:r>
              <a:rPr lang="en-US" dirty="0"/>
              <a:t>www.fabrikam.com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9B902C4-340B-9797-92CE-329E00F8220B}"/>
              </a:ext>
            </a:extLst>
          </p:cNvPr>
          <p:cNvSpPr>
            <a:spLocks noGrp="1"/>
          </p:cNvSpPr>
          <p:nvPr>
            <p:ph type="body" sz="quarter" idx="97"/>
          </p:nvPr>
        </p:nvSpPr>
        <p:spPr>
          <a:xfrm>
            <a:off x="834307" y="3834384"/>
            <a:ext cx="2907792" cy="128016"/>
          </a:xfrm>
        </p:spPr>
        <p:txBody>
          <a:bodyPr/>
          <a:lstStyle/>
          <a:p>
            <a:r>
              <a:rPr lang="en-US" dirty="0"/>
              <a:t>360.555.0150 | rtamburello@fabrikam.com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13FA89-1FD3-E77F-6B85-8B70C5EEF46B}"/>
              </a:ext>
            </a:extLst>
          </p:cNvPr>
          <p:cNvSpPr>
            <a:spLocks noGrp="1"/>
          </p:cNvSpPr>
          <p:nvPr>
            <p:ph type="body" sz="quarter" idx="106"/>
          </p:nvPr>
        </p:nvSpPr>
        <p:spPr>
          <a:xfrm>
            <a:off x="834307" y="4767718"/>
            <a:ext cx="2907792" cy="185282"/>
          </a:xfrm>
        </p:spPr>
        <p:txBody>
          <a:bodyPr/>
          <a:lstStyle/>
          <a:p>
            <a:r>
              <a:rPr lang="en-US" dirty="0"/>
              <a:t>Robert Tamburello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0E4D5C4A-D1E5-3874-F786-1E671E61AA16}"/>
              </a:ext>
            </a:extLst>
          </p:cNvPr>
          <p:cNvSpPr>
            <a:spLocks noGrp="1"/>
          </p:cNvSpPr>
          <p:nvPr>
            <p:ph type="body" sz="quarter" idx="107"/>
          </p:nvPr>
        </p:nvSpPr>
        <p:spPr>
          <a:xfrm>
            <a:off x="834307" y="4987685"/>
            <a:ext cx="2907792" cy="140384"/>
          </a:xfrm>
        </p:spPr>
        <p:txBody>
          <a:bodyPr/>
          <a:lstStyle/>
          <a:p>
            <a:r>
              <a:rPr lang="en-US" dirty="0"/>
              <a:t>Vice President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6CF9AC6-30DD-4F31-198B-22C1ED73CB77}"/>
              </a:ext>
            </a:extLst>
          </p:cNvPr>
          <p:cNvSpPr>
            <a:spLocks noGrp="1"/>
          </p:cNvSpPr>
          <p:nvPr>
            <p:ph type="body" sz="quarter" idx="108"/>
          </p:nvPr>
        </p:nvSpPr>
        <p:spPr>
          <a:xfrm>
            <a:off x="834307" y="5195826"/>
            <a:ext cx="2907792" cy="140081"/>
          </a:xfrm>
        </p:spPr>
        <p:txBody>
          <a:bodyPr/>
          <a:lstStyle/>
          <a:p>
            <a:r>
              <a:rPr lang="en-US" dirty="0"/>
              <a:t>Fabrikam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86112A16-FE74-B17D-A23A-4F051FC2C702}"/>
              </a:ext>
            </a:extLst>
          </p:cNvPr>
          <p:cNvSpPr>
            <a:spLocks noGrp="1"/>
          </p:cNvSpPr>
          <p:nvPr>
            <p:ph type="body" sz="quarter" idx="109"/>
          </p:nvPr>
        </p:nvSpPr>
        <p:spPr>
          <a:xfrm>
            <a:off x="834307" y="5375168"/>
            <a:ext cx="2907792" cy="128016"/>
          </a:xfrm>
        </p:spPr>
        <p:txBody>
          <a:bodyPr/>
          <a:lstStyle/>
          <a:p>
            <a:r>
              <a:rPr lang="en-US" dirty="0"/>
              <a:t>1234 First Street, Brunswick, GA 98052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2833552-3485-43DF-997A-19DEEAA53368}"/>
              </a:ext>
            </a:extLst>
          </p:cNvPr>
          <p:cNvSpPr>
            <a:spLocks noGrp="1"/>
          </p:cNvSpPr>
          <p:nvPr>
            <p:ph type="body" sz="quarter" idx="110"/>
          </p:nvPr>
        </p:nvSpPr>
        <p:spPr>
          <a:xfrm>
            <a:off x="834307" y="5495830"/>
            <a:ext cx="2907792" cy="128016"/>
          </a:xfrm>
        </p:spPr>
        <p:txBody>
          <a:bodyPr/>
          <a:lstStyle/>
          <a:p>
            <a:r>
              <a:rPr lang="en-US" dirty="0"/>
              <a:t>www.fabrikam.com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CA564A46-29D0-0C7A-C8D4-650E769D57CA}"/>
              </a:ext>
            </a:extLst>
          </p:cNvPr>
          <p:cNvSpPr>
            <a:spLocks noGrp="1"/>
          </p:cNvSpPr>
          <p:nvPr>
            <p:ph type="body" sz="quarter" idx="111"/>
          </p:nvPr>
        </p:nvSpPr>
        <p:spPr>
          <a:xfrm>
            <a:off x="834307" y="5663184"/>
            <a:ext cx="2907792" cy="128016"/>
          </a:xfrm>
        </p:spPr>
        <p:txBody>
          <a:bodyPr/>
          <a:lstStyle/>
          <a:p>
            <a:r>
              <a:rPr lang="en-US" dirty="0"/>
              <a:t>360.555.0150 | rtamburello@fabrikam.com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FDB56B48-0BD0-4111-DE02-A1AD7FABB53C}"/>
              </a:ext>
            </a:extLst>
          </p:cNvPr>
          <p:cNvSpPr>
            <a:spLocks noGrp="1"/>
          </p:cNvSpPr>
          <p:nvPr>
            <p:ph type="body" sz="quarter" idx="120"/>
          </p:nvPr>
        </p:nvSpPr>
        <p:spPr>
          <a:xfrm>
            <a:off x="834307" y="6596518"/>
            <a:ext cx="2907792" cy="185282"/>
          </a:xfrm>
        </p:spPr>
        <p:txBody>
          <a:bodyPr/>
          <a:lstStyle/>
          <a:p>
            <a:r>
              <a:rPr lang="en-US" dirty="0"/>
              <a:t>Robert Tamburello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9998F598-5C71-3966-DC3E-4F43CFB6C59E}"/>
              </a:ext>
            </a:extLst>
          </p:cNvPr>
          <p:cNvSpPr>
            <a:spLocks noGrp="1"/>
          </p:cNvSpPr>
          <p:nvPr>
            <p:ph type="body" sz="quarter" idx="121"/>
          </p:nvPr>
        </p:nvSpPr>
        <p:spPr>
          <a:xfrm>
            <a:off x="834307" y="6816485"/>
            <a:ext cx="2907792" cy="140384"/>
          </a:xfrm>
        </p:spPr>
        <p:txBody>
          <a:bodyPr/>
          <a:lstStyle/>
          <a:p>
            <a:r>
              <a:rPr lang="en-US" dirty="0"/>
              <a:t>Vice President</a:t>
            </a:r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B6FD2323-5245-117D-16E9-C803B57E0F35}"/>
              </a:ext>
            </a:extLst>
          </p:cNvPr>
          <p:cNvSpPr>
            <a:spLocks noGrp="1"/>
          </p:cNvSpPr>
          <p:nvPr>
            <p:ph type="body" sz="quarter" idx="122"/>
          </p:nvPr>
        </p:nvSpPr>
        <p:spPr>
          <a:xfrm>
            <a:off x="834307" y="7024626"/>
            <a:ext cx="2907792" cy="140081"/>
          </a:xfrm>
        </p:spPr>
        <p:txBody>
          <a:bodyPr/>
          <a:lstStyle/>
          <a:p>
            <a:r>
              <a:rPr lang="en-US" dirty="0"/>
              <a:t>Fabrikam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D03C70E0-2DCD-95B3-E374-B6FC154B42BA}"/>
              </a:ext>
            </a:extLst>
          </p:cNvPr>
          <p:cNvSpPr>
            <a:spLocks noGrp="1"/>
          </p:cNvSpPr>
          <p:nvPr>
            <p:ph type="body" sz="quarter" idx="123"/>
          </p:nvPr>
        </p:nvSpPr>
        <p:spPr>
          <a:xfrm>
            <a:off x="834307" y="7203968"/>
            <a:ext cx="2907792" cy="128016"/>
          </a:xfrm>
        </p:spPr>
        <p:txBody>
          <a:bodyPr/>
          <a:lstStyle/>
          <a:p>
            <a:r>
              <a:rPr lang="en-US" dirty="0"/>
              <a:t>1234 First Street, Brunswick, GA 98052</a:t>
            </a:r>
          </a:p>
        </p:txBody>
      </p:sp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0B43CE5E-0B48-B44F-0F99-8890249D9875}"/>
              </a:ext>
            </a:extLst>
          </p:cNvPr>
          <p:cNvSpPr>
            <a:spLocks noGrp="1"/>
          </p:cNvSpPr>
          <p:nvPr>
            <p:ph type="body" sz="quarter" idx="124"/>
          </p:nvPr>
        </p:nvSpPr>
        <p:spPr>
          <a:xfrm>
            <a:off x="834307" y="7324630"/>
            <a:ext cx="2907792" cy="128016"/>
          </a:xfrm>
        </p:spPr>
        <p:txBody>
          <a:bodyPr/>
          <a:lstStyle/>
          <a:p>
            <a:r>
              <a:rPr lang="en-US" dirty="0"/>
              <a:t>www.fabrikam.com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609F8C0B-1DC2-D69F-EB42-9C11C5B9B185}"/>
              </a:ext>
            </a:extLst>
          </p:cNvPr>
          <p:cNvSpPr>
            <a:spLocks noGrp="1"/>
          </p:cNvSpPr>
          <p:nvPr>
            <p:ph type="body" sz="quarter" idx="125"/>
          </p:nvPr>
        </p:nvSpPr>
        <p:spPr>
          <a:xfrm>
            <a:off x="834307" y="7491984"/>
            <a:ext cx="2907792" cy="128016"/>
          </a:xfrm>
        </p:spPr>
        <p:txBody>
          <a:bodyPr/>
          <a:lstStyle/>
          <a:p>
            <a:r>
              <a:rPr lang="en-US" dirty="0"/>
              <a:t>360.555.0150 | rtamburello@fabrikam.com</a:t>
            </a:r>
          </a:p>
        </p:txBody>
      </p: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B3F545AB-3033-3438-0552-E001A2909457}"/>
              </a:ext>
            </a:extLst>
          </p:cNvPr>
          <p:cNvSpPr>
            <a:spLocks noGrp="1"/>
          </p:cNvSpPr>
          <p:nvPr>
            <p:ph type="body" sz="quarter" idx="134"/>
          </p:nvPr>
        </p:nvSpPr>
        <p:spPr>
          <a:xfrm>
            <a:off x="834307" y="8425318"/>
            <a:ext cx="2907792" cy="185282"/>
          </a:xfrm>
        </p:spPr>
        <p:txBody>
          <a:bodyPr/>
          <a:lstStyle/>
          <a:p>
            <a:r>
              <a:rPr lang="en-US" dirty="0"/>
              <a:t>Robert Tamburello</a:t>
            </a:r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B2A88232-6BA4-363B-644C-AFC1733EC884}"/>
              </a:ext>
            </a:extLst>
          </p:cNvPr>
          <p:cNvSpPr>
            <a:spLocks noGrp="1"/>
          </p:cNvSpPr>
          <p:nvPr>
            <p:ph type="body" sz="quarter" idx="135"/>
          </p:nvPr>
        </p:nvSpPr>
        <p:spPr>
          <a:xfrm>
            <a:off x="834307" y="8645285"/>
            <a:ext cx="2907792" cy="140384"/>
          </a:xfrm>
        </p:spPr>
        <p:txBody>
          <a:bodyPr/>
          <a:lstStyle/>
          <a:p>
            <a:r>
              <a:rPr lang="en-US" dirty="0"/>
              <a:t>Vice President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402942C6-6F66-A382-49FC-B58E8F94092F}"/>
              </a:ext>
            </a:extLst>
          </p:cNvPr>
          <p:cNvSpPr>
            <a:spLocks noGrp="1"/>
          </p:cNvSpPr>
          <p:nvPr>
            <p:ph type="body" sz="quarter" idx="136"/>
          </p:nvPr>
        </p:nvSpPr>
        <p:spPr>
          <a:xfrm>
            <a:off x="834307" y="8853426"/>
            <a:ext cx="2907792" cy="140081"/>
          </a:xfrm>
        </p:spPr>
        <p:txBody>
          <a:bodyPr/>
          <a:lstStyle/>
          <a:p>
            <a:r>
              <a:rPr lang="en-US" dirty="0"/>
              <a:t>Fabrikam</a:t>
            </a:r>
          </a:p>
        </p:txBody>
      </p:sp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AEAB0F34-9B67-878F-4A6E-E057DF6879D3}"/>
              </a:ext>
            </a:extLst>
          </p:cNvPr>
          <p:cNvSpPr>
            <a:spLocks noGrp="1"/>
          </p:cNvSpPr>
          <p:nvPr>
            <p:ph type="body" sz="quarter" idx="137"/>
          </p:nvPr>
        </p:nvSpPr>
        <p:spPr>
          <a:xfrm>
            <a:off x="834307" y="9032768"/>
            <a:ext cx="2907792" cy="128016"/>
          </a:xfrm>
        </p:spPr>
        <p:txBody>
          <a:bodyPr/>
          <a:lstStyle/>
          <a:p>
            <a:r>
              <a:rPr lang="en-US" dirty="0"/>
              <a:t>1234 First Street, Brunswick, GA 98052</a:t>
            </a:r>
          </a:p>
        </p:txBody>
      </p:sp>
      <p:sp>
        <p:nvSpPr>
          <p:cNvPr id="54" name="Text Placeholder 53">
            <a:extLst>
              <a:ext uri="{FF2B5EF4-FFF2-40B4-BE49-F238E27FC236}">
                <a16:creationId xmlns:a16="http://schemas.microsoft.com/office/drawing/2014/main" id="{FBC47AD4-04A5-1992-AA77-8E753088A31E}"/>
              </a:ext>
            </a:extLst>
          </p:cNvPr>
          <p:cNvSpPr>
            <a:spLocks noGrp="1"/>
          </p:cNvSpPr>
          <p:nvPr>
            <p:ph type="body" sz="quarter" idx="138"/>
          </p:nvPr>
        </p:nvSpPr>
        <p:spPr>
          <a:xfrm>
            <a:off x="834307" y="9153430"/>
            <a:ext cx="2907792" cy="128016"/>
          </a:xfrm>
        </p:spPr>
        <p:txBody>
          <a:bodyPr/>
          <a:lstStyle/>
          <a:p>
            <a:r>
              <a:rPr lang="en-US" dirty="0"/>
              <a:t>www.fabrikam.com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A92708F0-0EF8-C299-BE5C-C793E5A880B1}"/>
              </a:ext>
            </a:extLst>
          </p:cNvPr>
          <p:cNvSpPr>
            <a:spLocks noGrp="1"/>
          </p:cNvSpPr>
          <p:nvPr>
            <p:ph type="body" sz="quarter" idx="139"/>
          </p:nvPr>
        </p:nvSpPr>
        <p:spPr>
          <a:xfrm>
            <a:off x="834307" y="9320784"/>
            <a:ext cx="2907792" cy="128016"/>
          </a:xfrm>
        </p:spPr>
        <p:txBody>
          <a:bodyPr/>
          <a:lstStyle/>
          <a:p>
            <a:r>
              <a:rPr lang="en-US" dirty="0"/>
              <a:t>360.555.0150 | rtamburello@fabrikam.com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CE9173-C50A-D535-4D3F-525E43088869}"/>
              </a:ext>
            </a:extLst>
          </p:cNvPr>
          <p:cNvSpPr>
            <a:spLocks noGrp="1"/>
          </p:cNvSpPr>
          <p:nvPr>
            <p:ph type="body" sz="quarter" idx="85"/>
          </p:nvPr>
        </p:nvSpPr>
        <p:spPr>
          <a:xfrm>
            <a:off x="4028343" y="1105631"/>
            <a:ext cx="2907792" cy="185282"/>
          </a:xfrm>
        </p:spPr>
        <p:txBody>
          <a:bodyPr/>
          <a:lstStyle/>
          <a:p>
            <a:r>
              <a:rPr lang="en-US" dirty="0"/>
              <a:t>Robert Tamburello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86BF86A-FC8E-844B-56D0-C06C30BE9255}"/>
              </a:ext>
            </a:extLst>
          </p:cNvPr>
          <p:cNvSpPr>
            <a:spLocks noGrp="1"/>
          </p:cNvSpPr>
          <p:nvPr>
            <p:ph type="body" sz="quarter" idx="86"/>
          </p:nvPr>
        </p:nvSpPr>
        <p:spPr>
          <a:xfrm>
            <a:off x="4028343" y="1325598"/>
            <a:ext cx="2907792" cy="140384"/>
          </a:xfrm>
        </p:spPr>
        <p:txBody>
          <a:bodyPr/>
          <a:lstStyle/>
          <a:p>
            <a:r>
              <a:rPr lang="en-US" dirty="0"/>
              <a:t>Vice President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6F7355D-24DF-A87A-95C1-13466B2B0CBA}"/>
              </a:ext>
            </a:extLst>
          </p:cNvPr>
          <p:cNvSpPr>
            <a:spLocks noGrp="1"/>
          </p:cNvSpPr>
          <p:nvPr>
            <p:ph type="body" sz="quarter" idx="87"/>
          </p:nvPr>
        </p:nvSpPr>
        <p:spPr>
          <a:xfrm>
            <a:off x="4028343" y="1533739"/>
            <a:ext cx="2907792" cy="140081"/>
          </a:xfrm>
        </p:spPr>
        <p:txBody>
          <a:bodyPr/>
          <a:lstStyle/>
          <a:p>
            <a:r>
              <a:rPr lang="en-US" dirty="0"/>
              <a:t>Fabrikam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E65E853-8F5A-4B18-56C2-8CC683D15085}"/>
              </a:ext>
            </a:extLst>
          </p:cNvPr>
          <p:cNvSpPr>
            <a:spLocks noGrp="1"/>
          </p:cNvSpPr>
          <p:nvPr>
            <p:ph type="body" sz="quarter" idx="88"/>
          </p:nvPr>
        </p:nvSpPr>
        <p:spPr>
          <a:xfrm>
            <a:off x="4028343" y="1713081"/>
            <a:ext cx="2907792" cy="128016"/>
          </a:xfrm>
        </p:spPr>
        <p:txBody>
          <a:bodyPr/>
          <a:lstStyle/>
          <a:p>
            <a:r>
              <a:rPr lang="en-US" dirty="0"/>
              <a:t>1234 First Street, Brunswick, GA 98052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2F33E90-A181-EB77-7143-946FB9B7FB52}"/>
              </a:ext>
            </a:extLst>
          </p:cNvPr>
          <p:cNvSpPr>
            <a:spLocks noGrp="1"/>
          </p:cNvSpPr>
          <p:nvPr>
            <p:ph type="body" sz="quarter" idx="89"/>
          </p:nvPr>
        </p:nvSpPr>
        <p:spPr>
          <a:xfrm>
            <a:off x="4028343" y="1833743"/>
            <a:ext cx="2907792" cy="128016"/>
          </a:xfrm>
        </p:spPr>
        <p:txBody>
          <a:bodyPr/>
          <a:lstStyle/>
          <a:p>
            <a:r>
              <a:rPr lang="en-US" dirty="0"/>
              <a:t>www.fabrikam.com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1DFCD0F0-D42C-D005-AA32-F3648676CA07}"/>
              </a:ext>
            </a:extLst>
          </p:cNvPr>
          <p:cNvSpPr>
            <a:spLocks noGrp="1"/>
          </p:cNvSpPr>
          <p:nvPr>
            <p:ph type="body" sz="quarter" idx="90"/>
          </p:nvPr>
        </p:nvSpPr>
        <p:spPr>
          <a:xfrm>
            <a:off x="4028343" y="2001097"/>
            <a:ext cx="2907792" cy="128016"/>
          </a:xfrm>
        </p:spPr>
        <p:txBody>
          <a:bodyPr/>
          <a:lstStyle/>
          <a:p>
            <a:r>
              <a:rPr lang="en-US" dirty="0"/>
              <a:t>360.555.0150 | rtamburello@fabrikam.com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26BC4C9-2D72-DF77-B42A-C368B0577591}"/>
              </a:ext>
            </a:extLst>
          </p:cNvPr>
          <p:cNvSpPr>
            <a:spLocks noGrp="1"/>
          </p:cNvSpPr>
          <p:nvPr>
            <p:ph type="body" sz="quarter" idx="99"/>
          </p:nvPr>
        </p:nvSpPr>
        <p:spPr>
          <a:xfrm>
            <a:off x="4028343" y="2938918"/>
            <a:ext cx="2907792" cy="185282"/>
          </a:xfrm>
        </p:spPr>
        <p:txBody>
          <a:bodyPr/>
          <a:lstStyle/>
          <a:p>
            <a:r>
              <a:rPr lang="en-US" dirty="0"/>
              <a:t>Robert Tamburello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10E5725C-8582-3CC7-F5C1-5378F74948ED}"/>
              </a:ext>
            </a:extLst>
          </p:cNvPr>
          <p:cNvSpPr>
            <a:spLocks noGrp="1"/>
          </p:cNvSpPr>
          <p:nvPr>
            <p:ph type="body" sz="quarter" idx="100"/>
          </p:nvPr>
        </p:nvSpPr>
        <p:spPr>
          <a:xfrm>
            <a:off x="4028343" y="3158885"/>
            <a:ext cx="2907792" cy="140384"/>
          </a:xfrm>
        </p:spPr>
        <p:txBody>
          <a:bodyPr/>
          <a:lstStyle/>
          <a:p>
            <a:r>
              <a:rPr lang="en-US" dirty="0"/>
              <a:t>Vice President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EDD52C89-71F7-009A-6DE7-DA2B3EEE2E29}"/>
              </a:ext>
            </a:extLst>
          </p:cNvPr>
          <p:cNvSpPr>
            <a:spLocks noGrp="1"/>
          </p:cNvSpPr>
          <p:nvPr>
            <p:ph type="body" sz="quarter" idx="101"/>
          </p:nvPr>
        </p:nvSpPr>
        <p:spPr>
          <a:xfrm>
            <a:off x="4028343" y="3367026"/>
            <a:ext cx="2907792" cy="140081"/>
          </a:xfrm>
        </p:spPr>
        <p:txBody>
          <a:bodyPr/>
          <a:lstStyle/>
          <a:p>
            <a:r>
              <a:rPr lang="en-US" dirty="0"/>
              <a:t>Fabrikam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E8709AD-B2C1-E41A-FDD6-CEC7C010546E}"/>
              </a:ext>
            </a:extLst>
          </p:cNvPr>
          <p:cNvSpPr>
            <a:spLocks noGrp="1"/>
          </p:cNvSpPr>
          <p:nvPr>
            <p:ph type="body" sz="quarter" idx="102"/>
          </p:nvPr>
        </p:nvSpPr>
        <p:spPr>
          <a:xfrm>
            <a:off x="4028343" y="3546368"/>
            <a:ext cx="2907792" cy="128016"/>
          </a:xfrm>
        </p:spPr>
        <p:txBody>
          <a:bodyPr/>
          <a:lstStyle/>
          <a:p>
            <a:r>
              <a:rPr lang="en-US" dirty="0"/>
              <a:t>1234 First Street, Brunswick, GA 98052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42A2C3F7-56A1-0B98-F676-EB336C2A46B5}"/>
              </a:ext>
            </a:extLst>
          </p:cNvPr>
          <p:cNvSpPr>
            <a:spLocks noGrp="1"/>
          </p:cNvSpPr>
          <p:nvPr>
            <p:ph type="body" sz="quarter" idx="103"/>
          </p:nvPr>
        </p:nvSpPr>
        <p:spPr>
          <a:xfrm>
            <a:off x="4028343" y="3667030"/>
            <a:ext cx="2907792" cy="128016"/>
          </a:xfrm>
        </p:spPr>
        <p:txBody>
          <a:bodyPr/>
          <a:lstStyle/>
          <a:p>
            <a:r>
              <a:rPr lang="en-US" dirty="0"/>
              <a:t>www.fabrikam.com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CBC1282-6611-ABCA-5C40-28162472B718}"/>
              </a:ext>
            </a:extLst>
          </p:cNvPr>
          <p:cNvSpPr>
            <a:spLocks noGrp="1"/>
          </p:cNvSpPr>
          <p:nvPr>
            <p:ph type="body" sz="quarter" idx="104"/>
          </p:nvPr>
        </p:nvSpPr>
        <p:spPr>
          <a:xfrm>
            <a:off x="4028343" y="3834384"/>
            <a:ext cx="2907792" cy="128016"/>
          </a:xfrm>
        </p:spPr>
        <p:txBody>
          <a:bodyPr/>
          <a:lstStyle/>
          <a:p>
            <a:r>
              <a:rPr lang="en-US" dirty="0"/>
              <a:t>360.555.0150 | rtamburello@fabrikam.com</a:t>
            </a:r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553DA60B-7970-0F74-5CF8-8BC782442CD9}"/>
              </a:ext>
            </a:extLst>
          </p:cNvPr>
          <p:cNvSpPr>
            <a:spLocks noGrp="1"/>
          </p:cNvSpPr>
          <p:nvPr>
            <p:ph type="body" sz="quarter" idx="113"/>
          </p:nvPr>
        </p:nvSpPr>
        <p:spPr>
          <a:xfrm>
            <a:off x="4028343" y="4767718"/>
            <a:ext cx="2907792" cy="185282"/>
          </a:xfrm>
        </p:spPr>
        <p:txBody>
          <a:bodyPr/>
          <a:lstStyle/>
          <a:p>
            <a:r>
              <a:rPr lang="en-US" dirty="0"/>
              <a:t>Robert Tamburello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0F5C1516-3591-5C68-8162-81BA2311EEEC}"/>
              </a:ext>
            </a:extLst>
          </p:cNvPr>
          <p:cNvSpPr>
            <a:spLocks noGrp="1"/>
          </p:cNvSpPr>
          <p:nvPr>
            <p:ph type="body" sz="quarter" idx="114"/>
          </p:nvPr>
        </p:nvSpPr>
        <p:spPr>
          <a:xfrm>
            <a:off x="4028343" y="4987685"/>
            <a:ext cx="2907792" cy="140384"/>
          </a:xfrm>
        </p:spPr>
        <p:txBody>
          <a:bodyPr/>
          <a:lstStyle/>
          <a:p>
            <a:r>
              <a:rPr lang="en-US" dirty="0"/>
              <a:t>Vice President</a:t>
            </a: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298F3E23-14BA-0228-5F02-3FEF55A3BE27}"/>
              </a:ext>
            </a:extLst>
          </p:cNvPr>
          <p:cNvSpPr>
            <a:spLocks noGrp="1"/>
          </p:cNvSpPr>
          <p:nvPr>
            <p:ph type="body" sz="quarter" idx="115"/>
          </p:nvPr>
        </p:nvSpPr>
        <p:spPr>
          <a:xfrm>
            <a:off x="4028343" y="5195826"/>
            <a:ext cx="2907792" cy="140081"/>
          </a:xfrm>
        </p:spPr>
        <p:txBody>
          <a:bodyPr/>
          <a:lstStyle/>
          <a:p>
            <a:r>
              <a:rPr lang="en-US" dirty="0"/>
              <a:t>Fabrikam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3F3FB3EC-8A28-632E-471B-E20D45E52138}"/>
              </a:ext>
            </a:extLst>
          </p:cNvPr>
          <p:cNvSpPr>
            <a:spLocks noGrp="1"/>
          </p:cNvSpPr>
          <p:nvPr>
            <p:ph type="body" sz="quarter" idx="116"/>
          </p:nvPr>
        </p:nvSpPr>
        <p:spPr>
          <a:xfrm>
            <a:off x="4028343" y="5375168"/>
            <a:ext cx="2907792" cy="128016"/>
          </a:xfrm>
        </p:spPr>
        <p:txBody>
          <a:bodyPr/>
          <a:lstStyle/>
          <a:p>
            <a:r>
              <a:rPr lang="en-US" dirty="0"/>
              <a:t>1234 First Street, Brunswick, GA 98052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B5735C22-A153-964C-AAA7-902B492FC5AA}"/>
              </a:ext>
            </a:extLst>
          </p:cNvPr>
          <p:cNvSpPr>
            <a:spLocks noGrp="1"/>
          </p:cNvSpPr>
          <p:nvPr>
            <p:ph type="body" sz="quarter" idx="117"/>
          </p:nvPr>
        </p:nvSpPr>
        <p:spPr>
          <a:xfrm>
            <a:off x="4028343" y="5495830"/>
            <a:ext cx="2907792" cy="128016"/>
          </a:xfrm>
        </p:spPr>
        <p:txBody>
          <a:bodyPr/>
          <a:lstStyle/>
          <a:p>
            <a:r>
              <a:rPr lang="en-US" dirty="0"/>
              <a:t>www.fabrikam.com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BD4800F-7528-F42F-9103-275E76D23931}"/>
              </a:ext>
            </a:extLst>
          </p:cNvPr>
          <p:cNvSpPr>
            <a:spLocks noGrp="1"/>
          </p:cNvSpPr>
          <p:nvPr>
            <p:ph type="body" sz="quarter" idx="118"/>
          </p:nvPr>
        </p:nvSpPr>
        <p:spPr>
          <a:xfrm>
            <a:off x="4028343" y="5663184"/>
            <a:ext cx="2907792" cy="128016"/>
          </a:xfrm>
        </p:spPr>
        <p:txBody>
          <a:bodyPr/>
          <a:lstStyle/>
          <a:p>
            <a:r>
              <a:rPr lang="en-US" dirty="0"/>
              <a:t>360.555.0150 | rtamburello@fabrikam.com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08B1650-6928-8B44-6167-2270CF648266}"/>
              </a:ext>
            </a:extLst>
          </p:cNvPr>
          <p:cNvSpPr>
            <a:spLocks noGrp="1"/>
          </p:cNvSpPr>
          <p:nvPr>
            <p:ph type="body" sz="quarter" idx="127"/>
          </p:nvPr>
        </p:nvSpPr>
        <p:spPr>
          <a:xfrm>
            <a:off x="4028343" y="6596518"/>
            <a:ext cx="2907792" cy="185282"/>
          </a:xfrm>
        </p:spPr>
        <p:txBody>
          <a:bodyPr/>
          <a:lstStyle/>
          <a:p>
            <a:r>
              <a:rPr lang="en-US" dirty="0"/>
              <a:t>Robert Tamburello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7CE8203B-4692-E641-B4F5-BFB51179EBE5}"/>
              </a:ext>
            </a:extLst>
          </p:cNvPr>
          <p:cNvSpPr>
            <a:spLocks noGrp="1"/>
          </p:cNvSpPr>
          <p:nvPr>
            <p:ph type="body" sz="quarter" idx="128"/>
          </p:nvPr>
        </p:nvSpPr>
        <p:spPr>
          <a:xfrm>
            <a:off x="4028343" y="6816485"/>
            <a:ext cx="2907792" cy="140384"/>
          </a:xfrm>
        </p:spPr>
        <p:txBody>
          <a:bodyPr/>
          <a:lstStyle/>
          <a:p>
            <a:r>
              <a:rPr lang="en-US" dirty="0"/>
              <a:t>Vice President</a:t>
            </a:r>
          </a:p>
        </p:txBody>
      </p:sp>
      <p:sp>
        <p:nvSpPr>
          <p:cNvPr id="46" name="Text Placeholder 45">
            <a:extLst>
              <a:ext uri="{FF2B5EF4-FFF2-40B4-BE49-F238E27FC236}">
                <a16:creationId xmlns:a16="http://schemas.microsoft.com/office/drawing/2014/main" id="{CE898B58-52EE-BA52-D9B2-03D6D6FF5E0F}"/>
              </a:ext>
            </a:extLst>
          </p:cNvPr>
          <p:cNvSpPr>
            <a:spLocks noGrp="1"/>
          </p:cNvSpPr>
          <p:nvPr>
            <p:ph type="body" sz="quarter" idx="129"/>
          </p:nvPr>
        </p:nvSpPr>
        <p:spPr>
          <a:xfrm>
            <a:off x="4028343" y="7024626"/>
            <a:ext cx="2907792" cy="140081"/>
          </a:xfrm>
        </p:spPr>
        <p:txBody>
          <a:bodyPr/>
          <a:lstStyle/>
          <a:p>
            <a:r>
              <a:rPr lang="en-US" dirty="0"/>
              <a:t>Fabrikam</a:t>
            </a:r>
          </a:p>
        </p:txBody>
      </p:sp>
      <p:sp>
        <p:nvSpPr>
          <p:cNvPr id="47" name="Text Placeholder 46">
            <a:extLst>
              <a:ext uri="{FF2B5EF4-FFF2-40B4-BE49-F238E27FC236}">
                <a16:creationId xmlns:a16="http://schemas.microsoft.com/office/drawing/2014/main" id="{EC556E3B-0635-D656-84DA-DF1458EE869F}"/>
              </a:ext>
            </a:extLst>
          </p:cNvPr>
          <p:cNvSpPr>
            <a:spLocks noGrp="1"/>
          </p:cNvSpPr>
          <p:nvPr>
            <p:ph type="body" sz="quarter" idx="130"/>
          </p:nvPr>
        </p:nvSpPr>
        <p:spPr>
          <a:xfrm>
            <a:off x="4028343" y="7203968"/>
            <a:ext cx="2907792" cy="128016"/>
          </a:xfrm>
        </p:spPr>
        <p:txBody>
          <a:bodyPr/>
          <a:lstStyle/>
          <a:p>
            <a:r>
              <a:rPr lang="en-US" dirty="0"/>
              <a:t>1234 First Street, Brunswick, GA 98052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0F79A8D5-F5F4-788B-BED6-BFDA6294AAB0}"/>
              </a:ext>
            </a:extLst>
          </p:cNvPr>
          <p:cNvSpPr>
            <a:spLocks noGrp="1"/>
          </p:cNvSpPr>
          <p:nvPr>
            <p:ph type="body" sz="quarter" idx="131"/>
          </p:nvPr>
        </p:nvSpPr>
        <p:spPr>
          <a:xfrm>
            <a:off x="4028343" y="7324630"/>
            <a:ext cx="2907792" cy="128016"/>
          </a:xfrm>
        </p:spPr>
        <p:txBody>
          <a:bodyPr/>
          <a:lstStyle/>
          <a:p>
            <a:r>
              <a:rPr lang="en-US" dirty="0"/>
              <a:t>www.fabrikam.com</a:t>
            </a:r>
          </a:p>
        </p:txBody>
      </p:sp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A370E264-BFC0-C256-9CD7-D53D361F6E98}"/>
              </a:ext>
            </a:extLst>
          </p:cNvPr>
          <p:cNvSpPr>
            <a:spLocks noGrp="1"/>
          </p:cNvSpPr>
          <p:nvPr>
            <p:ph type="body" sz="quarter" idx="132"/>
          </p:nvPr>
        </p:nvSpPr>
        <p:spPr>
          <a:xfrm>
            <a:off x="4028343" y="7491984"/>
            <a:ext cx="2907792" cy="128016"/>
          </a:xfrm>
        </p:spPr>
        <p:txBody>
          <a:bodyPr/>
          <a:lstStyle/>
          <a:p>
            <a:r>
              <a:rPr lang="en-US" dirty="0"/>
              <a:t>360.555.0150 | rtamburello@fabrikam.com</a:t>
            </a:r>
          </a:p>
        </p:txBody>
      </p:sp>
      <p:sp>
        <p:nvSpPr>
          <p:cNvPr id="56" name="Text Placeholder 55">
            <a:extLst>
              <a:ext uri="{FF2B5EF4-FFF2-40B4-BE49-F238E27FC236}">
                <a16:creationId xmlns:a16="http://schemas.microsoft.com/office/drawing/2014/main" id="{CDEF5D14-7FD6-5743-FAC9-A7B997AE755A}"/>
              </a:ext>
            </a:extLst>
          </p:cNvPr>
          <p:cNvSpPr>
            <a:spLocks noGrp="1"/>
          </p:cNvSpPr>
          <p:nvPr>
            <p:ph type="body" sz="quarter" idx="141"/>
          </p:nvPr>
        </p:nvSpPr>
        <p:spPr>
          <a:xfrm>
            <a:off x="4028343" y="8425318"/>
            <a:ext cx="2907792" cy="185282"/>
          </a:xfrm>
        </p:spPr>
        <p:txBody>
          <a:bodyPr/>
          <a:lstStyle/>
          <a:p>
            <a:r>
              <a:rPr lang="en-US" dirty="0"/>
              <a:t>Robert Tamburello</a:t>
            </a:r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4579DF98-FCF3-DF4A-2DFA-BF3561827F69}"/>
              </a:ext>
            </a:extLst>
          </p:cNvPr>
          <p:cNvSpPr>
            <a:spLocks noGrp="1"/>
          </p:cNvSpPr>
          <p:nvPr>
            <p:ph type="body" sz="quarter" idx="142"/>
          </p:nvPr>
        </p:nvSpPr>
        <p:spPr>
          <a:xfrm>
            <a:off x="4028343" y="8645285"/>
            <a:ext cx="2907792" cy="140384"/>
          </a:xfrm>
        </p:spPr>
        <p:txBody>
          <a:bodyPr/>
          <a:lstStyle/>
          <a:p>
            <a:r>
              <a:rPr lang="en-US" dirty="0"/>
              <a:t>Vice President</a:t>
            </a:r>
          </a:p>
        </p:txBody>
      </p:sp>
      <p:sp>
        <p:nvSpPr>
          <p:cNvPr id="58" name="Text Placeholder 57">
            <a:extLst>
              <a:ext uri="{FF2B5EF4-FFF2-40B4-BE49-F238E27FC236}">
                <a16:creationId xmlns:a16="http://schemas.microsoft.com/office/drawing/2014/main" id="{117706D7-7797-0131-9834-89D3DC9EB534}"/>
              </a:ext>
            </a:extLst>
          </p:cNvPr>
          <p:cNvSpPr>
            <a:spLocks noGrp="1"/>
          </p:cNvSpPr>
          <p:nvPr>
            <p:ph type="body" sz="quarter" idx="143"/>
          </p:nvPr>
        </p:nvSpPr>
        <p:spPr>
          <a:xfrm>
            <a:off x="4028343" y="8853426"/>
            <a:ext cx="2907792" cy="140081"/>
          </a:xfrm>
        </p:spPr>
        <p:txBody>
          <a:bodyPr/>
          <a:lstStyle/>
          <a:p>
            <a:r>
              <a:rPr lang="en-US" dirty="0"/>
              <a:t>Fabrikam</a:t>
            </a:r>
          </a:p>
        </p:txBody>
      </p:sp>
      <p:sp>
        <p:nvSpPr>
          <p:cNvPr id="59" name="Text Placeholder 58">
            <a:extLst>
              <a:ext uri="{FF2B5EF4-FFF2-40B4-BE49-F238E27FC236}">
                <a16:creationId xmlns:a16="http://schemas.microsoft.com/office/drawing/2014/main" id="{B1DF9FFB-8EEF-35B2-4A2E-F864C4C2F11D}"/>
              </a:ext>
            </a:extLst>
          </p:cNvPr>
          <p:cNvSpPr>
            <a:spLocks noGrp="1"/>
          </p:cNvSpPr>
          <p:nvPr>
            <p:ph type="body" sz="quarter" idx="144"/>
          </p:nvPr>
        </p:nvSpPr>
        <p:spPr>
          <a:xfrm>
            <a:off x="4028343" y="9032768"/>
            <a:ext cx="2907792" cy="128016"/>
          </a:xfrm>
        </p:spPr>
        <p:txBody>
          <a:bodyPr/>
          <a:lstStyle/>
          <a:p>
            <a:r>
              <a:rPr lang="en-US" dirty="0"/>
              <a:t>1234 First Street, Brunswick, GA 98052</a:t>
            </a:r>
          </a:p>
        </p:txBody>
      </p:sp>
      <p:sp>
        <p:nvSpPr>
          <p:cNvPr id="60" name="Text Placeholder 59">
            <a:extLst>
              <a:ext uri="{FF2B5EF4-FFF2-40B4-BE49-F238E27FC236}">
                <a16:creationId xmlns:a16="http://schemas.microsoft.com/office/drawing/2014/main" id="{1E727CE0-0026-22D9-6951-8A70C85F5880}"/>
              </a:ext>
            </a:extLst>
          </p:cNvPr>
          <p:cNvSpPr>
            <a:spLocks noGrp="1"/>
          </p:cNvSpPr>
          <p:nvPr>
            <p:ph type="body" sz="quarter" idx="145"/>
          </p:nvPr>
        </p:nvSpPr>
        <p:spPr>
          <a:xfrm>
            <a:off x="4028343" y="9153430"/>
            <a:ext cx="2907792" cy="128016"/>
          </a:xfrm>
        </p:spPr>
        <p:txBody>
          <a:bodyPr/>
          <a:lstStyle/>
          <a:p>
            <a:r>
              <a:rPr lang="en-US" dirty="0"/>
              <a:t>www.fabrikam.com</a:t>
            </a:r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987E6CE8-06C1-5DB3-9308-8DDDA0D2721D}"/>
              </a:ext>
            </a:extLst>
          </p:cNvPr>
          <p:cNvSpPr>
            <a:spLocks noGrp="1"/>
          </p:cNvSpPr>
          <p:nvPr>
            <p:ph type="body" sz="quarter" idx="146"/>
          </p:nvPr>
        </p:nvSpPr>
        <p:spPr>
          <a:xfrm>
            <a:off x="4028343" y="9320784"/>
            <a:ext cx="2907792" cy="128016"/>
          </a:xfrm>
        </p:spPr>
        <p:txBody>
          <a:bodyPr/>
          <a:lstStyle/>
          <a:p>
            <a:r>
              <a:rPr lang="en-US" dirty="0"/>
              <a:t>360.555.0150 | rtamburello@fabrikam.com</a:t>
            </a:r>
          </a:p>
        </p:txBody>
      </p:sp>
    </p:spTree>
    <p:extLst>
      <p:ext uri="{BB962C8B-B14F-4D97-AF65-F5344CB8AC3E}">
        <p14:creationId xmlns:p14="http://schemas.microsoft.com/office/powerpoint/2010/main" val="7153616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Business Cards 2">
      <a:dk1>
        <a:sysClr val="windowText" lastClr="000000"/>
      </a:dk1>
      <a:lt1>
        <a:sysClr val="window" lastClr="FFFFFF"/>
      </a:lt1>
      <a:dk2>
        <a:srgbClr val="3C558C"/>
      </a:dk2>
      <a:lt2>
        <a:srgbClr val="C4C89C"/>
      </a:lt2>
      <a:accent1>
        <a:srgbClr val="5E864A"/>
      </a:accent1>
      <a:accent2>
        <a:srgbClr val="027F71"/>
      </a:accent2>
      <a:accent3>
        <a:srgbClr val="184A94"/>
      </a:accent3>
      <a:accent4>
        <a:srgbClr val="942828"/>
      </a:accent4>
      <a:accent5>
        <a:srgbClr val="57432F"/>
      </a:accent5>
      <a:accent6>
        <a:srgbClr val="3C2E20"/>
      </a:accent6>
      <a:hlink>
        <a:srgbClr val="527594"/>
      </a:hlink>
      <a:folHlink>
        <a:srgbClr val="953735"/>
      </a:folHlink>
    </a:clrScheme>
    <a:fontScheme name="Custom 76">
      <a:majorFont>
        <a:latin typeface="Gill Sans MT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0001103_Win32_SL_v2" id="{FE84A060-9FC0-4F55-A786-D77731D69F22}" vid="{4B5F652C-2658-40A7-8336-4AFFD6AD880F}"/>
    </a:ext>
  </a:extLst>
</a:theme>
</file>

<file path=ppt/theme/theme2.xml><?xml version="1.0" encoding="utf-8"?>
<a:theme xmlns:a="http://schemas.openxmlformats.org/drawingml/2006/main" name="Office Theme">
  <a:themeElements>
    <a:clrScheme name="Business Cards 2">
      <a:dk1>
        <a:sysClr val="windowText" lastClr="000000"/>
      </a:dk1>
      <a:lt1>
        <a:sysClr val="window" lastClr="FFFFFF"/>
      </a:lt1>
      <a:dk2>
        <a:srgbClr val="3C558C"/>
      </a:dk2>
      <a:lt2>
        <a:srgbClr val="C4C89C"/>
      </a:lt2>
      <a:accent1>
        <a:srgbClr val="5E864A"/>
      </a:accent1>
      <a:accent2>
        <a:srgbClr val="027F71"/>
      </a:accent2>
      <a:accent3>
        <a:srgbClr val="184A94"/>
      </a:accent3>
      <a:accent4>
        <a:srgbClr val="942828"/>
      </a:accent4>
      <a:accent5>
        <a:srgbClr val="57432F"/>
      </a:accent5>
      <a:accent6>
        <a:srgbClr val="3C2E20"/>
      </a:accent6>
      <a:hlink>
        <a:srgbClr val="527594"/>
      </a:hlink>
      <a:folHlink>
        <a:srgbClr val="953735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usiness Cards 2">
      <a:dk1>
        <a:sysClr val="windowText" lastClr="000000"/>
      </a:dk1>
      <a:lt1>
        <a:sysClr val="window" lastClr="FFFFFF"/>
      </a:lt1>
      <a:dk2>
        <a:srgbClr val="3C558C"/>
      </a:dk2>
      <a:lt2>
        <a:srgbClr val="C4C89C"/>
      </a:lt2>
      <a:accent1>
        <a:srgbClr val="5E864A"/>
      </a:accent1>
      <a:accent2>
        <a:srgbClr val="027F71"/>
      </a:accent2>
      <a:accent3>
        <a:srgbClr val="184A94"/>
      </a:accent3>
      <a:accent4>
        <a:srgbClr val="942828"/>
      </a:accent4>
      <a:accent5>
        <a:srgbClr val="57432F"/>
      </a:accent5>
      <a:accent6>
        <a:srgbClr val="3C2E20"/>
      </a:accent6>
      <a:hlink>
        <a:srgbClr val="527594"/>
      </a:hlink>
      <a:folHlink>
        <a:srgbClr val="953735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49CF314-4370-4593-923E-770AD4D40058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5FEF716B-AE78-41D8-9913-52E0F834DCD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15A80BE-F506-4531-99C6-4C348D395D9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253</Words>
  <Application>Microsoft Office PowerPoint</Application>
  <PresentationFormat>Custom</PresentationFormat>
  <Paragraphs>62</Paragraphs>
  <Slides>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Custom</vt:lpstr>
      <vt:lpstr>Business Cards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2026-07-16T05:38:04Z</dcterms:created>
  <dcterms:modified xsi:type="dcterms:W3CDTF">2026-07-16T05:38:09Z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