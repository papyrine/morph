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4"/>
  </p:sldMasterIdLst>
  <p:notesMasterIdLst>
    <p:notesMasterId r:id="rId18"/>
  </p:notesMasterIdLst>
  <p:handoutMasterIdLst>
    <p:handoutMasterId r:id="rId19"/>
  </p:handoutMasterIdLst>
  <p:sldIdLst>
    <p:sldId id="289" r:id="rId5"/>
    <p:sldId id="288" r:id="rId6"/>
    <p:sldId id="276" r:id="rId7"/>
    <p:sldId id="283" r:id="rId8"/>
    <p:sldId id="261" r:id="rId9"/>
    <p:sldId id="257" r:id="rId10"/>
    <p:sldId id="264" r:id="rId11"/>
    <p:sldId id="265" r:id="rId12"/>
    <p:sldId id="263" r:id="rId13"/>
    <p:sldId id="268" r:id="rId14"/>
    <p:sldId id="266" r:id="rId15"/>
    <p:sldId id="267" r:id="rId16"/>
    <p:sldId id="26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658" autoAdjust="0"/>
    <p:restoredTop sz="94694" autoAdjust="0"/>
  </p:normalViewPr>
  <p:slideViewPr>
    <p:cSldViewPr snapToGrid="0">
      <p:cViewPr varScale="1">
        <p:scale>
          <a:sx n="110" d="100"/>
          <a:sy n="110" d="100"/>
        </p:scale>
        <p:origin x="72" y="39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76AB79-C677-3DB7-78CF-9305D58614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3AB137-CEA6-0244-F12B-1ECC21172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C994AA-C437-4EF4-8BEF-0B832D7FA420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68EC96-C6CC-F2AF-D90F-143F4D20A07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0278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B16356-3B28-4AAF-8099-7941810E2475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5DA344-5FA2-43F7-9D95-CA56C82B0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762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4445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6347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0452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8523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4402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0479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7996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7698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083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2980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9733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8806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4152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B0DB3-A8FF-4ABB-9E2E-D960422260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25308"/>
          </a:xfrm>
        </p:spPr>
        <p:txBody>
          <a:bodyPr anchor="b">
            <a:normAutofit/>
          </a:bodyPr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EE0618-75D7-410F-859C-CDF53BC53E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86729"/>
            <a:ext cx="9144000" cy="1135529"/>
          </a:xfrm>
        </p:spPr>
        <p:txBody>
          <a:bodyPr>
            <a:normAutofit/>
          </a:bodyPr>
          <a:lstStyle>
            <a:lvl1pPr marL="0" indent="0" algn="ctr">
              <a:lnSpc>
                <a:spcPct val="12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237F11-76DB-4DD9-9747-3F38D05BA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9F581-81B0-44B3-ABA5-A25CA4BAE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10D591-ADCF-4300-8282-72AE357F3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817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75558-A264-444E-829B-51AAE6B4B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D9373-37D1-4135-8D34-755E139F7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5E4A6B-1966-4E57-9FB8-8B111E97B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FC3DD-F2BE-41FF-895B-00129AAB1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1F830C-8424-4FAF-A011-605AE1D14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968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A1BE8-ECC1-4027-B16E-C7BECCA9D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46C7E1-471A-46AA-8068-98E68C0C20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C9F8F-EC48-4D16-B4C6-023A7B607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9FA5B3-F726-417B-932A-B93E0C8F5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7D21F1-1A24-43EA-AB09-3024C491E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7674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16569-B648-4D50-BEB8-E8DAE24D6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831B3-A1FD-470C-BEEE-4CFB441502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24493"/>
            <a:ext cx="5181600" cy="42524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F34A17-C244-438C-9AE3-FB9B3CE3BD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24493"/>
            <a:ext cx="5181600" cy="42524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CFA3AA-3FC1-4B98-8F99-1726F1AC0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E10883-BACC-41A1-9067-ECFDB937D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7660A2-13C9-4432-A6EB-A4FF3D78F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2097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7C843-C993-4E9C-80DD-3620816E5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91A8E3-B066-4511-9C6E-A3435B64DD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734325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E86B63-4102-4802-94D7-F138F80F3E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58237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924765-08A7-4A60-86DC-DC420F60BB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734325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AA2795-EFB6-4000-8F25-FBB62646C0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58237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942CFB-FE12-494A-9C41-3CB90F07B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3A07E3-59E1-4EBD-9687-4B6ABE96A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F7BB23-7539-4674-8B66-ACEFF9468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0534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841DB-C73C-4968-B434-A6AA14DAF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8152BF-92C7-4BF5-A9DB-16A0BF0F5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289DB7-F492-4037-A439-D70F7E556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FA96F1-8B8A-4E83-B3C2-E10DE522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7674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031033-9688-463F-9614-47F2F5BC6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5B8DB2-C14B-45AC-ACAF-8702DF59C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01DA57-8D4E-4075-9460-4F03DF8AA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602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CBE2C-9DAA-489D-AC88-15CBBA8A9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124BE-E494-445A-A4FB-A2A8F28F0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2446DE-9A32-4774-9F7C-86678CA90E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00115D-61B3-46D0-B4D3-30C374B52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3C2AFC-D0F8-469F-B1E0-123C2E066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B9BCDA-9EF7-4531-8021-AF7B30751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131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AE558-F89F-4688-94E5-77F37D49F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CD35AF-8CA2-49BB-BAE9-F29A0186EC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5CAA98-55BD-4118-A8AF-D603060784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BFF4C5-82A8-4AD8-B7E2-2882F6576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60B401-B64F-417B-8AD6-581A22E5E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24BD4C-7149-44BF-8150-F72CAA95A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143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E5C77-55F8-4677-A96C-E6D3F5545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A064EF-ADDA-4943-8F87-A7469D7997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B0D493-D1E7-4358-95E9-B5B80A49E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E98326-3276-4B9E-960F-10C6677BF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4C3AC2-288D-4FEE-BF80-0EAEDDFAB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446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333C6A-5417-40BD-BF7A-9405832237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3BCB45-B343-46F6-9718-AA0D68CED1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DA2A4-FD34-4E17-908F-4367B1E64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87AE3-776D-451D-AA52-C06B74724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A0C4D5-BE1E-4D6A-9196-E0F9E42B2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3593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4AAEB19-4B49-2801-9B15-7682CDF04C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D23C3EC-28B3-4644-8BE5-3288734B46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1">
            <a:extLst>
              <a:ext uri="{FF2B5EF4-FFF2-40B4-BE49-F238E27FC236}">
                <a16:creationId xmlns:a16="http://schemas.microsoft.com/office/drawing/2014/main" id="{2E8C189B-2E00-67DA-E342-3440F5EBB4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57468" y="486137"/>
            <a:ext cx="5427584" cy="3599727"/>
          </a:xfrm>
        </p:spPr>
        <p:txBody>
          <a:bodyPr anchor="b" anchorCtr="0">
            <a:noAutofit/>
          </a:bodyPr>
          <a:lstStyle>
            <a:lvl1pPr algn="l">
              <a:defRPr sz="4400"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B64FCBF4-90E6-FFAA-143D-3A01CE52569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24774" y="-6713"/>
            <a:ext cx="6578801" cy="6894576"/>
          </a:xfrm>
          <a:custGeom>
            <a:avLst/>
            <a:gdLst>
              <a:gd name="connsiteX0" fmla="*/ 0 w 6613525"/>
              <a:gd name="connsiteY0" fmla="*/ 0 h 6858000"/>
              <a:gd name="connsiteX1" fmla="*/ 6613525 w 6613525"/>
              <a:gd name="connsiteY1" fmla="*/ 0 h 6858000"/>
              <a:gd name="connsiteX2" fmla="*/ 6613525 w 6613525"/>
              <a:gd name="connsiteY2" fmla="*/ 6858000 h 6858000"/>
              <a:gd name="connsiteX3" fmla="*/ 0 w 6613525"/>
              <a:gd name="connsiteY3" fmla="*/ 6858000 h 6858000"/>
              <a:gd name="connsiteX4" fmla="*/ 0 w 6613525"/>
              <a:gd name="connsiteY4" fmla="*/ 0 h 6858000"/>
              <a:gd name="connsiteX0" fmla="*/ 1875099 w 6613525"/>
              <a:gd name="connsiteY0" fmla="*/ 0 h 6858000"/>
              <a:gd name="connsiteX1" fmla="*/ 6613525 w 6613525"/>
              <a:gd name="connsiteY1" fmla="*/ 0 h 6858000"/>
              <a:gd name="connsiteX2" fmla="*/ 6613525 w 6613525"/>
              <a:gd name="connsiteY2" fmla="*/ 6858000 h 6858000"/>
              <a:gd name="connsiteX3" fmla="*/ 0 w 6613525"/>
              <a:gd name="connsiteY3" fmla="*/ 6858000 h 6858000"/>
              <a:gd name="connsiteX4" fmla="*/ 1875099 w 6613525"/>
              <a:gd name="connsiteY4" fmla="*/ 0 h 6858000"/>
              <a:gd name="connsiteX0" fmla="*/ 1840375 w 6578801"/>
              <a:gd name="connsiteY0" fmla="*/ 0 h 6869575"/>
              <a:gd name="connsiteX1" fmla="*/ 6578801 w 6578801"/>
              <a:gd name="connsiteY1" fmla="*/ 0 h 6869575"/>
              <a:gd name="connsiteX2" fmla="*/ 6578801 w 6578801"/>
              <a:gd name="connsiteY2" fmla="*/ 6858000 h 6869575"/>
              <a:gd name="connsiteX3" fmla="*/ 0 w 6578801"/>
              <a:gd name="connsiteY3" fmla="*/ 6869575 h 6869575"/>
              <a:gd name="connsiteX4" fmla="*/ 1840375 w 6578801"/>
              <a:gd name="connsiteY4" fmla="*/ 0 h 6869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8801" h="6869575">
                <a:moveTo>
                  <a:pt x="1840375" y="0"/>
                </a:moveTo>
                <a:lnTo>
                  <a:pt x="6578801" y="0"/>
                </a:lnTo>
                <a:lnTo>
                  <a:pt x="6578801" y="6858000"/>
                </a:lnTo>
                <a:lnTo>
                  <a:pt x="0" y="6869575"/>
                </a:lnTo>
                <a:lnTo>
                  <a:pt x="1840375" y="0"/>
                </a:lnTo>
                <a:close/>
              </a:path>
            </a:pathLst>
          </a:custGeom>
        </p:spPr>
        <p:txBody>
          <a:bodyPr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5467025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>
            <a:extLst>
              <a:ext uri="{FF2B5EF4-FFF2-40B4-BE49-F238E27FC236}">
                <a16:creationId xmlns:a16="http://schemas.microsoft.com/office/drawing/2014/main" id="{E1BBEEFE-AE8A-8083-54B6-DBE9BC0E9F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42863" y="0"/>
            <a:ext cx="4658392" cy="6858000"/>
          </a:xfrm>
          <a:custGeom>
            <a:avLst/>
            <a:gdLst>
              <a:gd name="connsiteX0" fmla="*/ 0 w 4658392"/>
              <a:gd name="connsiteY0" fmla="*/ 0 h 6858000"/>
              <a:gd name="connsiteX1" fmla="*/ 4658392 w 4658392"/>
              <a:gd name="connsiteY1" fmla="*/ 0 h 6858000"/>
              <a:gd name="connsiteX2" fmla="*/ 2820797 w 4658392"/>
              <a:gd name="connsiteY2" fmla="*/ 6858000 h 6858000"/>
              <a:gd name="connsiteX3" fmla="*/ 0 w 4658392"/>
              <a:gd name="connsiteY3" fmla="*/ 6858000 h 6858000"/>
              <a:gd name="connsiteX4" fmla="*/ 0 w 4658392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58392" h="6858000">
                <a:moveTo>
                  <a:pt x="0" y="0"/>
                </a:moveTo>
                <a:lnTo>
                  <a:pt x="4658392" y="0"/>
                </a:lnTo>
                <a:lnTo>
                  <a:pt x="2820797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64FF31D-04D7-B1F4-53B1-AA4170602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9F040EF-92FF-AEA1-BBA6-A4B739E119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CA59A84-C321-FDF9-555F-1FB322EBBC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09286"/>
            <a:ext cx="3200400" cy="5617193"/>
          </a:xfrm>
        </p:spPr>
        <p:txBody>
          <a:bodyPr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023412" y="509286"/>
            <a:ext cx="4328932" cy="5617194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buNone/>
              <a:defRPr sz="1800"/>
            </a:lvl1pPr>
            <a:lvl2pPr marL="457200" indent="0">
              <a:lnSpc>
                <a:spcPct val="150000"/>
              </a:lnSpc>
              <a:spcBef>
                <a:spcPts val="1000"/>
              </a:spcBef>
              <a:buNone/>
              <a:defRPr sz="1600"/>
            </a:lvl2pPr>
            <a:lvl3pPr marL="914400" indent="0">
              <a:lnSpc>
                <a:spcPct val="150000"/>
              </a:lnSpc>
              <a:spcBef>
                <a:spcPts val="1000"/>
              </a:spcBef>
              <a:buNone/>
              <a:defRPr sz="1400"/>
            </a:lvl3pPr>
            <a:lvl4pPr marL="1371600" indent="0">
              <a:lnSpc>
                <a:spcPct val="150000"/>
              </a:lnSpc>
              <a:spcBef>
                <a:spcPts val="1000"/>
              </a:spcBef>
              <a:buNone/>
              <a:defRPr sz="1200"/>
            </a:lvl4pPr>
            <a:lvl5pPr marL="1828800" indent="0">
              <a:lnSpc>
                <a:spcPct val="150000"/>
              </a:lnSpc>
              <a:spcBef>
                <a:spcPts val="1000"/>
              </a:spcBef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760CD5A6-A0E4-A658-65B1-0D6C0533166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548813" y="-22860"/>
            <a:ext cx="2651760" cy="6903720"/>
          </a:xfrm>
        </p:spPr>
        <p:txBody>
          <a:bodyPr lIns="182880" tIns="274320" rIns="182880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9171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6EC6AF9-CC07-5258-9160-8C6391530C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BC6DCCE-3025-75FB-9405-8D51DCD63D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516CCC3-736F-49AC-F079-9A090DAA81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3BF578A-ADDB-6713-E5AD-0FF27EDC2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076C4EAC-BBDE-1963-BD72-3BD2A47DC59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743671"/>
            <a:ext cx="9144000" cy="3361254"/>
          </a:xfrm>
        </p:spPr>
        <p:txBody>
          <a:bodyPr anchor="b">
            <a:noAutofit/>
          </a:bodyPr>
          <a:lstStyle>
            <a:lvl1pPr algn="ctr">
              <a:defRPr sz="4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592AF4F-2F83-7005-B3AC-6FCC7FB1914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7620" y="4766434"/>
            <a:ext cx="12207240" cy="2121408"/>
          </a:xfrm>
        </p:spPr>
        <p:txBody>
          <a:bodyPr>
            <a:no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1460601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sub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3CF0EA4-D201-44E7-3558-D05CB4233E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A643EA3-ACAA-539C-A041-266A895A2B1C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81E18B-2347-8DB6-2A7F-3EAC100A41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5072" y="528320"/>
            <a:ext cx="5028566" cy="3354992"/>
          </a:xfrm>
        </p:spPr>
        <p:txBody>
          <a:bodyPr anchor="b">
            <a:noAutofit/>
          </a:bodyPr>
          <a:lstStyle>
            <a:lvl1pPr algn="l">
              <a:defRPr sz="4400"/>
            </a:lvl1pPr>
          </a:lstStyle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15072" y="4027992"/>
            <a:ext cx="5028565" cy="1894972"/>
          </a:xfrm>
        </p:spPr>
        <p:txBody>
          <a:bodyPr>
            <a:noAutofit/>
          </a:bodyPr>
          <a:lstStyle>
            <a:lvl1pPr marL="0" indent="0" algn="l">
              <a:buNone/>
              <a:defRPr sz="1800" b="1" cap="all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AA872EE9-FDFB-95A7-3547-DCAA0B51FE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57326" y="-11576"/>
            <a:ext cx="4946249" cy="6903720"/>
          </a:xfrm>
          <a:custGeom>
            <a:avLst/>
            <a:gdLst>
              <a:gd name="connsiteX0" fmla="*/ 0 w 4977139"/>
              <a:gd name="connsiteY0" fmla="*/ 0 h 6858000"/>
              <a:gd name="connsiteX1" fmla="*/ 4977139 w 4977139"/>
              <a:gd name="connsiteY1" fmla="*/ 0 h 6858000"/>
              <a:gd name="connsiteX2" fmla="*/ 4977139 w 4977139"/>
              <a:gd name="connsiteY2" fmla="*/ 6858000 h 6858000"/>
              <a:gd name="connsiteX3" fmla="*/ 0 w 4977139"/>
              <a:gd name="connsiteY3" fmla="*/ 6858000 h 6858000"/>
              <a:gd name="connsiteX4" fmla="*/ 0 w 4977139"/>
              <a:gd name="connsiteY4" fmla="*/ 0 h 6858000"/>
              <a:gd name="connsiteX0" fmla="*/ 0 w 4977139"/>
              <a:gd name="connsiteY0" fmla="*/ 0 h 6892724"/>
              <a:gd name="connsiteX1" fmla="*/ 4977139 w 4977139"/>
              <a:gd name="connsiteY1" fmla="*/ 0 h 6892724"/>
              <a:gd name="connsiteX2" fmla="*/ 4977139 w 4977139"/>
              <a:gd name="connsiteY2" fmla="*/ 6858000 h 6892724"/>
              <a:gd name="connsiteX3" fmla="*/ 1863524 w 4977139"/>
              <a:gd name="connsiteY3" fmla="*/ 6892724 h 6892724"/>
              <a:gd name="connsiteX4" fmla="*/ 0 w 4977139"/>
              <a:gd name="connsiteY4" fmla="*/ 0 h 6892724"/>
              <a:gd name="connsiteX0" fmla="*/ 0 w 4977139"/>
              <a:gd name="connsiteY0" fmla="*/ 0 h 6892724"/>
              <a:gd name="connsiteX1" fmla="*/ 4977139 w 4977139"/>
              <a:gd name="connsiteY1" fmla="*/ 0 h 6892724"/>
              <a:gd name="connsiteX2" fmla="*/ 4977139 w 4977139"/>
              <a:gd name="connsiteY2" fmla="*/ 6892724 h 6892724"/>
              <a:gd name="connsiteX3" fmla="*/ 1863524 w 4977139"/>
              <a:gd name="connsiteY3" fmla="*/ 6892724 h 6892724"/>
              <a:gd name="connsiteX4" fmla="*/ 0 w 4977139"/>
              <a:gd name="connsiteY4" fmla="*/ 0 h 68927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77139" h="6892724">
                <a:moveTo>
                  <a:pt x="0" y="0"/>
                </a:moveTo>
                <a:lnTo>
                  <a:pt x="4977139" y="0"/>
                </a:lnTo>
                <a:lnTo>
                  <a:pt x="4977139" y="6892724"/>
                </a:lnTo>
                <a:lnTo>
                  <a:pt x="1863524" y="6892724"/>
                </a:lnTo>
                <a:lnTo>
                  <a:pt x="0" y="0"/>
                </a:lnTo>
                <a:close/>
              </a:path>
            </a:pathLst>
          </a:custGeom>
        </p:spPr>
        <p:txBody>
          <a:bodyPr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4183508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6CBD635-4863-B127-5668-D2C7DA8CDE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1629720-DD91-8012-686D-AABA439870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0911820" y="0"/>
            <a:ext cx="913577" cy="68580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70117" y="185195"/>
            <a:ext cx="6930838" cy="1505493"/>
          </a:xfrm>
        </p:spPr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FB27827-7491-B1C2-D9C5-975A9FF66E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8788" y="-22860"/>
            <a:ext cx="3291840" cy="6903720"/>
          </a:xfrm>
        </p:spPr>
        <p:txBody>
          <a:bodyPr lIns="182880" tIns="274320" rIns="182880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7D4D4555-A25D-09B6-36AF-5977189F2DD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70116" y="2022395"/>
            <a:ext cx="6941703" cy="4297680"/>
          </a:xfrm>
        </p:spPr>
        <p:txBody>
          <a:bodyPr>
            <a:normAutofit/>
          </a:bodyPr>
          <a:lstStyle>
            <a:lvl1pPr marL="228600" indent="-228600">
              <a:spcBef>
                <a:spcPts val="1000"/>
              </a:spcBef>
              <a:spcAft>
                <a:spcPts val="1500"/>
              </a:spcAft>
              <a:buFont typeface="Arial" panose="020B0604020202020204" pitchFamily="34" charset="0"/>
              <a:buChar char="•"/>
              <a:defRPr sz="1800"/>
            </a:lvl1pPr>
            <a:lvl2pPr>
              <a:spcBef>
                <a:spcPts val="1000"/>
              </a:spcBef>
              <a:spcAft>
                <a:spcPts val="1500"/>
              </a:spcAft>
              <a:defRPr sz="1800"/>
            </a:lvl2pPr>
            <a:lvl3pPr>
              <a:spcBef>
                <a:spcPts val="1000"/>
              </a:spcBef>
              <a:spcAft>
                <a:spcPts val="1500"/>
              </a:spcAft>
              <a:defRPr sz="1800"/>
            </a:lvl3pPr>
            <a:lvl4pPr>
              <a:spcBef>
                <a:spcPts val="1000"/>
              </a:spcBef>
              <a:spcAft>
                <a:spcPts val="1500"/>
              </a:spcAft>
              <a:defRPr sz="1800"/>
            </a:lvl4pPr>
            <a:lvl5pPr>
              <a:spcBef>
                <a:spcPts val="1000"/>
              </a:spcBef>
              <a:spcAft>
                <a:spcPts val="15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911334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>
            <a:extLst>
              <a:ext uri="{FF2B5EF4-FFF2-40B4-BE49-F238E27FC236}">
                <a16:creationId xmlns:a16="http://schemas.microsoft.com/office/drawing/2014/main" id="{C4293765-78A6-5206-26C2-E8817B283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7470792" cy="6858000"/>
          </a:xfrm>
          <a:custGeom>
            <a:avLst/>
            <a:gdLst>
              <a:gd name="connsiteX0" fmla="*/ 0 w 7470792"/>
              <a:gd name="connsiteY0" fmla="*/ 0 h 6858000"/>
              <a:gd name="connsiteX1" fmla="*/ 7470792 w 7470792"/>
              <a:gd name="connsiteY1" fmla="*/ 0 h 6858000"/>
              <a:gd name="connsiteX2" fmla="*/ 5633197 w 7470792"/>
              <a:gd name="connsiteY2" fmla="*/ 6858000 h 6858000"/>
              <a:gd name="connsiteX3" fmla="*/ 0 w 747079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70792" h="6858000">
                <a:moveTo>
                  <a:pt x="0" y="0"/>
                </a:moveTo>
                <a:lnTo>
                  <a:pt x="7470792" y="0"/>
                </a:lnTo>
                <a:lnTo>
                  <a:pt x="563319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n>
                <a:noFill/>
              </a:ln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B4E351F-7451-86A3-5271-0D00B9EFA6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A860223-A40E-30ED-6832-0825A930B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0B6907E-F17B-783E-D454-DFC62D0977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6B12211-7E94-9534-6F2D-2AFD2EBE36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6580245-E985-EC3F-9385-D0F517F0C1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5A82A3-E3DF-978F-4BD7-10E0F1075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EDC40AE-D1CB-7535-22E2-E6D910FB82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685800"/>
            <a:ext cx="9144000" cy="3136738"/>
          </a:xfrm>
        </p:spPr>
        <p:txBody>
          <a:bodyPr anchor="b">
            <a:noAutofit/>
          </a:bodyPr>
          <a:lstStyle>
            <a:lvl1pPr algn="ctr">
              <a:defRPr sz="44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978800"/>
            <a:ext cx="9144000" cy="1965960"/>
          </a:xfrm>
        </p:spPr>
        <p:txBody>
          <a:bodyPr>
            <a:noAutofit/>
          </a:bodyPr>
          <a:lstStyle>
            <a:lvl1pPr marL="0" indent="0" algn="ctr">
              <a:buNone/>
              <a:defRPr sz="1800" b="1" cap="all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711713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9E49FCE-658C-FF5A-6405-3D10F1AC1B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903C516-D418-5E3E-1E4E-1DF8464338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7BF5B15-0E8A-A82C-6E9C-FCF3FBAAD4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54B33CA-9490-C8E1-FE4F-06367AF292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586824F-3198-FE44-5A4A-70312048DA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058CD71-6E97-B6A9-11B6-867ED408DE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E9FDAA6-BDE8-D6C3-17CD-F87BFB54F5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42A0738D-E9A9-14B7-4739-62E402B0C2D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34961" y="2032663"/>
            <a:ext cx="4463005" cy="406749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sz="1800"/>
            </a:lvl1pPr>
            <a:lvl2pPr marL="0">
              <a:spcBef>
                <a:spcPts val="1000"/>
              </a:spcBef>
              <a:spcAft>
                <a:spcPts val="500"/>
              </a:spcAft>
              <a:defRPr sz="1800"/>
            </a:lvl2pPr>
            <a:lvl3pPr marL="457200">
              <a:spcBef>
                <a:spcPts val="1000"/>
              </a:spcBef>
              <a:spcAft>
                <a:spcPts val="500"/>
              </a:spcAft>
              <a:defRPr sz="1800"/>
            </a:lvl3pPr>
            <a:lvl4pPr marL="685800">
              <a:spcBef>
                <a:spcPts val="1000"/>
              </a:spcBef>
              <a:spcAft>
                <a:spcPts val="500"/>
              </a:spcAft>
              <a:defRPr sz="1800"/>
            </a:lvl4pPr>
            <a:lvl5pPr marL="914400">
              <a:spcBef>
                <a:spcPts val="1000"/>
              </a:spcBef>
              <a:spcAft>
                <a:spcPts val="5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A766D4CB-8BCE-C6EE-EF57-A8A819EBD366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141720" y="2032663"/>
            <a:ext cx="5212080" cy="406749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sz="1800"/>
            </a:lvl1pPr>
            <a:lvl2pPr marL="0">
              <a:spcBef>
                <a:spcPts val="1000"/>
              </a:spcBef>
              <a:spcAft>
                <a:spcPts val="500"/>
              </a:spcAft>
              <a:defRPr sz="1800"/>
            </a:lvl2pPr>
            <a:lvl3pPr marL="457200">
              <a:spcBef>
                <a:spcPts val="1000"/>
              </a:spcBef>
              <a:spcAft>
                <a:spcPts val="500"/>
              </a:spcAft>
              <a:defRPr sz="1800"/>
            </a:lvl3pPr>
            <a:lvl4pPr marL="685800">
              <a:spcBef>
                <a:spcPts val="1000"/>
              </a:spcBef>
              <a:spcAft>
                <a:spcPts val="500"/>
              </a:spcAft>
              <a:defRPr sz="1800"/>
            </a:lvl4pPr>
            <a:lvl5pPr marL="914400">
              <a:spcBef>
                <a:spcPts val="1000"/>
              </a:spcBef>
              <a:spcAft>
                <a:spcPts val="5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54817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DD9208B-0FD2-A7E3-5202-0F18392AE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04010E2-9C6F-C582-1E3A-F5D43D0FF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3D2B8AF-94DE-C211-EAE7-0971C111B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247A2AC-F284-077E-9A14-EB7D1DE62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0E91F1F-5151-2442-2B89-CE0AB11785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FBD82AC-3C5B-819E-E0FF-157D74B84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F299648-2E6E-FA0D-85E4-8884BE34A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07BD0263-5D42-E696-F170-1F9CF5FF2A74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838199" y="2078963"/>
            <a:ext cx="3435628" cy="4067492"/>
          </a:xfrm>
        </p:spPr>
        <p:txBody>
          <a:bodyPr>
            <a:normAutofit/>
          </a:bodyPr>
          <a:lstStyle>
            <a:lvl1pPr marL="457200" indent="-457200">
              <a:spcBef>
                <a:spcPts val="1000"/>
              </a:spcBef>
              <a:spcAft>
                <a:spcPts val="500"/>
              </a:spcAft>
              <a:buFont typeface="+mj-lt"/>
              <a:buAutoNum type="arabicPeriod"/>
              <a:defRPr sz="1800"/>
            </a:lvl1pPr>
            <a:lvl2pPr marL="914400" indent="-457200">
              <a:spcBef>
                <a:spcPts val="1000"/>
              </a:spcBef>
              <a:spcAft>
                <a:spcPts val="500"/>
              </a:spcAft>
              <a:buFont typeface="+mj-lt"/>
              <a:buAutoNum type="alphaLcPeriod"/>
              <a:defRPr sz="1800"/>
            </a:lvl2pPr>
            <a:lvl3pPr marL="1371600" indent="-457200">
              <a:spcBef>
                <a:spcPts val="1000"/>
              </a:spcBef>
              <a:spcAft>
                <a:spcPts val="500"/>
              </a:spcAft>
              <a:buFont typeface="+mj-lt"/>
              <a:buAutoNum type="arabicParenR"/>
              <a:defRPr sz="1800"/>
            </a:lvl3pPr>
            <a:lvl4pPr marL="1828800" indent="-457200">
              <a:spcBef>
                <a:spcPts val="1000"/>
              </a:spcBef>
              <a:spcAft>
                <a:spcPts val="500"/>
              </a:spcAft>
              <a:buFont typeface="+mj-lt"/>
              <a:buAutoNum type="alphaLcParenR"/>
              <a:defRPr sz="1800"/>
            </a:lvl4pPr>
            <a:lvl5pPr marL="2228850" indent="-457200">
              <a:spcBef>
                <a:spcPts val="1000"/>
              </a:spcBef>
              <a:spcAft>
                <a:spcPts val="500"/>
              </a:spcAft>
              <a:buFont typeface="+mj-lt"/>
              <a:buAutoNum type="romanLcPeriod"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1BEE7174-135F-6F9F-11B9-3C3F2F9CDEAA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965539" y="2087315"/>
            <a:ext cx="6007261" cy="406749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None/>
              <a:defRPr sz="1800"/>
            </a:lvl1pPr>
            <a:lvl2pPr marL="0">
              <a:spcBef>
                <a:spcPts val="1000"/>
              </a:spcBef>
              <a:spcAft>
                <a:spcPts val="500"/>
              </a:spcAft>
              <a:defRPr sz="1800"/>
            </a:lvl2pPr>
            <a:lvl3pPr marL="457200">
              <a:spcBef>
                <a:spcPts val="1000"/>
              </a:spcBef>
              <a:spcAft>
                <a:spcPts val="500"/>
              </a:spcAft>
              <a:defRPr sz="1800"/>
            </a:lvl3pPr>
            <a:lvl4pPr marL="685800">
              <a:spcBef>
                <a:spcPts val="1000"/>
              </a:spcBef>
              <a:spcAft>
                <a:spcPts val="500"/>
              </a:spcAft>
              <a:defRPr sz="1800"/>
            </a:lvl4pPr>
            <a:lvl5pPr marL="914400">
              <a:spcBef>
                <a:spcPts val="1000"/>
              </a:spcBef>
              <a:spcAft>
                <a:spcPts val="5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52975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+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00B3A65-BB60-F2B4-4CF4-19A7C53F18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F1DB8D5-B954-BFC9-C8D8-F0491CCBE2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507D69F-27D7-2C68-A17D-3F1399C8B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6645965" cy="1325563"/>
          </a:xfrm>
        </p:spPr>
        <p:txBody>
          <a:bodyPr anchor="b" anchorCtr="0">
            <a:noAutofit/>
          </a:bodyPr>
          <a:lstStyle>
            <a:lvl1pPr>
              <a:defRPr sz="3600"/>
            </a:lvl1pPr>
          </a:lstStyle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1" y="2055813"/>
            <a:ext cx="5781261" cy="406749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sz="1800"/>
            </a:lvl1pPr>
            <a:lvl2pPr>
              <a:spcBef>
                <a:spcPts val="1000"/>
              </a:spcBef>
              <a:spcAft>
                <a:spcPts val="500"/>
              </a:spcAft>
              <a:defRPr sz="1600"/>
            </a:lvl2pPr>
            <a:lvl3pPr>
              <a:spcBef>
                <a:spcPts val="1000"/>
              </a:spcBef>
              <a:spcAft>
                <a:spcPts val="500"/>
              </a:spcAft>
              <a:defRPr sz="1400"/>
            </a:lvl3pPr>
            <a:lvl4pPr>
              <a:spcBef>
                <a:spcPts val="1000"/>
              </a:spcBef>
              <a:spcAft>
                <a:spcPts val="500"/>
              </a:spcAft>
              <a:defRPr sz="1200"/>
            </a:lvl4pPr>
            <a:lvl5pPr>
              <a:spcBef>
                <a:spcPts val="1000"/>
              </a:spcBef>
              <a:spcAft>
                <a:spcPts val="500"/>
              </a:spcAft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C013AD6-0EF3-2B25-DDBD-2DF706123AE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66991" y="-22860"/>
            <a:ext cx="4625008" cy="6903720"/>
          </a:xfrm>
        </p:spPr>
        <p:txBody>
          <a:bodyPr tIns="274320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32839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+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C45A11E-9896-BD8B-8CC6-A79C124D8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1575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386022B-53D6-6CE0-2093-873FC64A5D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1575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BD4BD8F-684C-A145-3376-9E69B0E5BE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802775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E7C1DA9-2A25-EE21-085B-8857DC1AD7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59925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F236BB3-E567-A8A9-5EC2-BCEF79CFC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59400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4A87C9F-C765-C63C-951E-70721DDAC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11575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4425665-0C9C-3899-9DB9-ED05D91E26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6812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330405" cy="1325563"/>
          </a:xfrm>
        </p:spPr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2137059"/>
            <a:ext cx="2816352" cy="3986246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sz="1800"/>
            </a:lvl1pPr>
            <a:lvl2pPr>
              <a:spcBef>
                <a:spcPts val="1000"/>
              </a:spcBef>
              <a:spcAft>
                <a:spcPts val="500"/>
              </a:spcAft>
              <a:defRPr sz="1600"/>
            </a:lvl2pPr>
            <a:lvl3pPr>
              <a:spcBef>
                <a:spcPts val="1000"/>
              </a:spcBef>
              <a:spcAft>
                <a:spcPts val="500"/>
              </a:spcAft>
              <a:defRPr sz="1400"/>
            </a:lvl3pPr>
            <a:lvl4pPr>
              <a:spcBef>
                <a:spcPts val="1000"/>
              </a:spcBef>
              <a:spcAft>
                <a:spcPts val="500"/>
              </a:spcAft>
              <a:defRPr sz="1200"/>
            </a:lvl4pPr>
            <a:lvl5pPr>
              <a:spcBef>
                <a:spcPts val="1000"/>
              </a:spcBef>
              <a:spcAft>
                <a:spcPts val="500"/>
              </a:spcAft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423FEB60-8FB5-7F10-EDD7-8AB4B3139EF6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4109014" y="2137059"/>
            <a:ext cx="7059592" cy="398624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dirty="0"/>
            </a:lvl1pPr>
          </a:lstStyle>
          <a:p>
            <a:r>
              <a:rPr lang="en-US" dirty="0"/>
              <a:t>Click icon to add table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91731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9C8ABD-000F-7A94-A7B0-9589F4FEFD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1575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DC3A554-E5A9-B3CB-913D-45DBFBA79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1575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E3A8DF3-F55A-2494-C55D-8FB94BBC6A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802775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79DC86E-6F8A-B036-5CB2-AA8A79837F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59925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B9E0C03-C633-9356-4E28-678BAB7AE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59400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0C8A4F7-6C4C-719B-298F-3B81223D1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11575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E7E5D8B-D6BC-19AE-C0C9-249A556170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6812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7A6C5266-7ECA-B150-2C0F-8670F43AC82D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38200" y="1987669"/>
            <a:ext cx="6974711" cy="4297679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None/>
              <a:defRPr sz="1800"/>
            </a:lvl1pPr>
            <a:lvl2pPr>
              <a:spcBef>
                <a:spcPts val="1000"/>
              </a:spcBef>
              <a:spcAft>
                <a:spcPts val="500"/>
              </a:spcAft>
              <a:defRPr sz="1800"/>
            </a:lvl2pPr>
            <a:lvl3pPr>
              <a:spcBef>
                <a:spcPts val="1000"/>
              </a:spcBef>
              <a:spcAft>
                <a:spcPts val="500"/>
              </a:spcAft>
              <a:defRPr sz="1800"/>
            </a:lvl3pPr>
            <a:lvl4pPr>
              <a:spcBef>
                <a:spcPts val="1000"/>
              </a:spcBef>
              <a:spcAft>
                <a:spcPts val="500"/>
              </a:spcAft>
              <a:defRPr sz="1800"/>
            </a:lvl4pPr>
            <a:lvl5pPr>
              <a:spcBef>
                <a:spcPts val="1000"/>
              </a:spcBef>
              <a:spcAft>
                <a:spcPts val="5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7917085" y="1987670"/>
            <a:ext cx="3436716" cy="4297680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sz="1800"/>
            </a:lvl1pPr>
            <a:lvl2pPr>
              <a:spcBef>
                <a:spcPts val="1000"/>
              </a:spcBef>
              <a:spcAft>
                <a:spcPts val="500"/>
              </a:spcAft>
              <a:defRPr sz="1600"/>
            </a:lvl2pPr>
            <a:lvl3pPr>
              <a:spcBef>
                <a:spcPts val="1000"/>
              </a:spcBef>
              <a:spcAft>
                <a:spcPts val="500"/>
              </a:spcAft>
              <a:defRPr sz="1400"/>
            </a:lvl3pPr>
            <a:lvl4pPr>
              <a:spcBef>
                <a:spcPts val="1000"/>
              </a:spcBef>
              <a:spcAft>
                <a:spcPts val="500"/>
              </a:spcAft>
              <a:defRPr sz="1200"/>
            </a:lvl4pPr>
            <a:lvl5pPr>
              <a:spcBef>
                <a:spcPts val="1000"/>
              </a:spcBef>
              <a:spcAft>
                <a:spcPts val="500"/>
              </a:spcAft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27378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7588714-FE55-FCEF-78C2-2A4D11ECD7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1575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AF6BF02-4CD8-261B-BE58-05677EB947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1575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1AF1F17-7A1F-BCA2-15C0-417928B4E7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802775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F0ADE0B-D150-E72B-EE9A-E5EFDBC6F0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59925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BBCDD5A-A3C4-DF4F-74AD-CAF0F465BD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59400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9430AE4-C878-DFAB-EDA5-36B97176D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11575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61487B2-0348-2FFC-03FB-6508B6FD3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6812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0CEAFE70-86D3-8690-31CA-F9A1FBA494D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838199" y="2125262"/>
            <a:ext cx="10515600" cy="3675944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table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77850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3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1843C0D-8C0B-0B3C-7014-7B7217C008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7B715CF-E60F-DDAE-369E-BCC2CE4FF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2BD8F5F-4228-6BB9-5EA6-5535908982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F721F95-97C0-7151-B9F6-C088CEA1A7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978AD50A-9C6A-454B-0CAD-EAB51844014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810" y="0"/>
            <a:ext cx="7816995" cy="6858000"/>
          </a:xfrm>
          <a:custGeom>
            <a:avLst/>
            <a:gdLst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0 w 7813675"/>
              <a:gd name="connsiteY3" fmla="*/ 6903720 h 6903720"/>
              <a:gd name="connsiteX4" fmla="*/ 0 w 7813675"/>
              <a:gd name="connsiteY4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798854 w 7813675"/>
              <a:gd name="connsiteY3" fmla="*/ 686716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7803"/>
              <a:gd name="connsiteX1" fmla="*/ 7813675 w 7813675"/>
              <a:gd name="connsiteY1" fmla="*/ 0 h 6907803"/>
              <a:gd name="connsiteX2" fmla="*/ 7813675 w 7813675"/>
              <a:gd name="connsiteY2" fmla="*/ 6903720 h 6907803"/>
              <a:gd name="connsiteX3" fmla="*/ 809014 w 7813675"/>
              <a:gd name="connsiteY3" fmla="*/ 6907803 h 6907803"/>
              <a:gd name="connsiteX4" fmla="*/ 0 w 7813675"/>
              <a:gd name="connsiteY4" fmla="*/ 6903720 h 6907803"/>
              <a:gd name="connsiteX5" fmla="*/ 0 w 7813675"/>
              <a:gd name="connsiteY5" fmla="*/ 0 h 6907803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809014 w 7813675"/>
              <a:gd name="connsiteY3" fmla="*/ 688748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809014 w 7813675"/>
              <a:gd name="connsiteY3" fmla="*/ 688748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809014 w 7813675"/>
              <a:gd name="connsiteY3" fmla="*/ 689891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740434 w 7813675"/>
              <a:gd name="connsiteY3" fmla="*/ 689891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7385"/>
              <a:gd name="connsiteX1" fmla="*/ 7813675 w 7813675"/>
              <a:gd name="connsiteY1" fmla="*/ 0 h 6907385"/>
              <a:gd name="connsiteX2" fmla="*/ 7813675 w 7813675"/>
              <a:gd name="connsiteY2" fmla="*/ 6903720 h 6907385"/>
              <a:gd name="connsiteX3" fmla="*/ 6359380 w 7813675"/>
              <a:gd name="connsiteY3" fmla="*/ 6907385 h 6907385"/>
              <a:gd name="connsiteX4" fmla="*/ 740434 w 7813675"/>
              <a:gd name="connsiteY4" fmla="*/ 6898913 h 6907385"/>
              <a:gd name="connsiteX5" fmla="*/ 0 w 7813675"/>
              <a:gd name="connsiteY5" fmla="*/ 6903720 h 6907385"/>
              <a:gd name="connsiteX6" fmla="*/ 0 w 7813675"/>
              <a:gd name="connsiteY6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3320 w 7816995"/>
              <a:gd name="connsiteY5" fmla="*/ 690372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2899555 w 7816995"/>
              <a:gd name="connsiteY2" fmla="*/ 464820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16995" h="6907385">
                <a:moveTo>
                  <a:pt x="3320" y="0"/>
                </a:moveTo>
                <a:lnTo>
                  <a:pt x="7816995" y="0"/>
                </a:lnTo>
                <a:lnTo>
                  <a:pt x="2899555" y="4648200"/>
                </a:lnTo>
                <a:lnTo>
                  <a:pt x="6362700" y="6907385"/>
                </a:lnTo>
                <a:lnTo>
                  <a:pt x="743754" y="6898913"/>
                </a:lnTo>
                <a:lnTo>
                  <a:pt x="2876060" y="4644390"/>
                </a:lnTo>
                <a:cubicBezTo>
                  <a:pt x="1610033" y="3689302"/>
                  <a:pt x="1117437" y="3324763"/>
                  <a:pt x="0" y="2510645"/>
                </a:cubicBezTo>
                <a:cubicBezTo>
                  <a:pt x="1107" y="1673763"/>
                  <a:pt x="2213" y="836882"/>
                  <a:pt x="3320" y="0"/>
                </a:cubicBezTo>
                <a:close/>
              </a:path>
            </a:pathLst>
          </a:custGeom>
          <a:solidFill>
            <a:schemeClr val="tx2"/>
          </a:solidFill>
          <a:ln w="22225">
            <a:noFill/>
          </a:ln>
        </p:spPr>
        <p:txBody>
          <a:bodyPr lIns="274320" tIns="274320">
            <a:normAutofit/>
          </a:bodyPr>
          <a:lstStyle>
            <a:lvl1pPr marL="0" indent="0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992" y="731562"/>
            <a:ext cx="4902843" cy="3526778"/>
          </a:xfrm>
          <a:noFill/>
        </p:spPr>
        <p:txBody>
          <a:bodyPr anchor="b">
            <a:noAutofit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80992" y="4373217"/>
            <a:ext cx="4902843" cy="1753221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1000"/>
              </a:spcBef>
              <a:buNone/>
              <a:defRPr sz="1800">
                <a:solidFill>
                  <a:schemeClr val="tx1"/>
                </a:solidFill>
              </a:defRPr>
            </a:lvl1pPr>
            <a:lvl2pPr>
              <a:spcBef>
                <a:spcPts val="1000"/>
              </a:spcBef>
              <a:defRPr sz="1600">
                <a:solidFill>
                  <a:schemeClr val="tx1"/>
                </a:solidFill>
              </a:defRPr>
            </a:lvl2pPr>
            <a:lvl3pPr>
              <a:spcBef>
                <a:spcPts val="1000"/>
              </a:spcBef>
              <a:defRPr sz="1400">
                <a:solidFill>
                  <a:schemeClr val="tx1"/>
                </a:solidFill>
              </a:defRPr>
            </a:lvl3pPr>
            <a:lvl4pPr>
              <a:spcBef>
                <a:spcPts val="1000"/>
              </a:spcBef>
              <a:defRPr sz="1200">
                <a:solidFill>
                  <a:schemeClr val="tx1"/>
                </a:solidFill>
              </a:defRPr>
            </a:lvl4pPr>
            <a:lvl5pPr>
              <a:spcBef>
                <a:spcPts val="100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213739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436E0F2-A64B-471E-93C0-8DFE08CC57C8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C1E3AB1-2A8C-4607-9FAE-D8BDB280FE1A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6D66059-832F-40B6-A35F-F56C8F38A1E7}"/>
              </a:ext>
            </a:extLst>
          </p:cNvPr>
          <p:cNvCxnSpPr>
            <a:cxnSpLocks/>
          </p:cNvCxnSpPr>
          <p:nvPr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515E2ED-7EA9-448D-83FA-54C3DF9723BD}"/>
              </a:ext>
            </a:extLst>
          </p:cNvPr>
          <p:cNvCxnSpPr>
            <a:cxnSpLocks/>
          </p:cNvCxnSpPr>
          <p:nvPr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0595356-EABD-4767-AC9D-EA21FF115EC0}"/>
              </a:ext>
            </a:extLst>
          </p:cNvPr>
          <p:cNvCxnSpPr>
            <a:cxnSpLocks/>
          </p:cNvCxnSpPr>
          <p:nvPr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8CD9F06-9628-469C-B788-A894E3E08281}"/>
              </a:ext>
            </a:extLst>
          </p:cNvPr>
          <p:cNvCxnSpPr>
            <a:cxnSpLocks/>
          </p:cNvCxnSpPr>
          <p:nvPr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550A431-0B61-421B-B4B7-24C0CFF0F938}"/>
              </a:ext>
            </a:extLst>
          </p:cNvPr>
          <p:cNvCxnSpPr>
            <a:cxnSpLocks/>
          </p:cNvCxnSpPr>
          <p:nvPr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5B94C5-D205-4339-B029-5D0FD2E5F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533401"/>
            <a:ext cx="9906000" cy="13821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96DC5C-BD34-4CE4-8AA7-A6A4B9516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3000" y="2009554"/>
            <a:ext cx="9906000" cy="4024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F192A7-D622-449D-9FC2-48FDE4D690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37102" y="6398878"/>
            <a:ext cx="419390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fld id="{D6D8061D-18C3-4F4F-85EF-561633F5875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5B93C-2BE9-4847-BFE5-D3CBCC6E94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4429" y="6398878"/>
            <a:ext cx="449731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="1" spc="30" baseline="0">
                <a:solidFill>
                  <a:schemeClr val="tx2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70A99-395E-4F22-8AAB-6C7EE743D7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391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  <p:sldLayoutId id="2147483680" r:id="rId13"/>
    <p:sldLayoutId id="2147483681" r:id="rId14"/>
    <p:sldLayoutId id="2147483682" r:id="rId15"/>
    <p:sldLayoutId id="2147483683" r:id="rId16"/>
    <p:sldLayoutId id="2147483684" r:id="rId17"/>
    <p:sldLayoutId id="2147483685" r:id="rId18"/>
    <p:sldLayoutId id="2147483686" r:id="rId19"/>
    <p:sldLayoutId id="2147483687" r:id="rId20"/>
    <p:sldLayoutId id="2147483688" r:id="rId21"/>
    <p:sldLayoutId id="2147483689" r:id="rId22"/>
    <p:sldLayoutId id="2147483690" r:id="rId23"/>
    <p:sldLayoutId id="2147483691" r:id="rId2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i="1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SzPct val="80000"/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336">
          <p15:clr>
            <a:srgbClr val="F26B43"/>
          </p15:clr>
        </p15:guide>
        <p15:guide id="4" orient="horz" pos="3984">
          <p15:clr>
            <a:srgbClr val="F26B43"/>
          </p15:clr>
        </p15:guide>
        <p15:guide id="5" pos="336">
          <p15:clr>
            <a:srgbClr val="F26B43"/>
          </p15:clr>
        </p15:guide>
        <p15:guide id="6" pos="7344">
          <p15:clr>
            <a:srgbClr val="F26B43"/>
          </p15:clr>
        </p15:guide>
        <p15:guide id="7" pos="720">
          <p15:clr>
            <a:srgbClr val="F26B43"/>
          </p15:clr>
        </p15:guide>
        <p15:guide id="8" pos="69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FEC93CF-2672-7D78-F278-58C5E012E0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BASIC </a:t>
            </a:r>
            <a:br>
              <a:rPr lang="en-US" dirty="0"/>
            </a:br>
            <a:r>
              <a:rPr lang="en-US" dirty="0"/>
              <a:t>PRESENTATION</a:t>
            </a:r>
          </a:p>
        </p:txBody>
      </p:sp>
      <p:pic>
        <p:nvPicPr>
          <p:cNvPr id="7" name="Picture Placeholder 6" descr="Looking up view of a city with skyscrapers">
            <a:extLst>
              <a:ext uri="{FF2B5EF4-FFF2-40B4-BE49-F238E27FC236}">
                <a16:creationId xmlns:a16="http://schemas.microsoft.com/office/drawing/2014/main" id="{ED21B7CD-3D69-26B5-8A0B-52A19A6B0A2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" r="72"/>
          <a:stretch/>
        </p:blipFill>
        <p:spPr/>
      </p:pic>
    </p:spTree>
    <p:extLst>
      <p:ext uri="{BB962C8B-B14F-4D97-AF65-F5344CB8AC3E}">
        <p14:creationId xmlns:p14="http://schemas.microsoft.com/office/powerpoint/2010/main" val="3078994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2181D-911C-1343-7267-E35AC86CCA0E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>
            <a:noAutofit/>
          </a:bodyPr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A8735-F1DC-1DE6-0A38-429B2F660F8A}"/>
              </a:ext>
            </a:extLst>
          </p:cNvPr>
          <p:cNvSpPr>
            <a:spLocks noGrp="1"/>
          </p:cNvSpPr>
          <p:nvPr>
            <p:ph idx="1"/>
          </p:nvPr>
        </p:nvSpPr>
        <p:spPr>
          <a:noFill/>
        </p:spPr>
        <p:txBody>
          <a:bodyPr anchor="ctr">
            <a:normAutofit/>
          </a:bodyPr>
          <a:lstStyle/>
          <a:p>
            <a:r>
              <a:rPr lang="en-US" dirty="0"/>
              <a:t>Introduction</a:t>
            </a:r>
          </a:p>
          <a:p>
            <a:r>
              <a:rPr lang="en-US" dirty="0"/>
              <a:t>Building confidence</a:t>
            </a:r>
          </a:p>
          <a:p>
            <a:r>
              <a:rPr lang="en-US" dirty="0"/>
              <a:t>Engaging the audience</a:t>
            </a:r>
          </a:p>
          <a:p>
            <a:r>
              <a:rPr lang="en-US" dirty="0"/>
              <a:t>Visual aids</a:t>
            </a:r>
          </a:p>
          <a:p>
            <a:r>
              <a:rPr lang="en-US" dirty="0"/>
              <a:t>Final tips &amp; takeaways</a:t>
            </a:r>
          </a:p>
        </p:txBody>
      </p:sp>
      <p:pic>
        <p:nvPicPr>
          <p:cNvPr id="25" name="Picture Placeholder 6" descr="A city skyline">
            <a:extLst>
              <a:ext uri="{FF2B5EF4-FFF2-40B4-BE49-F238E27FC236}">
                <a16:creationId xmlns:a16="http://schemas.microsoft.com/office/drawing/2014/main" id="{086C9520-C924-5732-CC82-F0C4A533D4E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" r="38"/>
          <a:stretch/>
        </p:blipFill>
        <p:spPr/>
      </p:pic>
    </p:spTree>
    <p:extLst>
      <p:ext uri="{BB962C8B-B14F-4D97-AF65-F5344CB8AC3E}">
        <p14:creationId xmlns:p14="http://schemas.microsoft.com/office/powerpoint/2010/main" val="1038351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0034E89-1952-5288-08A0-70A4A73BE3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noFill/>
        </p:spPr>
        <p:txBody>
          <a:bodyPr anchor="b"/>
          <a:lstStyle/>
          <a:p>
            <a:r>
              <a:rPr lang="en-US" dirty="0"/>
              <a:t>THE POWER OF COMMUNICATION</a:t>
            </a:r>
          </a:p>
        </p:txBody>
      </p:sp>
      <p:pic>
        <p:nvPicPr>
          <p:cNvPr id="17" name="Picture Placeholder 16" descr="A city with tall buildings">
            <a:extLst>
              <a:ext uri="{FF2B5EF4-FFF2-40B4-BE49-F238E27FC236}">
                <a16:creationId xmlns:a16="http://schemas.microsoft.com/office/drawing/2014/main" id="{4D6EE8D1-247A-B95F-BD1A-A2D76964CF3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" r="13"/>
          <a:stretch/>
        </p:blipFill>
        <p:spPr/>
      </p:pic>
    </p:spTree>
    <p:extLst>
      <p:ext uri="{BB962C8B-B14F-4D97-AF65-F5344CB8AC3E}">
        <p14:creationId xmlns:p14="http://schemas.microsoft.com/office/powerpoint/2010/main" val="8210880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noFill/>
        </p:spPr>
        <p:txBody>
          <a:bodyPr>
            <a:noAutofit/>
          </a:bodyPr>
          <a:lstStyle/>
          <a:p>
            <a:r>
              <a:rPr lang="en-US" dirty="0"/>
              <a:t>OVERCOMING NERVOUSNESS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446868-83F0-CEEF-5E60-6D55C93B52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noFill/>
        </p:spPr>
        <p:txBody>
          <a:bodyPr anchor="t"/>
          <a:lstStyle/>
          <a:p>
            <a:r>
              <a:rPr lang="en-US" dirty="0"/>
              <a:t>CONFIDENCE-BUILDING STRATEGIES</a:t>
            </a:r>
          </a:p>
        </p:txBody>
      </p:sp>
      <p:pic>
        <p:nvPicPr>
          <p:cNvPr id="43" name="Picture Placeholder 42" descr="A plane flying over a city">
            <a:extLst>
              <a:ext uri="{FF2B5EF4-FFF2-40B4-BE49-F238E27FC236}">
                <a16:creationId xmlns:a16="http://schemas.microsoft.com/office/drawing/2014/main" id="{9100BC91-12A3-DE75-3F38-9C17D39DC5E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" r="39"/>
          <a:stretch/>
        </p:blipFill>
        <p:spPr/>
      </p:pic>
    </p:spTree>
    <p:extLst>
      <p:ext uri="{BB962C8B-B14F-4D97-AF65-F5344CB8AC3E}">
        <p14:creationId xmlns:p14="http://schemas.microsoft.com/office/powerpoint/2010/main" val="4242039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5F5E3-2B1C-7C0A-8581-67A9052D13AA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/>
              <a:t>ENGAGING THE AUDIENCE</a:t>
            </a:r>
            <a:endParaRPr lang="en-US" dirty="0"/>
          </a:p>
        </p:txBody>
      </p:sp>
      <p:pic>
        <p:nvPicPr>
          <p:cNvPr id="24" name="Picture Placeholder 7" descr="Looking up view of tall buildings">
            <a:extLst>
              <a:ext uri="{FF2B5EF4-FFF2-40B4-BE49-F238E27FC236}">
                <a16:creationId xmlns:a16="http://schemas.microsoft.com/office/drawing/2014/main" id="{A672B903-78EE-718A-C122-69D51207883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" b="61"/>
          <a:stretch/>
        </p:blipFill>
        <p:spPr>
          <a:noFill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33159-D030-2F82-A142-F759407283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Make eye contact with your audience to create a sense of intimacy and involvement</a:t>
            </a:r>
          </a:p>
          <a:p>
            <a:r>
              <a:rPr lang="en-US" dirty="0"/>
              <a:t>Weave relatable stories into your presentation using narratives that make your message memorable and impactful</a:t>
            </a:r>
          </a:p>
          <a:p>
            <a:r>
              <a:rPr lang="en-US" dirty="0"/>
              <a:t>Encourage questions and provide thoughtful responses to enhance audience participation</a:t>
            </a:r>
          </a:p>
          <a:p>
            <a:r>
              <a:rPr lang="en-US" dirty="0"/>
              <a:t>Use live polls or surveys to gather audience opinions, promoting engagement and making sure the audience feel involved</a:t>
            </a:r>
          </a:p>
        </p:txBody>
      </p:sp>
    </p:spTree>
    <p:extLst>
      <p:ext uri="{BB962C8B-B14F-4D97-AF65-F5344CB8AC3E}">
        <p14:creationId xmlns:p14="http://schemas.microsoft.com/office/powerpoint/2010/main" val="3666674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63CB3-2956-E8D2-C23D-A3BAA7295D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noFill/>
        </p:spPr>
        <p:txBody>
          <a:bodyPr/>
          <a:lstStyle/>
          <a:p>
            <a:r>
              <a:rPr lang="en-US"/>
              <a:t>SELECTING VISUAL AIDS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ECEBD4-35BF-26BB-D438-DA43EBD5EE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noFill/>
        </p:spPr>
        <p:txBody>
          <a:bodyPr/>
          <a:lstStyle/>
          <a:p>
            <a:r>
              <a:rPr lang="en-US" dirty="0"/>
              <a:t>ENHANCING YOUR PRESENTATION</a:t>
            </a:r>
          </a:p>
        </p:txBody>
      </p:sp>
    </p:spTree>
    <p:extLst>
      <p:ext uri="{BB962C8B-B14F-4D97-AF65-F5344CB8AC3E}">
        <p14:creationId xmlns:p14="http://schemas.microsoft.com/office/powerpoint/2010/main" val="4351953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9874B-BCA9-8420-1595-EDD1865A099A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dirty="0"/>
              <a:t>EFFECTIVE DELIVERY TECHNIQUES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FBB810-3430-2C29-1AA0-9744AA0A1AA3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US" dirty="0"/>
              <a:t>Effective body language enhances your message, making it more impactful and memorable.</a:t>
            </a:r>
          </a:p>
          <a:p>
            <a:pPr lvl="1"/>
            <a:r>
              <a:rPr lang="en-US" dirty="0"/>
              <a:t>Meaningful eye contact</a:t>
            </a:r>
          </a:p>
          <a:p>
            <a:pPr lvl="1"/>
            <a:r>
              <a:rPr lang="en-US" dirty="0"/>
              <a:t>Purposeful gestures</a:t>
            </a:r>
          </a:p>
          <a:p>
            <a:pPr lvl="1"/>
            <a:r>
              <a:rPr lang="en-US" dirty="0"/>
              <a:t>Maintain good posture</a:t>
            </a:r>
          </a:p>
          <a:p>
            <a:pPr lvl="1"/>
            <a:r>
              <a:rPr lang="en-US" dirty="0"/>
              <a:t>Control your expressions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A5FD2B-E3E5-1C2B-0151-21F216B14A33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US" dirty="0"/>
              <a:t>This is a powerful tool in public speaking. It involves varying pitch, tone, and volume to convey emotion, emphasize points, and maintain interest. </a:t>
            </a:r>
          </a:p>
          <a:p>
            <a:pPr lvl="1"/>
            <a:r>
              <a:rPr lang="en-US" dirty="0"/>
              <a:t>Pitch variation</a:t>
            </a:r>
          </a:p>
          <a:p>
            <a:pPr lvl="1"/>
            <a:r>
              <a:rPr lang="en-US" dirty="0"/>
              <a:t>Tone inflection</a:t>
            </a:r>
          </a:p>
          <a:p>
            <a:pPr lvl="1"/>
            <a:r>
              <a:rPr lang="en-US" dirty="0"/>
              <a:t>Volume control</a:t>
            </a:r>
          </a:p>
        </p:txBody>
      </p:sp>
    </p:spTree>
    <p:extLst>
      <p:ext uri="{BB962C8B-B14F-4D97-AF65-F5344CB8AC3E}">
        <p14:creationId xmlns:p14="http://schemas.microsoft.com/office/powerpoint/2010/main" val="8374022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C27C8-165C-5513-DB4B-9D840097C545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dirty="0"/>
              <a:t>NAVIGATING Q&amp;A SESSIONS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302BFD-960F-CBB3-E984-CDC12813A10C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noFill/>
        </p:spPr>
        <p:txBody>
          <a:bodyPr>
            <a:normAutofit/>
          </a:bodyPr>
          <a:lstStyle/>
          <a:p>
            <a:r>
              <a:rPr lang="en-US"/>
              <a:t>Know your material in advance</a:t>
            </a:r>
          </a:p>
          <a:p>
            <a:r>
              <a:rPr lang="en-US"/>
              <a:t>Anticipate common questions</a:t>
            </a:r>
          </a:p>
          <a:p>
            <a:r>
              <a:rPr lang="en-US"/>
              <a:t>Rehearse your responses</a:t>
            </a: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E640F-7F5A-BDB7-205D-765FA80B6796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noFill/>
        </p:spPr>
        <p:txBody>
          <a:bodyPr>
            <a:normAutofit/>
          </a:bodyPr>
          <a:lstStyle/>
          <a:p>
            <a:r>
              <a:rPr lang="en-US"/>
              <a:t>Maintaining composure during the Q&amp;A session is essential for projecting confidence and authority. Consider the following tips for staying composed:</a:t>
            </a:r>
          </a:p>
          <a:p>
            <a:pPr lvl="1"/>
            <a:r>
              <a:rPr lang="en-US"/>
              <a:t>Stay calm</a:t>
            </a:r>
          </a:p>
          <a:p>
            <a:pPr lvl="1"/>
            <a:r>
              <a:rPr lang="en-US"/>
              <a:t>Actively listen</a:t>
            </a:r>
          </a:p>
          <a:p>
            <a:pPr lvl="1"/>
            <a:r>
              <a:rPr lang="en-US"/>
              <a:t>Pause and reflect</a:t>
            </a:r>
          </a:p>
          <a:p>
            <a:pPr lvl="1"/>
            <a:r>
              <a:rPr lang="en-US"/>
              <a:t>Maintain eye contact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96091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15DE-D135-0710-9984-A0A55E960CB0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dirty="0"/>
              <a:t>SPEAKING IMPACT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8AA23-D8D0-93BE-5C5F-103A750B0D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Your ability to communicate effectively </a:t>
            </a:r>
            <a:br>
              <a:rPr lang="en-US" dirty="0"/>
            </a:br>
            <a:r>
              <a:rPr lang="en-US" dirty="0"/>
              <a:t>will leave a lasting impact on your </a:t>
            </a:r>
            <a:br>
              <a:rPr lang="en-US" dirty="0"/>
            </a:br>
            <a:r>
              <a:rPr lang="en-US" dirty="0"/>
              <a:t>audience</a:t>
            </a:r>
          </a:p>
          <a:p>
            <a:r>
              <a:rPr lang="en-US" dirty="0"/>
              <a:t>Effectively communicating involves not </a:t>
            </a:r>
            <a:br>
              <a:rPr lang="en-US" dirty="0"/>
            </a:br>
            <a:r>
              <a:rPr lang="en-US" dirty="0"/>
              <a:t>only delivering a message but also </a:t>
            </a:r>
            <a:br>
              <a:rPr lang="en-US" dirty="0"/>
            </a:br>
            <a:r>
              <a:rPr lang="en-US" dirty="0"/>
              <a:t>resonating with the experiences, values, </a:t>
            </a:r>
            <a:br>
              <a:rPr lang="en-US" dirty="0"/>
            </a:br>
            <a:r>
              <a:rPr lang="en-US" dirty="0"/>
              <a:t>and emotions of those listening </a:t>
            </a:r>
          </a:p>
        </p:txBody>
      </p:sp>
      <p:pic>
        <p:nvPicPr>
          <p:cNvPr id="20" name="Picture Placeholder 19" descr="City lights at night">
            <a:extLst>
              <a:ext uri="{FF2B5EF4-FFF2-40B4-BE49-F238E27FC236}">
                <a16:creationId xmlns:a16="http://schemas.microsoft.com/office/drawing/2014/main" id="{E5D7764F-CE06-1A00-3555-ACAE6ACDFE1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" b="52"/>
          <a:stretch/>
        </p:blipFill>
        <p:spPr/>
      </p:pic>
    </p:spTree>
    <p:extLst>
      <p:ext uri="{BB962C8B-B14F-4D97-AF65-F5344CB8AC3E}">
        <p14:creationId xmlns:p14="http://schemas.microsoft.com/office/powerpoint/2010/main" val="27372412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45968-70F7-0180-6448-3547E442EF4A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>
            <a:noAutofit/>
          </a:bodyPr>
          <a:lstStyle/>
          <a:p>
            <a:r>
              <a:rPr lang="en-US" dirty="0"/>
              <a:t>DYNAMIC DELIVERY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15CE58D-2739-522B-7C3A-6A7C985360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solidFill>
            <a:schemeClr val="bg1"/>
          </a:solidFill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Learn to infuse energy into your delivery to leave a lasting impression</a:t>
            </a:r>
          </a:p>
          <a:p>
            <a:r>
              <a:rPr lang="en-US" dirty="0"/>
              <a:t>One of the goals of effective communication is to motivate your audience</a:t>
            </a:r>
          </a:p>
        </p:txBody>
      </p:sp>
      <p:graphicFrame>
        <p:nvGraphicFramePr>
          <p:cNvPr id="3" name="Table Placeholder 2">
            <a:extLst>
              <a:ext uri="{FF2B5EF4-FFF2-40B4-BE49-F238E27FC236}">
                <a16:creationId xmlns:a16="http://schemas.microsoft.com/office/drawing/2014/main" id="{F01CF5D3-D3B1-1944-CFDF-D8EE11DE42AA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1132532233"/>
              </p:ext>
            </p:extLst>
          </p:nvPr>
        </p:nvGraphicFramePr>
        <p:xfrm>
          <a:off x="4108450" y="2136775"/>
          <a:ext cx="7059592" cy="3872023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1764898">
                  <a:extLst>
                    <a:ext uri="{9D8B030D-6E8A-4147-A177-3AD203B41FA5}">
                      <a16:colId xmlns:a16="http://schemas.microsoft.com/office/drawing/2014/main" val="127040821"/>
                    </a:ext>
                  </a:extLst>
                </a:gridCol>
                <a:gridCol w="1764898">
                  <a:extLst>
                    <a:ext uri="{9D8B030D-6E8A-4147-A177-3AD203B41FA5}">
                      <a16:colId xmlns:a16="http://schemas.microsoft.com/office/drawing/2014/main" val="149845700"/>
                    </a:ext>
                  </a:extLst>
                </a:gridCol>
                <a:gridCol w="1764898">
                  <a:extLst>
                    <a:ext uri="{9D8B030D-6E8A-4147-A177-3AD203B41FA5}">
                      <a16:colId xmlns:a16="http://schemas.microsoft.com/office/drawing/2014/main" val="3119692462"/>
                    </a:ext>
                  </a:extLst>
                </a:gridCol>
                <a:gridCol w="1764898">
                  <a:extLst>
                    <a:ext uri="{9D8B030D-6E8A-4147-A177-3AD203B41FA5}">
                      <a16:colId xmlns:a16="http://schemas.microsoft.com/office/drawing/2014/main" val="3472639139"/>
                    </a:ext>
                  </a:extLst>
                </a:gridCol>
              </a:tblGrid>
              <a:tr h="511525"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</a:rPr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latin typeface="+mn-lt"/>
                        </a:rPr>
                        <a:t>Measurement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</a:rPr>
                        <a:t>Target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</a:rPr>
                        <a:t>Actual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013591"/>
                  </a:ext>
                </a:extLst>
              </a:tr>
              <a:tr h="582969"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</a:rPr>
                        <a:t>Audience attendance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</a:rPr>
                        <a:t># of attendees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</a:rPr>
                        <a:t>150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latin typeface="+mn-lt"/>
                        </a:rPr>
                        <a:t>120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867931"/>
                  </a:ext>
                </a:extLst>
              </a:tr>
              <a:tr h="582969"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</a:rPr>
                        <a:t>Engagement duration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</a:rPr>
                        <a:t>Minutes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</a:rPr>
                        <a:t>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latin typeface="+mn-lt"/>
                        </a:rPr>
                        <a:t>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209771"/>
                  </a:ext>
                </a:extLst>
              </a:tr>
              <a:tr h="582969"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</a:rPr>
                        <a:t>Q&amp;A interaction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</a:rPr>
                        <a:t># of questions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latin typeface="+mn-lt"/>
                        </a:rPr>
                        <a:t>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1031278"/>
                  </a:ext>
                </a:extLst>
              </a:tr>
              <a:tr h="582969"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latin typeface="+mn-lt"/>
                        </a:rPr>
                        <a:t>Positive feedback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latin typeface="+mn-lt"/>
                        </a:rPr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</a:rPr>
                        <a:t>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</a:rPr>
                        <a:t>95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1840781"/>
                  </a:ext>
                </a:extLst>
              </a:tr>
              <a:tr h="832813"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</a:rPr>
                        <a:t>Rate of information retention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latin typeface="+mn-lt"/>
                        </a:rPr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</a:rPr>
                        <a:t>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</a:rPr>
                        <a:t>85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3897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99771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30A76-B788-B363-104E-266B7C7F7208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dirty="0"/>
              <a:t>FINAL TIPS &amp;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948542-FCE1-3AE6-C6C9-17975609DF70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Consistent rehearsal</a:t>
            </a:r>
          </a:p>
          <a:p>
            <a:pPr lvl="1"/>
            <a:r>
              <a:rPr lang="en-US"/>
              <a:t>Strengthen your familiarity</a:t>
            </a:r>
          </a:p>
          <a:p>
            <a:r>
              <a:rPr lang="en-US"/>
              <a:t>Refine delivery style</a:t>
            </a:r>
          </a:p>
          <a:p>
            <a:pPr lvl="1"/>
            <a:r>
              <a:rPr lang="en-US"/>
              <a:t>Pacing, tone, and emphasis</a:t>
            </a:r>
          </a:p>
          <a:p>
            <a:r>
              <a:rPr lang="en-US"/>
              <a:t>Timing and transitions</a:t>
            </a:r>
          </a:p>
          <a:p>
            <a:pPr lvl="1"/>
            <a:r>
              <a:rPr lang="en-US"/>
              <a:t>Aim for seamless, professional delivery</a:t>
            </a:r>
          </a:p>
          <a:p>
            <a:r>
              <a:rPr lang="en-US"/>
              <a:t>Practice audience</a:t>
            </a:r>
          </a:p>
          <a:p>
            <a:pPr lvl="1"/>
            <a:r>
              <a:rPr lang="en-US"/>
              <a:t>Enlist colleagues to listen &amp; provide feedback</a:t>
            </a:r>
          </a:p>
          <a:p>
            <a:pPr lvl="1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E67564-0457-E486-97D0-8109D2C97B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noFill/>
        </p:spPr>
        <p:txBody>
          <a:bodyPr>
            <a:normAutofit/>
          </a:bodyPr>
          <a:lstStyle/>
          <a:p>
            <a:r>
              <a:rPr lang="en-US"/>
              <a:t>Seek feedback</a:t>
            </a:r>
          </a:p>
          <a:p>
            <a:r>
              <a:rPr lang="en-US"/>
              <a:t>Reflect on performance</a:t>
            </a:r>
          </a:p>
          <a:p>
            <a:r>
              <a:rPr lang="en-US"/>
              <a:t>Explore new techniques</a:t>
            </a:r>
          </a:p>
          <a:p>
            <a:r>
              <a:rPr lang="en-US"/>
              <a:t>Set personal goals</a:t>
            </a:r>
          </a:p>
          <a:p>
            <a:r>
              <a:rPr lang="en-US"/>
              <a:t>Iterate and adapt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37779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C59F6-9B22-C211-4B4C-A2FD4B914C46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dirty="0"/>
              <a:t>SPEAKING ENGAGEMENT METRICS</a:t>
            </a:r>
          </a:p>
        </p:txBody>
      </p:sp>
      <p:graphicFrame>
        <p:nvGraphicFramePr>
          <p:cNvPr id="19" name="Table Placeholder 3">
            <a:extLst>
              <a:ext uri="{FF2B5EF4-FFF2-40B4-BE49-F238E27FC236}">
                <a16:creationId xmlns:a16="http://schemas.microsoft.com/office/drawing/2014/main" id="{998759BF-36E2-2AC0-C9B8-88C6BF075154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198846581"/>
              </p:ext>
            </p:extLst>
          </p:nvPr>
        </p:nvGraphicFramePr>
        <p:xfrm>
          <a:off x="838200" y="2125663"/>
          <a:ext cx="10515600" cy="3627358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38221808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95346872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27752647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438884888"/>
                    </a:ext>
                  </a:extLst>
                </a:gridCol>
              </a:tblGrid>
              <a:tr h="598946"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</a:rPr>
                        <a:t>Impact factor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</a:rPr>
                        <a:t>Measurement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</a:rPr>
                        <a:t>Target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</a:rPr>
                        <a:t>Achieved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7107962"/>
                  </a:ext>
                </a:extLst>
              </a:tr>
              <a:tr h="598946"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</a:rPr>
                        <a:t>Audience interaction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</a:rPr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</a:rPr>
                        <a:t>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latin typeface="+mn-lt"/>
                        </a:rPr>
                        <a:t>88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1386868"/>
                  </a:ext>
                </a:extLst>
              </a:tr>
              <a:tr h="598946"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</a:rPr>
                        <a:t>Knowledge retention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</a:rPr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latin typeface="+mn-lt"/>
                        </a:rPr>
                        <a:t>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latin typeface="+mn-lt"/>
                        </a:rPr>
                        <a:t>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626418"/>
                  </a:ext>
                </a:extLst>
              </a:tr>
              <a:tr h="615787"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latin typeface="+mn-lt"/>
                        </a:rPr>
                        <a:t>Post-presentation surveys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</a:rPr>
                        <a:t>Average rating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</a:rPr>
                        <a:t>4.2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latin typeface="+mn-lt"/>
                        </a:rPr>
                        <a:t>4.5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2482967"/>
                  </a:ext>
                </a:extLst>
              </a:tr>
              <a:tr h="598946"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</a:rPr>
                        <a:t>Referral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latin typeface="+mn-lt"/>
                        </a:rPr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latin typeface="+mn-lt"/>
                        </a:rPr>
                        <a:t>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6251906"/>
                  </a:ext>
                </a:extLst>
              </a:tr>
              <a:tr h="615787"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latin typeface="+mn-lt"/>
                        </a:rPr>
                        <a:t>Collaboration opportunities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latin typeface="+mn-lt"/>
                        </a:rPr>
                        <a:t># of opportunities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</a:rPr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85371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46306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Placeholder 5" descr="Close-up of a bridge with wires">
            <a:extLst>
              <a:ext uri="{FF2B5EF4-FFF2-40B4-BE49-F238E27FC236}">
                <a16:creationId xmlns:a16="http://schemas.microsoft.com/office/drawing/2014/main" id="{E461669C-A7BA-D639-22CB-B5FBBE698B3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" r="20"/>
          <a:stretch/>
        </p:blipFill>
        <p:spPr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8BAC361-0D7A-DC05-86B5-6DD77D322F5B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 anchor="b"/>
          <a:lstStyle/>
          <a:p>
            <a:r>
              <a:rPr lang="en-US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E98EFF-197D-3136-70B9-7BBD30A48931}"/>
              </a:ext>
            </a:extLst>
          </p:cNvPr>
          <p:cNvSpPr>
            <a:spLocks noGrp="1"/>
          </p:cNvSpPr>
          <p:nvPr>
            <p:ph idx="1"/>
          </p:nvPr>
        </p:nvSpPr>
        <p:spPr>
          <a:noFill/>
        </p:spPr>
        <p:txBody>
          <a:bodyPr anchor="t">
            <a:normAutofit/>
          </a:bodyPr>
          <a:lstStyle/>
          <a:p>
            <a:r>
              <a:rPr lang="en-US" dirty="0"/>
              <a:t>Brita Tamm</a:t>
            </a:r>
          </a:p>
          <a:p>
            <a:r>
              <a:rPr lang="en-US" dirty="0"/>
              <a:t>502-555-0152</a:t>
            </a:r>
          </a:p>
          <a:p>
            <a:r>
              <a:rPr lang="en-US" dirty="0"/>
              <a:t>brita@firstupconsultants.com</a:t>
            </a:r>
          </a:p>
          <a:p>
            <a:r>
              <a:rPr lang="en-US" dirty="0"/>
              <a:t>www.firstupconsultants.com</a:t>
            </a:r>
          </a:p>
        </p:txBody>
      </p:sp>
    </p:spTree>
    <p:extLst>
      <p:ext uri="{BB962C8B-B14F-4D97-AF65-F5344CB8AC3E}">
        <p14:creationId xmlns:p14="http://schemas.microsoft.com/office/powerpoint/2010/main" val="1210802199"/>
      </p:ext>
    </p:extLst>
  </p:cSld>
  <p:clrMapOvr>
    <a:masterClrMapping/>
  </p:clrMapOvr>
</p:sld>
</file>

<file path=ppt/theme/theme1.xml><?xml version="1.0" encoding="utf-8"?>
<a:theme xmlns:a="http://schemas.openxmlformats.org/drawingml/2006/main" name="AngleLinesVTI">
  <a:themeElements>
    <a:clrScheme name="Custom 34">
      <a:dk1>
        <a:sysClr val="windowText" lastClr="000000"/>
      </a:dk1>
      <a:lt1>
        <a:sysClr val="window" lastClr="FFFFFF"/>
      </a:lt1>
      <a:dk2>
        <a:srgbClr val="001E2E"/>
      </a:dk2>
      <a:lt2>
        <a:srgbClr val="F0ECEC"/>
      </a:lt2>
      <a:accent1>
        <a:srgbClr val="155767"/>
      </a:accent1>
      <a:accent2>
        <a:srgbClr val="BA9CA0"/>
      </a:accent2>
      <a:accent3>
        <a:srgbClr val="A57931"/>
      </a:accent3>
      <a:accent4>
        <a:srgbClr val="0E577C"/>
      </a:accent4>
      <a:accent5>
        <a:srgbClr val="CC846E"/>
      </a:accent5>
      <a:accent6>
        <a:srgbClr val="93767A"/>
      </a:accent6>
      <a:hlink>
        <a:srgbClr val="0563C1"/>
      </a:hlink>
      <a:folHlink>
        <a:srgbClr val="954F72"/>
      </a:folHlink>
    </a:clrScheme>
    <a:fontScheme name="Walbaum Light Univers Light">
      <a:majorFont>
        <a:latin typeface="Playfair Display"/>
        <a:ea typeface=""/>
        <a:cs typeface=""/>
      </a:majorFont>
      <a:minorFont>
        <a:latin typeface="Univer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ngleLinesVTI" id="{BC1FC193-C72F-4761-9899-1105EDF6BAE8}" vid="{64612625-F022-44B7-B9FA-9D26DEDBDC2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4D4B218-C04B-41F5-949D-06E9DAE96B0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6283731-47E9-4F14-86D1-57C1EA2672A1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81846AD4-435D-4592-8088-FE2831A30D1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AngleLinesVTI</Template>
  <TotalTime>0</TotalTime>
  <Words>428</Words>
  <Application>Microsoft Office PowerPoint</Application>
  <PresentationFormat>Widescreen</PresentationFormat>
  <Paragraphs>123</Paragraphs>
  <Slides>13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AngleLinesVTI</vt:lpstr>
      <vt:lpstr>BASIC  PRESENTATION</vt:lpstr>
      <vt:lpstr>AGENDA</vt:lpstr>
      <vt:lpstr>THE POWER OF COMMUNICATION</vt:lpstr>
      <vt:lpstr>OVERCOMING NERVOUSNESS</vt:lpstr>
      <vt:lpstr>ENGAGING THE AUDIENCE</vt:lpstr>
      <vt:lpstr>SELECTING VISUAL AIDS</vt:lpstr>
      <vt:lpstr>EFFECTIVE DELIVERY TECHNIQUES</vt:lpstr>
      <vt:lpstr>NAVIGATING Q&amp;A SESSIONS</vt:lpstr>
      <vt:lpstr>SPEAKING IMPACT</vt:lpstr>
      <vt:lpstr>DYNAMIC DELIVERY</vt:lpstr>
      <vt:lpstr>FINAL TIPS &amp; TAKEAWAYS</vt:lpstr>
      <vt:lpstr>SPEAKING ENGAGEMENT METRICS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2026-07-16T05:41:41Z</dcterms:created>
  <dcterms:modified xsi:type="dcterms:W3CDTF">2026-07-16T05:41:43Z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