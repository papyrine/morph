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267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84-4210-AF96-7FD7C5C3F8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line3D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DAF-4D3D-BD85-938F072A192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DAF-4D3D-BD85-938F072A192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DAF-4D3D-BD85-938F072A19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380111"/>
        <c:axId val="2118208368"/>
        <c:axId val="12357743"/>
      </c:line3DChart>
      <c:catAx>
        <c:axId val="8380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18208368"/>
        <c:crosses val="autoZero"/>
        <c:auto val="1"/>
        <c:lblAlgn val="ctr"/>
        <c:lblOffset val="100"/>
        <c:noMultiLvlLbl val="0"/>
      </c:catAx>
      <c:valAx>
        <c:axId val="21182083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380111"/>
        <c:crosses val="autoZero"/>
        <c:crossBetween val="between"/>
      </c:valAx>
      <c:serAx>
        <c:axId val="12357743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18208368"/>
        <c:crosses val="autoZero"/>
      </c:ser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0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0187C-4545-889B-1345-D4AC60963F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F4AD19-C937-C2D5-7B8C-DB45A14540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D119D6-2E4E-BD00-879F-70EAF868F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BFA0C-1635-478A-82C9-AFC15AA75A5C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317E3-5F48-2AED-17E8-3C4845E68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F0C0A-100A-98B2-C9D0-40212CA56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D941D-7453-4078-B058-E66CEA28D7A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7370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FDB14-85AC-7EB3-B7D1-B8576ABE4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9AC6B-F77E-FAC1-E27E-204F9E1728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7C224D-ECE9-2F3F-B9EA-7B19C9A6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BFA0C-1635-478A-82C9-AFC15AA75A5C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A0AD54-D5C0-C2A8-D149-983A14277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EEECD-D1D2-C614-54D4-DC5CEB1E2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D941D-7453-4078-B058-E66CEA28D7A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1614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40B1C-9E80-C923-489C-13D60530C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9DCDE2-F354-28D1-272A-274A5C3826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AF9029-9454-A029-AB7E-677DB0862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BFA0C-1635-478A-82C9-AFC15AA75A5C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AD3A66-1C19-B9F0-2A53-33DEBE495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93C1D-21AD-EDB7-B172-296897919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D941D-7453-4078-B058-E66CEA28D7A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8699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0D071-00C4-9CEB-6897-21BD3D7CA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0922F-C1D5-9554-FAC0-A6DA76D89C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EB9F56-DEBB-605B-9AE8-CC9414F1CF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EA5D38-748B-1D07-1A91-D6151E630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BFA0C-1635-478A-82C9-AFC15AA75A5C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2C125F-B206-93F1-A065-C309DB065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4249C9-35CE-DD56-3082-D3BA0DC32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D941D-7453-4078-B058-E66CEA28D7A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2376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1BD99-9191-BB2F-A5AD-F5E7D4D36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4D7075-F4C4-9C4C-1F4B-CCDFCC3DDD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49613-9358-6C83-8D44-E286097D56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F6A9A7-BB6D-26E5-03C1-8102B19A0F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638F0A-C45E-5823-1B92-FF7E7F0567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71D2C9-F896-D0A1-BF91-5EFFF09F7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BFA0C-1635-478A-82C9-AFC15AA75A5C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FD5692-1FC2-FB3D-B2AD-5A0A06AD5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2E62DB-F454-ADA5-AA60-00BE1413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D941D-7453-4078-B058-E66CEA28D7A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2247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5EDDC-D797-2C1E-7DE0-F8E0A468E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00AE43-8BDB-BEB1-E28A-FF50F2303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BFA0C-1635-478A-82C9-AFC15AA75A5C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2FBB11-5B6D-4AE0-5AED-3F84B1991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53E765-B2C0-071E-37B7-3285A0398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D941D-7453-4078-B058-E66CEA28D7A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06305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25AD61-A9C4-2FA0-57A1-EB077ADC2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BFA0C-1635-478A-82C9-AFC15AA75A5C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37081B-BD9D-BF47-951D-59CDE0494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06CB70-E044-ADC5-C421-6988E52DB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D941D-7453-4078-B058-E66CEA28D7A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1406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F37E5-47F1-254C-561B-3A5F17001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827EA-221F-611E-E1C5-0C1B0AA45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E11CB2-089E-193B-7B64-7D9642639C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FBBF2C-A026-8287-8688-E308730E8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BFA0C-1635-478A-82C9-AFC15AA75A5C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E60D0-ACC4-8D15-9878-B8BDF53C8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83C334-5862-43C4-CA6A-6D4A71EAA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D941D-7453-4078-B058-E66CEA28D7A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2453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B28F7-39B5-D87E-C8F7-BA45C4620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24CE3F-31E2-3DC6-EBE5-A4109AEBE5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A02E26-CA9C-0206-E5CC-41905CDE55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31135D-FCA7-FE41-D574-8F54C1C7B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BFA0C-1635-478A-82C9-AFC15AA75A5C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DBE41D-AC46-37D3-6FE8-C96246DEA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F9FA19-ACFB-6D34-E6B7-2195EF925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D941D-7453-4078-B058-E66CEA28D7A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7749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37EC0-7971-25C4-198C-DB822AA33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BEC34A-9DA6-D873-D730-376ECFDD84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B52257-45D9-04B9-E2AA-0174020F6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BFA0C-1635-478A-82C9-AFC15AA75A5C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658E0-FC89-CE24-4CC5-8D3B80D3F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7C4DE1-68A7-5041-4218-BA1A767CF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D941D-7453-4078-B058-E66CEA28D7A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90876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79D61D-6995-9B43-4C10-DDB5A59E40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2221CF-5679-1CA5-0835-0F3E2CD93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DAA5AE-AA01-1549-FE20-17F151F7E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BFA0C-1635-478A-82C9-AFC15AA75A5C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DFFA0-0900-8A2F-9DED-09F717063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B9723-9281-547B-5769-DE4785D9E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D941D-7453-4078-B058-E66CEA28D7A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4579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CCA2C7-EC12-D4F6-1EF8-C5129DB4A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9BEC08-88B9-2B02-56AD-17F88DD037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35419-9E47-D1C4-28D6-368B57B3C1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FBFA0C-1635-478A-82C9-AFC15AA75A5C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A46426-7561-EDFE-AB17-8CCB1BE5AB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CF467-BB60-EC7A-0308-8CAE95DB0E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FD941D-7453-4078-B058-E66CEA28D7A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5553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D893AC98-C0ED-E48B-DB60-57874C6C00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2824018"/>
              </p:ext>
            </p:extLst>
          </p:nvPr>
        </p:nvGraphicFramePr>
        <p:xfrm>
          <a:off x="762000" y="508000"/>
          <a:ext cx="10668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94637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5CE02F09-69C4-F937-FBF2-81A94FBBE9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0491687"/>
              </p:ext>
            </p:extLst>
          </p:nvPr>
        </p:nvGraphicFramePr>
        <p:xfrm>
          <a:off x="762000" y="508000"/>
          <a:ext cx="10668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46416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Cropp</dc:creator>
  <cp:lastModifiedBy>Simon Cropp</cp:lastModifiedBy>
  <cp:revision>1</cp:revision>
  <dcterms:created xsi:type="dcterms:W3CDTF">2026-10-26T00:08:38Z</dcterms:created>
  <dcterms:modified xsi:type="dcterms:W3CDTF">2026-10-26T00:08:38Z</dcterms:modified>
</cp:coreProperties>
</file>