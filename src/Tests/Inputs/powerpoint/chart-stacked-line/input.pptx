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30-4A73-B9F7-D163C4DC3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30-4A73-B9F7-D163C4DC3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30-4A73-B9F7-D163C4DC3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21838336"/>
        <c:axId val="1009638896"/>
      </c:barChart>
      <c:catAx>
        <c:axId val="102183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638896"/>
        <c:crosses val="autoZero"/>
        <c:auto val="1"/>
        <c:lblAlgn val="ctr"/>
        <c:lblOffset val="100"/>
        <c:noMultiLvlLbl val="0"/>
      </c:catAx>
      <c:valAx>
        <c:axId val="100963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83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02-4B08-BBFF-A2239A5913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02-4B08-BBFF-A2239A5913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02-4B08-BBFF-A2239A591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03043936"/>
        <c:axId val="1009520336"/>
      </c:lineChart>
      <c:catAx>
        <c:axId val="110304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520336"/>
        <c:crosses val="autoZero"/>
        <c:auto val="1"/>
        <c:lblAlgn val="ctr"/>
        <c:lblOffset val="100"/>
        <c:noMultiLvlLbl val="0"/>
      </c:catAx>
      <c:valAx>
        <c:axId val="100952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304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95BF-9DBF-3C5E-7058-7CDDA0AD6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8993C-5388-1E5C-8696-2B0B8DA3A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FD3F-B7F0-8DB9-5EE5-E3117F21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1024-51BA-A6A3-DE7F-B9E9403F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79122-619A-0E74-DD15-695AB7BE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366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0996-9CA4-4EC1-A632-F22E3D727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EFA2-3493-67E6-2F7C-05138EEC9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8E904-0E91-E99E-4327-D7479EA2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27390-EA48-3950-CE3E-8B4DDC52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8E47-0562-9D60-1912-8DD5E4C5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86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17D6-EE4B-BCEA-0107-1168D2E7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C1A43-18D5-A111-C227-17B010E83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4C53-BADD-EE2F-CB9B-CBE9B631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53413-7FAE-6BDD-51C3-9AB72C12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E2C98-5EB1-23DE-345D-498E27FF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121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22A5-AE4C-6431-8EF3-A80C50C5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9ED5-98F9-8E34-27D9-05D95B478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BF5AC-3CDF-34AF-69D8-8F6CC4995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65304-A2CF-AAF7-244C-37888D62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C82A4-F3E0-E695-5E08-245751FA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6F92B-6589-FEB9-D31A-D8E10C75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322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8AB7-E538-8AF2-F1F5-BE0A3E13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DF06-5CF2-2B34-44CD-569354DD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BFE94-5D19-8E88-5DA1-15C596D6C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0B0B9-6ED7-5A2B-F5F5-D4D48FAD2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F4D23D-FC99-125C-63D6-DEC1A6838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EEF64-76D9-6294-7ACF-8CE49D6A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990F97-2305-EBD4-CB35-C9094CB3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000A6-4F78-EF2F-F88B-BDB6D388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556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35D2-F281-BD87-B8A7-79AA7D74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F19A60-108F-5F31-7581-B53E4292C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FB344-3EB0-DAF0-A320-63A7ADB4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80685-7E29-82FA-BCE9-CA7760F9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90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5ED6A5-7275-6CAC-31F5-67C614B2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BF2C1-4CF6-751B-6DDD-599DF287B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AB8E9-15FF-7A84-7898-AD38F46B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13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7BFB-8FC0-E2FB-B5BC-C3E815FB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680C-C9FC-2666-966D-B875A3D09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6BE88-59FB-D665-0D33-51C6CBE89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BA2E5-AE0F-62D2-88F3-7D7AAD66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76321-640F-FDCC-8618-070515B6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18F16-BE55-E92D-EDED-043FED73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26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C40B-20E5-C6F5-42A9-5EDE2D9A4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B0112-BF38-2716-697A-1617CBA87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0DCD6-B1A0-8D4D-AF22-13C5715AB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357D9-1589-66AD-131F-19E5E8AD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06B8D-205B-211A-4A3E-EBEE53E9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3FC62-80AF-E7D3-D6CD-CC7116EE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686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1E43-AABE-FA48-EF62-C3C7071A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84B1E-6902-441F-8ACC-603D71CDE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D7FD5-52CE-215A-E473-4B19AA1C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3F2F9-8348-FD4D-AB51-682D6213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CCEB5-CE10-E5C2-24DA-85776FC0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74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6CF586-D56D-66D3-CCDB-75FF59831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21D4B-41B1-30F2-41AE-D844AF063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94B4A-41A7-EDA2-86D9-CF99DFC4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3275-FC1F-1D4E-4423-4B1E88A9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88F0F-4D70-5EB1-5CE3-9EA3AE3E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24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09FF1-B6CB-5FE7-283D-6464CF328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A57DF-1CFC-1804-DD57-94A7C2B79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7068D-F77A-842C-7B5B-0AA473D5B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AB55C-C827-4CDD-B76A-E206A1405633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A5E46-13AA-A920-69DF-58846CDD6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2701F-BE3D-A2E8-A6EA-E70A4ABE0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C07AE-D2C6-4706-ABFB-0F9D1D2C3A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2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CA9055F-7AE4-B754-BCD0-86C40EBD3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562271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3284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8C531ED-4A2C-1381-DB46-F2C76031A4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970787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223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2026-10-25T21:44:06Z</dcterms:created>
  <dcterms:modified xsi:type="dcterms:W3CDTF">2026-10-25T21:44:06Z</dcterms:modified>
</cp:coreProperties>
</file>