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sldIdLst>
    <p:sldId id="333" r:id="rId5"/>
    <p:sldId id="334" r:id="rId6"/>
    <p:sldId id="335" r:id="rId7"/>
    <p:sldId id="336" r:id="rId8"/>
    <p:sldId id="338" r:id="rId9"/>
    <p:sldId id="339" r:id="rId10"/>
    <p:sldId id="340" r:id="rId11"/>
    <p:sldId id="341" r:id="rId12"/>
    <p:sldId id="342" r:id="rId13"/>
    <p:sldId id="343" r:id="rId14"/>
    <p:sldId id="344" r:id="rId15"/>
    <p:sldId id="345" r:id="rId16"/>
    <p:sldId id="346" r:id="rId17"/>
    <p:sldId id="34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FF"/>
    <a:srgbClr val="F200FB"/>
    <a:srgbClr val="11033B"/>
    <a:srgbClr val="3628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70"/>
    <p:restoredTop sz="94626"/>
  </p:normalViewPr>
  <p:slideViewPr>
    <p:cSldViewPr snapToGrid="0">
      <p:cViewPr>
        <p:scale>
          <a:sx n="100" d="100"/>
          <a:sy n="100" d="100"/>
        </p:scale>
        <p:origin x="-1238" y="-907"/>
      </p:cViewPr>
      <p:guideLst/>
    </p:cSldViewPr>
  </p:slideViewPr>
  <p:notesTextViewPr>
    <p:cViewPr>
      <p:scale>
        <a:sx n="80" d="100"/>
        <a:sy n="8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34.svg"/><Relationship Id="rId5" Type="http://schemas.openxmlformats.org/officeDocument/2006/relationships/image" Target="../media/image38.svg"/><Relationship Id="rId4" Type="http://schemas.openxmlformats.org/officeDocument/2006/relationships/image" Target="../media/image3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34.svg"/><Relationship Id="rId5" Type="http://schemas.openxmlformats.org/officeDocument/2006/relationships/image" Target="../media/image38.svg"/><Relationship Id="rId4"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FE81FEC-2664-411F-AEB3-065F29F52751}">
      <dgm:prSet custT="1"/>
      <dgm:spPr/>
      <dgm:t>
        <a:bodyPr lIns="182880" tIns="182880" rIns="182880" bIns="182880"/>
        <a:lstStyle/>
        <a:p>
          <a:pPr>
            <a:lnSpc>
              <a:spcPts val="1300"/>
            </a:lnSpc>
          </a:pPr>
          <a:r>
            <a:rPr lang="en-US" sz="1200" b="1" i="0" cap="none" baseline="0" dirty="0">
              <a:solidFill>
                <a:schemeClr val="bg1"/>
              </a:solidFill>
              <a:latin typeface="Avenir Next LT Pro" panose="020B0504020202020204" pitchFamily="34" charset="77"/>
            </a:rPr>
            <a:t>T-shirts</a:t>
          </a:r>
        </a:p>
      </dgm:t>
    </dgm:pt>
    <dgm:pt modelId="{BCBC007E-0269-421B-9C41-DE26D5C3A822}" type="parTrans" cxnId="{711E093C-AD42-45A4-8D40-A2D39702062E}">
      <dgm:prSet/>
      <dgm:spPr/>
      <dgm:t>
        <a:bodyPr/>
        <a:lstStyle/>
        <a:p>
          <a:endParaRPr lang="en-US">
            <a:solidFill>
              <a:schemeClr val="bg1"/>
            </a:solidFill>
          </a:endParaRPr>
        </a:p>
      </dgm:t>
    </dgm:pt>
    <dgm:pt modelId="{80230EB7-7230-4881-A631-309C07417378}" type="sibTrans" cxnId="{711E093C-AD42-45A4-8D40-A2D39702062E}">
      <dgm:prSet/>
      <dgm:spPr/>
      <dgm:t>
        <a:bodyPr/>
        <a:lstStyle/>
        <a:p>
          <a:endParaRPr lang="en-US">
            <a:solidFill>
              <a:schemeClr val="bg1"/>
            </a:solidFill>
          </a:endParaRPr>
        </a:p>
      </dgm:t>
    </dgm:pt>
    <dgm:pt modelId="{73D947E0-108F-4D20-A71E-3CF329F97212}">
      <dgm:prSet custT="1"/>
      <dgm:spPr/>
      <dgm:t>
        <a:bodyPr lIns="0" tIns="0" rIns="0" bIns="0"/>
        <a:lstStyle/>
        <a:p>
          <a:pPr>
            <a:lnSpc>
              <a:spcPct val="100000"/>
            </a:lnSpc>
          </a:pPr>
          <a:r>
            <a:rPr lang="en-US" sz="1800" b="1" i="0" cap="all" baseline="0" dirty="0">
              <a:solidFill>
                <a:schemeClr val="accent1">
                  <a:lumMod val="60000"/>
                  <a:lumOff val="40000"/>
                </a:schemeClr>
              </a:solidFill>
              <a:latin typeface="Avenir Next LT Pro" panose="020B0504020202020204" pitchFamily="34" charset="77"/>
            </a:rPr>
            <a:t>Albums</a:t>
          </a:r>
        </a:p>
      </dgm:t>
    </dgm:pt>
    <dgm:pt modelId="{9D249532-A24D-4D8F-848A-9F42F2E486C9}" type="parTrans" cxnId="{A0077D09-C12C-46D0-8DF7-194B6911362A}">
      <dgm:prSet/>
      <dgm:spPr/>
      <dgm:t>
        <a:bodyPr/>
        <a:lstStyle/>
        <a:p>
          <a:endParaRPr lang="en-US">
            <a:solidFill>
              <a:schemeClr val="bg1"/>
            </a:solidFill>
          </a:endParaRPr>
        </a:p>
      </dgm:t>
    </dgm:pt>
    <dgm:pt modelId="{AE813459-65AB-4FA9-B717-330DDA6DFA4E}" type="sibTrans" cxnId="{A0077D09-C12C-46D0-8DF7-194B6911362A}">
      <dgm:prSet/>
      <dgm:spPr/>
      <dgm:t>
        <a:bodyPr/>
        <a:lstStyle/>
        <a:p>
          <a:endParaRPr lang="en-US">
            <a:solidFill>
              <a:schemeClr val="bg1"/>
            </a:solidFill>
          </a:endParaRPr>
        </a:p>
      </dgm:t>
    </dgm:pt>
    <dgm:pt modelId="{30A490C8-22B4-4D68-875C-0F0DE2FF864D}">
      <dgm:prSet custT="1"/>
      <dgm:spPr/>
      <dgm:t>
        <a:bodyPr/>
        <a:lstStyle/>
        <a:p>
          <a:pPr>
            <a:lnSpc>
              <a:spcPts val="1300"/>
            </a:lnSpc>
          </a:pPr>
          <a:r>
            <a:rPr lang="en-US" sz="1200" b="1" i="0" cap="none" baseline="0" dirty="0">
              <a:solidFill>
                <a:schemeClr val="bg1"/>
              </a:solidFill>
              <a:latin typeface="Avenir Next LT Pro" panose="020B0504020202020204" pitchFamily="34" charset="77"/>
            </a:rPr>
            <a:t>Digital download</a:t>
          </a:r>
        </a:p>
      </dgm:t>
    </dgm:pt>
    <dgm:pt modelId="{035C64B0-4F0C-4FD1-BD23-B1D4C9887CBE}" type="parTrans" cxnId="{381FE1CC-8184-4745-8EB3-6DE11655998D}">
      <dgm:prSet/>
      <dgm:spPr/>
      <dgm:t>
        <a:bodyPr/>
        <a:lstStyle/>
        <a:p>
          <a:endParaRPr lang="en-US">
            <a:solidFill>
              <a:schemeClr val="bg1"/>
            </a:solidFill>
          </a:endParaRPr>
        </a:p>
      </dgm:t>
    </dgm:pt>
    <dgm:pt modelId="{45495DA8-8707-41E3-A12B-FA5766269C44}" type="sibTrans" cxnId="{381FE1CC-8184-4745-8EB3-6DE11655998D}">
      <dgm:prSet/>
      <dgm:spPr/>
      <dgm:t>
        <a:bodyPr/>
        <a:lstStyle/>
        <a:p>
          <a:endParaRPr lang="en-US">
            <a:solidFill>
              <a:schemeClr val="bg1"/>
            </a:solidFill>
          </a:endParaRPr>
        </a:p>
      </dgm:t>
    </dgm:pt>
    <dgm:pt modelId="{B1AFA1AF-0FF8-45B3-A6D0-0E255A2F637D}">
      <dgm:prSet custT="1"/>
      <dgm:spPr/>
      <dgm:t>
        <a:bodyPr lIns="0" tIns="0" rIns="0" bIns="0"/>
        <a:lstStyle/>
        <a:p>
          <a:pPr>
            <a:lnSpc>
              <a:spcPct val="100000"/>
            </a:lnSpc>
          </a:pPr>
          <a:r>
            <a:rPr lang="en-US" sz="1800" b="1" i="0" cap="all" baseline="0" dirty="0">
              <a:solidFill>
                <a:schemeClr val="accent1">
                  <a:lumMod val="60000"/>
                  <a:lumOff val="40000"/>
                </a:schemeClr>
              </a:solidFill>
              <a:latin typeface="Avenir Next LT Pro" panose="020B0504020202020204" pitchFamily="34" charset="77"/>
            </a:rPr>
            <a:t>Recording Services</a:t>
          </a:r>
        </a:p>
      </dgm:t>
    </dgm:pt>
    <dgm:pt modelId="{10C68AF5-481C-45AA-A216-8BBBB04515B9}" type="parTrans" cxnId="{F28D7702-2FC3-49BD-BB13-C989E5EE622A}">
      <dgm:prSet/>
      <dgm:spPr/>
      <dgm:t>
        <a:bodyPr/>
        <a:lstStyle/>
        <a:p>
          <a:endParaRPr lang="en-US">
            <a:solidFill>
              <a:schemeClr val="bg1"/>
            </a:solidFill>
          </a:endParaRPr>
        </a:p>
      </dgm:t>
    </dgm:pt>
    <dgm:pt modelId="{88649F7A-400B-4056-965D-C9AC0B3AD942}" type="sibTrans" cxnId="{F28D7702-2FC3-49BD-BB13-C989E5EE622A}">
      <dgm:prSet/>
      <dgm:spPr/>
      <dgm:t>
        <a:bodyPr/>
        <a:lstStyle/>
        <a:p>
          <a:endParaRPr lang="en-US">
            <a:solidFill>
              <a:schemeClr val="bg1"/>
            </a:solidFill>
          </a:endParaRPr>
        </a:p>
      </dgm:t>
    </dgm:pt>
    <dgm:pt modelId="{50418D2B-9486-42DE-AFDD-1D31420040FF}">
      <dgm:prSet custT="1"/>
      <dgm:spPr/>
      <dgm:t>
        <a:bodyPr/>
        <a:lstStyle/>
        <a:p>
          <a:pPr>
            <a:lnSpc>
              <a:spcPts val="1300"/>
            </a:lnSpc>
          </a:pPr>
          <a:r>
            <a:rPr lang="en-US" sz="1200" b="1" i="0" cap="none" baseline="0" dirty="0">
              <a:solidFill>
                <a:schemeClr val="bg1"/>
              </a:solidFill>
              <a:latin typeface="Avenir Next LT Pro" panose="020B0504020202020204" pitchFamily="34" charset="77"/>
            </a:rPr>
            <a:t>Studio rental</a:t>
          </a:r>
        </a:p>
      </dgm:t>
    </dgm:pt>
    <dgm:pt modelId="{D5A17F6B-93F5-442B-938A-0F38C281BE88}" type="parTrans" cxnId="{5A5BA622-5DEB-48B9-88D9-C1DE36C711E5}">
      <dgm:prSet/>
      <dgm:spPr/>
      <dgm:t>
        <a:bodyPr/>
        <a:lstStyle/>
        <a:p>
          <a:endParaRPr lang="en-US">
            <a:solidFill>
              <a:schemeClr val="bg1"/>
            </a:solidFill>
          </a:endParaRPr>
        </a:p>
      </dgm:t>
    </dgm:pt>
    <dgm:pt modelId="{1D87A0A5-8024-4710-846B-D5BFAC785107}" type="sibTrans" cxnId="{5A5BA622-5DEB-48B9-88D9-C1DE36C711E5}">
      <dgm:prSet/>
      <dgm:spPr/>
      <dgm:t>
        <a:bodyPr/>
        <a:lstStyle/>
        <a:p>
          <a:endParaRPr lang="en-US">
            <a:solidFill>
              <a:schemeClr val="bg1"/>
            </a:solidFill>
          </a:endParaRPr>
        </a:p>
      </dgm:t>
    </dgm:pt>
    <dgm:pt modelId="{E9682B4F-0217-4B50-923E-C104AA24290F}">
      <dgm:prSet custT="1"/>
      <dgm:spPr/>
      <dgm:t>
        <a:bodyPr lIns="0" tIns="0" rIns="0" bIns="0"/>
        <a:lstStyle/>
        <a:p>
          <a:pPr>
            <a:lnSpc>
              <a:spcPct val="100000"/>
            </a:lnSpc>
          </a:pPr>
          <a:r>
            <a:rPr lang="en-US" sz="1800" b="1" i="0" cap="all" baseline="0" dirty="0">
              <a:solidFill>
                <a:schemeClr val="accent1">
                  <a:lumMod val="60000"/>
                  <a:lumOff val="40000"/>
                </a:schemeClr>
              </a:solidFill>
              <a:latin typeface="Avenir Next LT Pro" panose="020B0504020202020204" pitchFamily="34" charset="77"/>
            </a:rPr>
            <a:t>Private Events</a:t>
          </a:r>
        </a:p>
      </dgm:t>
    </dgm:pt>
    <dgm:pt modelId="{E0F6C4AF-9BBB-4698-91D7-F9AE3EACBD5D}" type="parTrans" cxnId="{6C23D0C9-74B2-4C8B-AB2F-A03B3B0EBE56}">
      <dgm:prSet/>
      <dgm:spPr/>
      <dgm:t>
        <a:bodyPr/>
        <a:lstStyle/>
        <a:p>
          <a:endParaRPr lang="en-US">
            <a:solidFill>
              <a:schemeClr val="bg1"/>
            </a:solidFill>
          </a:endParaRPr>
        </a:p>
      </dgm:t>
    </dgm:pt>
    <dgm:pt modelId="{B8632E42-D7EB-4C31-877E-6F1B2801851A}" type="sibTrans" cxnId="{6C23D0C9-74B2-4C8B-AB2F-A03B3B0EBE56}">
      <dgm:prSet/>
      <dgm:spPr/>
      <dgm:t>
        <a:bodyPr/>
        <a:lstStyle/>
        <a:p>
          <a:endParaRPr lang="en-US">
            <a:solidFill>
              <a:schemeClr val="bg1"/>
            </a:solidFill>
          </a:endParaRPr>
        </a:p>
      </dgm:t>
    </dgm:pt>
    <dgm:pt modelId="{0EC0C300-11E4-45CF-8418-973585107209}">
      <dgm:prSet custT="1"/>
      <dgm:spPr/>
      <dgm:t>
        <a:bodyPr/>
        <a:lstStyle/>
        <a:p>
          <a:pPr>
            <a:lnSpc>
              <a:spcPts val="1300"/>
            </a:lnSpc>
          </a:pPr>
          <a:r>
            <a:rPr lang="en-US" sz="1200" b="1" i="0" cap="none" baseline="0" dirty="0">
              <a:solidFill>
                <a:schemeClr val="bg1"/>
              </a:solidFill>
              <a:latin typeface="Avenir Next LT Pro" panose="020B0504020202020204" pitchFamily="34" charset="77"/>
            </a:rPr>
            <a:t>Full set-up &amp; breakdown</a:t>
          </a:r>
        </a:p>
      </dgm:t>
    </dgm:pt>
    <dgm:pt modelId="{1E4DD98E-100E-46B7-B24A-408BBF69E9FA}" type="parTrans" cxnId="{51563A4F-C0EB-47D6-B5BC-47A4E599AD4B}">
      <dgm:prSet/>
      <dgm:spPr/>
      <dgm:t>
        <a:bodyPr/>
        <a:lstStyle/>
        <a:p>
          <a:endParaRPr lang="en-US">
            <a:solidFill>
              <a:schemeClr val="bg1"/>
            </a:solidFill>
          </a:endParaRPr>
        </a:p>
      </dgm:t>
    </dgm:pt>
    <dgm:pt modelId="{90FAB5D1-62B3-4FF6-A07D-EE607F529C32}" type="sibTrans" cxnId="{51563A4F-C0EB-47D6-B5BC-47A4E599AD4B}">
      <dgm:prSet/>
      <dgm:spPr/>
      <dgm:t>
        <a:bodyPr/>
        <a:lstStyle/>
        <a:p>
          <a:endParaRPr lang="en-US">
            <a:solidFill>
              <a:schemeClr val="bg1"/>
            </a:solidFill>
          </a:endParaRPr>
        </a:p>
      </dgm:t>
    </dgm:pt>
    <dgm:pt modelId="{FEB4A941-E9FA-4A86-A673-85FF34B35F20}">
      <dgm:prSet custT="1"/>
      <dgm:spPr/>
      <dgm:t>
        <a:bodyPr/>
        <a:lstStyle/>
        <a:p>
          <a:pPr>
            <a:lnSpc>
              <a:spcPts val="1300"/>
            </a:lnSpc>
          </a:pPr>
          <a:r>
            <a:rPr lang="en-US" sz="1200" b="1" i="0" cap="none" baseline="0" dirty="0">
              <a:solidFill>
                <a:schemeClr val="bg1"/>
              </a:solidFill>
              <a:latin typeface="Avenir Next LT Pro" panose="020B0504020202020204" pitchFamily="34" charset="77"/>
            </a:rPr>
            <a:t>30-60 min set</a:t>
          </a:r>
        </a:p>
      </dgm:t>
    </dgm:pt>
    <dgm:pt modelId="{39522508-BC4E-4DD5-A744-AFEFFE36DB74}" type="parTrans" cxnId="{F942F56C-9025-4AA1-9B36-C5AE0A93B0F5}">
      <dgm:prSet/>
      <dgm:spPr/>
      <dgm:t>
        <a:bodyPr/>
        <a:lstStyle/>
        <a:p>
          <a:endParaRPr lang="en-US">
            <a:solidFill>
              <a:schemeClr val="bg1"/>
            </a:solidFill>
          </a:endParaRPr>
        </a:p>
      </dgm:t>
    </dgm:pt>
    <dgm:pt modelId="{97624CC8-6315-4683-B26C-C30D552DA5A6}" type="sibTrans" cxnId="{F942F56C-9025-4AA1-9B36-C5AE0A93B0F5}">
      <dgm:prSet/>
      <dgm:spPr/>
      <dgm:t>
        <a:bodyPr/>
        <a:lstStyle/>
        <a:p>
          <a:endParaRPr lang="en-US">
            <a:solidFill>
              <a:schemeClr val="bg1"/>
            </a:solidFill>
          </a:endParaRPr>
        </a:p>
      </dgm:t>
    </dgm:pt>
    <dgm:pt modelId="{A2322D3A-7AC2-4C5C-9D7E-EAB2313D47D4}">
      <dgm:prSet custT="1"/>
      <dgm:spPr/>
      <dgm:t>
        <a:bodyPr lIns="0" tIns="0" rIns="0" bIns="0"/>
        <a:lstStyle/>
        <a:p>
          <a:pPr>
            <a:lnSpc>
              <a:spcPct val="100000"/>
            </a:lnSpc>
          </a:pPr>
          <a:r>
            <a:rPr lang="en-US" sz="1800" b="1" i="0" cap="all" baseline="0" dirty="0">
              <a:solidFill>
                <a:schemeClr val="accent1">
                  <a:lumMod val="60000"/>
                  <a:lumOff val="40000"/>
                </a:schemeClr>
              </a:solidFill>
              <a:latin typeface="Avenir Next LT Pro" panose="020B0504020202020204" pitchFamily="34" charset="77"/>
            </a:rPr>
            <a:t>Merchandise</a:t>
          </a:r>
        </a:p>
      </dgm:t>
    </dgm:pt>
    <dgm:pt modelId="{4A8C15D4-B36F-4764-B4FF-F2AF790D3E17}" type="parTrans" cxnId="{179FAFCF-F878-464E-A8A6-1185EFA0E380}">
      <dgm:prSet/>
      <dgm:spPr/>
      <dgm:t>
        <a:bodyPr/>
        <a:lstStyle/>
        <a:p>
          <a:endParaRPr lang="en-US">
            <a:solidFill>
              <a:schemeClr val="bg1"/>
            </a:solidFill>
          </a:endParaRPr>
        </a:p>
      </dgm:t>
    </dgm:pt>
    <dgm:pt modelId="{84DE1C3A-3FC7-4DB3-88ED-33F65A71557A}" type="sibTrans" cxnId="{179FAFCF-F878-464E-A8A6-1185EFA0E380}">
      <dgm:prSet/>
      <dgm:spPr/>
      <dgm:t>
        <a:bodyPr/>
        <a:lstStyle/>
        <a:p>
          <a:endParaRPr lang="en-US">
            <a:solidFill>
              <a:schemeClr val="bg1"/>
            </a:solidFill>
          </a:endParaRPr>
        </a:p>
      </dgm:t>
    </dgm:pt>
    <dgm:pt modelId="{4F85505A-81B6-4FDA-A144-900B71DAD946}">
      <dgm:prSet custT="1"/>
      <dgm:spPr/>
      <dgm:t>
        <a:bodyPr lIns="0" tIns="0" rIns="0" bIns="0"/>
        <a:lstStyle/>
        <a:p>
          <a:pPr>
            <a:lnSpc>
              <a:spcPct val="100000"/>
            </a:lnSpc>
          </a:pPr>
          <a:r>
            <a:rPr lang="en-US" sz="1800" b="1" i="0" cap="all" baseline="0" dirty="0">
              <a:solidFill>
                <a:schemeClr val="accent1">
                  <a:lumMod val="60000"/>
                  <a:lumOff val="40000"/>
                </a:schemeClr>
              </a:solidFill>
              <a:latin typeface="Avenir Next LT Pro" panose="020B0504020202020204" pitchFamily="34" charset="77"/>
            </a:rPr>
            <a:t>Public Events</a:t>
          </a:r>
        </a:p>
      </dgm:t>
    </dgm:pt>
    <dgm:pt modelId="{D9A96E25-7BBE-4DDD-8DDE-B4970D4340A8}" type="parTrans" cxnId="{2D633B56-E147-4EFC-B9EE-6C0413F329B0}">
      <dgm:prSet/>
      <dgm:spPr/>
      <dgm:t>
        <a:bodyPr/>
        <a:lstStyle/>
        <a:p>
          <a:endParaRPr lang="en-US">
            <a:solidFill>
              <a:schemeClr val="bg1"/>
            </a:solidFill>
          </a:endParaRPr>
        </a:p>
      </dgm:t>
    </dgm:pt>
    <dgm:pt modelId="{68F74A88-49DC-44B1-BC0D-220A7B97601C}" type="sibTrans" cxnId="{2D633B56-E147-4EFC-B9EE-6C0413F329B0}">
      <dgm:prSet/>
      <dgm:spPr/>
      <dgm:t>
        <a:bodyPr/>
        <a:lstStyle/>
        <a:p>
          <a:endParaRPr lang="en-US">
            <a:solidFill>
              <a:schemeClr val="bg1"/>
            </a:solidFill>
          </a:endParaRPr>
        </a:p>
      </dgm:t>
    </dgm:pt>
    <dgm:pt modelId="{6BEC70D7-BB76-4AB0-B9F2-5B171FB9EA0D}">
      <dgm:prSet custT="1"/>
      <dgm:spPr/>
      <dgm:t>
        <a:bodyPr/>
        <a:lstStyle/>
        <a:p>
          <a:pPr>
            <a:lnSpc>
              <a:spcPts val="1300"/>
            </a:lnSpc>
          </a:pPr>
          <a:r>
            <a:rPr lang="en-US" sz="1200" b="1" i="0" cap="none" baseline="0" dirty="0">
              <a:solidFill>
                <a:schemeClr val="bg1"/>
              </a:solidFill>
              <a:latin typeface="Avenir Next LT Pro" panose="020B0504020202020204" pitchFamily="34" charset="77"/>
            </a:rPr>
            <a:t>Vinyl records</a:t>
          </a:r>
        </a:p>
      </dgm:t>
    </dgm:pt>
    <dgm:pt modelId="{081E2449-671B-4594-AA9B-0D6653DF37D2}" type="parTrans" cxnId="{E91CBE49-1542-47F3-B0E9-E3B6F7918B12}">
      <dgm:prSet/>
      <dgm:spPr/>
      <dgm:t>
        <a:bodyPr/>
        <a:lstStyle/>
        <a:p>
          <a:endParaRPr lang="en-US">
            <a:solidFill>
              <a:schemeClr val="bg1"/>
            </a:solidFill>
          </a:endParaRPr>
        </a:p>
      </dgm:t>
    </dgm:pt>
    <dgm:pt modelId="{C4BB3809-BD83-4F8D-B1EB-84BAA3C1FEB6}" type="sibTrans" cxnId="{E91CBE49-1542-47F3-B0E9-E3B6F7918B12}">
      <dgm:prSet/>
      <dgm:spPr/>
      <dgm:t>
        <a:bodyPr/>
        <a:lstStyle/>
        <a:p>
          <a:endParaRPr lang="en-US">
            <a:solidFill>
              <a:schemeClr val="bg1"/>
            </a:solidFill>
          </a:endParaRPr>
        </a:p>
      </dgm:t>
    </dgm:pt>
    <dgm:pt modelId="{D0ABAD6B-A2E3-499C-87FF-86FD309997D5}">
      <dgm:prSet custT="1"/>
      <dgm:spPr/>
      <dgm:t>
        <a:bodyPr/>
        <a:lstStyle/>
        <a:p>
          <a:pPr>
            <a:lnSpc>
              <a:spcPts val="1300"/>
            </a:lnSpc>
          </a:pPr>
          <a:r>
            <a:rPr lang="en-US" sz="1200" b="1" i="0" cap="none" baseline="0" dirty="0">
              <a:solidFill>
                <a:schemeClr val="bg1"/>
              </a:solidFill>
              <a:latin typeface="Avenir Next LT Pro" panose="020B0504020202020204" pitchFamily="34" charset="77"/>
            </a:rPr>
            <a:t>CDs</a:t>
          </a:r>
        </a:p>
      </dgm:t>
    </dgm:pt>
    <dgm:pt modelId="{A52A21F7-411D-49AE-B319-8210AA45C623}" type="parTrans" cxnId="{49BF9BA3-05B2-4559-BB69-9C680DF40977}">
      <dgm:prSet/>
      <dgm:spPr/>
      <dgm:t>
        <a:bodyPr/>
        <a:lstStyle/>
        <a:p>
          <a:endParaRPr lang="en-US">
            <a:solidFill>
              <a:schemeClr val="bg1"/>
            </a:solidFill>
          </a:endParaRPr>
        </a:p>
      </dgm:t>
    </dgm:pt>
    <dgm:pt modelId="{F9461C7B-5B0D-462F-B726-5DAC28CB73FB}" type="sibTrans" cxnId="{49BF9BA3-05B2-4559-BB69-9C680DF40977}">
      <dgm:prSet/>
      <dgm:spPr/>
      <dgm:t>
        <a:bodyPr/>
        <a:lstStyle/>
        <a:p>
          <a:endParaRPr lang="en-US">
            <a:solidFill>
              <a:schemeClr val="bg1"/>
            </a:solidFill>
          </a:endParaRPr>
        </a:p>
      </dgm:t>
    </dgm:pt>
    <dgm:pt modelId="{D6749E74-92A7-418F-B488-48C67236F58B}">
      <dgm:prSet custT="1"/>
      <dgm:spPr/>
      <dgm:t>
        <a:bodyPr/>
        <a:lstStyle/>
        <a:p>
          <a:pPr>
            <a:lnSpc>
              <a:spcPts val="1300"/>
            </a:lnSpc>
          </a:pPr>
          <a:r>
            <a:rPr lang="en-US" sz="1200" b="1" i="0" cap="none" baseline="0" dirty="0">
              <a:solidFill>
                <a:schemeClr val="bg1"/>
              </a:solidFill>
              <a:latin typeface="Avenir Next LT Pro" panose="020B0504020202020204" pitchFamily="34" charset="77"/>
            </a:rPr>
            <a:t>Sound engineering</a:t>
          </a:r>
        </a:p>
      </dgm:t>
    </dgm:pt>
    <dgm:pt modelId="{EC3E0165-9E06-421F-9AC9-BC551528C0A5}" type="parTrans" cxnId="{50017364-5172-4AA0-8FEC-41319A23097D}">
      <dgm:prSet/>
      <dgm:spPr/>
      <dgm:t>
        <a:bodyPr/>
        <a:lstStyle/>
        <a:p>
          <a:endParaRPr lang="en-US">
            <a:solidFill>
              <a:schemeClr val="bg1"/>
            </a:solidFill>
          </a:endParaRPr>
        </a:p>
      </dgm:t>
    </dgm:pt>
    <dgm:pt modelId="{3DA3DB2E-2C96-4851-AAB9-6716A4F37E15}" type="sibTrans" cxnId="{50017364-5172-4AA0-8FEC-41319A23097D}">
      <dgm:prSet/>
      <dgm:spPr/>
      <dgm:t>
        <a:bodyPr/>
        <a:lstStyle/>
        <a:p>
          <a:endParaRPr lang="en-US">
            <a:solidFill>
              <a:schemeClr val="bg1"/>
            </a:solidFill>
          </a:endParaRPr>
        </a:p>
      </dgm:t>
    </dgm:pt>
    <dgm:pt modelId="{7A6A0D7E-D8BE-4EC5-91B1-3B2320B6CAF9}">
      <dgm:prSet custT="1"/>
      <dgm:spPr/>
      <dgm:t>
        <a:bodyPr/>
        <a:lstStyle/>
        <a:p>
          <a:pPr>
            <a:lnSpc>
              <a:spcPts val="1300"/>
            </a:lnSpc>
          </a:pPr>
          <a:r>
            <a:rPr lang="en-US" sz="1200" b="1" i="0" cap="none" baseline="0" dirty="0">
              <a:solidFill>
                <a:schemeClr val="bg1"/>
              </a:solidFill>
              <a:latin typeface="Avenir Next LT Pro" panose="020B0504020202020204" pitchFamily="34" charset="77"/>
            </a:rPr>
            <a:t>Pro production</a:t>
          </a:r>
        </a:p>
      </dgm:t>
    </dgm:pt>
    <dgm:pt modelId="{1357650E-1975-44B8-91B0-52079C2F9AE1}" type="parTrans" cxnId="{4D27BF36-5CCF-48E1-9992-6B65D515C254}">
      <dgm:prSet/>
      <dgm:spPr/>
      <dgm:t>
        <a:bodyPr/>
        <a:lstStyle/>
        <a:p>
          <a:endParaRPr lang="en-US">
            <a:solidFill>
              <a:schemeClr val="bg1"/>
            </a:solidFill>
          </a:endParaRPr>
        </a:p>
      </dgm:t>
    </dgm:pt>
    <dgm:pt modelId="{1915F28D-2DD6-45A1-9F5C-40357B631937}" type="sibTrans" cxnId="{4D27BF36-5CCF-48E1-9992-6B65D515C254}">
      <dgm:prSet/>
      <dgm:spPr/>
      <dgm:t>
        <a:bodyPr/>
        <a:lstStyle/>
        <a:p>
          <a:endParaRPr lang="en-US">
            <a:solidFill>
              <a:schemeClr val="bg1"/>
            </a:solidFill>
          </a:endParaRPr>
        </a:p>
      </dgm:t>
    </dgm:pt>
    <dgm:pt modelId="{60949B61-79DF-4B41-B950-0E064A96D221}">
      <dgm:prSet custT="1"/>
      <dgm:spPr/>
      <dgm:t>
        <a:bodyPr/>
        <a:lstStyle/>
        <a:p>
          <a:pPr>
            <a:lnSpc>
              <a:spcPts val="1300"/>
            </a:lnSpc>
          </a:pPr>
          <a:r>
            <a:rPr lang="en-US" sz="1200" b="1" i="0" cap="none" baseline="0" dirty="0">
              <a:solidFill>
                <a:schemeClr val="bg1"/>
              </a:solidFill>
              <a:latin typeface="Avenir Next LT Pro" panose="020B0504020202020204" pitchFamily="34" charset="77"/>
            </a:rPr>
            <a:t>60-120 min set</a:t>
          </a:r>
        </a:p>
      </dgm:t>
    </dgm:pt>
    <dgm:pt modelId="{EE25C587-1A98-4906-A8D5-89FE127A75E0}" type="parTrans" cxnId="{47975133-F5D6-4DA9-A308-283337DE4425}">
      <dgm:prSet/>
      <dgm:spPr/>
      <dgm:t>
        <a:bodyPr/>
        <a:lstStyle/>
        <a:p>
          <a:endParaRPr lang="en-US">
            <a:solidFill>
              <a:schemeClr val="bg1"/>
            </a:solidFill>
          </a:endParaRPr>
        </a:p>
      </dgm:t>
    </dgm:pt>
    <dgm:pt modelId="{90C05303-AFC1-41F4-BC71-4E81FD6EA582}" type="sibTrans" cxnId="{47975133-F5D6-4DA9-A308-283337DE4425}">
      <dgm:prSet/>
      <dgm:spPr/>
      <dgm:t>
        <a:bodyPr/>
        <a:lstStyle/>
        <a:p>
          <a:endParaRPr lang="en-US">
            <a:solidFill>
              <a:schemeClr val="bg1"/>
            </a:solidFill>
          </a:endParaRPr>
        </a:p>
      </dgm:t>
    </dgm:pt>
    <dgm:pt modelId="{048DA740-9DD8-46E3-8FE7-F22967504CEA}">
      <dgm:prSet custT="1"/>
      <dgm:spPr/>
      <dgm:t>
        <a:bodyPr/>
        <a:lstStyle/>
        <a:p>
          <a:pPr>
            <a:lnSpc>
              <a:spcPts val="1300"/>
            </a:lnSpc>
          </a:pPr>
          <a:r>
            <a:rPr lang="en-US" sz="1200" b="1" i="0" cap="none" baseline="0" dirty="0">
              <a:solidFill>
                <a:schemeClr val="bg1"/>
              </a:solidFill>
              <a:latin typeface="Avenir Next LT Pro" panose="020B0504020202020204" pitchFamily="34" charset="77"/>
            </a:rPr>
            <a:t>Meet the artist</a:t>
          </a:r>
        </a:p>
      </dgm:t>
    </dgm:pt>
    <dgm:pt modelId="{B98641DE-A778-465F-B163-1AEF92ADC96F}" type="parTrans" cxnId="{BAFAE14D-502B-43A9-A048-F95961BC1BB7}">
      <dgm:prSet/>
      <dgm:spPr/>
      <dgm:t>
        <a:bodyPr/>
        <a:lstStyle/>
        <a:p>
          <a:endParaRPr lang="en-US">
            <a:solidFill>
              <a:schemeClr val="bg1"/>
            </a:solidFill>
          </a:endParaRPr>
        </a:p>
      </dgm:t>
    </dgm:pt>
    <dgm:pt modelId="{DCDE6EFB-F995-4D65-8126-C117E33F840A}" type="sibTrans" cxnId="{BAFAE14D-502B-43A9-A048-F95961BC1BB7}">
      <dgm:prSet/>
      <dgm:spPr/>
      <dgm:t>
        <a:bodyPr/>
        <a:lstStyle/>
        <a:p>
          <a:endParaRPr lang="en-US">
            <a:solidFill>
              <a:schemeClr val="bg1"/>
            </a:solidFill>
          </a:endParaRPr>
        </a:p>
      </dgm:t>
    </dgm:pt>
    <dgm:pt modelId="{2E2B0B9D-F304-43FC-A3C1-545F4B72D746}">
      <dgm:prSet custT="1"/>
      <dgm:spPr/>
      <dgm:t>
        <a:bodyPr/>
        <a:lstStyle/>
        <a:p>
          <a:pPr>
            <a:lnSpc>
              <a:spcPts val="1300"/>
            </a:lnSpc>
          </a:pPr>
          <a:r>
            <a:rPr lang="en-US" sz="1200" b="1" i="0" cap="none" baseline="0" dirty="0">
              <a:solidFill>
                <a:schemeClr val="bg1"/>
              </a:solidFill>
              <a:latin typeface="Avenir Next LT Pro" panose="020B0504020202020204" pitchFamily="34" charset="77"/>
            </a:rPr>
            <a:t>Meet the artist</a:t>
          </a:r>
        </a:p>
      </dgm:t>
    </dgm:pt>
    <dgm:pt modelId="{D6F960C7-07AB-4BEE-A8B5-86DD4959D6A9}" type="parTrans" cxnId="{4E3463F0-41FE-4A7A-B00B-2F1B1A3B7CD3}">
      <dgm:prSet/>
      <dgm:spPr/>
      <dgm:t>
        <a:bodyPr/>
        <a:lstStyle/>
        <a:p>
          <a:endParaRPr lang="en-US">
            <a:solidFill>
              <a:schemeClr val="bg1"/>
            </a:solidFill>
          </a:endParaRPr>
        </a:p>
      </dgm:t>
    </dgm:pt>
    <dgm:pt modelId="{42519BEA-BD9E-4D3C-B744-E956DE7755D5}" type="sibTrans" cxnId="{4E3463F0-41FE-4A7A-B00B-2F1B1A3B7CD3}">
      <dgm:prSet/>
      <dgm:spPr/>
      <dgm:t>
        <a:bodyPr/>
        <a:lstStyle/>
        <a:p>
          <a:endParaRPr lang="en-US">
            <a:solidFill>
              <a:schemeClr val="bg1"/>
            </a:solidFill>
          </a:endParaRPr>
        </a:p>
      </dgm:t>
    </dgm:pt>
    <dgm:pt modelId="{7B4CEDF3-A8CC-477F-955D-C885FEDF8D89}">
      <dgm:prSet custT="1"/>
      <dgm:spPr/>
      <dgm:t>
        <a:bodyPr/>
        <a:lstStyle/>
        <a:p>
          <a:pPr>
            <a:lnSpc>
              <a:spcPts val="1300"/>
            </a:lnSpc>
          </a:pPr>
          <a:r>
            <a:rPr lang="en-US" sz="1200" b="1" i="0" cap="none" baseline="0" dirty="0">
              <a:solidFill>
                <a:schemeClr val="bg1"/>
              </a:solidFill>
              <a:latin typeface="Avenir Next LT Pro" panose="020B0504020202020204" pitchFamily="34" charset="77"/>
            </a:rPr>
            <a:t>Swag bags</a:t>
          </a:r>
        </a:p>
      </dgm:t>
    </dgm:pt>
    <dgm:pt modelId="{E605E07E-BD4D-4CC8-AD03-097E585B8182}" type="parTrans" cxnId="{680A040C-38B7-4EAE-81CB-7E724C08566A}">
      <dgm:prSet/>
      <dgm:spPr/>
      <dgm:t>
        <a:bodyPr/>
        <a:lstStyle/>
        <a:p>
          <a:endParaRPr lang="en-US">
            <a:solidFill>
              <a:schemeClr val="bg1"/>
            </a:solidFill>
          </a:endParaRPr>
        </a:p>
      </dgm:t>
    </dgm:pt>
    <dgm:pt modelId="{52763273-5A4E-4EA3-B21A-FB832FC453A6}" type="sibTrans" cxnId="{680A040C-38B7-4EAE-81CB-7E724C08566A}">
      <dgm:prSet/>
      <dgm:spPr/>
      <dgm:t>
        <a:bodyPr/>
        <a:lstStyle/>
        <a:p>
          <a:endParaRPr lang="en-US">
            <a:solidFill>
              <a:schemeClr val="bg1"/>
            </a:solidFill>
          </a:endParaRPr>
        </a:p>
      </dgm:t>
    </dgm:pt>
    <dgm:pt modelId="{12E01593-38EF-44F5-B266-6FC59D594A5E}">
      <dgm:prSet custT="1"/>
      <dgm:spPr/>
      <dgm:t>
        <a:bodyPr/>
        <a:lstStyle/>
        <a:p>
          <a:pPr>
            <a:lnSpc>
              <a:spcPts val="1300"/>
            </a:lnSpc>
          </a:pPr>
          <a:r>
            <a:rPr lang="en-US" sz="1200" b="1" i="0" cap="none" baseline="0" dirty="0">
              <a:solidFill>
                <a:schemeClr val="bg1"/>
              </a:solidFill>
              <a:latin typeface="Avenir Next LT Pro" panose="020B0504020202020204" pitchFamily="34" charset="77"/>
            </a:rPr>
            <a:t>Hats</a:t>
          </a:r>
        </a:p>
      </dgm:t>
    </dgm:pt>
    <dgm:pt modelId="{F1CB8E24-D848-4BDA-B9DC-7BA0476AE25E}" type="parTrans" cxnId="{EF0211BA-2817-4FEB-8771-A77556203A03}">
      <dgm:prSet/>
      <dgm:spPr/>
      <dgm:t>
        <a:bodyPr/>
        <a:lstStyle/>
        <a:p>
          <a:endParaRPr lang="en-US">
            <a:solidFill>
              <a:schemeClr val="bg1"/>
            </a:solidFill>
          </a:endParaRPr>
        </a:p>
      </dgm:t>
    </dgm:pt>
    <dgm:pt modelId="{C1E983C8-9B55-47F5-B5E3-C4A74FBEE5C1}" type="sibTrans" cxnId="{EF0211BA-2817-4FEB-8771-A77556203A03}">
      <dgm:prSet/>
      <dgm:spPr/>
      <dgm:t>
        <a:bodyPr/>
        <a:lstStyle/>
        <a:p>
          <a:endParaRPr lang="en-US">
            <a:solidFill>
              <a:schemeClr val="bg1"/>
            </a:solidFill>
          </a:endParaRPr>
        </a:p>
      </dgm:t>
    </dgm:pt>
    <dgm:pt modelId="{925E34D8-9B2C-4157-AD73-518E6C913440}">
      <dgm:prSet custT="1"/>
      <dgm:spPr/>
      <dgm:t>
        <a:bodyPr/>
        <a:lstStyle/>
        <a:p>
          <a:pPr>
            <a:lnSpc>
              <a:spcPts val="1300"/>
            </a:lnSpc>
          </a:pPr>
          <a:r>
            <a:rPr lang="en-US" sz="1200" b="1" i="0" cap="none" baseline="0" dirty="0">
              <a:solidFill>
                <a:schemeClr val="bg1"/>
              </a:solidFill>
              <a:latin typeface="Avenir Next LT Pro" panose="020B0504020202020204" pitchFamily="34" charset="77"/>
            </a:rPr>
            <a:t>Posters</a:t>
          </a:r>
        </a:p>
      </dgm:t>
    </dgm:pt>
    <dgm:pt modelId="{778BB065-B281-45CB-89EB-1914AF00430B}" type="parTrans" cxnId="{55533B7D-59C0-40E5-9ECC-69D7FEEB4D18}">
      <dgm:prSet/>
      <dgm:spPr/>
      <dgm:t>
        <a:bodyPr/>
        <a:lstStyle/>
        <a:p>
          <a:endParaRPr lang="en-US">
            <a:solidFill>
              <a:schemeClr val="bg1"/>
            </a:solidFill>
          </a:endParaRPr>
        </a:p>
      </dgm:t>
    </dgm:pt>
    <dgm:pt modelId="{8F1940DD-6416-4C4E-9ACA-9B64404E874E}" type="sibTrans" cxnId="{55533B7D-59C0-40E5-9ECC-69D7FEEB4D18}">
      <dgm:prSet/>
      <dgm:spPr/>
      <dgm:t>
        <a:bodyPr/>
        <a:lstStyle/>
        <a:p>
          <a:endParaRPr lang="en-US">
            <a:solidFill>
              <a:schemeClr val="bg1"/>
            </a:solidFill>
          </a:endParaRPr>
        </a:p>
      </dgm:t>
    </dgm:pt>
    <dgm:pt modelId="{0F28C889-4F41-4828-8C97-5C7B4F0E4D36}" type="pres">
      <dgm:prSet presAssocID="{0DD8915E-DC14-41D6-9BB5-F49E1C265163}" presName="root" presStyleCnt="0">
        <dgm:presLayoutVars>
          <dgm:dir/>
          <dgm:resizeHandles val="exact"/>
        </dgm:presLayoutVars>
      </dgm:prSet>
      <dgm:spPr/>
    </dgm:pt>
    <dgm:pt modelId="{B7DC8290-F27C-452F-84BA-59224ACC9DFA}" type="pres">
      <dgm:prSet presAssocID="{73D947E0-108F-4D20-A71E-3CF329F97212}" presName="compNode" presStyleCnt="0"/>
      <dgm:spPr/>
    </dgm:pt>
    <dgm:pt modelId="{6EC12025-AB6E-43ED-88EC-D984A1BEACED}" type="pres">
      <dgm:prSet presAssocID="{73D947E0-108F-4D20-A71E-3CF329F97212}" presName="bgRect" presStyleLbl="bgShp" presStyleIdx="0" presStyleCnt="5" custScaleY="100267"/>
      <dgm:spPr>
        <a:noFill/>
        <a:ln>
          <a:solidFill>
            <a:schemeClr val="accent1">
              <a:lumMod val="75000"/>
            </a:schemeClr>
          </a:solidFill>
        </a:ln>
        <a:effectLst>
          <a:glow rad="127000">
            <a:schemeClr val="accent1">
              <a:alpha val="20000"/>
            </a:schemeClr>
          </a:glow>
        </a:effectLst>
      </dgm:spPr>
    </dgm:pt>
    <dgm:pt modelId="{962E350F-B614-4871-82C2-9AF829B92B12}" type="pres">
      <dgm:prSet presAssocID="{73D947E0-108F-4D20-A71E-3CF329F9721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cord"/>
        </a:ext>
      </dgm:extLst>
    </dgm:pt>
    <dgm:pt modelId="{1DB7BF0D-9B52-4330-9CF3-0F7D33833161}" type="pres">
      <dgm:prSet presAssocID="{73D947E0-108F-4D20-A71E-3CF329F97212}" presName="spaceRect" presStyleCnt="0"/>
      <dgm:spPr/>
    </dgm:pt>
    <dgm:pt modelId="{6B334578-F60E-4B34-872A-A1A3B94F39DE}" type="pres">
      <dgm:prSet presAssocID="{73D947E0-108F-4D20-A71E-3CF329F97212}" presName="parTx" presStyleLbl="revTx" presStyleIdx="0" presStyleCnt="10">
        <dgm:presLayoutVars>
          <dgm:chMax val="0"/>
          <dgm:chPref val="0"/>
        </dgm:presLayoutVars>
      </dgm:prSet>
      <dgm:spPr/>
    </dgm:pt>
    <dgm:pt modelId="{F1B2DCEA-6EA5-4BB4-BE82-A89F1A39589E}" type="pres">
      <dgm:prSet presAssocID="{73D947E0-108F-4D20-A71E-3CF329F97212}" presName="desTx" presStyleLbl="revTx" presStyleIdx="1" presStyleCnt="10">
        <dgm:presLayoutVars/>
      </dgm:prSet>
      <dgm:spPr/>
    </dgm:pt>
    <dgm:pt modelId="{5A8ABBC9-02A4-42B3-A901-DAB58454C07C}" type="pres">
      <dgm:prSet presAssocID="{AE813459-65AB-4FA9-B717-330DDA6DFA4E}" presName="sibTrans" presStyleCnt="0"/>
      <dgm:spPr/>
    </dgm:pt>
    <dgm:pt modelId="{89B85670-8D4D-4388-AB81-3E8EA270A8F5}" type="pres">
      <dgm:prSet presAssocID="{B1AFA1AF-0FF8-45B3-A6D0-0E255A2F637D}" presName="compNode" presStyleCnt="0"/>
      <dgm:spPr/>
    </dgm:pt>
    <dgm:pt modelId="{86382B21-3EEE-481F-8FDD-3E2E97B6110B}" type="pres">
      <dgm:prSet presAssocID="{B1AFA1AF-0FF8-45B3-A6D0-0E255A2F637D}" presName="bgRect" presStyleLbl="bgShp" presStyleIdx="1" presStyleCnt="5" custScaleY="100267"/>
      <dgm:spPr>
        <a:noFill/>
        <a:ln>
          <a:solidFill>
            <a:schemeClr val="accent1">
              <a:lumMod val="75000"/>
            </a:schemeClr>
          </a:solidFill>
        </a:ln>
        <a:effectLst>
          <a:glow rad="127000">
            <a:schemeClr val="accent1">
              <a:alpha val="20000"/>
            </a:schemeClr>
          </a:glow>
        </a:effectLst>
      </dgm:spPr>
    </dgm:pt>
    <dgm:pt modelId="{360CBC7A-578E-474B-8B0C-08DFD5250E26}" type="pres">
      <dgm:prSet presAssocID="{B1AFA1AF-0FF8-45B3-A6D0-0E255A2F637D}"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phones"/>
        </a:ext>
      </dgm:extLst>
    </dgm:pt>
    <dgm:pt modelId="{CFC3FCD0-F4EA-490D-8D1E-8268BD8A83EB}" type="pres">
      <dgm:prSet presAssocID="{B1AFA1AF-0FF8-45B3-A6D0-0E255A2F637D}" presName="spaceRect" presStyleCnt="0"/>
      <dgm:spPr/>
    </dgm:pt>
    <dgm:pt modelId="{01D6B3CB-01EF-4170-8683-761081577822}" type="pres">
      <dgm:prSet presAssocID="{B1AFA1AF-0FF8-45B3-A6D0-0E255A2F637D}" presName="parTx" presStyleLbl="revTx" presStyleIdx="2" presStyleCnt="10">
        <dgm:presLayoutVars>
          <dgm:chMax val="0"/>
          <dgm:chPref val="0"/>
        </dgm:presLayoutVars>
      </dgm:prSet>
      <dgm:spPr/>
    </dgm:pt>
    <dgm:pt modelId="{5FCE339A-A080-4CB7-9CBB-80906558C74C}" type="pres">
      <dgm:prSet presAssocID="{B1AFA1AF-0FF8-45B3-A6D0-0E255A2F637D}" presName="desTx" presStyleLbl="revTx" presStyleIdx="3" presStyleCnt="10">
        <dgm:presLayoutVars/>
      </dgm:prSet>
      <dgm:spPr/>
    </dgm:pt>
    <dgm:pt modelId="{F291245F-7DC6-4E3B-B1F8-C54FA80F0D03}" type="pres">
      <dgm:prSet presAssocID="{88649F7A-400B-4056-965D-C9AC0B3AD942}" presName="sibTrans" presStyleCnt="0"/>
      <dgm:spPr/>
    </dgm:pt>
    <dgm:pt modelId="{CE50ED21-4227-4561-BAF8-B2DF1847C136}" type="pres">
      <dgm:prSet presAssocID="{E9682B4F-0217-4B50-923E-C104AA24290F}" presName="compNode" presStyleCnt="0"/>
      <dgm:spPr/>
    </dgm:pt>
    <dgm:pt modelId="{06FD5214-3595-470E-A7AF-88022603A054}" type="pres">
      <dgm:prSet presAssocID="{E9682B4F-0217-4B50-923E-C104AA24290F}" presName="bgRect" presStyleLbl="bgShp" presStyleIdx="2" presStyleCnt="5" custScaleY="100267"/>
      <dgm:spPr>
        <a:noFill/>
        <a:ln>
          <a:solidFill>
            <a:schemeClr val="accent1">
              <a:lumMod val="75000"/>
            </a:schemeClr>
          </a:solidFill>
        </a:ln>
        <a:effectLst>
          <a:glow rad="127000">
            <a:schemeClr val="accent1">
              <a:alpha val="20000"/>
            </a:schemeClr>
          </a:glow>
        </a:effectLst>
      </dgm:spPr>
    </dgm:pt>
    <dgm:pt modelId="{1A27C4EA-5884-426F-920E-C95B9F1EA7B5}" type="pres">
      <dgm:prSet presAssocID="{E9682B4F-0217-4B50-923E-C104AA24290F}"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Dancing with solid fill"/>
        </a:ext>
      </dgm:extLst>
    </dgm:pt>
    <dgm:pt modelId="{F7536EFD-61C0-43DD-876E-7C441615F6C0}" type="pres">
      <dgm:prSet presAssocID="{E9682B4F-0217-4B50-923E-C104AA24290F}" presName="spaceRect" presStyleCnt="0"/>
      <dgm:spPr/>
    </dgm:pt>
    <dgm:pt modelId="{AAE125D6-EB52-44A4-9110-3071731EEEBA}" type="pres">
      <dgm:prSet presAssocID="{E9682B4F-0217-4B50-923E-C104AA24290F}" presName="parTx" presStyleLbl="revTx" presStyleIdx="4" presStyleCnt="10">
        <dgm:presLayoutVars>
          <dgm:chMax val="0"/>
          <dgm:chPref val="0"/>
        </dgm:presLayoutVars>
      </dgm:prSet>
      <dgm:spPr/>
    </dgm:pt>
    <dgm:pt modelId="{843E3F27-4FBF-4F3C-96A8-43F54A02573D}" type="pres">
      <dgm:prSet presAssocID="{E9682B4F-0217-4B50-923E-C104AA24290F}" presName="desTx" presStyleLbl="revTx" presStyleIdx="5" presStyleCnt="10">
        <dgm:presLayoutVars/>
      </dgm:prSet>
      <dgm:spPr/>
    </dgm:pt>
    <dgm:pt modelId="{A7A96077-839A-49BE-BF2B-EB4E239CEC1D}" type="pres">
      <dgm:prSet presAssocID="{B8632E42-D7EB-4C31-877E-6F1B2801851A}" presName="sibTrans" presStyleCnt="0"/>
      <dgm:spPr/>
    </dgm:pt>
    <dgm:pt modelId="{FCB6FEE5-D26B-4FA2-A516-0E07AA2BB5F0}" type="pres">
      <dgm:prSet presAssocID="{4F85505A-81B6-4FDA-A144-900B71DAD946}" presName="compNode" presStyleCnt="0"/>
      <dgm:spPr/>
    </dgm:pt>
    <dgm:pt modelId="{E1A5931F-8914-4A42-8A20-051C364F7375}" type="pres">
      <dgm:prSet presAssocID="{4F85505A-81B6-4FDA-A144-900B71DAD946}" presName="bgRect" presStyleLbl="bgShp" presStyleIdx="3" presStyleCnt="5" custScaleY="100267"/>
      <dgm:spPr>
        <a:noFill/>
        <a:ln>
          <a:solidFill>
            <a:schemeClr val="accent1">
              <a:lumMod val="75000"/>
            </a:schemeClr>
          </a:solidFill>
        </a:ln>
        <a:effectLst>
          <a:glow rad="127000">
            <a:schemeClr val="accent1">
              <a:alpha val="20000"/>
            </a:schemeClr>
          </a:glow>
        </a:effectLst>
      </dgm:spPr>
    </dgm:pt>
    <dgm:pt modelId="{35C6FDED-789B-4B75-A819-CB110F4FA167}" type="pres">
      <dgm:prSet presAssocID="{4F85505A-81B6-4FDA-A144-900B71DAD946}"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ance with solid fill"/>
        </a:ext>
      </dgm:extLst>
    </dgm:pt>
    <dgm:pt modelId="{EDB9436F-3322-41AF-BD40-DE43ECDC2BE4}" type="pres">
      <dgm:prSet presAssocID="{4F85505A-81B6-4FDA-A144-900B71DAD946}" presName="spaceRect" presStyleCnt="0"/>
      <dgm:spPr/>
    </dgm:pt>
    <dgm:pt modelId="{6D2E68DE-BC07-4A66-B3A7-55DE266734CB}" type="pres">
      <dgm:prSet presAssocID="{4F85505A-81B6-4FDA-A144-900B71DAD946}" presName="parTx" presStyleLbl="revTx" presStyleIdx="6" presStyleCnt="10">
        <dgm:presLayoutVars>
          <dgm:chMax val="0"/>
          <dgm:chPref val="0"/>
        </dgm:presLayoutVars>
      </dgm:prSet>
      <dgm:spPr/>
    </dgm:pt>
    <dgm:pt modelId="{3584EE4A-1194-4555-92EA-040897FD65C5}" type="pres">
      <dgm:prSet presAssocID="{4F85505A-81B6-4FDA-A144-900B71DAD946}" presName="desTx" presStyleLbl="revTx" presStyleIdx="7" presStyleCnt="10">
        <dgm:presLayoutVars/>
      </dgm:prSet>
      <dgm:spPr/>
    </dgm:pt>
    <dgm:pt modelId="{931E4854-A935-49D5-ADCC-2E299B9D2066}" type="pres">
      <dgm:prSet presAssocID="{68F74A88-49DC-44B1-BC0D-220A7B97601C}" presName="sibTrans" presStyleCnt="0"/>
      <dgm:spPr/>
    </dgm:pt>
    <dgm:pt modelId="{EB833EE3-F5AD-4D14-A5E8-C5F17EB95E0C}" type="pres">
      <dgm:prSet presAssocID="{A2322D3A-7AC2-4C5C-9D7E-EAB2313D47D4}" presName="compNode" presStyleCnt="0"/>
      <dgm:spPr/>
    </dgm:pt>
    <dgm:pt modelId="{C63E342A-9F66-45A7-A0A6-B5A878173FE5}" type="pres">
      <dgm:prSet presAssocID="{A2322D3A-7AC2-4C5C-9D7E-EAB2313D47D4}" presName="bgRect" presStyleLbl="bgShp" presStyleIdx="4" presStyleCnt="5" custScaleY="100267"/>
      <dgm:spPr>
        <a:noFill/>
        <a:ln>
          <a:solidFill>
            <a:schemeClr val="accent1">
              <a:lumMod val="75000"/>
            </a:schemeClr>
          </a:solidFill>
        </a:ln>
        <a:effectLst>
          <a:glow rad="127000">
            <a:schemeClr val="accent1">
              <a:alpha val="20000"/>
            </a:schemeClr>
          </a:glow>
        </a:effectLst>
      </dgm:spPr>
    </dgm:pt>
    <dgm:pt modelId="{BDCEB829-BBC2-4A55-964A-30F95B36741F}" type="pres">
      <dgm:prSet presAssocID="{A2322D3A-7AC2-4C5C-9D7E-EAB2313D47D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hopping bag"/>
        </a:ext>
      </dgm:extLst>
    </dgm:pt>
    <dgm:pt modelId="{95326371-4134-4149-A750-53B517C79A1F}" type="pres">
      <dgm:prSet presAssocID="{A2322D3A-7AC2-4C5C-9D7E-EAB2313D47D4}" presName="spaceRect" presStyleCnt="0"/>
      <dgm:spPr/>
    </dgm:pt>
    <dgm:pt modelId="{95D48C27-0793-428F-9C8A-55609E0BC502}" type="pres">
      <dgm:prSet presAssocID="{A2322D3A-7AC2-4C5C-9D7E-EAB2313D47D4}" presName="parTx" presStyleLbl="revTx" presStyleIdx="8" presStyleCnt="10">
        <dgm:presLayoutVars>
          <dgm:chMax val="0"/>
          <dgm:chPref val="0"/>
        </dgm:presLayoutVars>
      </dgm:prSet>
      <dgm:spPr/>
    </dgm:pt>
    <dgm:pt modelId="{4A531ECC-2A1C-444F-A7D1-3B0BEA5ECC9C}" type="pres">
      <dgm:prSet presAssocID="{A2322D3A-7AC2-4C5C-9D7E-EAB2313D47D4}" presName="desTx" presStyleLbl="revTx" presStyleIdx="9" presStyleCnt="10">
        <dgm:presLayoutVars/>
      </dgm:prSet>
      <dgm:spPr/>
    </dgm:pt>
  </dgm:ptLst>
  <dgm:cxnLst>
    <dgm:cxn modelId="{686BA801-DE77-334E-85C2-7FDC6DE69801}" type="presOf" srcId="{0DD8915E-DC14-41D6-9BB5-F49E1C265163}" destId="{0F28C889-4F41-4828-8C97-5C7B4F0E4D36}" srcOrd="0" destOrd="0" presId="urn:microsoft.com/office/officeart/2018/2/layout/IconVerticalSolidList"/>
    <dgm:cxn modelId="{F28D7702-2FC3-49BD-BB13-C989E5EE622A}" srcId="{0DD8915E-DC14-41D6-9BB5-F49E1C265163}" destId="{B1AFA1AF-0FF8-45B3-A6D0-0E255A2F637D}" srcOrd="1" destOrd="0" parTransId="{10C68AF5-481C-45AA-A216-8BBBB04515B9}" sibTransId="{88649F7A-400B-4056-965D-C9AC0B3AD942}"/>
    <dgm:cxn modelId="{F4E03307-18E8-AE43-A0A6-6CE1579E0469}" type="presOf" srcId="{925E34D8-9B2C-4157-AD73-518E6C913440}" destId="{4A531ECC-2A1C-444F-A7D1-3B0BEA5ECC9C}" srcOrd="0" destOrd="2" presId="urn:microsoft.com/office/officeart/2018/2/layout/IconVerticalSolidList"/>
    <dgm:cxn modelId="{A0077D09-C12C-46D0-8DF7-194B6911362A}" srcId="{0DD8915E-DC14-41D6-9BB5-F49E1C265163}" destId="{73D947E0-108F-4D20-A71E-3CF329F97212}" srcOrd="0" destOrd="0" parTransId="{9D249532-A24D-4D8F-848A-9F42F2E486C9}" sibTransId="{AE813459-65AB-4FA9-B717-330DDA6DFA4E}"/>
    <dgm:cxn modelId="{680A040C-38B7-4EAE-81CB-7E724C08566A}" srcId="{4F85505A-81B6-4FDA-A144-900B71DAD946}" destId="{7B4CEDF3-A8CC-477F-955D-C885FEDF8D89}" srcOrd="2" destOrd="0" parTransId="{E605E07E-BD4D-4CC8-AD03-097E585B8182}" sibTransId="{52763273-5A4E-4EA3-B21A-FB832FC453A6}"/>
    <dgm:cxn modelId="{D7DE000F-B473-2141-B47A-9608EDA9201C}" type="presOf" srcId="{7B4CEDF3-A8CC-477F-955D-C885FEDF8D89}" destId="{3584EE4A-1194-4555-92EA-040897FD65C5}" srcOrd="0" destOrd="2" presId="urn:microsoft.com/office/officeart/2018/2/layout/IconVerticalSolidList"/>
    <dgm:cxn modelId="{8F51E211-F223-7441-940A-1C6916C56D65}" type="presOf" srcId="{50418D2B-9486-42DE-AFDD-1D31420040FF}" destId="{5FCE339A-A080-4CB7-9CBB-80906558C74C}" srcOrd="0" destOrd="0" presId="urn:microsoft.com/office/officeart/2018/2/layout/IconVerticalSolidList"/>
    <dgm:cxn modelId="{C9229315-4844-9D42-8DF7-118966C1C93E}" type="presOf" srcId="{B1AFA1AF-0FF8-45B3-A6D0-0E255A2F637D}" destId="{01D6B3CB-01EF-4170-8683-761081577822}" srcOrd="0" destOrd="0" presId="urn:microsoft.com/office/officeart/2018/2/layout/IconVerticalSolidList"/>
    <dgm:cxn modelId="{B1DF4B20-5344-C74D-8C87-A7250A8ADBCE}" type="presOf" srcId="{D0ABAD6B-A2E3-499C-87FF-86FD309997D5}" destId="{F1B2DCEA-6EA5-4BB4-BE82-A89F1A39589E}" srcOrd="0" destOrd="2" presId="urn:microsoft.com/office/officeart/2018/2/layout/IconVerticalSolidList"/>
    <dgm:cxn modelId="{5A5BA622-5DEB-48B9-88D9-C1DE36C711E5}" srcId="{B1AFA1AF-0FF8-45B3-A6D0-0E255A2F637D}" destId="{50418D2B-9486-42DE-AFDD-1D31420040FF}" srcOrd="0" destOrd="0" parTransId="{D5A17F6B-93F5-442B-938A-0F38C281BE88}" sibTransId="{1D87A0A5-8024-4710-846B-D5BFAC785107}"/>
    <dgm:cxn modelId="{CEC1D922-BBA2-EE4D-A5EF-51B5DA35509C}" type="presOf" srcId="{8FE81FEC-2664-411F-AEB3-065F29F52751}" destId="{4A531ECC-2A1C-444F-A7D1-3B0BEA5ECC9C}" srcOrd="0" destOrd="0" presId="urn:microsoft.com/office/officeart/2018/2/layout/IconVerticalSolidList"/>
    <dgm:cxn modelId="{47975133-F5D6-4DA9-A308-283337DE4425}" srcId="{E9682B4F-0217-4B50-923E-C104AA24290F}" destId="{60949B61-79DF-4B41-B950-0E064A96D221}" srcOrd="1" destOrd="0" parTransId="{EE25C587-1A98-4906-A8D5-89FE127A75E0}" sibTransId="{90C05303-AFC1-41F4-BC71-4E81FD6EA582}"/>
    <dgm:cxn modelId="{4D27BF36-5CCF-48E1-9992-6B65D515C254}" srcId="{B1AFA1AF-0FF8-45B3-A6D0-0E255A2F637D}" destId="{7A6A0D7E-D8BE-4EC5-91B1-3B2320B6CAF9}" srcOrd="2" destOrd="0" parTransId="{1357650E-1975-44B8-91B0-52079C2F9AE1}" sibTransId="{1915F28D-2DD6-45A1-9F5C-40357B631937}"/>
    <dgm:cxn modelId="{22DB9D3B-65E5-E84C-8545-0464E7C48C94}" type="presOf" srcId="{7A6A0D7E-D8BE-4EC5-91B1-3B2320B6CAF9}" destId="{5FCE339A-A080-4CB7-9CBB-80906558C74C}" srcOrd="0" destOrd="2" presId="urn:microsoft.com/office/officeart/2018/2/layout/IconVerticalSolidList"/>
    <dgm:cxn modelId="{711E093C-AD42-45A4-8D40-A2D39702062E}" srcId="{A2322D3A-7AC2-4C5C-9D7E-EAB2313D47D4}" destId="{8FE81FEC-2664-411F-AEB3-065F29F52751}" srcOrd="0" destOrd="0" parTransId="{BCBC007E-0269-421B-9C41-DE26D5C3A822}" sibTransId="{80230EB7-7230-4881-A631-309C07417378}"/>
    <dgm:cxn modelId="{4C9AD65B-6613-B041-B436-F8889B061C67}" type="presOf" srcId="{FEB4A941-E9FA-4A86-A673-85FF34B35F20}" destId="{3584EE4A-1194-4555-92EA-040897FD65C5}" srcOrd="0" destOrd="0" presId="urn:microsoft.com/office/officeart/2018/2/layout/IconVerticalSolidList"/>
    <dgm:cxn modelId="{60441E62-46BF-F644-B66F-3CBB404C58BC}" type="presOf" srcId="{A2322D3A-7AC2-4C5C-9D7E-EAB2313D47D4}" destId="{95D48C27-0793-428F-9C8A-55609E0BC502}" srcOrd="0" destOrd="0" presId="urn:microsoft.com/office/officeart/2018/2/layout/IconVerticalSolidList"/>
    <dgm:cxn modelId="{50017364-5172-4AA0-8FEC-41319A23097D}" srcId="{B1AFA1AF-0FF8-45B3-A6D0-0E255A2F637D}" destId="{D6749E74-92A7-418F-B488-48C67236F58B}" srcOrd="1" destOrd="0" parTransId="{EC3E0165-9E06-421F-9AC9-BC551528C0A5}" sibTransId="{3DA3DB2E-2C96-4851-AAB9-6716A4F37E15}"/>
    <dgm:cxn modelId="{E91CBE49-1542-47F3-B0E9-E3B6F7918B12}" srcId="{73D947E0-108F-4D20-A71E-3CF329F97212}" destId="{6BEC70D7-BB76-4AB0-B9F2-5B171FB9EA0D}" srcOrd="1" destOrd="0" parTransId="{081E2449-671B-4594-AA9B-0D6653DF37D2}" sibTransId="{C4BB3809-BD83-4F8D-B1EB-84BAA3C1FEB6}"/>
    <dgm:cxn modelId="{65ACAC4C-CF86-F043-9725-69833F609E64}" type="presOf" srcId="{30A490C8-22B4-4D68-875C-0F0DE2FF864D}" destId="{F1B2DCEA-6EA5-4BB4-BE82-A89F1A39589E}" srcOrd="0" destOrd="0" presId="urn:microsoft.com/office/officeart/2018/2/layout/IconVerticalSolidList"/>
    <dgm:cxn modelId="{F942F56C-9025-4AA1-9B36-C5AE0A93B0F5}" srcId="{4F85505A-81B6-4FDA-A144-900B71DAD946}" destId="{FEB4A941-E9FA-4A86-A673-85FF34B35F20}" srcOrd="0" destOrd="0" parTransId="{39522508-BC4E-4DD5-A744-AFEFFE36DB74}" sibTransId="{97624CC8-6315-4683-B26C-C30D552DA5A6}"/>
    <dgm:cxn modelId="{BAFAE14D-502B-43A9-A048-F95961BC1BB7}" srcId="{E9682B4F-0217-4B50-923E-C104AA24290F}" destId="{048DA740-9DD8-46E3-8FE7-F22967504CEA}" srcOrd="2" destOrd="0" parTransId="{B98641DE-A778-465F-B163-1AEF92ADC96F}" sibTransId="{DCDE6EFB-F995-4D65-8126-C117E33F840A}"/>
    <dgm:cxn modelId="{51563A4F-C0EB-47D6-B5BC-47A4E599AD4B}" srcId="{E9682B4F-0217-4B50-923E-C104AA24290F}" destId="{0EC0C300-11E4-45CF-8418-973585107209}" srcOrd="0" destOrd="0" parTransId="{1E4DD98E-100E-46B7-B24A-408BBF69E9FA}" sibTransId="{90FAB5D1-62B3-4FF6-A07D-EE607F529C32}"/>
    <dgm:cxn modelId="{9CF5B954-1104-7943-B7DB-8279B86EFA25}" type="presOf" srcId="{0EC0C300-11E4-45CF-8418-973585107209}" destId="{843E3F27-4FBF-4F3C-96A8-43F54A02573D}" srcOrd="0" destOrd="0" presId="urn:microsoft.com/office/officeart/2018/2/layout/IconVerticalSolidList"/>
    <dgm:cxn modelId="{FC8AC654-2C1A-AB42-81F5-46F32B6071F1}" type="presOf" srcId="{60949B61-79DF-4B41-B950-0E064A96D221}" destId="{843E3F27-4FBF-4F3C-96A8-43F54A02573D}" srcOrd="0" destOrd="1" presId="urn:microsoft.com/office/officeart/2018/2/layout/IconVerticalSolidList"/>
    <dgm:cxn modelId="{2D633B56-E147-4EFC-B9EE-6C0413F329B0}" srcId="{0DD8915E-DC14-41D6-9BB5-F49E1C265163}" destId="{4F85505A-81B6-4FDA-A144-900B71DAD946}" srcOrd="3" destOrd="0" parTransId="{D9A96E25-7BBE-4DDD-8DDE-B4970D4340A8}" sibTransId="{68F74A88-49DC-44B1-BC0D-220A7B97601C}"/>
    <dgm:cxn modelId="{55533B7D-59C0-40E5-9ECC-69D7FEEB4D18}" srcId="{A2322D3A-7AC2-4C5C-9D7E-EAB2313D47D4}" destId="{925E34D8-9B2C-4157-AD73-518E6C913440}" srcOrd="2" destOrd="0" parTransId="{778BB065-B281-45CB-89EB-1914AF00430B}" sibTransId="{8F1940DD-6416-4C4E-9ACA-9B64404E874E}"/>
    <dgm:cxn modelId="{982F7182-3F6D-5246-9972-E4686B69C6A8}" type="presOf" srcId="{73D947E0-108F-4D20-A71E-3CF329F97212}" destId="{6B334578-F60E-4B34-872A-A1A3B94F39DE}" srcOrd="0" destOrd="0" presId="urn:microsoft.com/office/officeart/2018/2/layout/IconVerticalSolidList"/>
    <dgm:cxn modelId="{BD6D89A1-20F8-5C44-B337-9FB1D0101BC8}" type="presOf" srcId="{2E2B0B9D-F304-43FC-A3C1-545F4B72D746}" destId="{3584EE4A-1194-4555-92EA-040897FD65C5}" srcOrd="0" destOrd="1" presId="urn:microsoft.com/office/officeart/2018/2/layout/IconVerticalSolidList"/>
    <dgm:cxn modelId="{49BF9BA3-05B2-4559-BB69-9C680DF40977}" srcId="{73D947E0-108F-4D20-A71E-3CF329F97212}" destId="{D0ABAD6B-A2E3-499C-87FF-86FD309997D5}" srcOrd="2" destOrd="0" parTransId="{A52A21F7-411D-49AE-B319-8210AA45C623}" sibTransId="{F9461C7B-5B0D-462F-B726-5DAC28CB73FB}"/>
    <dgm:cxn modelId="{4BC6BBA5-CE5D-9240-B12D-5B0C2C3E234D}" type="presOf" srcId="{D6749E74-92A7-418F-B488-48C67236F58B}" destId="{5FCE339A-A080-4CB7-9CBB-80906558C74C}" srcOrd="0" destOrd="1" presId="urn:microsoft.com/office/officeart/2018/2/layout/IconVerticalSolidList"/>
    <dgm:cxn modelId="{EF0211BA-2817-4FEB-8771-A77556203A03}" srcId="{A2322D3A-7AC2-4C5C-9D7E-EAB2313D47D4}" destId="{12E01593-38EF-44F5-B266-6FC59D594A5E}" srcOrd="1" destOrd="0" parTransId="{F1CB8E24-D848-4BDA-B9DC-7BA0476AE25E}" sibTransId="{C1E983C8-9B55-47F5-B5E3-C4A74FBEE5C1}"/>
    <dgm:cxn modelId="{B23F56BE-6F56-B94D-A180-7A103B9471D6}" type="presOf" srcId="{6BEC70D7-BB76-4AB0-B9F2-5B171FB9EA0D}" destId="{F1B2DCEA-6EA5-4BB4-BE82-A89F1A39589E}" srcOrd="0" destOrd="1" presId="urn:microsoft.com/office/officeart/2018/2/layout/IconVerticalSolidList"/>
    <dgm:cxn modelId="{27408BC0-441C-9A42-8906-74B119809C72}" type="presOf" srcId="{048DA740-9DD8-46E3-8FE7-F22967504CEA}" destId="{843E3F27-4FBF-4F3C-96A8-43F54A02573D}" srcOrd="0" destOrd="2" presId="urn:microsoft.com/office/officeart/2018/2/layout/IconVerticalSolidList"/>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C1922BD9-0EC6-804C-935D-0FFCF75574CA}" type="presOf" srcId="{4F85505A-81B6-4FDA-A144-900B71DAD946}" destId="{6D2E68DE-BC07-4A66-B3A7-55DE266734CB}" srcOrd="0" destOrd="0" presId="urn:microsoft.com/office/officeart/2018/2/layout/IconVerticalSolidList"/>
    <dgm:cxn modelId="{CD7E9CE6-781F-AD40-AF57-0893B1518B54}" type="presOf" srcId="{E9682B4F-0217-4B50-923E-C104AA24290F}" destId="{AAE125D6-EB52-44A4-9110-3071731EEEBA}" srcOrd="0" destOrd="0" presId="urn:microsoft.com/office/officeart/2018/2/layout/IconVerticalSolidList"/>
    <dgm:cxn modelId="{1973EEE6-8389-AF4E-86B7-53C7D9D97AF3}" type="presOf" srcId="{12E01593-38EF-44F5-B266-6FC59D594A5E}" destId="{4A531ECC-2A1C-444F-A7D1-3B0BEA5ECC9C}" srcOrd="0" destOrd="1" presId="urn:microsoft.com/office/officeart/2018/2/layout/IconVerticalSolidList"/>
    <dgm:cxn modelId="{4E3463F0-41FE-4A7A-B00B-2F1B1A3B7CD3}" srcId="{4F85505A-81B6-4FDA-A144-900B71DAD946}" destId="{2E2B0B9D-F304-43FC-A3C1-545F4B72D746}" srcOrd="1" destOrd="0" parTransId="{D6F960C7-07AB-4BEE-A8B5-86DD4959D6A9}" sibTransId="{42519BEA-BD9E-4D3C-B744-E956DE7755D5}"/>
    <dgm:cxn modelId="{DB7509C4-52F7-2F47-A0AC-FA90E32649B8}" type="presParOf" srcId="{0F28C889-4F41-4828-8C97-5C7B4F0E4D36}" destId="{B7DC8290-F27C-452F-84BA-59224ACC9DFA}" srcOrd="0" destOrd="0" presId="urn:microsoft.com/office/officeart/2018/2/layout/IconVerticalSolidList"/>
    <dgm:cxn modelId="{7E0C8128-7256-0A46-9975-E13665FCEDBD}" type="presParOf" srcId="{B7DC8290-F27C-452F-84BA-59224ACC9DFA}" destId="{6EC12025-AB6E-43ED-88EC-D984A1BEACED}" srcOrd="0" destOrd="0" presId="urn:microsoft.com/office/officeart/2018/2/layout/IconVerticalSolidList"/>
    <dgm:cxn modelId="{273239B8-BF20-B84F-BBFF-9BC92411A51B}" type="presParOf" srcId="{B7DC8290-F27C-452F-84BA-59224ACC9DFA}" destId="{962E350F-B614-4871-82C2-9AF829B92B12}" srcOrd="1" destOrd="0" presId="urn:microsoft.com/office/officeart/2018/2/layout/IconVerticalSolidList"/>
    <dgm:cxn modelId="{F419CBF7-8AA4-EB4B-B915-A60C8AABE12B}" type="presParOf" srcId="{B7DC8290-F27C-452F-84BA-59224ACC9DFA}" destId="{1DB7BF0D-9B52-4330-9CF3-0F7D33833161}" srcOrd="2" destOrd="0" presId="urn:microsoft.com/office/officeart/2018/2/layout/IconVerticalSolidList"/>
    <dgm:cxn modelId="{6CD01BC3-6E6C-214C-9860-E2EA5EA70861}" type="presParOf" srcId="{B7DC8290-F27C-452F-84BA-59224ACC9DFA}" destId="{6B334578-F60E-4B34-872A-A1A3B94F39DE}" srcOrd="3" destOrd="0" presId="urn:microsoft.com/office/officeart/2018/2/layout/IconVerticalSolidList"/>
    <dgm:cxn modelId="{FAB71ADF-8C67-4F46-9DA1-5B4AEE6897F3}" type="presParOf" srcId="{B7DC8290-F27C-452F-84BA-59224ACC9DFA}" destId="{F1B2DCEA-6EA5-4BB4-BE82-A89F1A39589E}" srcOrd="4" destOrd="0" presId="urn:microsoft.com/office/officeart/2018/2/layout/IconVerticalSolidList"/>
    <dgm:cxn modelId="{C2499906-DC58-9641-A7C5-ECB52A7649DA}" type="presParOf" srcId="{0F28C889-4F41-4828-8C97-5C7B4F0E4D36}" destId="{5A8ABBC9-02A4-42B3-A901-DAB58454C07C}" srcOrd="1" destOrd="0" presId="urn:microsoft.com/office/officeart/2018/2/layout/IconVerticalSolidList"/>
    <dgm:cxn modelId="{9622592F-2854-6C44-9FD6-DE00F9AEC23A}" type="presParOf" srcId="{0F28C889-4F41-4828-8C97-5C7B4F0E4D36}" destId="{89B85670-8D4D-4388-AB81-3E8EA270A8F5}" srcOrd="2" destOrd="0" presId="urn:microsoft.com/office/officeart/2018/2/layout/IconVerticalSolidList"/>
    <dgm:cxn modelId="{1053D44E-8D59-3D48-9280-4C3B5C9BEC6A}" type="presParOf" srcId="{89B85670-8D4D-4388-AB81-3E8EA270A8F5}" destId="{86382B21-3EEE-481F-8FDD-3E2E97B6110B}" srcOrd="0" destOrd="0" presId="urn:microsoft.com/office/officeart/2018/2/layout/IconVerticalSolidList"/>
    <dgm:cxn modelId="{182E9A83-8E01-704C-9A61-1F201F585E12}" type="presParOf" srcId="{89B85670-8D4D-4388-AB81-3E8EA270A8F5}" destId="{360CBC7A-578E-474B-8B0C-08DFD5250E26}" srcOrd="1" destOrd="0" presId="urn:microsoft.com/office/officeart/2018/2/layout/IconVerticalSolidList"/>
    <dgm:cxn modelId="{A8CA7116-1B19-E846-9A56-7320B0428A06}" type="presParOf" srcId="{89B85670-8D4D-4388-AB81-3E8EA270A8F5}" destId="{CFC3FCD0-F4EA-490D-8D1E-8268BD8A83EB}" srcOrd="2" destOrd="0" presId="urn:microsoft.com/office/officeart/2018/2/layout/IconVerticalSolidList"/>
    <dgm:cxn modelId="{68373980-F59B-2947-A7FE-872CDB9C1E7F}" type="presParOf" srcId="{89B85670-8D4D-4388-AB81-3E8EA270A8F5}" destId="{01D6B3CB-01EF-4170-8683-761081577822}" srcOrd="3" destOrd="0" presId="urn:microsoft.com/office/officeart/2018/2/layout/IconVerticalSolidList"/>
    <dgm:cxn modelId="{A6A664AD-EC4D-B341-9A0B-88A0655FEEA8}" type="presParOf" srcId="{89B85670-8D4D-4388-AB81-3E8EA270A8F5}" destId="{5FCE339A-A080-4CB7-9CBB-80906558C74C}" srcOrd="4" destOrd="0" presId="urn:microsoft.com/office/officeart/2018/2/layout/IconVerticalSolidList"/>
    <dgm:cxn modelId="{82777F13-31A7-AA48-A37E-4C6AB6DAFD42}" type="presParOf" srcId="{0F28C889-4F41-4828-8C97-5C7B4F0E4D36}" destId="{F291245F-7DC6-4E3B-B1F8-C54FA80F0D03}" srcOrd="3" destOrd="0" presId="urn:microsoft.com/office/officeart/2018/2/layout/IconVerticalSolidList"/>
    <dgm:cxn modelId="{DBFAF1FD-5F6D-FE44-8EF9-B0210929C962}" type="presParOf" srcId="{0F28C889-4F41-4828-8C97-5C7B4F0E4D36}" destId="{CE50ED21-4227-4561-BAF8-B2DF1847C136}" srcOrd="4" destOrd="0" presId="urn:microsoft.com/office/officeart/2018/2/layout/IconVerticalSolidList"/>
    <dgm:cxn modelId="{1C7876B8-7CB8-824D-8269-9D32BDABE469}" type="presParOf" srcId="{CE50ED21-4227-4561-BAF8-B2DF1847C136}" destId="{06FD5214-3595-470E-A7AF-88022603A054}" srcOrd="0" destOrd="0" presId="urn:microsoft.com/office/officeart/2018/2/layout/IconVerticalSolidList"/>
    <dgm:cxn modelId="{A7CE2AAB-B2F0-4F44-8F84-04C63D01D710}" type="presParOf" srcId="{CE50ED21-4227-4561-BAF8-B2DF1847C136}" destId="{1A27C4EA-5884-426F-920E-C95B9F1EA7B5}" srcOrd="1" destOrd="0" presId="urn:microsoft.com/office/officeart/2018/2/layout/IconVerticalSolidList"/>
    <dgm:cxn modelId="{1CA8081F-B8AF-F44C-9C71-5A3F98F14991}" type="presParOf" srcId="{CE50ED21-4227-4561-BAF8-B2DF1847C136}" destId="{F7536EFD-61C0-43DD-876E-7C441615F6C0}" srcOrd="2" destOrd="0" presId="urn:microsoft.com/office/officeart/2018/2/layout/IconVerticalSolidList"/>
    <dgm:cxn modelId="{D5692FFA-0B02-0142-81AD-C54F3CE05D55}" type="presParOf" srcId="{CE50ED21-4227-4561-BAF8-B2DF1847C136}" destId="{AAE125D6-EB52-44A4-9110-3071731EEEBA}" srcOrd="3" destOrd="0" presId="urn:microsoft.com/office/officeart/2018/2/layout/IconVerticalSolidList"/>
    <dgm:cxn modelId="{7AD6EFE3-3A8A-D343-80D6-94B4C4574332}" type="presParOf" srcId="{CE50ED21-4227-4561-BAF8-B2DF1847C136}" destId="{843E3F27-4FBF-4F3C-96A8-43F54A02573D}" srcOrd="4" destOrd="0" presId="urn:microsoft.com/office/officeart/2018/2/layout/IconVerticalSolidList"/>
    <dgm:cxn modelId="{3AAFDEB2-27E3-2443-846F-3CB1F2E2A4F5}" type="presParOf" srcId="{0F28C889-4F41-4828-8C97-5C7B4F0E4D36}" destId="{A7A96077-839A-49BE-BF2B-EB4E239CEC1D}" srcOrd="5" destOrd="0" presId="urn:microsoft.com/office/officeart/2018/2/layout/IconVerticalSolidList"/>
    <dgm:cxn modelId="{F8543BC9-9332-1943-860B-E3E8424A6453}" type="presParOf" srcId="{0F28C889-4F41-4828-8C97-5C7B4F0E4D36}" destId="{FCB6FEE5-D26B-4FA2-A516-0E07AA2BB5F0}" srcOrd="6" destOrd="0" presId="urn:microsoft.com/office/officeart/2018/2/layout/IconVerticalSolidList"/>
    <dgm:cxn modelId="{815B3BB7-2756-FE4A-A1E7-ED8843EF0BA5}" type="presParOf" srcId="{FCB6FEE5-D26B-4FA2-A516-0E07AA2BB5F0}" destId="{E1A5931F-8914-4A42-8A20-051C364F7375}" srcOrd="0" destOrd="0" presId="urn:microsoft.com/office/officeart/2018/2/layout/IconVerticalSolidList"/>
    <dgm:cxn modelId="{EEE6C2D6-AFF4-B24A-8CD9-1901FB0E7A68}" type="presParOf" srcId="{FCB6FEE5-D26B-4FA2-A516-0E07AA2BB5F0}" destId="{35C6FDED-789B-4B75-A819-CB110F4FA167}" srcOrd="1" destOrd="0" presId="urn:microsoft.com/office/officeart/2018/2/layout/IconVerticalSolidList"/>
    <dgm:cxn modelId="{D8EE2FF4-5512-6247-885E-292C8E9B57D6}" type="presParOf" srcId="{FCB6FEE5-D26B-4FA2-A516-0E07AA2BB5F0}" destId="{EDB9436F-3322-41AF-BD40-DE43ECDC2BE4}" srcOrd="2" destOrd="0" presId="urn:microsoft.com/office/officeart/2018/2/layout/IconVerticalSolidList"/>
    <dgm:cxn modelId="{387F005A-CB75-F94D-8BF9-40092C110A7B}" type="presParOf" srcId="{FCB6FEE5-D26B-4FA2-A516-0E07AA2BB5F0}" destId="{6D2E68DE-BC07-4A66-B3A7-55DE266734CB}" srcOrd="3" destOrd="0" presId="urn:microsoft.com/office/officeart/2018/2/layout/IconVerticalSolidList"/>
    <dgm:cxn modelId="{DD3F0EB5-916B-8F40-9D64-71CC32793997}" type="presParOf" srcId="{FCB6FEE5-D26B-4FA2-A516-0E07AA2BB5F0}" destId="{3584EE4A-1194-4555-92EA-040897FD65C5}" srcOrd="4" destOrd="0" presId="urn:microsoft.com/office/officeart/2018/2/layout/IconVerticalSolidList"/>
    <dgm:cxn modelId="{4A7B406D-8F31-B24C-91E0-CD89C63C01E4}" type="presParOf" srcId="{0F28C889-4F41-4828-8C97-5C7B4F0E4D36}" destId="{931E4854-A935-49D5-ADCC-2E299B9D2066}" srcOrd="7" destOrd="0" presId="urn:microsoft.com/office/officeart/2018/2/layout/IconVerticalSolidList"/>
    <dgm:cxn modelId="{46C66288-EA53-8349-AEB5-75EE6CA17E7C}" type="presParOf" srcId="{0F28C889-4F41-4828-8C97-5C7B4F0E4D36}" destId="{EB833EE3-F5AD-4D14-A5E8-C5F17EB95E0C}" srcOrd="8" destOrd="0" presId="urn:microsoft.com/office/officeart/2018/2/layout/IconVerticalSolidList"/>
    <dgm:cxn modelId="{B54A51C0-B2AC-4C4A-89EF-74CACFFE96BB}" type="presParOf" srcId="{EB833EE3-F5AD-4D14-A5E8-C5F17EB95E0C}" destId="{C63E342A-9F66-45A7-A0A6-B5A878173FE5}" srcOrd="0" destOrd="0" presId="urn:microsoft.com/office/officeart/2018/2/layout/IconVerticalSolidList"/>
    <dgm:cxn modelId="{508097FA-E27E-1544-8B8D-CEC6FF9460FA}" type="presParOf" srcId="{EB833EE3-F5AD-4D14-A5E8-C5F17EB95E0C}" destId="{BDCEB829-BBC2-4A55-964A-30F95B36741F}" srcOrd="1" destOrd="0" presId="urn:microsoft.com/office/officeart/2018/2/layout/IconVerticalSolidList"/>
    <dgm:cxn modelId="{B0C0B01A-B703-A14C-BCBE-E2F9525BF90E}" type="presParOf" srcId="{EB833EE3-F5AD-4D14-A5E8-C5F17EB95E0C}" destId="{95326371-4134-4149-A750-53B517C79A1F}" srcOrd="2" destOrd="0" presId="urn:microsoft.com/office/officeart/2018/2/layout/IconVerticalSolidList"/>
    <dgm:cxn modelId="{10CD0D6A-B3D9-D24F-A72D-48EFDAE19664}" type="presParOf" srcId="{EB833EE3-F5AD-4D14-A5E8-C5F17EB95E0C}" destId="{95D48C27-0793-428F-9C8A-55609E0BC502}" srcOrd="3" destOrd="0" presId="urn:microsoft.com/office/officeart/2018/2/layout/IconVerticalSolidList"/>
    <dgm:cxn modelId="{AC1814A3-0ADD-2446-8A27-F1049F383F4C}" type="presParOf" srcId="{EB833EE3-F5AD-4D14-A5E8-C5F17EB95E0C}" destId="{4A531ECC-2A1C-444F-A7D1-3B0BEA5ECC9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5C597E-B8B9-4597-931B-CB25537F0C20}" type="doc">
      <dgm:prSet loTypeId="urn:microsoft.com/office/officeart/2016/7/layout/BasicTimeline" loCatId="process" qsTypeId="urn:microsoft.com/office/officeart/2005/8/quickstyle/simple1" qsCatId="simple" csTypeId="urn:microsoft.com/office/officeart/2005/8/colors/colorful5" csCatId="colorful" phldr="1"/>
      <dgm:spPr/>
      <dgm:t>
        <a:bodyPr/>
        <a:lstStyle/>
        <a:p>
          <a:endParaRPr lang="en-US"/>
        </a:p>
      </dgm:t>
    </dgm:pt>
    <dgm:pt modelId="{F26D8073-CF85-4884-84CE-BC66BFE57191}">
      <dgm:prSet custT="1"/>
      <dgm:spPr/>
      <dgm:t>
        <a:bodyPr/>
        <a:lstStyle/>
        <a:p>
          <a:pPr>
            <a:defRPr b="1"/>
          </a:pPr>
          <a:r>
            <a:rPr lang="en-US" sz="1400" b="1" i="0" cap="none" baseline="0" dirty="0">
              <a:solidFill>
                <a:schemeClr val="bg1"/>
              </a:solidFill>
              <a:latin typeface="Avenir Next LT Pro" panose="020B0504020202020204" pitchFamily="34" charset="77"/>
            </a:rPr>
            <a:t>Sep. 2023</a:t>
          </a:r>
        </a:p>
      </dgm:t>
    </dgm:pt>
    <dgm:pt modelId="{52D6761C-7BB3-4171-A6C2-AF10150FBA09}" type="parTrans" cxnId="{CDFE2C85-8712-4744-89BC-56D88CCD9806}">
      <dgm:prSet/>
      <dgm:spPr/>
      <dgm:t>
        <a:bodyPr/>
        <a:lstStyle/>
        <a:p>
          <a:endParaRPr lang="en-US"/>
        </a:p>
      </dgm:t>
    </dgm:pt>
    <dgm:pt modelId="{50E2EE73-3B53-4B22-8E30-5C79ED2AE884}" type="sibTrans" cxnId="{CDFE2C85-8712-4744-89BC-56D88CCD9806}">
      <dgm:prSet/>
      <dgm:spPr/>
      <dgm:t>
        <a:bodyPr/>
        <a:lstStyle/>
        <a:p>
          <a:endParaRPr lang="en-US"/>
        </a:p>
      </dgm:t>
    </dgm:pt>
    <dgm:pt modelId="{7BD41CF4-C88F-4E6E-83F4-5CFAABF00F68}">
      <dgm:prSet custT="1"/>
      <dgm:spPr>
        <a:noFill/>
        <a:ln>
          <a:solidFill>
            <a:schemeClr val="accent1">
              <a:lumMod val="75000"/>
            </a:schemeClr>
          </a:solidFill>
        </a:ln>
        <a:effectLst>
          <a:glow rad="127000">
            <a:schemeClr val="accent1">
              <a:alpha val="20000"/>
            </a:schemeClr>
          </a:glow>
        </a:effectLst>
      </dgm:spPr>
      <dgm:t>
        <a:bodyPr/>
        <a:lstStyle/>
        <a:p>
          <a:pPr algn="ctr"/>
          <a:r>
            <a:rPr lang="en-US" sz="1800" b="1" i="0" cap="all" baseline="0" dirty="0">
              <a:solidFill>
                <a:schemeClr val="accent1">
                  <a:lumMod val="60000"/>
                  <a:lumOff val="40000"/>
                </a:schemeClr>
              </a:solidFill>
              <a:latin typeface="Avenir Next LT Pro" panose="020B0504020202020204" pitchFamily="34" charset="77"/>
            </a:rPr>
            <a:t>San Francisco, CA</a:t>
          </a:r>
        </a:p>
      </dgm:t>
    </dgm:pt>
    <dgm:pt modelId="{7268C19B-DECB-439C-9747-941A90300D57}" type="parTrans" cxnId="{220C3EB5-38BB-40F2-BDA3-B5900DA3CCA6}">
      <dgm:prSet/>
      <dgm:spPr/>
      <dgm:t>
        <a:bodyPr/>
        <a:lstStyle/>
        <a:p>
          <a:endParaRPr lang="en-US"/>
        </a:p>
      </dgm:t>
    </dgm:pt>
    <dgm:pt modelId="{A6FFF512-2EC2-4AD3-BF40-286730F2ECB5}" type="sibTrans" cxnId="{220C3EB5-38BB-40F2-BDA3-B5900DA3CCA6}">
      <dgm:prSet/>
      <dgm:spPr/>
      <dgm:t>
        <a:bodyPr/>
        <a:lstStyle/>
        <a:p>
          <a:endParaRPr lang="en-US"/>
        </a:p>
      </dgm:t>
    </dgm:pt>
    <dgm:pt modelId="{F985E2B3-551F-4285-8F40-75D123F90B43}">
      <dgm:prSet custT="1"/>
      <dgm:spPr/>
      <dgm:t>
        <a:bodyPr/>
        <a:lstStyle/>
        <a:p>
          <a:pPr>
            <a:defRPr b="1"/>
          </a:pPr>
          <a:r>
            <a:rPr lang="en-US" sz="1400" b="1" i="0" cap="none" baseline="0" dirty="0">
              <a:solidFill>
                <a:schemeClr val="bg1"/>
              </a:solidFill>
              <a:latin typeface="Avenir Next LT Pro" panose="020B0504020202020204" pitchFamily="34" charset="77"/>
            </a:rPr>
            <a:t>Nov. 2023</a:t>
          </a:r>
        </a:p>
      </dgm:t>
    </dgm:pt>
    <dgm:pt modelId="{2B566B61-9C42-4A4E-BF95-E4AF155A3478}" type="parTrans" cxnId="{637D8470-CE85-4C31-AAFA-6CCD4AF2C677}">
      <dgm:prSet/>
      <dgm:spPr/>
      <dgm:t>
        <a:bodyPr/>
        <a:lstStyle/>
        <a:p>
          <a:endParaRPr lang="en-US"/>
        </a:p>
      </dgm:t>
    </dgm:pt>
    <dgm:pt modelId="{4F32F752-6387-413F-AF6E-DB4789D9CFFF}" type="sibTrans" cxnId="{637D8470-CE85-4C31-AAFA-6CCD4AF2C677}">
      <dgm:prSet/>
      <dgm:spPr/>
      <dgm:t>
        <a:bodyPr/>
        <a:lstStyle/>
        <a:p>
          <a:endParaRPr lang="en-US"/>
        </a:p>
      </dgm:t>
    </dgm:pt>
    <dgm:pt modelId="{696629C7-09F0-4AC9-928D-7BCAA6C49D27}">
      <dgm:prSet custT="1"/>
      <dgm:spPr>
        <a:noFill/>
        <a:ln>
          <a:solidFill>
            <a:schemeClr val="accent1">
              <a:lumMod val="75000"/>
            </a:schemeClr>
          </a:solidFill>
        </a:ln>
        <a:effectLst>
          <a:glow rad="127000">
            <a:schemeClr val="accent1">
              <a:alpha val="20000"/>
            </a:schemeClr>
          </a:glow>
        </a:effectLst>
      </dgm:spPr>
      <dgm:t>
        <a:bodyPr/>
        <a:lstStyle/>
        <a:p>
          <a:pPr algn="ctr"/>
          <a:r>
            <a:rPr lang="en-US" sz="1800" b="1" i="0" cap="all" baseline="0" dirty="0">
              <a:solidFill>
                <a:schemeClr val="accent1">
                  <a:lumMod val="60000"/>
                  <a:lumOff val="40000"/>
                </a:schemeClr>
              </a:solidFill>
              <a:latin typeface="Avenir Next LT Pro" panose="020B0504020202020204" pitchFamily="34" charset="77"/>
            </a:rPr>
            <a:t>Chicago, IL</a:t>
          </a:r>
        </a:p>
      </dgm:t>
    </dgm:pt>
    <dgm:pt modelId="{5AAD49E0-4D37-4BC3-BAC5-CC032C61ADF5}" type="parTrans" cxnId="{AB767EBE-8F83-4A17-839B-654E239F460C}">
      <dgm:prSet/>
      <dgm:spPr/>
      <dgm:t>
        <a:bodyPr/>
        <a:lstStyle/>
        <a:p>
          <a:endParaRPr lang="en-US"/>
        </a:p>
      </dgm:t>
    </dgm:pt>
    <dgm:pt modelId="{A9F39281-B7AD-442A-878C-D9F72492DDFC}" type="sibTrans" cxnId="{AB767EBE-8F83-4A17-839B-654E239F460C}">
      <dgm:prSet/>
      <dgm:spPr/>
      <dgm:t>
        <a:bodyPr/>
        <a:lstStyle/>
        <a:p>
          <a:endParaRPr lang="en-US"/>
        </a:p>
      </dgm:t>
    </dgm:pt>
    <dgm:pt modelId="{7A38E9D2-4100-4FA4-B354-5DF23B84D3E0}">
      <dgm:prSet custT="1"/>
      <dgm:spPr/>
      <dgm:t>
        <a:bodyPr/>
        <a:lstStyle/>
        <a:p>
          <a:pPr>
            <a:defRPr b="1"/>
          </a:pPr>
          <a:r>
            <a:rPr lang="en-US" sz="1400" b="1" i="0" cap="none" baseline="0" dirty="0">
              <a:solidFill>
                <a:schemeClr val="bg1"/>
              </a:solidFill>
              <a:latin typeface="Avenir Next LT Pro" panose="020B0504020202020204" pitchFamily="34" charset="77"/>
            </a:rPr>
            <a:t>Jan. 2024</a:t>
          </a:r>
        </a:p>
      </dgm:t>
    </dgm:pt>
    <dgm:pt modelId="{94DA0CC1-88FA-4D78-A8A5-1DE02648137E}" type="parTrans" cxnId="{BAE4E7F1-F338-4180-AECA-86A19CAE4AAA}">
      <dgm:prSet/>
      <dgm:spPr/>
      <dgm:t>
        <a:bodyPr/>
        <a:lstStyle/>
        <a:p>
          <a:endParaRPr lang="en-US"/>
        </a:p>
      </dgm:t>
    </dgm:pt>
    <dgm:pt modelId="{611BF633-F4B3-4B96-AADD-937D91F5C042}" type="sibTrans" cxnId="{BAE4E7F1-F338-4180-AECA-86A19CAE4AAA}">
      <dgm:prSet/>
      <dgm:spPr/>
      <dgm:t>
        <a:bodyPr/>
        <a:lstStyle/>
        <a:p>
          <a:endParaRPr lang="en-US"/>
        </a:p>
      </dgm:t>
    </dgm:pt>
    <dgm:pt modelId="{B41EBFFD-B4AB-47E6-967B-B03466CD13A9}">
      <dgm:prSet custT="1"/>
      <dgm:spPr>
        <a:noFill/>
        <a:ln>
          <a:solidFill>
            <a:schemeClr val="accent1">
              <a:lumMod val="75000"/>
            </a:schemeClr>
          </a:solidFill>
        </a:ln>
        <a:effectLst>
          <a:glow rad="127000">
            <a:schemeClr val="accent1">
              <a:alpha val="20000"/>
            </a:schemeClr>
          </a:glow>
        </a:effectLst>
      </dgm:spPr>
      <dgm:t>
        <a:bodyPr/>
        <a:lstStyle/>
        <a:p>
          <a:pPr algn="ctr"/>
          <a:r>
            <a:rPr lang="en-US" sz="1800" b="1" i="0" cap="all" baseline="0" dirty="0">
              <a:solidFill>
                <a:schemeClr val="accent1">
                  <a:lumMod val="60000"/>
                  <a:lumOff val="40000"/>
                </a:schemeClr>
              </a:solidFill>
              <a:latin typeface="Avenir Next LT Pro" panose="020B0504020202020204" pitchFamily="34" charset="77"/>
            </a:rPr>
            <a:t>New Orleans, LA</a:t>
          </a:r>
        </a:p>
      </dgm:t>
    </dgm:pt>
    <dgm:pt modelId="{CA99A96D-0E84-479D-8B0A-7F01389C2856}" type="parTrans" cxnId="{2E75FA2B-B12C-4FD0-9EA2-44DB27B07ED4}">
      <dgm:prSet/>
      <dgm:spPr/>
      <dgm:t>
        <a:bodyPr/>
        <a:lstStyle/>
        <a:p>
          <a:endParaRPr lang="en-US"/>
        </a:p>
      </dgm:t>
    </dgm:pt>
    <dgm:pt modelId="{EDA36237-8BFA-4FE9-9764-28B1AC3B46CA}" type="sibTrans" cxnId="{2E75FA2B-B12C-4FD0-9EA2-44DB27B07ED4}">
      <dgm:prSet/>
      <dgm:spPr/>
      <dgm:t>
        <a:bodyPr/>
        <a:lstStyle/>
        <a:p>
          <a:endParaRPr lang="en-US"/>
        </a:p>
      </dgm:t>
    </dgm:pt>
    <dgm:pt modelId="{5339D59B-5F62-4C8E-9AB3-8A3D502A8CB6}">
      <dgm:prSet custT="1"/>
      <dgm:spPr/>
      <dgm:t>
        <a:bodyPr/>
        <a:lstStyle/>
        <a:p>
          <a:pPr>
            <a:defRPr b="1"/>
          </a:pPr>
          <a:r>
            <a:rPr lang="en-US" sz="1400" b="1" i="0" cap="none" baseline="0" dirty="0">
              <a:solidFill>
                <a:schemeClr val="bg1"/>
              </a:solidFill>
              <a:latin typeface="Avenir Next LT Pro" panose="020B0504020202020204" pitchFamily="34" charset="77"/>
            </a:rPr>
            <a:t>Mar. 2024</a:t>
          </a:r>
        </a:p>
      </dgm:t>
    </dgm:pt>
    <dgm:pt modelId="{9F770B62-8C10-471D-B80E-6E2C5188B23F}" type="parTrans" cxnId="{78D60678-2183-42BD-92DD-24F3DD01A046}">
      <dgm:prSet/>
      <dgm:spPr/>
      <dgm:t>
        <a:bodyPr/>
        <a:lstStyle/>
        <a:p>
          <a:endParaRPr lang="en-US"/>
        </a:p>
      </dgm:t>
    </dgm:pt>
    <dgm:pt modelId="{81E9CF99-F964-4F00-9088-31AD712298A1}" type="sibTrans" cxnId="{78D60678-2183-42BD-92DD-24F3DD01A046}">
      <dgm:prSet/>
      <dgm:spPr/>
      <dgm:t>
        <a:bodyPr/>
        <a:lstStyle/>
        <a:p>
          <a:endParaRPr lang="en-US"/>
        </a:p>
      </dgm:t>
    </dgm:pt>
    <dgm:pt modelId="{C3DF4C33-AF53-4825-B924-D3D48867F5E3}">
      <dgm:prSet custT="1"/>
      <dgm:spPr>
        <a:noFill/>
        <a:ln>
          <a:solidFill>
            <a:schemeClr val="accent1">
              <a:lumMod val="75000"/>
            </a:schemeClr>
          </a:solidFill>
        </a:ln>
        <a:effectLst>
          <a:glow rad="127000">
            <a:schemeClr val="accent1">
              <a:alpha val="20000"/>
            </a:schemeClr>
          </a:glow>
        </a:effectLst>
      </dgm:spPr>
      <dgm:t>
        <a:bodyPr/>
        <a:lstStyle/>
        <a:p>
          <a:pPr algn="ctr"/>
          <a:r>
            <a:rPr lang="en-US" sz="1800" b="1" i="0" cap="all" baseline="0" dirty="0">
              <a:solidFill>
                <a:schemeClr val="accent1">
                  <a:lumMod val="60000"/>
                  <a:lumOff val="40000"/>
                </a:schemeClr>
              </a:solidFill>
              <a:latin typeface="Avenir Next LT Pro" panose="020B0504020202020204" pitchFamily="34" charset="77"/>
            </a:rPr>
            <a:t>Atlanta, GA</a:t>
          </a:r>
        </a:p>
      </dgm:t>
    </dgm:pt>
    <dgm:pt modelId="{223D31F0-2E65-4F26-83BB-5376B20C86D8}" type="parTrans" cxnId="{B0233D71-37B4-4A88-BD55-3A615F858EF7}">
      <dgm:prSet/>
      <dgm:spPr/>
      <dgm:t>
        <a:bodyPr/>
        <a:lstStyle/>
        <a:p>
          <a:endParaRPr lang="en-US"/>
        </a:p>
      </dgm:t>
    </dgm:pt>
    <dgm:pt modelId="{5F26862C-1087-49C8-9A6F-27F2081B88D6}" type="sibTrans" cxnId="{B0233D71-37B4-4A88-BD55-3A615F858EF7}">
      <dgm:prSet/>
      <dgm:spPr/>
      <dgm:t>
        <a:bodyPr/>
        <a:lstStyle/>
        <a:p>
          <a:endParaRPr lang="en-US"/>
        </a:p>
      </dgm:t>
    </dgm:pt>
    <dgm:pt modelId="{F597569A-7C28-4072-A451-8DA912F1219D}">
      <dgm:prSet custT="1"/>
      <dgm:spPr/>
      <dgm:t>
        <a:bodyPr/>
        <a:lstStyle/>
        <a:p>
          <a:pPr>
            <a:defRPr b="1"/>
          </a:pPr>
          <a:r>
            <a:rPr lang="en-US" sz="1400" b="1" i="0" cap="none" baseline="0" dirty="0">
              <a:solidFill>
                <a:schemeClr val="bg1"/>
              </a:solidFill>
              <a:latin typeface="Avenir Next LT Pro" panose="020B0504020202020204" pitchFamily="34" charset="77"/>
            </a:rPr>
            <a:t>May 2024</a:t>
          </a:r>
        </a:p>
      </dgm:t>
    </dgm:pt>
    <dgm:pt modelId="{018607EB-2069-4AC4-878F-F42EF9C72082}" type="parTrans" cxnId="{E8C6F261-DFFC-4730-B8E9-82350AD0D189}">
      <dgm:prSet/>
      <dgm:spPr/>
      <dgm:t>
        <a:bodyPr/>
        <a:lstStyle/>
        <a:p>
          <a:endParaRPr lang="en-US"/>
        </a:p>
      </dgm:t>
    </dgm:pt>
    <dgm:pt modelId="{05CCAE2A-E25B-4B8C-9F67-7E6CCE96A60C}" type="sibTrans" cxnId="{E8C6F261-DFFC-4730-B8E9-82350AD0D189}">
      <dgm:prSet/>
      <dgm:spPr/>
      <dgm:t>
        <a:bodyPr/>
        <a:lstStyle/>
        <a:p>
          <a:endParaRPr lang="en-US"/>
        </a:p>
      </dgm:t>
    </dgm:pt>
    <dgm:pt modelId="{E50AD81B-2C9D-40EA-B64E-69CB0DEFACF5}">
      <dgm:prSet custT="1"/>
      <dgm:spPr>
        <a:noFill/>
        <a:ln>
          <a:solidFill>
            <a:schemeClr val="accent1">
              <a:lumMod val="75000"/>
            </a:schemeClr>
          </a:solidFill>
        </a:ln>
        <a:effectLst>
          <a:glow rad="127000">
            <a:schemeClr val="accent1">
              <a:alpha val="20000"/>
            </a:schemeClr>
          </a:glow>
        </a:effectLst>
      </dgm:spPr>
      <dgm:t>
        <a:bodyPr/>
        <a:lstStyle/>
        <a:p>
          <a:pPr algn="ctr"/>
          <a:r>
            <a:rPr lang="en-US" sz="1800" b="1" i="0" cap="all" baseline="0" dirty="0">
              <a:solidFill>
                <a:schemeClr val="accent1">
                  <a:lumMod val="60000"/>
                  <a:lumOff val="40000"/>
                </a:schemeClr>
              </a:solidFill>
              <a:latin typeface="Avenir Next LT Pro" panose="020B0504020202020204" pitchFamily="34" charset="77"/>
            </a:rPr>
            <a:t>New York City, NY</a:t>
          </a:r>
        </a:p>
      </dgm:t>
    </dgm:pt>
    <dgm:pt modelId="{FE6BBFAB-2279-4AD8-8BEC-BE063763C50C}" type="parTrans" cxnId="{6C43F2AC-C05E-41A1-A22F-A176EF81B728}">
      <dgm:prSet/>
      <dgm:spPr/>
      <dgm:t>
        <a:bodyPr/>
        <a:lstStyle/>
        <a:p>
          <a:endParaRPr lang="en-US"/>
        </a:p>
      </dgm:t>
    </dgm:pt>
    <dgm:pt modelId="{B35C0B04-CB6B-4DBE-8EFF-C37E80DC00BA}" type="sibTrans" cxnId="{6C43F2AC-C05E-41A1-A22F-A176EF81B728}">
      <dgm:prSet/>
      <dgm:spPr/>
      <dgm:t>
        <a:bodyPr/>
        <a:lstStyle/>
        <a:p>
          <a:endParaRPr lang="en-US"/>
        </a:p>
      </dgm:t>
    </dgm:pt>
    <dgm:pt modelId="{3357EA7B-6901-444B-96C1-EFA318C860B8}" type="pres">
      <dgm:prSet presAssocID="{AA5C597E-B8B9-4597-931B-CB25537F0C20}" presName="root" presStyleCnt="0">
        <dgm:presLayoutVars>
          <dgm:chMax/>
          <dgm:chPref/>
          <dgm:animLvl val="lvl"/>
        </dgm:presLayoutVars>
      </dgm:prSet>
      <dgm:spPr/>
    </dgm:pt>
    <dgm:pt modelId="{FDD5FF72-CB2C-A245-83D2-F06CC4F57320}" type="pres">
      <dgm:prSet presAssocID="{AA5C597E-B8B9-4597-931B-CB25537F0C20}" presName="divider" presStyleLbl="fgAccFollowNode1" presStyleIdx="0" presStyleCnt="1"/>
      <dgm:spPr>
        <a:solidFill>
          <a:schemeClr val="accent5">
            <a:tint val="40000"/>
            <a:alpha val="90000"/>
            <a:hueOff val="0"/>
            <a:satOff val="0"/>
            <a:lumOff val="0"/>
            <a:alphaOff val="0"/>
          </a:schemeClr>
        </a:solidFill>
        <a:ln w="12700" cap="flat" cmpd="sng" algn="ctr">
          <a:solidFill>
            <a:schemeClr val="accent6">
              <a:alpha val="90000"/>
            </a:schemeClr>
          </a:solidFill>
          <a:prstDash val="solid"/>
          <a:miter lim="800000"/>
          <a:tailEnd type="none" w="lg" len="lg"/>
        </a:ln>
        <a:effectLst/>
      </dgm:spPr>
    </dgm:pt>
    <dgm:pt modelId="{635FD0C2-AFB3-A64F-8381-DCA0B642FFE2}" type="pres">
      <dgm:prSet presAssocID="{AA5C597E-B8B9-4597-931B-CB25537F0C20}" presName="nodes" presStyleCnt="0">
        <dgm:presLayoutVars>
          <dgm:chMax/>
          <dgm:chPref/>
          <dgm:animLvl val="lvl"/>
        </dgm:presLayoutVars>
      </dgm:prSet>
      <dgm:spPr/>
    </dgm:pt>
    <dgm:pt modelId="{1FC7714D-6605-264A-94CD-BFB4DF335107}" type="pres">
      <dgm:prSet presAssocID="{F26D8073-CF85-4884-84CE-BC66BFE57191}" presName="composite" presStyleCnt="0"/>
      <dgm:spPr/>
    </dgm:pt>
    <dgm:pt modelId="{C94B8FD8-D6AD-BB49-AA89-D471BAEAFFD0}" type="pres">
      <dgm:prSet presAssocID="{F26D8073-CF85-4884-84CE-BC66BFE57191}" presName="L1TextContainer" presStyleLbl="revTx" presStyleIdx="0" presStyleCnt="5">
        <dgm:presLayoutVars>
          <dgm:chMax val="1"/>
          <dgm:chPref val="1"/>
          <dgm:bulletEnabled val="1"/>
        </dgm:presLayoutVars>
      </dgm:prSet>
      <dgm:spPr/>
    </dgm:pt>
    <dgm:pt modelId="{EDFD1005-72D6-534C-AB69-B95E1C01CB9A}" type="pres">
      <dgm:prSet presAssocID="{F26D8073-CF85-4884-84CE-BC66BFE57191}" presName="L2TextContainerWrapper" presStyleCnt="0">
        <dgm:presLayoutVars>
          <dgm:chMax val="0"/>
          <dgm:chPref val="0"/>
          <dgm:bulletEnabled val="1"/>
        </dgm:presLayoutVars>
      </dgm:prSet>
      <dgm:spPr/>
    </dgm:pt>
    <dgm:pt modelId="{0DDFB2C2-69BA-5245-B181-E8FF76E3EF02}" type="pres">
      <dgm:prSet presAssocID="{F26D8073-CF85-4884-84CE-BC66BFE57191}" presName="L2TextContainer" presStyleLbl="bgAcc1" presStyleIdx="0" presStyleCnt="5" custScaleY="75269"/>
      <dgm:spPr/>
    </dgm:pt>
    <dgm:pt modelId="{4D92808E-6C1B-2B48-AFA1-174976C2DAD5}" type="pres">
      <dgm:prSet presAssocID="{F26D8073-CF85-4884-84CE-BC66BFE57191}" presName="FlexibleEmptyPlaceHolder" presStyleCnt="0"/>
      <dgm:spPr/>
    </dgm:pt>
    <dgm:pt modelId="{D4176B51-7D2A-D84B-8394-4CC6EB449875}" type="pres">
      <dgm:prSet presAssocID="{F26D8073-CF85-4884-84CE-BC66BFE57191}" presName="ConnectLine" presStyleLbl="sibTrans1D1" presStyleIdx="0" presStyleCnt="5"/>
      <dgm:spPr>
        <a:noFill/>
        <a:ln w="12700" cap="flat" cmpd="sng" algn="ctr">
          <a:solidFill>
            <a:schemeClr val="accent6"/>
          </a:solidFill>
          <a:prstDash val="sysDash"/>
          <a:miter lim="800000"/>
        </a:ln>
        <a:effectLst/>
      </dgm:spPr>
    </dgm:pt>
    <dgm:pt modelId="{E3CA6320-2FBC-5749-97E8-5A6465685351}" type="pres">
      <dgm:prSet presAssocID="{F26D8073-CF85-4884-84CE-BC66BFE57191}" presName="ConnectorPoint" presStyleLbl="alignNode1" presStyleIdx="0" presStyleCnt="5" custScaleX="142750" custScaleY="142750" custLinFactNeighborY="46420"/>
      <dgm:spPr>
        <a:solidFill>
          <a:schemeClr val="accent6"/>
        </a:solidFill>
        <a:ln>
          <a:noFill/>
        </a:ln>
      </dgm:spPr>
    </dgm:pt>
    <dgm:pt modelId="{910D074E-39A7-D445-8538-1921D3B36A4A}" type="pres">
      <dgm:prSet presAssocID="{F26D8073-CF85-4884-84CE-BC66BFE57191}" presName="EmptyPlaceHolder" presStyleCnt="0"/>
      <dgm:spPr/>
    </dgm:pt>
    <dgm:pt modelId="{B5C62D48-C6B4-0148-AA22-D39CAC2F79B9}" type="pres">
      <dgm:prSet presAssocID="{50E2EE73-3B53-4B22-8E30-5C79ED2AE884}" presName="spaceBetweenRectangles" presStyleCnt="0"/>
      <dgm:spPr/>
    </dgm:pt>
    <dgm:pt modelId="{FD52D001-680E-4540-862A-3FCF560FD3FC}" type="pres">
      <dgm:prSet presAssocID="{F985E2B3-551F-4285-8F40-75D123F90B43}" presName="composite" presStyleCnt="0"/>
      <dgm:spPr/>
    </dgm:pt>
    <dgm:pt modelId="{B3B1B9AF-1AFD-6C46-A314-9777A91EE92C}" type="pres">
      <dgm:prSet presAssocID="{F985E2B3-551F-4285-8F40-75D123F90B43}" presName="L1TextContainer" presStyleLbl="revTx" presStyleIdx="1" presStyleCnt="5">
        <dgm:presLayoutVars>
          <dgm:chMax val="1"/>
          <dgm:chPref val="1"/>
          <dgm:bulletEnabled val="1"/>
        </dgm:presLayoutVars>
      </dgm:prSet>
      <dgm:spPr/>
    </dgm:pt>
    <dgm:pt modelId="{1F0CB1F0-669D-6844-94B6-4937D873DE49}" type="pres">
      <dgm:prSet presAssocID="{F985E2B3-551F-4285-8F40-75D123F90B43}" presName="L2TextContainerWrapper" presStyleCnt="0">
        <dgm:presLayoutVars>
          <dgm:chMax val="0"/>
          <dgm:chPref val="0"/>
          <dgm:bulletEnabled val="1"/>
        </dgm:presLayoutVars>
      </dgm:prSet>
      <dgm:spPr/>
    </dgm:pt>
    <dgm:pt modelId="{1220584D-AC02-2741-BBF8-549C5189F680}" type="pres">
      <dgm:prSet presAssocID="{F985E2B3-551F-4285-8F40-75D123F90B43}" presName="L2TextContainer" presStyleLbl="bgAcc1" presStyleIdx="1" presStyleCnt="5" custScaleY="75269"/>
      <dgm:spPr/>
    </dgm:pt>
    <dgm:pt modelId="{F374C182-799C-8F44-844C-FFD1B6F237DE}" type="pres">
      <dgm:prSet presAssocID="{F985E2B3-551F-4285-8F40-75D123F90B43}" presName="FlexibleEmptyPlaceHolder" presStyleCnt="0"/>
      <dgm:spPr/>
    </dgm:pt>
    <dgm:pt modelId="{804DE16D-550B-7B42-91BB-DF65745A3939}" type="pres">
      <dgm:prSet presAssocID="{F985E2B3-551F-4285-8F40-75D123F90B43}" presName="ConnectLine" presStyleLbl="sibTrans1D1" presStyleIdx="1" presStyleCnt="5"/>
      <dgm:spPr>
        <a:noFill/>
        <a:ln w="12700" cap="flat" cmpd="sng" algn="ctr">
          <a:solidFill>
            <a:schemeClr val="accent6"/>
          </a:solidFill>
          <a:prstDash val="sysDash"/>
          <a:miter lim="800000"/>
        </a:ln>
        <a:effectLst/>
      </dgm:spPr>
    </dgm:pt>
    <dgm:pt modelId="{42CB1180-CC08-F140-A3C1-19205F4BA2AF}" type="pres">
      <dgm:prSet presAssocID="{F985E2B3-551F-4285-8F40-75D123F90B43}" presName="ConnectorPoint" presStyleLbl="alignNode1" presStyleIdx="1" presStyleCnt="5" custScaleX="142750" custScaleY="142750" custLinFactNeighborY="-44264"/>
      <dgm:spPr>
        <a:solidFill>
          <a:schemeClr val="accent6"/>
        </a:solidFill>
        <a:ln>
          <a:noFill/>
        </a:ln>
      </dgm:spPr>
    </dgm:pt>
    <dgm:pt modelId="{8CC1C4B5-CF84-4C4D-995B-471D1A7E920E}" type="pres">
      <dgm:prSet presAssocID="{F985E2B3-551F-4285-8F40-75D123F90B43}" presName="EmptyPlaceHolder" presStyleCnt="0"/>
      <dgm:spPr/>
    </dgm:pt>
    <dgm:pt modelId="{54716F73-74B0-AA44-BB05-15C7FDD88B1D}" type="pres">
      <dgm:prSet presAssocID="{4F32F752-6387-413F-AF6E-DB4789D9CFFF}" presName="spaceBetweenRectangles" presStyleCnt="0"/>
      <dgm:spPr/>
    </dgm:pt>
    <dgm:pt modelId="{47C9E48E-0BC9-A044-81A7-CFB97C8557D9}" type="pres">
      <dgm:prSet presAssocID="{7A38E9D2-4100-4FA4-B354-5DF23B84D3E0}" presName="composite" presStyleCnt="0"/>
      <dgm:spPr/>
    </dgm:pt>
    <dgm:pt modelId="{4714E0B6-A727-1B4A-8B98-82A2C493EF07}" type="pres">
      <dgm:prSet presAssocID="{7A38E9D2-4100-4FA4-B354-5DF23B84D3E0}" presName="L1TextContainer" presStyleLbl="revTx" presStyleIdx="2" presStyleCnt="5">
        <dgm:presLayoutVars>
          <dgm:chMax val="1"/>
          <dgm:chPref val="1"/>
          <dgm:bulletEnabled val="1"/>
        </dgm:presLayoutVars>
      </dgm:prSet>
      <dgm:spPr/>
    </dgm:pt>
    <dgm:pt modelId="{9A884750-090B-E140-BA0F-B69B53679AEF}" type="pres">
      <dgm:prSet presAssocID="{7A38E9D2-4100-4FA4-B354-5DF23B84D3E0}" presName="L2TextContainerWrapper" presStyleCnt="0">
        <dgm:presLayoutVars>
          <dgm:chMax val="0"/>
          <dgm:chPref val="0"/>
          <dgm:bulletEnabled val="1"/>
        </dgm:presLayoutVars>
      </dgm:prSet>
      <dgm:spPr/>
    </dgm:pt>
    <dgm:pt modelId="{987BBF6E-5215-AC40-99E7-A8175839CED4}" type="pres">
      <dgm:prSet presAssocID="{7A38E9D2-4100-4FA4-B354-5DF23B84D3E0}" presName="L2TextContainer" presStyleLbl="bgAcc1" presStyleIdx="2" presStyleCnt="5" custScaleY="75269"/>
      <dgm:spPr/>
    </dgm:pt>
    <dgm:pt modelId="{A4AAB66C-2C10-2849-9831-338D816457E1}" type="pres">
      <dgm:prSet presAssocID="{7A38E9D2-4100-4FA4-B354-5DF23B84D3E0}" presName="FlexibleEmptyPlaceHolder" presStyleCnt="0"/>
      <dgm:spPr/>
    </dgm:pt>
    <dgm:pt modelId="{6432520B-2042-154E-8025-F4330596560E}" type="pres">
      <dgm:prSet presAssocID="{7A38E9D2-4100-4FA4-B354-5DF23B84D3E0}" presName="ConnectLine" presStyleLbl="sibTrans1D1" presStyleIdx="2" presStyleCnt="5"/>
      <dgm:spPr>
        <a:noFill/>
        <a:ln w="12700" cap="flat" cmpd="sng" algn="ctr">
          <a:solidFill>
            <a:schemeClr val="accent6"/>
          </a:solidFill>
          <a:prstDash val="sysDash"/>
          <a:miter lim="800000"/>
        </a:ln>
        <a:effectLst/>
      </dgm:spPr>
    </dgm:pt>
    <dgm:pt modelId="{0E08EA7F-9ED3-2046-A205-1E9B12875CBE}" type="pres">
      <dgm:prSet presAssocID="{7A38E9D2-4100-4FA4-B354-5DF23B84D3E0}" presName="ConnectorPoint" presStyleLbl="alignNode1" presStyleIdx="2" presStyleCnt="5" custScaleX="142750" custScaleY="142750" custLinFactNeighborY="46420"/>
      <dgm:spPr>
        <a:solidFill>
          <a:schemeClr val="accent6"/>
        </a:solidFill>
        <a:ln>
          <a:noFill/>
        </a:ln>
      </dgm:spPr>
    </dgm:pt>
    <dgm:pt modelId="{A302A97A-2DAE-8D4D-B143-62F4B66CD7DE}" type="pres">
      <dgm:prSet presAssocID="{7A38E9D2-4100-4FA4-B354-5DF23B84D3E0}" presName="EmptyPlaceHolder" presStyleCnt="0"/>
      <dgm:spPr/>
    </dgm:pt>
    <dgm:pt modelId="{49593DDC-B829-FB4E-8561-D05C760BC003}" type="pres">
      <dgm:prSet presAssocID="{611BF633-F4B3-4B96-AADD-937D91F5C042}" presName="spaceBetweenRectangles" presStyleCnt="0"/>
      <dgm:spPr/>
    </dgm:pt>
    <dgm:pt modelId="{6E955C43-EC46-7B4A-B5B7-49D0BA25F618}" type="pres">
      <dgm:prSet presAssocID="{5339D59B-5F62-4C8E-9AB3-8A3D502A8CB6}" presName="composite" presStyleCnt="0"/>
      <dgm:spPr/>
    </dgm:pt>
    <dgm:pt modelId="{08A3DDDA-AA64-5D41-A360-7D30AF558572}" type="pres">
      <dgm:prSet presAssocID="{5339D59B-5F62-4C8E-9AB3-8A3D502A8CB6}" presName="L1TextContainer" presStyleLbl="revTx" presStyleIdx="3" presStyleCnt="5">
        <dgm:presLayoutVars>
          <dgm:chMax val="1"/>
          <dgm:chPref val="1"/>
          <dgm:bulletEnabled val="1"/>
        </dgm:presLayoutVars>
      </dgm:prSet>
      <dgm:spPr/>
    </dgm:pt>
    <dgm:pt modelId="{AFEE7E61-3CFA-DB4A-8F23-145B066AB3B9}" type="pres">
      <dgm:prSet presAssocID="{5339D59B-5F62-4C8E-9AB3-8A3D502A8CB6}" presName="L2TextContainerWrapper" presStyleCnt="0">
        <dgm:presLayoutVars>
          <dgm:chMax val="0"/>
          <dgm:chPref val="0"/>
          <dgm:bulletEnabled val="1"/>
        </dgm:presLayoutVars>
      </dgm:prSet>
      <dgm:spPr/>
    </dgm:pt>
    <dgm:pt modelId="{8FA011E2-8BB4-404E-921A-66FAE0B78D0C}" type="pres">
      <dgm:prSet presAssocID="{5339D59B-5F62-4C8E-9AB3-8A3D502A8CB6}" presName="L2TextContainer" presStyleLbl="bgAcc1" presStyleIdx="3" presStyleCnt="5" custScaleY="75269"/>
      <dgm:spPr/>
    </dgm:pt>
    <dgm:pt modelId="{E3652DF9-BE39-6645-A13A-710894A882B4}" type="pres">
      <dgm:prSet presAssocID="{5339D59B-5F62-4C8E-9AB3-8A3D502A8CB6}" presName="FlexibleEmptyPlaceHolder" presStyleCnt="0"/>
      <dgm:spPr/>
    </dgm:pt>
    <dgm:pt modelId="{C424932C-DC63-994F-AF5F-97BD86C7A4B0}" type="pres">
      <dgm:prSet presAssocID="{5339D59B-5F62-4C8E-9AB3-8A3D502A8CB6}" presName="ConnectLine" presStyleLbl="sibTrans1D1" presStyleIdx="3" presStyleCnt="5"/>
      <dgm:spPr>
        <a:noFill/>
        <a:ln w="12700" cap="flat" cmpd="sng" algn="ctr">
          <a:solidFill>
            <a:schemeClr val="accent6"/>
          </a:solidFill>
          <a:prstDash val="sysDash"/>
          <a:miter lim="800000"/>
        </a:ln>
        <a:effectLst/>
      </dgm:spPr>
    </dgm:pt>
    <dgm:pt modelId="{E9911E17-2AB7-F64A-8033-27BB491A02D5}" type="pres">
      <dgm:prSet presAssocID="{5339D59B-5F62-4C8E-9AB3-8A3D502A8CB6}" presName="ConnectorPoint" presStyleLbl="alignNode1" presStyleIdx="3" presStyleCnt="5" custScaleX="142750" custScaleY="142750" custLinFactNeighborY="-44264"/>
      <dgm:spPr>
        <a:solidFill>
          <a:schemeClr val="accent6"/>
        </a:solidFill>
        <a:ln>
          <a:noFill/>
        </a:ln>
      </dgm:spPr>
    </dgm:pt>
    <dgm:pt modelId="{0FFBCBEB-C7C4-3242-9260-9A15D06FDBF5}" type="pres">
      <dgm:prSet presAssocID="{5339D59B-5F62-4C8E-9AB3-8A3D502A8CB6}" presName="EmptyPlaceHolder" presStyleCnt="0"/>
      <dgm:spPr/>
    </dgm:pt>
    <dgm:pt modelId="{41DD2CDE-1986-1546-96FD-29C0B834C612}" type="pres">
      <dgm:prSet presAssocID="{81E9CF99-F964-4F00-9088-31AD712298A1}" presName="spaceBetweenRectangles" presStyleCnt="0"/>
      <dgm:spPr/>
    </dgm:pt>
    <dgm:pt modelId="{3D570972-C7F0-A346-BFB2-3B2B6A60332A}" type="pres">
      <dgm:prSet presAssocID="{F597569A-7C28-4072-A451-8DA912F1219D}" presName="composite" presStyleCnt="0"/>
      <dgm:spPr/>
    </dgm:pt>
    <dgm:pt modelId="{9508108F-E299-4B42-999B-18201F22A133}" type="pres">
      <dgm:prSet presAssocID="{F597569A-7C28-4072-A451-8DA912F1219D}" presName="L1TextContainer" presStyleLbl="revTx" presStyleIdx="4" presStyleCnt="5">
        <dgm:presLayoutVars>
          <dgm:chMax val="1"/>
          <dgm:chPref val="1"/>
          <dgm:bulletEnabled val="1"/>
        </dgm:presLayoutVars>
      </dgm:prSet>
      <dgm:spPr/>
    </dgm:pt>
    <dgm:pt modelId="{E7434F33-6893-064A-A2A8-B50A3E214AB0}" type="pres">
      <dgm:prSet presAssocID="{F597569A-7C28-4072-A451-8DA912F1219D}" presName="L2TextContainerWrapper" presStyleCnt="0">
        <dgm:presLayoutVars>
          <dgm:chMax val="0"/>
          <dgm:chPref val="0"/>
          <dgm:bulletEnabled val="1"/>
        </dgm:presLayoutVars>
      </dgm:prSet>
      <dgm:spPr/>
    </dgm:pt>
    <dgm:pt modelId="{93B94A3F-D9CC-7349-9711-454C01DAB74F}" type="pres">
      <dgm:prSet presAssocID="{F597569A-7C28-4072-A451-8DA912F1219D}" presName="L2TextContainer" presStyleLbl="bgAcc1" presStyleIdx="4" presStyleCnt="5" custScaleY="75269"/>
      <dgm:spPr/>
    </dgm:pt>
    <dgm:pt modelId="{6AD3AEC2-5E7B-AE43-AC6C-521D3519DE86}" type="pres">
      <dgm:prSet presAssocID="{F597569A-7C28-4072-A451-8DA912F1219D}" presName="FlexibleEmptyPlaceHolder" presStyleCnt="0"/>
      <dgm:spPr/>
    </dgm:pt>
    <dgm:pt modelId="{7986FDDB-23A8-9743-B34A-BA63E192B525}" type="pres">
      <dgm:prSet presAssocID="{F597569A-7C28-4072-A451-8DA912F1219D}" presName="ConnectLine" presStyleLbl="sibTrans1D1" presStyleIdx="4" presStyleCnt="5"/>
      <dgm:spPr>
        <a:noFill/>
        <a:ln w="12700" cap="flat" cmpd="sng" algn="ctr">
          <a:solidFill>
            <a:schemeClr val="accent6"/>
          </a:solidFill>
          <a:prstDash val="sysDash"/>
          <a:miter lim="800000"/>
        </a:ln>
        <a:effectLst/>
      </dgm:spPr>
    </dgm:pt>
    <dgm:pt modelId="{093A3383-0E74-A44F-AF6C-FD7EF3514870}" type="pres">
      <dgm:prSet presAssocID="{F597569A-7C28-4072-A451-8DA912F1219D}" presName="ConnectorPoint" presStyleLbl="alignNode1" presStyleIdx="4" presStyleCnt="5" custScaleX="142750" custScaleY="142750" custLinFactNeighborY="46420"/>
      <dgm:spPr>
        <a:solidFill>
          <a:schemeClr val="accent6"/>
        </a:solidFill>
        <a:ln>
          <a:noFill/>
        </a:ln>
      </dgm:spPr>
    </dgm:pt>
    <dgm:pt modelId="{07E6245D-C278-F348-9D8F-3BFC107D697E}" type="pres">
      <dgm:prSet presAssocID="{F597569A-7C28-4072-A451-8DA912F1219D}" presName="EmptyPlaceHolder" presStyleCnt="0"/>
      <dgm:spPr/>
    </dgm:pt>
  </dgm:ptLst>
  <dgm:cxnLst>
    <dgm:cxn modelId="{A6035D10-8D31-6447-B26D-CD3B0C071905}" type="presOf" srcId="{B41EBFFD-B4AB-47E6-967B-B03466CD13A9}" destId="{987BBF6E-5215-AC40-99E7-A8175839CED4}" srcOrd="0" destOrd="0" presId="urn:microsoft.com/office/officeart/2016/7/layout/BasicTimeline"/>
    <dgm:cxn modelId="{2E75FA2B-B12C-4FD0-9EA2-44DB27B07ED4}" srcId="{7A38E9D2-4100-4FA4-B354-5DF23B84D3E0}" destId="{B41EBFFD-B4AB-47E6-967B-B03466CD13A9}" srcOrd="0" destOrd="0" parTransId="{CA99A96D-0E84-479D-8B0A-7F01389C2856}" sibTransId="{EDA36237-8BFA-4FE9-9764-28B1AC3B46CA}"/>
    <dgm:cxn modelId="{172A963B-7ACB-A24A-97DB-880A17E1DE42}" type="presOf" srcId="{5339D59B-5F62-4C8E-9AB3-8A3D502A8CB6}" destId="{08A3DDDA-AA64-5D41-A360-7D30AF558572}" srcOrd="0" destOrd="0" presId="urn:microsoft.com/office/officeart/2016/7/layout/BasicTimeline"/>
    <dgm:cxn modelId="{A4BEB85D-0590-7341-BE0D-17E97348DAA9}" type="presOf" srcId="{F985E2B3-551F-4285-8F40-75D123F90B43}" destId="{B3B1B9AF-1AFD-6C46-A314-9777A91EE92C}" srcOrd="0" destOrd="0" presId="urn:microsoft.com/office/officeart/2016/7/layout/BasicTimeline"/>
    <dgm:cxn modelId="{E8C6F261-DFFC-4730-B8E9-82350AD0D189}" srcId="{AA5C597E-B8B9-4597-931B-CB25537F0C20}" destId="{F597569A-7C28-4072-A451-8DA912F1219D}" srcOrd="4" destOrd="0" parTransId="{018607EB-2069-4AC4-878F-F42EF9C72082}" sibTransId="{05CCAE2A-E25B-4B8C-9F67-7E6CCE96A60C}"/>
    <dgm:cxn modelId="{0A1EC945-3CA2-5D4A-8A0A-235BE514C740}" type="presOf" srcId="{F597569A-7C28-4072-A451-8DA912F1219D}" destId="{9508108F-E299-4B42-999B-18201F22A133}" srcOrd="0" destOrd="0" presId="urn:microsoft.com/office/officeart/2016/7/layout/BasicTimeline"/>
    <dgm:cxn modelId="{D9B45467-CD02-6242-8B11-A0AE01FE9DBB}" type="presOf" srcId="{7BD41CF4-C88F-4E6E-83F4-5CFAABF00F68}" destId="{0DDFB2C2-69BA-5245-B181-E8FF76E3EF02}" srcOrd="0" destOrd="0" presId="urn:microsoft.com/office/officeart/2016/7/layout/BasicTimeline"/>
    <dgm:cxn modelId="{A0BA6150-C0D5-9243-A311-D0284E019E68}" type="presOf" srcId="{F26D8073-CF85-4884-84CE-BC66BFE57191}" destId="{C94B8FD8-D6AD-BB49-AA89-D471BAEAFFD0}" srcOrd="0" destOrd="0" presId="urn:microsoft.com/office/officeart/2016/7/layout/BasicTimeline"/>
    <dgm:cxn modelId="{637D8470-CE85-4C31-AAFA-6CCD4AF2C677}" srcId="{AA5C597E-B8B9-4597-931B-CB25537F0C20}" destId="{F985E2B3-551F-4285-8F40-75D123F90B43}" srcOrd="1" destOrd="0" parTransId="{2B566B61-9C42-4A4E-BF95-E4AF155A3478}" sibTransId="{4F32F752-6387-413F-AF6E-DB4789D9CFFF}"/>
    <dgm:cxn modelId="{B0233D71-37B4-4A88-BD55-3A615F858EF7}" srcId="{5339D59B-5F62-4C8E-9AB3-8A3D502A8CB6}" destId="{C3DF4C33-AF53-4825-B924-D3D48867F5E3}" srcOrd="0" destOrd="0" parTransId="{223D31F0-2E65-4F26-83BB-5376B20C86D8}" sibTransId="{5F26862C-1087-49C8-9A6F-27F2081B88D6}"/>
    <dgm:cxn modelId="{78D60678-2183-42BD-92DD-24F3DD01A046}" srcId="{AA5C597E-B8B9-4597-931B-CB25537F0C20}" destId="{5339D59B-5F62-4C8E-9AB3-8A3D502A8CB6}" srcOrd="3" destOrd="0" parTransId="{9F770B62-8C10-471D-B80E-6E2C5188B23F}" sibTransId="{81E9CF99-F964-4F00-9088-31AD712298A1}"/>
    <dgm:cxn modelId="{2365977C-80A5-ED4A-B9D6-90E84D6F507D}" type="presOf" srcId="{696629C7-09F0-4AC9-928D-7BCAA6C49D27}" destId="{1220584D-AC02-2741-BBF8-549C5189F680}" srcOrd="0" destOrd="0" presId="urn:microsoft.com/office/officeart/2016/7/layout/BasicTimeline"/>
    <dgm:cxn modelId="{CDFE2C85-8712-4744-89BC-56D88CCD9806}" srcId="{AA5C597E-B8B9-4597-931B-CB25537F0C20}" destId="{F26D8073-CF85-4884-84CE-BC66BFE57191}" srcOrd="0" destOrd="0" parTransId="{52D6761C-7BB3-4171-A6C2-AF10150FBA09}" sibTransId="{50E2EE73-3B53-4B22-8E30-5C79ED2AE884}"/>
    <dgm:cxn modelId="{48B5D78B-1651-CF47-86EE-E1FC90B161EF}" type="presOf" srcId="{AA5C597E-B8B9-4597-931B-CB25537F0C20}" destId="{3357EA7B-6901-444B-96C1-EFA318C860B8}" srcOrd="0" destOrd="0" presId="urn:microsoft.com/office/officeart/2016/7/layout/BasicTimeline"/>
    <dgm:cxn modelId="{6C43F2AC-C05E-41A1-A22F-A176EF81B728}" srcId="{F597569A-7C28-4072-A451-8DA912F1219D}" destId="{E50AD81B-2C9D-40EA-B64E-69CB0DEFACF5}" srcOrd="0" destOrd="0" parTransId="{FE6BBFAB-2279-4AD8-8BEC-BE063763C50C}" sibTransId="{B35C0B04-CB6B-4DBE-8EFF-C37E80DC00BA}"/>
    <dgm:cxn modelId="{220C3EB5-38BB-40F2-BDA3-B5900DA3CCA6}" srcId="{F26D8073-CF85-4884-84CE-BC66BFE57191}" destId="{7BD41CF4-C88F-4E6E-83F4-5CFAABF00F68}" srcOrd="0" destOrd="0" parTransId="{7268C19B-DECB-439C-9747-941A90300D57}" sibTransId="{A6FFF512-2EC2-4AD3-BF40-286730F2ECB5}"/>
    <dgm:cxn modelId="{AB767EBE-8F83-4A17-839B-654E239F460C}" srcId="{F985E2B3-551F-4285-8F40-75D123F90B43}" destId="{696629C7-09F0-4AC9-928D-7BCAA6C49D27}" srcOrd="0" destOrd="0" parTransId="{5AAD49E0-4D37-4BC3-BAC5-CC032C61ADF5}" sibTransId="{A9F39281-B7AD-442A-878C-D9F72492DDFC}"/>
    <dgm:cxn modelId="{1C93C4E6-1E62-C34F-B45F-113B12FCAD2A}" type="presOf" srcId="{E50AD81B-2C9D-40EA-B64E-69CB0DEFACF5}" destId="{93B94A3F-D9CC-7349-9711-454C01DAB74F}" srcOrd="0" destOrd="0" presId="urn:microsoft.com/office/officeart/2016/7/layout/BasicTimeline"/>
    <dgm:cxn modelId="{592D02E8-36B2-BA44-868A-B91D4F64A1B8}" type="presOf" srcId="{C3DF4C33-AF53-4825-B924-D3D48867F5E3}" destId="{8FA011E2-8BB4-404E-921A-66FAE0B78D0C}" srcOrd="0" destOrd="0" presId="urn:microsoft.com/office/officeart/2016/7/layout/BasicTimeline"/>
    <dgm:cxn modelId="{BAE4E7F1-F338-4180-AECA-86A19CAE4AAA}" srcId="{AA5C597E-B8B9-4597-931B-CB25537F0C20}" destId="{7A38E9D2-4100-4FA4-B354-5DF23B84D3E0}" srcOrd="2" destOrd="0" parTransId="{94DA0CC1-88FA-4D78-A8A5-1DE02648137E}" sibTransId="{611BF633-F4B3-4B96-AADD-937D91F5C042}"/>
    <dgm:cxn modelId="{7FF3B6F6-4F2D-5E42-AC46-B245F95592EB}" type="presOf" srcId="{7A38E9D2-4100-4FA4-B354-5DF23B84D3E0}" destId="{4714E0B6-A727-1B4A-8B98-82A2C493EF07}" srcOrd="0" destOrd="0" presId="urn:microsoft.com/office/officeart/2016/7/layout/BasicTimeline"/>
    <dgm:cxn modelId="{C0BD04CA-B27A-C844-96C6-E340343C3676}" type="presParOf" srcId="{3357EA7B-6901-444B-96C1-EFA318C860B8}" destId="{FDD5FF72-CB2C-A245-83D2-F06CC4F57320}" srcOrd="0" destOrd="0" presId="urn:microsoft.com/office/officeart/2016/7/layout/BasicTimeline"/>
    <dgm:cxn modelId="{23F86114-B130-EB4E-AA6B-B4607B6D1775}" type="presParOf" srcId="{3357EA7B-6901-444B-96C1-EFA318C860B8}" destId="{635FD0C2-AFB3-A64F-8381-DCA0B642FFE2}" srcOrd="1" destOrd="0" presId="urn:microsoft.com/office/officeart/2016/7/layout/BasicTimeline"/>
    <dgm:cxn modelId="{B9E72F2B-3705-FE4D-9255-4BC107A3F569}" type="presParOf" srcId="{635FD0C2-AFB3-A64F-8381-DCA0B642FFE2}" destId="{1FC7714D-6605-264A-94CD-BFB4DF335107}" srcOrd="0" destOrd="0" presId="urn:microsoft.com/office/officeart/2016/7/layout/BasicTimeline"/>
    <dgm:cxn modelId="{EE77E478-1BA1-D445-BF07-CDCABE784A3D}" type="presParOf" srcId="{1FC7714D-6605-264A-94CD-BFB4DF335107}" destId="{C94B8FD8-D6AD-BB49-AA89-D471BAEAFFD0}" srcOrd="0" destOrd="0" presId="urn:microsoft.com/office/officeart/2016/7/layout/BasicTimeline"/>
    <dgm:cxn modelId="{658C6DD0-4DE9-5448-BF86-E9C4A2B3A4A7}" type="presParOf" srcId="{1FC7714D-6605-264A-94CD-BFB4DF335107}" destId="{EDFD1005-72D6-534C-AB69-B95E1C01CB9A}" srcOrd="1" destOrd="0" presId="urn:microsoft.com/office/officeart/2016/7/layout/BasicTimeline"/>
    <dgm:cxn modelId="{BB1E7BEA-2F29-854B-AA08-3E56EB6DD4AF}" type="presParOf" srcId="{EDFD1005-72D6-534C-AB69-B95E1C01CB9A}" destId="{0DDFB2C2-69BA-5245-B181-E8FF76E3EF02}" srcOrd="0" destOrd="0" presId="urn:microsoft.com/office/officeart/2016/7/layout/BasicTimeline"/>
    <dgm:cxn modelId="{09D11D88-9A86-6844-BB35-074CC31C9C71}" type="presParOf" srcId="{EDFD1005-72D6-534C-AB69-B95E1C01CB9A}" destId="{4D92808E-6C1B-2B48-AFA1-174976C2DAD5}" srcOrd="1" destOrd="0" presId="urn:microsoft.com/office/officeart/2016/7/layout/BasicTimeline"/>
    <dgm:cxn modelId="{2E9B9A98-EDBE-6544-A6ED-2E87BA9994BB}" type="presParOf" srcId="{1FC7714D-6605-264A-94CD-BFB4DF335107}" destId="{D4176B51-7D2A-D84B-8394-4CC6EB449875}" srcOrd="2" destOrd="0" presId="urn:microsoft.com/office/officeart/2016/7/layout/BasicTimeline"/>
    <dgm:cxn modelId="{63139B9D-F07C-4948-8A37-FE0959271044}" type="presParOf" srcId="{1FC7714D-6605-264A-94CD-BFB4DF335107}" destId="{E3CA6320-2FBC-5749-97E8-5A6465685351}" srcOrd="3" destOrd="0" presId="urn:microsoft.com/office/officeart/2016/7/layout/BasicTimeline"/>
    <dgm:cxn modelId="{0792BE56-9088-2046-B22F-9B404BBF2831}" type="presParOf" srcId="{1FC7714D-6605-264A-94CD-BFB4DF335107}" destId="{910D074E-39A7-D445-8538-1921D3B36A4A}" srcOrd="4" destOrd="0" presId="urn:microsoft.com/office/officeart/2016/7/layout/BasicTimeline"/>
    <dgm:cxn modelId="{4A44C8D0-8014-7E4C-80C0-86EB840806F5}" type="presParOf" srcId="{635FD0C2-AFB3-A64F-8381-DCA0B642FFE2}" destId="{B5C62D48-C6B4-0148-AA22-D39CAC2F79B9}" srcOrd="1" destOrd="0" presId="urn:microsoft.com/office/officeart/2016/7/layout/BasicTimeline"/>
    <dgm:cxn modelId="{4246D8FD-7085-3C49-8567-429B7D264406}" type="presParOf" srcId="{635FD0C2-AFB3-A64F-8381-DCA0B642FFE2}" destId="{FD52D001-680E-4540-862A-3FCF560FD3FC}" srcOrd="2" destOrd="0" presId="urn:microsoft.com/office/officeart/2016/7/layout/BasicTimeline"/>
    <dgm:cxn modelId="{EDD7C09A-88EC-AC42-BE8D-85B7F5F13388}" type="presParOf" srcId="{FD52D001-680E-4540-862A-3FCF560FD3FC}" destId="{B3B1B9AF-1AFD-6C46-A314-9777A91EE92C}" srcOrd="0" destOrd="0" presId="urn:microsoft.com/office/officeart/2016/7/layout/BasicTimeline"/>
    <dgm:cxn modelId="{5BA9198A-99DF-9A40-8315-3181E26D3C14}" type="presParOf" srcId="{FD52D001-680E-4540-862A-3FCF560FD3FC}" destId="{1F0CB1F0-669D-6844-94B6-4937D873DE49}" srcOrd="1" destOrd="0" presId="urn:microsoft.com/office/officeart/2016/7/layout/BasicTimeline"/>
    <dgm:cxn modelId="{DBDA2269-C60B-374F-9FE3-596A388195F4}" type="presParOf" srcId="{1F0CB1F0-669D-6844-94B6-4937D873DE49}" destId="{1220584D-AC02-2741-BBF8-549C5189F680}" srcOrd="0" destOrd="0" presId="urn:microsoft.com/office/officeart/2016/7/layout/BasicTimeline"/>
    <dgm:cxn modelId="{2C946FAC-7D68-F444-AFAF-FA1A29ABC2E2}" type="presParOf" srcId="{1F0CB1F0-669D-6844-94B6-4937D873DE49}" destId="{F374C182-799C-8F44-844C-FFD1B6F237DE}" srcOrd="1" destOrd="0" presId="urn:microsoft.com/office/officeart/2016/7/layout/BasicTimeline"/>
    <dgm:cxn modelId="{334D0121-B532-4844-9F8E-316A601309C5}" type="presParOf" srcId="{FD52D001-680E-4540-862A-3FCF560FD3FC}" destId="{804DE16D-550B-7B42-91BB-DF65745A3939}" srcOrd="2" destOrd="0" presId="urn:microsoft.com/office/officeart/2016/7/layout/BasicTimeline"/>
    <dgm:cxn modelId="{7662988D-EAB0-DA4D-A344-F0E0C643522D}" type="presParOf" srcId="{FD52D001-680E-4540-862A-3FCF560FD3FC}" destId="{42CB1180-CC08-F140-A3C1-19205F4BA2AF}" srcOrd="3" destOrd="0" presId="urn:microsoft.com/office/officeart/2016/7/layout/BasicTimeline"/>
    <dgm:cxn modelId="{CB816E6F-9378-0549-94F4-C54ADE54AA86}" type="presParOf" srcId="{FD52D001-680E-4540-862A-3FCF560FD3FC}" destId="{8CC1C4B5-CF84-4C4D-995B-471D1A7E920E}" srcOrd="4" destOrd="0" presId="urn:microsoft.com/office/officeart/2016/7/layout/BasicTimeline"/>
    <dgm:cxn modelId="{25AC81EF-CD79-DB48-879B-174F499CC740}" type="presParOf" srcId="{635FD0C2-AFB3-A64F-8381-DCA0B642FFE2}" destId="{54716F73-74B0-AA44-BB05-15C7FDD88B1D}" srcOrd="3" destOrd="0" presId="urn:microsoft.com/office/officeart/2016/7/layout/BasicTimeline"/>
    <dgm:cxn modelId="{118C8681-6C38-CB4C-A446-3A9A57BCD283}" type="presParOf" srcId="{635FD0C2-AFB3-A64F-8381-DCA0B642FFE2}" destId="{47C9E48E-0BC9-A044-81A7-CFB97C8557D9}" srcOrd="4" destOrd="0" presId="urn:microsoft.com/office/officeart/2016/7/layout/BasicTimeline"/>
    <dgm:cxn modelId="{FD386A2D-D2B0-AD46-8F58-29BEDCA0A03B}" type="presParOf" srcId="{47C9E48E-0BC9-A044-81A7-CFB97C8557D9}" destId="{4714E0B6-A727-1B4A-8B98-82A2C493EF07}" srcOrd="0" destOrd="0" presId="urn:microsoft.com/office/officeart/2016/7/layout/BasicTimeline"/>
    <dgm:cxn modelId="{92356F37-ED35-5249-B965-23F3BA2485B2}" type="presParOf" srcId="{47C9E48E-0BC9-A044-81A7-CFB97C8557D9}" destId="{9A884750-090B-E140-BA0F-B69B53679AEF}" srcOrd="1" destOrd="0" presId="urn:microsoft.com/office/officeart/2016/7/layout/BasicTimeline"/>
    <dgm:cxn modelId="{FF227C00-C116-D84A-8205-34575D4236BE}" type="presParOf" srcId="{9A884750-090B-E140-BA0F-B69B53679AEF}" destId="{987BBF6E-5215-AC40-99E7-A8175839CED4}" srcOrd="0" destOrd="0" presId="urn:microsoft.com/office/officeart/2016/7/layout/BasicTimeline"/>
    <dgm:cxn modelId="{DBF27DB8-97C7-D64B-B1A9-9A6799E95226}" type="presParOf" srcId="{9A884750-090B-E140-BA0F-B69B53679AEF}" destId="{A4AAB66C-2C10-2849-9831-338D816457E1}" srcOrd="1" destOrd="0" presId="urn:microsoft.com/office/officeart/2016/7/layout/BasicTimeline"/>
    <dgm:cxn modelId="{E9B483F3-3407-9B44-9443-7AE9AC37A2BA}" type="presParOf" srcId="{47C9E48E-0BC9-A044-81A7-CFB97C8557D9}" destId="{6432520B-2042-154E-8025-F4330596560E}" srcOrd="2" destOrd="0" presId="urn:microsoft.com/office/officeart/2016/7/layout/BasicTimeline"/>
    <dgm:cxn modelId="{30B77D8E-2CF4-BE4F-80E6-DD60C0326BB2}" type="presParOf" srcId="{47C9E48E-0BC9-A044-81A7-CFB97C8557D9}" destId="{0E08EA7F-9ED3-2046-A205-1E9B12875CBE}" srcOrd="3" destOrd="0" presId="urn:microsoft.com/office/officeart/2016/7/layout/BasicTimeline"/>
    <dgm:cxn modelId="{05AF8D11-724F-8C4E-9367-2C03EDDAF36A}" type="presParOf" srcId="{47C9E48E-0BC9-A044-81A7-CFB97C8557D9}" destId="{A302A97A-2DAE-8D4D-B143-62F4B66CD7DE}" srcOrd="4" destOrd="0" presId="urn:microsoft.com/office/officeart/2016/7/layout/BasicTimeline"/>
    <dgm:cxn modelId="{F3C6B622-398B-2548-849A-6CD379897BE3}" type="presParOf" srcId="{635FD0C2-AFB3-A64F-8381-DCA0B642FFE2}" destId="{49593DDC-B829-FB4E-8561-D05C760BC003}" srcOrd="5" destOrd="0" presId="urn:microsoft.com/office/officeart/2016/7/layout/BasicTimeline"/>
    <dgm:cxn modelId="{C14317F5-39CA-4941-B263-F3DF70EA5846}" type="presParOf" srcId="{635FD0C2-AFB3-A64F-8381-DCA0B642FFE2}" destId="{6E955C43-EC46-7B4A-B5B7-49D0BA25F618}" srcOrd="6" destOrd="0" presId="urn:microsoft.com/office/officeart/2016/7/layout/BasicTimeline"/>
    <dgm:cxn modelId="{8B65C9F2-CB78-884F-8E07-AC33EDB91C19}" type="presParOf" srcId="{6E955C43-EC46-7B4A-B5B7-49D0BA25F618}" destId="{08A3DDDA-AA64-5D41-A360-7D30AF558572}" srcOrd="0" destOrd="0" presId="urn:microsoft.com/office/officeart/2016/7/layout/BasicTimeline"/>
    <dgm:cxn modelId="{4B8768E4-3152-4848-8355-99B6F6A1BCD4}" type="presParOf" srcId="{6E955C43-EC46-7B4A-B5B7-49D0BA25F618}" destId="{AFEE7E61-3CFA-DB4A-8F23-145B066AB3B9}" srcOrd="1" destOrd="0" presId="urn:microsoft.com/office/officeart/2016/7/layout/BasicTimeline"/>
    <dgm:cxn modelId="{161C7306-7216-314B-968B-EB230D9035D6}" type="presParOf" srcId="{AFEE7E61-3CFA-DB4A-8F23-145B066AB3B9}" destId="{8FA011E2-8BB4-404E-921A-66FAE0B78D0C}" srcOrd="0" destOrd="0" presId="urn:microsoft.com/office/officeart/2016/7/layout/BasicTimeline"/>
    <dgm:cxn modelId="{71CCC5C5-8E52-B44B-96EA-ED14281F42EF}" type="presParOf" srcId="{AFEE7E61-3CFA-DB4A-8F23-145B066AB3B9}" destId="{E3652DF9-BE39-6645-A13A-710894A882B4}" srcOrd="1" destOrd="0" presId="urn:microsoft.com/office/officeart/2016/7/layout/BasicTimeline"/>
    <dgm:cxn modelId="{2E757CB6-F8FD-D24A-BCA3-0031613417CC}" type="presParOf" srcId="{6E955C43-EC46-7B4A-B5B7-49D0BA25F618}" destId="{C424932C-DC63-994F-AF5F-97BD86C7A4B0}" srcOrd="2" destOrd="0" presId="urn:microsoft.com/office/officeart/2016/7/layout/BasicTimeline"/>
    <dgm:cxn modelId="{419BF218-8769-DA46-B404-967163856BE7}" type="presParOf" srcId="{6E955C43-EC46-7B4A-B5B7-49D0BA25F618}" destId="{E9911E17-2AB7-F64A-8033-27BB491A02D5}" srcOrd="3" destOrd="0" presId="urn:microsoft.com/office/officeart/2016/7/layout/BasicTimeline"/>
    <dgm:cxn modelId="{6DAAFB47-26CC-9349-9DA4-19F328EAC3E4}" type="presParOf" srcId="{6E955C43-EC46-7B4A-B5B7-49D0BA25F618}" destId="{0FFBCBEB-C7C4-3242-9260-9A15D06FDBF5}" srcOrd="4" destOrd="0" presId="urn:microsoft.com/office/officeart/2016/7/layout/BasicTimeline"/>
    <dgm:cxn modelId="{9426BC2A-ED57-6840-8CB9-76A4ACC9F3BD}" type="presParOf" srcId="{635FD0C2-AFB3-A64F-8381-DCA0B642FFE2}" destId="{41DD2CDE-1986-1546-96FD-29C0B834C612}" srcOrd="7" destOrd="0" presId="urn:microsoft.com/office/officeart/2016/7/layout/BasicTimeline"/>
    <dgm:cxn modelId="{B3E461A5-3633-3A4D-B80B-FEC9C21E3AD0}" type="presParOf" srcId="{635FD0C2-AFB3-A64F-8381-DCA0B642FFE2}" destId="{3D570972-C7F0-A346-BFB2-3B2B6A60332A}" srcOrd="8" destOrd="0" presId="urn:microsoft.com/office/officeart/2016/7/layout/BasicTimeline"/>
    <dgm:cxn modelId="{A3201527-996D-574C-9553-83E2B9AF2F61}" type="presParOf" srcId="{3D570972-C7F0-A346-BFB2-3B2B6A60332A}" destId="{9508108F-E299-4B42-999B-18201F22A133}" srcOrd="0" destOrd="0" presId="urn:microsoft.com/office/officeart/2016/7/layout/BasicTimeline"/>
    <dgm:cxn modelId="{186D54B6-E71B-0843-B8FB-E2D8DA8B438D}" type="presParOf" srcId="{3D570972-C7F0-A346-BFB2-3B2B6A60332A}" destId="{E7434F33-6893-064A-A2A8-B50A3E214AB0}" srcOrd="1" destOrd="0" presId="urn:microsoft.com/office/officeart/2016/7/layout/BasicTimeline"/>
    <dgm:cxn modelId="{64635C33-BD54-684C-B622-080F22E09A5A}" type="presParOf" srcId="{E7434F33-6893-064A-A2A8-B50A3E214AB0}" destId="{93B94A3F-D9CC-7349-9711-454C01DAB74F}" srcOrd="0" destOrd="0" presId="urn:microsoft.com/office/officeart/2016/7/layout/BasicTimeline"/>
    <dgm:cxn modelId="{98A4CF92-50E7-6846-9073-534A70610EC0}" type="presParOf" srcId="{E7434F33-6893-064A-A2A8-B50A3E214AB0}" destId="{6AD3AEC2-5E7B-AE43-AC6C-521D3519DE86}" srcOrd="1" destOrd="0" presId="urn:microsoft.com/office/officeart/2016/7/layout/BasicTimeline"/>
    <dgm:cxn modelId="{1EE23DF8-026F-B64F-AFAA-95CFB3F0B4C7}" type="presParOf" srcId="{3D570972-C7F0-A346-BFB2-3B2B6A60332A}" destId="{7986FDDB-23A8-9743-B34A-BA63E192B525}" srcOrd="2" destOrd="0" presId="urn:microsoft.com/office/officeart/2016/7/layout/BasicTimeline"/>
    <dgm:cxn modelId="{3ABBEDE3-7E46-EA44-AC37-E2147F8532F9}" type="presParOf" srcId="{3D570972-C7F0-A346-BFB2-3B2B6A60332A}" destId="{093A3383-0E74-A44F-AF6C-FD7EF3514870}" srcOrd="3" destOrd="0" presId="urn:microsoft.com/office/officeart/2016/7/layout/BasicTimeline"/>
    <dgm:cxn modelId="{98435906-A7DB-B345-AFFA-950E6E6EE8D9}" type="presParOf" srcId="{3D570972-C7F0-A346-BFB2-3B2B6A60332A}" destId="{07E6245D-C278-F348-9D8F-3BFC107D697E}"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C12025-AB6E-43ED-88EC-D984A1BEACED}">
      <dsp:nvSpPr>
        <dsp:cNvPr id="0" name=""/>
        <dsp:cNvSpPr/>
      </dsp:nvSpPr>
      <dsp:spPr>
        <a:xfrm>
          <a:off x="0" y="5938"/>
          <a:ext cx="5029199" cy="950942"/>
        </a:xfrm>
        <a:prstGeom prst="roundRect">
          <a:avLst>
            <a:gd name="adj" fmla="val 10000"/>
          </a:avLst>
        </a:prstGeom>
        <a:noFill/>
        <a:ln>
          <a:solidFill>
            <a:schemeClr val="accent1">
              <a:lumMod val="75000"/>
            </a:schemeClr>
          </a:solidFill>
        </a:ln>
        <a:effectLst>
          <a:glow rad="127000">
            <a:schemeClr val="accent1">
              <a:alpha val="20000"/>
            </a:schemeClr>
          </a:glow>
        </a:effectLst>
      </dsp:spPr>
      <dsp:style>
        <a:lnRef idx="0">
          <a:scrgbClr r="0" g="0" b="0"/>
        </a:lnRef>
        <a:fillRef idx="1">
          <a:scrgbClr r="0" g="0" b="0"/>
        </a:fillRef>
        <a:effectRef idx="0">
          <a:scrgbClr r="0" g="0" b="0"/>
        </a:effectRef>
        <a:fontRef idx="minor"/>
      </dsp:style>
    </dsp:sp>
    <dsp:sp modelId="{962E350F-B614-4871-82C2-9AF829B92B12}">
      <dsp:nvSpPr>
        <dsp:cNvPr id="0" name=""/>
        <dsp:cNvSpPr/>
      </dsp:nvSpPr>
      <dsp:spPr>
        <a:xfrm>
          <a:off x="286894" y="220596"/>
          <a:ext cx="521625" cy="5216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334578-F60E-4B34-872A-A1A3B94F39DE}">
      <dsp:nvSpPr>
        <dsp:cNvPr id="0" name=""/>
        <dsp:cNvSpPr/>
      </dsp:nvSpPr>
      <dsp:spPr>
        <a:xfrm>
          <a:off x="1095413" y="7204"/>
          <a:ext cx="2263140"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Albums</a:t>
          </a:r>
        </a:p>
      </dsp:txBody>
      <dsp:txXfrm>
        <a:off x="1095413" y="7204"/>
        <a:ext cx="2263140" cy="948410"/>
      </dsp:txXfrm>
    </dsp:sp>
    <dsp:sp modelId="{F1B2DCEA-6EA5-4BB4-BE82-A89F1A39589E}">
      <dsp:nvSpPr>
        <dsp:cNvPr id="0" name=""/>
        <dsp:cNvSpPr/>
      </dsp:nvSpPr>
      <dsp:spPr>
        <a:xfrm>
          <a:off x="3358553" y="7204"/>
          <a:ext cx="1669575"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373" tIns="100373" rIns="100373" bIns="100373" numCol="1" spcCol="1270" anchor="ctr" anchorCtr="0">
          <a:noAutofit/>
        </a:bodyPr>
        <a:lstStyle/>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Digital download</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Vinyl records</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CDs</a:t>
          </a:r>
        </a:p>
      </dsp:txBody>
      <dsp:txXfrm>
        <a:off x="3358553" y="7204"/>
        <a:ext cx="1669575" cy="948410"/>
      </dsp:txXfrm>
    </dsp:sp>
    <dsp:sp modelId="{86382B21-3EEE-481F-8FDD-3E2E97B6110B}">
      <dsp:nvSpPr>
        <dsp:cNvPr id="0" name=""/>
        <dsp:cNvSpPr/>
      </dsp:nvSpPr>
      <dsp:spPr>
        <a:xfrm>
          <a:off x="0" y="1193983"/>
          <a:ext cx="5029199" cy="950942"/>
        </a:xfrm>
        <a:prstGeom prst="roundRect">
          <a:avLst>
            <a:gd name="adj" fmla="val 10000"/>
          </a:avLst>
        </a:prstGeom>
        <a:noFill/>
        <a:ln>
          <a:solidFill>
            <a:schemeClr val="accent1">
              <a:lumMod val="75000"/>
            </a:schemeClr>
          </a:solidFill>
        </a:ln>
        <a:effectLst>
          <a:glow rad="127000">
            <a:schemeClr val="accent1">
              <a:alpha val="20000"/>
            </a:schemeClr>
          </a:glow>
        </a:effectLst>
      </dsp:spPr>
      <dsp:style>
        <a:lnRef idx="0">
          <a:scrgbClr r="0" g="0" b="0"/>
        </a:lnRef>
        <a:fillRef idx="1">
          <a:scrgbClr r="0" g="0" b="0"/>
        </a:fillRef>
        <a:effectRef idx="0">
          <a:scrgbClr r="0" g="0" b="0"/>
        </a:effectRef>
        <a:fontRef idx="minor"/>
      </dsp:style>
    </dsp:sp>
    <dsp:sp modelId="{360CBC7A-578E-474B-8B0C-08DFD5250E26}">
      <dsp:nvSpPr>
        <dsp:cNvPr id="0" name=""/>
        <dsp:cNvSpPr/>
      </dsp:nvSpPr>
      <dsp:spPr>
        <a:xfrm>
          <a:off x="286894" y="1408642"/>
          <a:ext cx="521625" cy="5216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D6B3CB-01EF-4170-8683-761081577822}">
      <dsp:nvSpPr>
        <dsp:cNvPr id="0" name=""/>
        <dsp:cNvSpPr/>
      </dsp:nvSpPr>
      <dsp:spPr>
        <a:xfrm>
          <a:off x="1095413" y="1195249"/>
          <a:ext cx="2263140"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Recording Services</a:t>
          </a:r>
        </a:p>
      </dsp:txBody>
      <dsp:txXfrm>
        <a:off x="1095413" y="1195249"/>
        <a:ext cx="2263140" cy="948410"/>
      </dsp:txXfrm>
    </dsp:sp>
    <dsp:sp modelId="{5FCE339A-A080-4CB7-9CBB-80906558C74C}">
      <dsp:nvSpPr>
        <dsp:cNvPr id="0" name=""/>
        <dsp:cNvSpPr/>
      </dsp:nvSpPr>
      <dsp:spPr>
        <a:xfrm>
          <a:off x="3358553" y="1195249"/>
          <a:ext cx="1669575"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373" tIns="100373" rIns="100373" bIns="100373" numCol="1" spcCol="1270" anchor="ctr" anchorCtr="0">
          <a:noAutofit/>
        </a:bodyPr>
        <a:lstStyle/>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Studio rental</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Sound engineering</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Pro production</a:t>
          </a:r>
        </a:p>
      </dsp:txBody>
      <dsp:txXfrm>
        <a:off x="3358553" y="1195249"/>
        <a:ext cx="1669575" cy="948410"/>
      </dsp:txXfrm>
    </dsp:sp>
    <dsp:sp modelId="{06FD5214-3595-470E-A7AF-88022603A054}">
      <dsp:nvSpPr>
        <dsp:cNvPr id="0" name=""/>
        <dsp:cNvSpPr/>
      </dsp:nvSpPr>
      <dsp:spPr>
        <a:xfrm>
          <a:off x="0" y="2382028"/>
          <a:ext cx="5029199" cy="950942"/>
        </a:xfrm>
        <a:prstGeom prst="roundRect">
          <a:avLst>
            <a:gd name="adj" fmla="val 10000"/>
          </a:avLst>
        </a:prstGeom>
        <a:noFill/>
        <a:ln>
          <a:solidFill>
            <a:schemeClr val="accent1">
              <a:lumMod val="75000"/>
            </a:schemeClr>
          </a:solidFill>
        </a:ln>
        <a:effectLst>
          <a:glow rad="127000">
            <a:schemeClr val="accent1">
              <a:alpha val="20000"/>
            </a:schemeClr>
          </a:glow>
        </a:effectLst>
      </dsp:spPr>
      <dsp:style>
        <a:lnRef idx="0">
          <a:scrgbClr r="0" g="0" b="0"/>
        </a:lnRef>
        <a:fillRef idx="1">
          <a:scrgbClr r="0" g="0" b="0"/>
        </a:fillRef>
        <a:effectRef idx="0">
          <a:scrgbClr r="0" g="0" b="0"/>
        </a:effectRef>
        <a:fontRef idx="minor"/>
      </dsp:style>
    </dsp:sp>
    <dsp:sp modelId="{1A27C4EA-5884-426F-920E-C95B9F1EA7B5}">
      <dsp:nvSpPr>
        <dsp:cNvPr id="0" name=""/>
        <dsp:cNvSpPr/>
      </dsp:nvSpPr>
      <dsp:spPr>
        <a:xfrm>
          <a:off x="286894" y="2596687"/>
          <a:ext cx="521625" cy="521625"/>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E125D6-EB52-44A4-9110-3071731EEEBA}">
      <dsp:nvSpPr>
        <dsp:cNvPr id="0" name=""/>
        <dsp:cNvSpPr/>
      </dsp:nvSpPr>
      <dsp:spPr>
        <a:xfrm>
          <a:off x="1095413" y="2383294"/>
          <a:ext cx="2263140"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Private Events</a:t>
          </a:r>
        </a:p>
      </dsp:txBody>
      <dsp:txXfrm>
        <a:off x="1095413" y="2383294"/>
        <a:ext cx="2263140" cy="948410"/>
      </dsp:txXfrm>
    </dsp:sp>
    <dsp:sp modelId="{843E3F27-4FBF-4F3C-96A8-43F54A02573D}">
      <dsp:nvSpPr>
        <dsp:cNvPr id="0" name=""/>
        <dsp:cNvSpPr/>
      </dsp:nvSpPr>
      <dsp:spPr>
        <a:xfrm>
          <a:off x="3358553" y="2383294"/>
          <a:ext cx="1669575"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373" tIns="100373" rIns="100373" bIns="100373" numCol="1" spcCol="1270" anchor="ctr" anchorCtr="0">
          <a:noAutofit/>
        </a:bodyPr>
        <a:lstStyle/>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Full set-up &amp; breakdown</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60-120 min set</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Meet the artist</a:t>
          </a:r>
        </a:p>
      </dsp:txBody>
      <dsp:txXfrm>
        <a:off x="3358553" y="2383294"/>
        <a:ext cx="1669575" cy="948410"/>
      </dsp:txXfrm>
    </dsp:sp>
    <dsp:sp modelId="{E1A5931F-8914-4A42-8A20-051C364F7375}">
      <dsp:nvSpPr>
        <dsp:cNvPr id="0" name=""/>
        <dsp:cNvSpPr/>
      </dsp:nvSpPr>
      <dsp:spPr>
        <a:xfrm>
          <a:off x="0" y="3570073"/>
          <a:ext cx="5029199" cy="950942"/>
        </a:xfrm>
        <a:prstGeom prst="roundRect">
          <a:avLst>
            <a:gd name="adj" fmla="val 10000"/>
          </a:avLst>
        </a:prstGeom>
        <a:noFill/>
        <a:ln>
          <a:solidFill>
            <a:schemeClr val="accent1">
              <a:lumMod val="75000"/>
            </a:schemeClr>
          </a:solidFill>
        </a:ln>
        <a:effectLst>
          <a:glow rad="127000">
            <a:schemeClr val="accent1">
              <a:alpha val="20000"/>
            </a:schemeClr>
          </a:glow>
        </a:effectLst>
      </dsp:spPr>
      <dsp:style>
        <a:lnRef idx="0">
          <a:scrgbClr r="0" g="0" b="0"/>
        </a:lnRef>
        <a:fillRef idx="1">
          <a:scrgbClr r="0" g="0" b="0"/>
        </a:fillRef>
        <a:effectRef idx="0">
          <a:scrgbClr r="0" g="0" b="0"/>
        </a:effectRef>
        <a:fontRef idx="minor"/>
      </dsp:style>
    </dsp:sp>
    <dsp:sp modelId="{35C6FDED-789B-4B75-A819-CB110F4FA167}">
      <dsp:nvSpPr>
        <dsp:cNvPr id="0" name=""/>
        <dsp:cNvSpPr/>
      </dsp:nvSpPr>
      <dsp:spPr>
        <a:xfrm>
          <a:off x="286894" y="3784732"/>
          <a:ext cx="521625" cy="521625"/>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2E68DE-BC07-4A66-B3A7-55DE266734CB}">
      <dsp:nvSpPr>
        <dsp:cNvPr id="0" name=""/>
        <dsp:cNvSpPr/>
      </dsp:nvSpPr>
      <dsp:spPr>
        <a:xfrm>
          <a:off x="1095413" y="3571339"/>
          <a:ext cx="2263140"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Public Events</a:t>
          </a:r>
        </a:p>
      </dsp:txBody>
      <dsp:txXfrm>
        <a:off x="1095413" y="3571339"/>
        <a:ext cx="2263140" cy="948410"/>
      </dsp:txXfrm>
    </dsp:sp>
    <dsp:sp modelId="{3584EE4A-1194-4555-92EA-040897FD65C5}">
      <dsp:nvSpPr>
        <dsp:cNvPr id="0" name=""/>
        <dsp:cNvSpPr/>
      </dsp:nvSpPr>
      <dsp:spPr>
        <a:xfrm>
          <a:off x="3358553" y="3571339"/>
          <a:ext cx="1669575"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373" tIns="100373" rIns="100373" bIns="100373" numCol="1" spcCol="1270" anchor="ctr" anchorCtr="0">
          <a:noAutofit/>
        </a:bodyPr>
        <a:lstStyle/>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30-60 min set</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Meet the artist</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Swag bags</a:t>
          </a:r>
        </a:p>
      </dsp:txBody>
      <dsp:txXfrm>
        <a:off x="3358553" y="3571339"/>
        <a:ext cx="1669575" cy="948410"/>
      </dsp:txXfrm>
    </dsp:sp>
    <dsp:sp modelId="{C63E342A-9F66-45A7-A0A6-B5A878173FE5}">
      <dsp:nvSpPr>
        <dsp:cNvPr id="0" name=""/>
        <dsp:cNvSpPr/>
      </dsp:nvSpPr>
      <dsp:spPr>
        <a:xfrm>
          <a:off x="0" y="4758119"/>
          <a:ext cx="5029199" cy="950942"/>
        </a:xfrm>
        <a:prstGeom prst="roundRect">
          <a:avLst>
            <a:gd name="adj" fmla="val 10000"/>
          </a:avLst>
        </a:prstGeom>
        <a:noFill/>
        <a:ln>
          <a:solidFill>
            <a:schemeClr val="accent1">
              <a:lumMod val="75000"/>
            </a:schemeClr>
          </a:solidFill>
        </a:ln>
        <a:effectLst>
          <a:glow rad="127000">
            <a:schemeClr val="accent1">
              <a:alpha val="20000"/>
            </a:schemeClr>
          </a:glow>
        </a:effectLst>
      </dsp:spPr>
      <dsp:style>
        <a:lnRef idx="0">
          <a:scrgbClr r="0" g="0" b="0"/>
        </a:lnRef>
        <a:fillRef idx="1">
          <a:scrgbClr r="0" g="0" b="0"/>
        </a:fillRef>
        <a:effectRef idx="0">
          <a:scrgbClr r="0" g="0" b="0"/>
        </a:effectRef>
        <a:fontRef idx="minor"/>
      </dsp:style>
    </dsp:sp>
    <dsp:sp modelId="{BDCEB829-BBC2-4A55-964A-30F95B36741F}">
      <dsp:nvSpPr>
        <dsp:cNvPr id="0" name=""/>
        <dsp:cNvSpPr/>
      </dsp:nvSpPr>
      <dsp:spPr>
        <a:xfrm>
          <a:off x="286894" y="4972777"/>
          <a:ext cx="521625" cy="5216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D48C27-0793-428F-9C8A-55609E0BC502}">
      <dsp:nvSpPr>
        <dsp:cNvPr id="0" name=""/>
        <dsp:cNvSpPr/>
      </dsp:nvSpPr>
      <dsp:spPr>
        <a:xfrm>
          <a:off x="1095413" y="4759385"/>
          <a:ext cx="2263140"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Merchandise</a:t>
          </a:r>
        </a:p>
      </dsp:txBody>
      <dsp:txXfrm>
        <a:off x="1095413" y="4759385"/>
        <a:ext cx="2263140" cy="948410"/>
      </dsp:txXfrm>
    </dsp:sp>
    <dsp:sp modelId="{4A531ECC-2A1C-444F-A7D1-3B0BEA5ECC9C}">
      <dsp:nvSpPr>
        <dsp:cNvPr id="0" name=""/>
        <dsp:cNvSpPr/>
      </dsp:nvSpPr>
      <dsp:spPr>
        <a:xfrm>
          <a:off x="3358553" y="4759385"/>
          <a:ext cx="1669575" cy="948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T-shirts</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Hats</a:t>
          </a:r>
        </a:p>
        <a:p>
          <a:pPr marL="0" lvl="0" indent="0" algn="l" defTabSz="533400">
            <a:lnSpc>
              <a:spcPts val="1300"/>
            </a:lnSpc>
            <a:spcBef>
              <a:spcPct val="0"/>
            </a:spcBef>
            <a:spcAft>
              <a:spcPct val="35000"/>
            </a:spcAft>
            <a:buNone/>
          </a:pPr>
          <a:r>
            <a:rPr lang="en-US" sz="1200" b="1" i="0" kern="1200" cap="none" baseline="0" dirty="0">
              <a:solidFill>
                <a:schemeClr val="bg1"/>
              </a:solidFill>
              <a:latin typeface="Avenir Next LT Pro" panose="020B0504020202020204" pitchFamily="34" charset="77"/>
            </a:rPr>
            <a:t>Posters</a:t>
          </a:r>
        </a:p>
      </dsp:txBody>
      <dsp:txXfrm>
        <a:off x="3358553" y="4759385"/>
        <a:ext cx="1669575" cy="9484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5FF72-CB2C-A245-83D2-F06CC4F57320}">
      <dsp:nvSpPr>
        <dsp:cNvPr id="0" name=""/>
        <dsp:cNvSpPr/>
      </dsp:nvSpPr>
      <dsp:spPr>
        <a:xfrm>
          <a:off x="0" y="2743200"/>
          <a:ext cx="10058399" cy="0"/>
        </a:xfrm>
        <a:prstGeom prst="line">
          <a:avLst/>
        </a:prstGeom>
        <a:solidFill>
          <a:schemeClr val="accent5">
            <a:tint val="40000"/>
            <a:alpha val="90000"/>
            <a:hueOff val="0"/>
            <a:satOff val="0"/>
            <a:lumOff val="0"/>
            <a:alphaOff val="0"/>
          </a:schemeClr>
        </a:solidFill>
        <a:ln w="12700" cap="flat" cmpd="sng" algn="ctr">
          <a:solidFill>
            <a:schemeClr val="accent6">
              <a:alpha val="90000"/>
            </a:schemeClr>
          </a:solidFill>
          <a:prstDash val="solid"/>
          <a:miter lim="800000"/>
          <a:tailEnd type="none" w="lg" len="lg"/>
        </a:ln>
        <a:effectLst/>
      </dsp:spPr>
      <dsp:style>
        <a:lnRef idx="2">
          <a:scrgbClr r="0" g="0" b="0"/>
        </a:lnRef>
        <a:fillRef idx="1">
          <a:scrgbClr r="0" g="0" b="0"/>
        </a:fillRef>
        <a:effectRef idx="0">
          <a:scrgbClr r="0" g="0" b="0"/>
        </a:effectRef>
        <a:fontRef idx="minor"/>
      </dsp:style>
    </dsp:sp>
    <dsp:sp modelId="{C94B8FD8-D6AD-BB49-AA89-D471BAEAFFD0}">
      <dsp:nvSpPr>
        <dsp:cNvPr id="0" name=""/>
        <dsp:cNvSpPr/>
      </dsp:nvSpPr>
      <dsp:spPr>
        <a:xfrm>
          <a:off x="188594" y="2917279"/>
          <a:ext cx="2662332" cy="619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i="0" kern="1200" cap="none" baseline="0" dirty="0">
              <a:solidFill>
                <a:schemeClr val="bg1"/>
              </a:solidFill>
              <a:latin typeface="Avenir Next LT Pro" panose="020B0504020202020204" pitchFamily="34" charset="77"/>
            </a:rPr>
            <a:t>Sep. 2023</a:t>
          </a:r>
        </a:p>
      </dsp:txBody>
      <dsp:txXfrm>
        <a:off x="188594" y="2917279"/>
        <a:ext cx="2662332" cy="619963"/>
      </dsp:txXfrm>
    </dsp:sp>
    <dsp:sp modelId="{0DDFB2C2-69BA-5245-B181-E8FF76E3EF02}">
      <dsp:nvSpPr>
        <dsp:cNvPr id="0" name=""/>
        <dsp:cNvSpPr/>
      </dsp:nvSpPr>
      <dsp:spPr>
        <a:xfrm>
          <a:off x="7072" y="909941"/>
          <a:ext cx="3025378" cy="704089"/>
        </a:xfrm>
        <a:prstGeom prst="roundRect">
          <a:avLst/>
        </a:prstGeom>
        <a:noFill/>
        <a:ln w="12700" cap="flat" cmpd="sng" algn="ctr">
          <a:solidFill>
            <a:schemeClr val="accent1">
              <a:lumMod val="75000"/>
            </a:schemeClr>
          </a:solidFill>
          <a:prstDash val="solid"/>
          <a:miter lim="800000"/>
        </a:ln>
        <a:effectLst>
          <a:glow rad="127000">
            <a:schemeClr val="accent1">
              <a:alpha val="20000"/>
            </a:schemeClr>
          </a:glow>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San Francisco, CA</a:t>
          </a:r>
        </a:p>
      </dsp:txBody>
      <dsp:txXfrm>
        <a:off x="41443" y="944312"/>
        <a:ext cx="2956636" cy="635347"/>
      </dsp:txXfrm>
    </dsp:sp>
    <dsp:sp modelId="{D4176B51-7D2A-D84B-8394-4CC6EB449875}">
      <dsp:nvSpPr>
        <dsp:cNvPr id="0" name=""/>
        <dsp:cNvSpPr/>
      </dsp:nvSpPr>
      <dsp:spPr>
        <a:xfrm>
          <a:off x="1519761" y="1671866"/>
          <a:ext cx="0" cy="1042416"/>
        </a:xfrm>
        <a:prstGeom prst="line">
          <a:avLst/>
        </a:prstGeom>
        <a:noFill/>
        <a:ln w="12700" cap="flat" cmpd="sng" algn="ctr">
          <a:solidFill>
            <a:schemeClr val="accent6"/>
          </a:solidFill>
          <a:prstDash val="sysDash"/>
          <a:miter lim="800000"/>
        </a:ln>
        <a:effectLst/>
      </dsp:spPr>
      <dsp:style>
        <a:lnRef idx="1">
          <a:scrgbClr r="0" g="0" b="0"/>
        </a:lnRef>
        <a:fillRef idx="0">
          <a:scrgbClr r="0" g="0" b="0"/>
        </a:fillRef>
        <a:effectRef idx="0">
          <a:scrgbClr r="0" g="0" b="0"/>
        </a:effectRef>
        <a:fontRef idx="minor"/>
      </dsp:style>
    </dsp:sp>
    <dsp:sp modelId="{B3B1B9AF-1AFD-6C46-A314-9777A91EE92C}">
      <dsp:nvSpPr>
        <dsp:cNvPr id="0" name=""/>
        <dsp:cNvSpPr/>
      </dsp:nvSpPr>
      <dsp:spPr>
        <a:xfrm>
          <a:off x="1943314" y="1949157"/>
          <a:ext cx="2662332" cy="619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i="0" kern="1200" cap="none" baseline="0" dirty="0">
              <a:solidFill>
                <a:schemeClr val="bg1"/>
              </a:solidFill>
              <a:latin typeface="Avenir Next LT Pro" panose="020B0504020202020204" pitchFamily="34" charset="77"/>
            </a:rPr>
            <a:t>Nov. 2023</a:t>
          </a:r>
        </a:p>
      </dsp:txBody>
      <dsp:txXfrm>
        <a:off x="1943314" y="1949157"/>
        <a:ext cx="2662332" cy="619963"/>
      </dsp:txXfrm>
    </dsp:sp>
    <dsp:sp modelId="{E3CA6320-2FBC-5749-97E8-5A6465685351}">
      <dsp:nvSpPr>
        <dsp:cNvPr id="0" name=""/>
        <dsp:cNvSpPr/>
      </dsp:nvSpPr>
      <dsp:spPr>
        <a:xfrm>
          <a:off x="1461022" y="2693745"/>
          <a:ext cx="117477" cy="117477"/>
        </a:xfrm>
        <a:prstGeom prst="ellipse">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20584D-AC02-2741-BBF8-549C5189F680}">
      <dsp:nvSpPr>
        <dsp:cNvPr id="0" name=""/>
        <dsp:cNvSpPr/>
      </dsp:nvSpPr>
      <dsp:spPr>
        <a:xfrm>
          <a:off x="1761791" y="3872369"/>
          <a:ext cx="3025378" cy="704089"/>
        </a:xfrm>
        <a:prstGeom prst="roundRect">
          <a:avLst/>
        </a:prstGeom>
        <a:noFill/>
        <a:ln w="12700" cap="flat" cmpd="sng" algn="ctr">
          <a:solidFill>
            <a:schemeClr val="accent1">
              <a:lumMod val="75000"/>
            </a:schemeClr>
          </a:solidFill>
          <a:prstDash val="solid"/>
          <a:miter lim="800000"/>
        </a:ln>
        <a:effectLst>
          <a:glow rad="127000">
            <a:schemeClr val="accent1">
              <a:alpha val="20000"/>
            </a:schemeClr>
          </a:glow>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Chicago, IL</a:t>
          </a:r>
        </a:p>
      </dsp:txBody>
      <dsp:txXfrm>
        <a:off x="1796162" y="3906740"/>
        <a:ext cx="2956636" cy="635347"/>
      </dsp:txXfrm>
    </dsp:sp>
    <dsp:sp modelId="{804DE16D-550B-7B42-91BB-DF65745A3939}">
      <dsp:nvSpPr>
        <dsp:cNvPr id="0" name=""/>
        <dsp:cNvSpPr/>
      </dsp:nvSpPr>
      <dsp:spPr>
        <a:xfrm>
          <a:off x="3274480" y="2772117"/>
          <a:ext cx="0" cy="1042416"/>
        </a:xfrm>
        <a:prstGeom prst="line">
          <a:avLst/>
        </a:prstGeom>
        <a:noFill/>
        <a:ln w="12700" cap="flat" cmpd="sng" algn="ctr">
          <a:solidFill>
            <a:schemeClr val="accent6"/>
          </a:solidFill>
          <a:prstDash val="sysDash"/>
          <a:miter lim="800000"/>
        </a:ln>
        <a:effectLst/>
      </dsp:spPr>
      <dsp:style>
        <a:lnRef idx="1">
          <a:scrgbClr r="0" g="0" b="0"/>
        </a:lnRef>
        <a:fillRef idx="0">
          <a:scrgbClr r="0" g="0" b="0"/>
        </a:fillRef>
        <a:effectRef idx="0">
          <a:scrgbClr r="0" g="0" b="0"/>
        </a:effectRef>
        <a:fontRef idx="minor"/>
      </dsp:style>
    </dsp:sp>
    <dsp:sp modelId="{4714E0B6-A727-1B4A-8B98-82A2C493EF07}">
      <dsp:nvSpPr>
        <dsp:cNvPr id="0" name=""/>
        <dsp:cNvSpPr/>
      </dsp:nvSpPr>
      <dsp:spPr>
        <a:xfrm>
          <a:off x="3698033" y="2917279"/>
          <a:ext cx="2662332" cy="619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i="0" kern="1200" cap="none" baseline="0" dirty="0">
              <a:solidFill>
                <a:schemeClr val="bg1"/>
              </a:solidFill>
              <a:latin typeface="Avenir Next LT Pro" panose="020B0504020202020204" pitchFamily="34" charset="77"/>
            </a:rPr>
            <a:t>Jan. 2024</a:t>
          </a:r>
        </a:p>
      </dsp:txBody>
      <dsp:txXfrm>
        <a:off x="3698033" y="2917279"/>
        <a:ext cx="2662332" cy="619963"/>
      </dsp:txXfrm>
    </dsp:sp>
    <dsp:sp modelId="{42CB1180-CC08-F140-A3C1-19205F4BA2AF}">
      <dsp:nvSpPr>
        <dsp:cNvPr id="0" name=""/>
        <dsp:cNvSpPr/>
      </dsp:nvSpPr>
      <dsp:spPr>
        <a:xfrm>
          <a:off x="3215741" y="2676951"/>
          <a:ext cx="117477" cy="117477"/>
        </a:xfrm>
        <a:prstGeom prst="ellipse">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7BBF6E-5215-AC40-99E7-A8175839CED4}">
      <dsp:nvSpPr>
        <dsp:cNvPr id="0" name=""/>
        <dsp:cNvSpPr/>
      </dsp:nvSpPr>
      <dsp:spPr>
        <a:xfrm>
          <a:off x="3516510" y="909941"/>
          <a:ext cx="3025378" cy="704089"/>
        </a:xfrm>
        <a:prstGeom prst="roundRect">
          <a:avLst/>
        </a:prstGeom>
        <a:noFill/>
        <a:ln w="12700" cap="flat" cmpd="sng" algn="ctr">
          <a:solidFill>
            <a:schemeClr val="accent1">
              <a:lumMod val="75000"/>
            </a:schemeClr>
          </a:solidFill>
          <a:prstDash val="solid"/>
          <a:miter lim="800000"/>
        </a:ln>
        <a:effectLst>
          <a:glow rad="127000">
            <a:schemeClr val="accent1">
              <a:alpha val="20000"/>
            </a:schemeClr>
          </a:glow>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New Orleans, LA</a:t>
          </a:r>
        </a:p>
      </dsp:txBody>
      <dsp:txXfrm>
        <a:off x="3550881" y="944312"/>
        <a:ext cx="2956636" cy="635347"/>
      </dsp:txXfrm>
    </dsp:sp>
    <dsp:sp modelId="{6432520B-2042-154E-8025-F4330596560E}">
      <dsp:nvSpPr>
        <dsp:cNvPr id="0" name=""/>
        <dsp:cNvSpPr/>
      </dsp:nvSpPr>
      <dsp:spPr>
        <a:xfrm>
          <a:off x="5029200" y="1671866"/>
          <a:ext cx="0" cy="1042416"/>
        </a:xfrm>
        <a:prstGeom prst="line">
          <a:avLst/>
        </a:prstGeom>
        <a:noFill/>
        <a:ln w="12700" cap="flat" cmpd="sng" algn="ctr">
          <a:solidFill>
            <a:schemeClr val="accent6"/>
          </a:solidFill>
          <a:prstDash val="sysDash"/>
          <a:miter lim="800000"/>
        </a:ln>
        <a:effectLst/>
      </dsp:spPr>
      <dsp:style>
        <a:lnRef idx="1">
          <a:scrgbClr r="0" g="0" b="0"/>
        </a:lnRef>
        <a:fillRef idx="0">
          <a:scrgbClr r="0" g="0" b="0"/>
        </a:fillRef>
        <a:effectRef idx="0">
          <a:scrgbClr r="0" g="0" b="0"/>
        </a:effectRef>
        <a:fontRef idx="minor"/>
      </dsp:style>
    </dsp:sp>
    <dsp:sp modelId="{08A3DDDA-AA64-5D41-A360-7D30AF558572}">
      <dsp:nvSpPr>
        <dsp:cNvPr id="0" name=""/>
        <dsp:cNvSpPr/>
      </dsp:nvSpPr>
      <dsp:spPr>
        <a:xfrm>
          <a:off x="5452752" y="1949157"/>
          <a:ext cx="2662332" cy="619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i="0" kern="1200" cap="none" baseline="0" dirty="0">
              <a:solidFill>
                <a:schemeClr val="bg1"/>
              </a:solidFill>
              <a:latin typeface="Avenir Next LT Pro" panose="020B0504020202020204" pitchFamily="34" charset="77"/>
            </a:rPr>
            <a:t>Mar. 2024</a:t>
          </a:r>
        </a:p>
      </dsp:txBody>
      <dsp:txXfrm>
        <a:off x="5452752" y="1949157"/>
        <a:ext cx="2662332" cy="619963"/>
      </dsp:txXfrm>
    </dsp:sp>
    <dsp:sp modelId="{0E08EA7F-9ED3-2046-A205-1E9B12875CBE}">
      <dsp:nvSpPr>
        <dsp:cNvPr id="0" name=""/>
        <dsp:cNvSpPr/>
      </dsp:nvSpPr>
      <dsp:spPr>
        <a:xfrm>
          <a:off x="4970461" y="2693745"/>
          <a:ext cx="117477" cy="117477"/>
        </a:xfrm>
        <a:prstGeom prst="ellipse">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A011E2-8BB4-404E-921A-66FAE0B78D0C}">
      <dsp:nvSpPr>
        <dsp:cNvPr id="0" name=""/>
        <dsp:cNvSpPr/>
      </dsp:nvSpPr>
      <dsp:spPr>
        <a:xfrm>
          <a:off x="5271230" y="3872369"/>
          <a:ext cx="3025378" cy="704089"/>
        </a:xfrm>
        <a:prstGeom prst="roundRect">
          <a:avLst/>
        </a:prstGeom>
        <a:noFill/>
        <a:ln w="12700" cap="flat" cmpd="sng" algn="ctr">
          <a:solidFill>
            <a:schemeClr val="accent1">
              <a:lumMod val="75000"/>
            </a:schemeClr>
          </a:solidFill>
          <a:prstDash val="solid"/>
          <a:miter lim="800000"/>
        </a:ln>
        <a:effectLst>
          <a:glow rad="127000">
            <a:schemeClr val="accent1">
              <a:alpha val="20000"/>
            </a:schemeClr>
          </a:glow>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Atlanta, GA</a:t>
          </a:r>
        </a:p>
      </dsp:txBody>
      <dsp:txXfrm>
        <a:off x="5305601" y="3906740"/>
        <a:ext cx="2956636" cy="635347"/>
      </dsp:txXfrm>
    </dsp:sp>
    <dsp:sp modelId="{C424932C-DC63-994F-AF5F-97BD86C7A4B0}">
      <dsp:nvSpPr>
        <dsp:cNvPr id="0" name=""/>
        <dsp:cNvSpPr/>
      </dsp:nvSpPr>
      <dsp:spPr>
        <a:xfrm>
          <a:off x="6783919" y="2772117"/>
          <a:ext cx="0" cy="1042416"/>
        </a:xfrm>
        <a:prstGeom prst="line">
          <a:avLst/>
        </a:prstGeom>
        <a:noFill/>
        <a:ln w="12700" cap="flat" cmpd="sng" algn="ctr">
          <a:solidFill>
            <a:schemeClr val="accent6"/>
          </a:solidFill>
          <a:prstDash val="sysDash"/>
          <a:miter lim="800000"/>
        </a:ln>
        <a:effectLst/>
      </dsp:spPr>
      <dsp:style>
        <a:lnRef idx="1">
          <a:scrgbClr r="0" g="0" b="0"/>
        </a:lnRef>
        <a:fillRef idx="0">
          <a:scrgbClr r="0" g="0" b="0"/>
        </a:fillRef>
        <a:effectRef idx="0">
          <a:scrgbClr r="0" g="0" b="0"/>
        </a:effectRef>
        <a:fontRef idx="minor"/>
      </dsp:style>
    </dsp:sp>
    <dsp:sp modelId="{9508108F-E299-4B42-999B-18201F22A133}">
      <dsp:nvSpPr>
        <dsp:cNvPr id="0" name=""/>
        <dsp:cNvSpPr/>
      </dsp:nvSpPr>
      <dsp:spPr>
        <a:xfrm>
          <a:off x="7207472" y="2917279"/>
          <a:ext cx="2662332" cy="619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i="0" kern="1200" cap="none" baseline="0" dirty="0">
              <a:solidFill>
                <a:schemeClr val="bg1"/>
              </a:solidFill>
              <a:latin typeface="Avenir Next LT Pro" panose="020B0504020202020204" pitchFamily="34" charset="77"/>
            </a:rPr>
            <a:t>May 2024</a:t>
          </a:r>
        </a:p>
      </dsp:txBody>
      <dsp:txXfrm>
        <a:off x="7207472" y="2917279"/>
        <a:ext cx="2662332" cy="619963"/>
      </dsp:txXfrm>
    </dsp:sp>
    <dsp:sp modelId="{E9911E17-2AB7-F64A-8033-27BB491A02D5}">
      <dsp:nvSpPr>
        <dsp:cNvPr id="0" name=""/>
        <dsp:cNvSpPr/>
      </dsp:nvSpPr>
      <dsp:spPr>
        <a:xfrm>
          <a:off x="6725180" y="2676951"/>
          <a:ext cx="117477" cy="117477"/>
        </a:xfrm>
        <a:prstGeom prst="ellipse">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B94A3F-D9CC-7349-9711-454C01DAB74F}">
      <dsp:nvSpPr>
        <dsp:cNvPr id="0" name=""/>
        <dsp:cNvSpPr/>
      </dsp:nvSpPr>
      <dsp:spPr>
        <a:xfrm>
          <a:off x="7025949" y="909941"/>
          <a:ext cx="3025378" cy="704089"/>
        </a:xfrm>
        <a:prstGeom prst="roundRect">
          <a:avLst/>
        </a:prstGeom>
        <a:noFill/>
        <a:ln w="12700" cap="flat" cmpd="sng" algn="ctr">
          <a:solidFill>
            <a:schemeClr val="accent1">
              <a:lumMod val="75000"/>
            </a:schemeClr>
          </a:solidFill>
          <a:prstDash val="solid"/>
          <a:miter lim="800000"/>
        </a:ln>
        <a:effectLst>
          <a:glow rad="127000">
            <a:schemeClr val="accent1">
              <a:alpha val="20000"/>
            </a:schemeClr>
          </a:glow>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1" i="0" kern="1200" cap="all" baseline="0" dirty="0">
              <a:solidFill>
                <a:schemeClr val="accent1">
                  <a:lumMod val="60000"/>
                  <a:lumOff val="40000"/>
                </a:schemeClr>
              </a:solidFill>
              <a:latin typeface="Avenir Next LT Pro" panose="020B0504020202020204" pitchFamily="34" charset="77"/>
            </a:rPr>
            <a:t>New York City, NY</a:t>
          </a:r>
        </a:p>
      </dsp:txBody>
      <dsp:txXfrm>
        <a:off x="7060320" y="944312"/>
        <a:ext cx="2956636" cy="635347"/>
      </dsp:txXfrm>
    </dsp:sp>
    <dsp:sp modelId="{7986FDDB-23A8-9743-B34A-BA63E192B525}">
      <dsp:nvSpPr>
        <dsp:cNvPr id="0" name=""/>
        <dsp:cNvSpPr/>
      </dsp:nvSpPr>
      <dsp:spPr>
        <a:xfrm>
          <a:off x="8538638" y="1671866"/>
          <a:ext cx="0" cy="1042416"/>
        </a:xfrm>
        <a:prstGeom prst="line">
          <a:avLst/>
        </a:prstGeom>
        <a:noFill/>
        <a:ln w="12700" cap="flat" cmpd="sng" algn="ctr">
          <a:solidFill>
            <a:schemeClr val="accent6"/>
          </a:solidFill>
          <a:prstDash val="sysDash"/>
          <a:miter lim="800000"/>
        </a:ln>
        <a:effectLst/>
      </dsp:spPr>
      <dsp:style>
        <a:lnRef idx="1">
          <a:scrgbClr r="0" g="0" b="0"/>
        </a:lnRef>
        <a:fillRef idx="0">
          <a:scrgbClr r="0" g="0" b="0"/>
        </a:fillRef>
        <a:effectRef idx="0">
          <a:scrgbClr r="0" g="0" b="0"/>
        </a:effectRef>
        <a:fontRef idx="minor"/>
      </dsp:style>
    </dsp:sp>
    <dsp:sp modelId="{093A3383-0E74-A44F-AF6C-FD7EF3514870}">
      <dsp:nvSpPr>
        <dsp:cNvPr id="0" name=""/>
        <dsp:cNvSpPr/>
      </dsp:nvSpPr>
      <dsp:spPr>
        <a:xfrm>
          <a:off x="8479899" y="2693745"/>
          <a:ext cx="117477" cy="117477"/>
        </a:xfrm>
        <a:prstGeom prst="ellipse">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323981-D528-8441-BA94-5A107D41BF3E}"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06A7D6-C9DC-7448-9C36-57C44A4BBE7E}" type="slidenum">
              <a:rPr lang="en-US" smtClean="0"/>
              <a:t>‹#›</a:t>
            </a:fld>
            <a:endParaRPr lang="en-US" dirty="0"/>
          </a:p>
        </p:txBody>
      </p:sp>
    </p:spTree>
    <p:extLst>
      <p:ext uri="{BB962C8B-B14F-4D97-AF65-F5344CB8AC3E}">
        <p14:creationId xmlns:p14="http://schemas.microsoft.com/office/powerpoint/2010/main" val="3331260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2.png"/><Relationship Id="rId4" Type="http://schemas.microsoft.com/office/2007/relationships/hdphoto" Target="../media/hdphoto3.wdp"/></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4.wdp"/><Relationship Id="rId7" Type="http://schemas.microsoft.com/office/2007/relationships/hdphoto" Target="../media/hdphoto3.wdp"/><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1.png"/><Relationship Id="rId5" Type="http://schemas.microsoft.com/office/2007/relationships/hdphoto" Target="../media/hdphoto5.wdp"/><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16.png"/><Relationship Id="rId4" Type="http://schemas.microsoft.com/office/2007/relationships/hdphoto" Target="../media/hdphoto6.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7.wdp"/></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7" Type="http://schemas.microsoft.com/office/2007/relationships/hdphoto" Target="../media/hdphoto3.wdp"/><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1.png"/><Relationship Id="rId5" Type="http://schemas.microsoft.com/office/2007/relationships/hdphoto" Target="../media/hdphoto5.wdp"/><Relationship Id="rId4"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solidFill>
        <a:effectLst/>
      </p:bgPr>
    </p:bg>
    <p:spTree>
      <p:nvGrpSpPr>
        <p:cNvPr id="1" name=""/>
        <p:cNvGrpSpPr/>
        <p:nvPr/>
      </p:nvGrpSpPr>
      <p:grpSpPr>
        <a:xfrm>
          <a:off x="0" y="0"/>
          <a:ext cx="0" cy="0"/>
          <a:chOff x="0" y="0"/>
          <a:chExt cx="0" cy="0"/>
        </a:xfrm>
      </p:grpSpPr>
      <p:pic>
        <p:nvPicPr>
          <p:cNvPr id="35" name="Picture 34" descr="Background pattern&#10;&#10;Description automatically generated">
            <a:extLst>
              <a:ext uri="{FF2B5EF4-FFF2-40B4-BE49-F238E27FC236}">
                <a16:creationId xmlns:a16="http://schemas.microsoft.com/office/drawing/2014/main" id="{9629B727-9959-51DE-AE65-C2AC6E50F7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 r="307"/>
          <a:stretch/>
        </p:blipFill>
        <p:spPr>
          <a:xfrm>
            <a:off x="0" y="0"/>
            <a:ext cx="12192000" cy="6858000"/>
          </a:xfrm>
          <a:prstGeom prst="rect">
            <a:avLst/>
          </a:prstGeom>
        </p:spPr>
      </p:pic>
      <p:sp>
        <p:nvSpPr>
          <p:cNvPr id="7" name="Title 6">
            <a:extLst>
              <a:ext uri="{FF2B5EF4-FFF2-40B4-BE49-F238E27FC236}">
                <a16:creationId xmlns:a16="http://schemas.microsoft.com/office/drawing/2014/main" id="{A02A864C-8800-78BF-C233-F7E776A8CD52}"/>
              </a:ext>
            </a:extLst>
          </p:cNvPr>
          <p:cNvSpPr>
            <a:spLocks noGrp="1"/>
          </p:cNvSpPr>
          <p:nvPr>
            <p:ph type="title"/>
          </p:nvPr>
        </p:nvSpPr>
        <p:spPr>
          <a:xfrm rot="16200000">
            <a:off x="-1517904" y="2761488"/>
            <a:ext cx="5943600" cy="1371600"/>
          </a:xfrm>
        </p:spPr>
        <p:txBody>
          <a:bodyPr/>
          <a:lstStyle>
            <a:lvl1pPr algn="ctr">
              <a:defRPr sz="10000" spc="0" baseline="0"/>
            </a:lvl1pPr>
          </a:lstStyle>
          <a:p>
            <a:r>
              <a:rPr lang="en-US" dirty="0"/>
              <a:t>Click to edit Master title style</a:t>
            </a:r>
          </a:p>
        </p:txBody>
      </p:sp>
      <p:sp>
        <p:nvSpPr>
          <p:cNvPr id="8" name="Text Placeholder 7">
            <a:extLst>
              <a:ext uri="{FF2B5EF4-FFF2-40B4-BE49-F238E27FC236}">
                <a16:creationId xmlns:a16="http://schemas.microsoft.com/office/drawing/2014/main" id="{25928010-8374-8DD4-FDB9-039431A1FA75}"/>
              </a:ext>
            </a:extLst>
          </p:cNvPr>
          <p:cNvSpPr>
            <a:spLocks noGrp="1"/>
          </p:cNvSpPr>
          <p:nvPr>
            <p:ph type="body" sz="quarter" idx="12"/>
          </p:nvPr>
        </p:nvSpPr>
        <p:spPr>
          <a:xfrm rot="16200000">
            <a:off x="-438912" y="2971800"/>
            <a:ext cx="5943600" cy="914400"/>
          </a:xfrm>
        </p:spPr>
        <p:txBody>
          <a:bodyPr>
            <a:noAutofit/>
          </a:bodyPr>
          <a:lstStyle>
            <a:lvl1pPr marL="0" indent="0" algn="ctr">
              <a:buNone/>
              <a:defRPr sz="4800" cap="all" spc="300" baseline="0">
                <a:ln w="12700">
                  <a:solidFill>
                    <a:schemeClr val="accent1">
                      <a:lumMod val="60000"/>
                      <a:lumOff val="40000"/>
                    </a:schemeClr>
                  </a:solidFill>
                </a:ln>
                <a:noFill/>
                <a:effectLst>
                  <a:glow rad="88900">
                    <a:schemeClr val="accent1">
                      <a:alpha val="50000"/>
                    </a:schemeClr>
                  </a:glow>
                </a:effectLst>
              </a:defRPr>
            </a:lvl1pPr>
          </a:lstStyle>
          <a:p>
            <a:pPr lvl="0"/>
            <a:r>
              <a:rPr lang="en-US" dirty="0"/>
              <a:t>Click to edit Master text styles</a:t>
            </a:r>
          </a:p>
        </p:txBody>
      </p:sp>
      <p:grpSp>
        <p:nvGrpSpPr>
          <p:cNvPr id="9" name="Group 8">
            <a:extLst>
              <a:ext uri="{FF2B5EF4-FFF2-40B4-BE49-F238E27FC236}">
                <a16:creationId xmlns:a16="http://schemas.microsoft.com/office/drawing/2014/main" id="{A8FA56EA-2F0F-2345-6F77-1022E72CCF2B}"/>
              </a:ext>
            </a:extLst>
          </p:cNvPr>
          <p:cNvGrpSpPr/>
          <p:nvPr userDrawn="1"/>
        </p:nvGrpSpPr>
        <p:grpSpPr>
          <a:xfrm>
            <a:off x="3406408" y="2128565"/>
            <a:ext cx="1146629" cy="440375"/>
            <a:chOff x="3409326" y="1821260"/>
            <a:chExt cx="1146629" cy="440375"/>
          </a:xfrm>
        </p:grpSpPr>
        <p:grpSp>
          <p:nvGrpSpPr>
            <p:cNvPr id="10" name="Group 9">
              <a:extLst>
                <a:ext uri="{FF2B5EF4-FFF2-40B4-BE49-F238E27FC236}">
                  <a16:creationId xmlns:a16="http://schemas.microsoft.com/office/drawing/2014/main" id="{B1400D68-7689-0C5C-EAA3-CF9C6FF8E61A}"/>
                </a:ext>
              </a:extLst>
            </p:cNvPr>
            <p:cNvGrpSpPr/>
            <p:nvPr/>
          </p:nvGrpSpPr>
          <p:grpSpPr>
            <a:xfrm>
              <a:off x="4425326" y="1821260"/>
              <a:ext cx="130629" cy="118571"/>
              <a:chOff x="6030685" y="1226904"/>
              <a:chExt cx="130629" cy="118571"/>
            </a:xfrm>
          </p:grpSpPr>
          <p:cxnSp>
            <p:nvCxnSpPr>
              <p:cNvPr id="19" name="Straight Connector 18">
                <a:extLst>
                  <a:ext uri="{FF2B5EF4-FFF2-40B4-BE49-F238E27FC236}">
                    <a16:creationId xmlns:a16="http://schemas.microsoft.com/office/drawing/2014/main" id="{49429E64-26A9-B0CC-BFF2-27AD5A789E27}"/>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AA6BAD5-82C7-F2DC-3659-5DD993194FEE}"/>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F06D73C-4B5C-A3BA-99D8-0B067962397E}"/>
                </a:ext>
              </a:extLst>
            </p:cNvPr>
            <p:cNvGrpSpPr/>
            <p:nvPr/>
          </p:nvGrpSpPr>
          <p:grpSpPr>
            <a:xfrm>
              <a:off x="3917326" y="2143064"/>
              <a:ext cx="130629" cy="118571"/>
              <a:chOff x="6030685" y="1226904"/>
              <a:chExt cx="130629" cy="118571"/>
            </a:xfrm>
          </p:grpSpPr>
          <p:cxnSp>
            <p:nvCxnSpPr>
              <p:cNvPr id="17" name="Straight Connector 16">
                <a:extLst>
                  <a:ext uri="{FF2B5EF4-FFF2-40B4-BE49-F238E27FC236}">
                    <a16:creationId xmlns:a16="http://schemas.microsoft.com/office/drawing/2014/main" id="{84F2FA2F-53EB-059F-7A26-D3CAEEFBEF29}"/>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88C912-8C3C-DC27-5693-73002FC274B9}"/>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A323EA8C-2060-2579-C5BD-9E0460BCCD45}"/>
                </a:ext>
              </a:extLst>
            </p:cNvPr>
            <p:cNvGrpSpPr/>
            <p:nvPr/>
          </p:nvGrpSpPr>
          <p:grpSpPr>
            <a:xfrm>
              <a:off x="3409326" y="2143064"/>
              <a:ext cx="130629" cy="118571"/>
              <a:chOff x="6030685" y="1226904"/>
              <a:chExt cx="130629" cy="118571"/>
            </a:xfrm>
          </p:grpSpPr>
          <p:cxnSp>
            <p:nvCxnSpPr>
              <p:cNvPr id="15" name="Straight Connector 14">
                <a:extLst>
                  <a:ext uri="{FF2B5EF4-FFF2-40B4-BE49-F238E27FC236}">
                    <a16:creationId xmlns:a16="http://schemas.microsoft.com/office/drawing/2014/main" id="{1601E706-13BD-7C48-4796-4BD339776044}"/>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1659536-CFDB-9825-C767-F5488D955B17}"/>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sp>
        <p:nvSpPr>
          <p:cNvPr id="31" name="Freeform 7">
            <a:extLst>
              <a:ext uri="{FF2B5EF4-FFF2-40B4-BE49-F238E27FC236}">
                <a16:creationId xmlns:a16="http://schemas.microsoft.com/office/drawing/2014/main" id="{90B57A39-5CA9-6984-B2C3-DD047B7FA4E0}"/>
              </a:ext>
            </a:extLst>
          </p:cNvPr>
          <p:cNvSpPr/>
          <p:nvPr userDrawn="1"/>
        </p:nvSpPr>
        <p:spPr>
          <a:xfrm>
            <a:off x="4047956" y="4289060"/>
            <a:ext cx="8144044" cy="2127238"/>
          </a:xfrm>
          <a:custGeom>
            <a:avLst/>
            <a:gdLst>
              <a:gd name="connsiteX0" fmla="*/ 6578117 w 7638328"/>
              <a:gd name="connsiteY0" fmla="*/ 1734 h 2997056"/>
              <a:gd name="connsiteX1" fmla="*/ 7326873 w 7638328"/>
              <a:gd name="connsiteY1" fmla="*/ 43227 h 2997056"/>
              <a:gd name="connsiteX2" fmla="*/ 7638328 w 7638328"/>
              <a:gd name="connsiteY2" fmla="*/ 81031 h 2997056"/>
              <a:gd name="connsiteX3" fmla="*/ 7638328 w 7638328"/>
              <a:gd name="connsiteY3" fmla="*/ 2119497 h 2997056"/>
              <a:gd name="connsiteX4" fmla="*/ 7623721 w 7638328"/>
              <a:gd name="connsiteY4" fmla="*/ 2125742 h 2997056"/>
              <a:gd name="connsiteX5" fmla="*/ 4762943 w 7638328"/>
              <a:gd name="connsiteY5" fmla="*/ 2847921 h 2997056"/>
              <a:gd name="connsiteX6" fmla="*/ 4126 w 7638328"/>
              <a:gd name="connsiteY6" fmla="*/ 2149446 h 2997056"/>
              <a:gd name="connsiteX7" fmla="*/ 4378251 w 7638328"/>
              <a:gd name="connsiteY7" fmla="*/ 149135 h 2997056"/>
              <a:gd name="connsiteX8" fmla="*/ 6578117 w 7638328"/>
              <a:gd name="connsiteY8" fmla="*/ 1734 h 299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38328" h="2997056">
                <a:moveTo>
                  <a:pt x="6578117" y="1734"/>
                </a:moveTo>
                <a:cubicBezTo>
                  <a:pt x="6842855" y="6388"/>
                  <a:pt x="7093503" y="20375"/>
                  <a:pt x="7326873" y="43227"/>
                </a:cubicBezTo>
                <a:lnTo>
                  <a:pt x="7638328" y="81031"/>
                </a:lnTo>
                <a:lnTo>
                  <a:pt x="7638328" y="2119497"/>
                </a:lnTo>
                <a:lnTo>
                  <a:pt x="7623721" y="2125742"/>
                </a:lnTo>
                <a:cubicBezTo>
                  <a:pt x="6861804" y="2430757"/>
                  <a:pt x="5866315" y="2690644"/>
                  <a:pt x="4762943" y="2847921"/>
                </a:cubicBezTo>
                <a:cubicBezTo>
                  <a:pt x="2240951" y="3207413"/>
                  <a:pt x="110356" y="2894695"/>
                  <a:pt x="4126" y="2149446"/>
                </a:cubicBezTo>
                <a:cubicBezTo>
                  <a:pt x="-102104" y="1404197"/>
                  <a:pt x="1856259" y="508627"/>
                  <a:pt x="4378251" y="149135"/>
                </a:cubicBezTo>
                <a:cubicBezTo>
                  <a:pt x="5166374" y="36794"/>
                  <a:pt x="5916274" y="-9902"/>
                  <a:pt x="6578117" y="1734"/>
                </a:cubicBezTo>
                <a:close/>
              </a:path>
            </a:pathLst>
          </a:custGeom>
          <a:noFill/>
          <a:ln w="25400">
            <a:solidFill>
              <a:schemeClr val="accent1">
                <a:lumMod val="75000"/>
                <a:alpha val="50000"/>
              </a:schemeClr>
            </a:solidFill>
          </a:ln>
          <a:effectLst>
            <a:glow rad="127000">
              <a:schemeClr val="accent1">
                <a:alpha val="2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Picture Placeholder 32">
            <a:extLst>
              <a:ext uri="{FF2B5EF4-FFF2-40B4-BE49-F238E27FC236}">
                <a16:creationId xmlns:a16="http://schemas.microsoft.com/office/drawing/2014/main" id="{ED814783-DCD3-01AF-31DA-0DE467C2E6A4}"/>
              </a:ext>
            </a:extLst>
          </p:cNvPr>
          <p:cNvSpPr>
            <a:spLocks noGrp="1"/>
          </p:cNvSpPr>
          <p:nvPr>
            <p:ph type="pic" sz="quarter" idx="13"/>
          </p:nvPr>
        </p:nvSpPr>
        <p:spPr>
          <a:xfrm>
            <a:off x="4767072" y="0"/>
            <a:ext cx="7424928" cy="6858000"/>
          </a:xfrm>
        </p:spPr>
        <p:txBody>
          <a:bodyPr anchor="ctr"/>
          <a:lstStyle>
            <a:lvl1pPr marL="0" indent="0" algn="ctr">
              <a:buNone/>
              <a:defRPr/>
            </a:lvl1pPr>
          </a:lstStyle>
          <a:p>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3410712" y="2514600"/>
            <a:ext cx="3657600" cy="1828800"/>
          </a:xfrm>
        </p:spPr>
        <p:txBody>
          <a:bodyPr anchor="ctr"/>
          <a:lstStyle>
            <a:lvl1pPr marL="0" indent="0" algn="l">
              <a:lnSpc>
                <a:spcPts val="3200"/>
              </a:lnSpc>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6" name="Picture 5" descr="Background pattern&#10;&#10;Description automatically generated with medium confidence">
            <a:extLst>
              <a:ext uri="{FF2B5EF4-FFF2-40B4-BE49-F238E27FC236}">
                <a16:creationId xmlns:a16="http://schemas.microsoft.com/office/drawing/2014/main" id="{51B54D94-A660-E95A-13FA-7258FE32BD5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1524" y="0"/>
            <a:ext cx="12188952" cy="6858000"/>
          </a:xfrm>
          <a:prstGeom prst="rect">
            <a:avLst/>
          </a:prstGeom>
        </p:spPr>
      </p:pic>
      <p:sp>
        <p:nvSpPr>
          <p:cNvPr id="15" name="Picture Placeholder 14">
            <a:extLst>
              <a:ext uri="{FF2B5EF4-FFF2-40B4-BE49-F238E27FC236}">
                <a16:creationId xmlns:a16="http://schemas.microsoft.com/office/drawing/2014/main" id="{4EFCC935-92A7-A8D4-FEB6-90BAFB78BAA8}"/>
              </a:ext>
            </a:extLst>
          </p:cNvPr>
          <p:cNvSpPr>
            <a:spLocks noGrp="1"/>
          </p:cNvSpPr>
          <p:nvPr>
            <p:ph type="pic" sz="quarter" idx="13"/>
          </p:nvPr>
        </p:nvSpPr>
        <p:spPr>
          <a:xfrm>
            <a:off x="274320" y="0"/>
            <a:ext cx="9820656" cy="6858000"/>
          </a:xfrm>
        </p:spPr>
        <p:txBody>
          <a:bodyPr anchor="ctr"/>
          <a:lstStyle>
            <a:lvl1pPr marL="0" indent="0" algn="ctr">
              <a:buNone/>
              <a:defRPr/>
            </a:lvl1pPr>
          </a:lstStyle>
          <a:p>
            <a:endParaRPr lang="en-US" dirty="0"/>
          </a:p>
        </p:txBody>
      </p:sp>
      <p:sp>
        <p:nvSpPr>
          <p:cNvPr id="7" name="Rectangle 6">
            <a:extLst>
              <a:ext uri="{FF2B5EF4-FFF2-40B4-BE49-F238E27FC236}">
                <a16:creationId xmlns:a16="http://schemas.microsoft.com/office/drawing/2014/main" id="{0FEFEA80-D2B3-224F-A369-155169EACE7D}"/>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CC9C56-E571-EEF0-909A-C061564A73EC}"/>
              </a:ext>
            </a:extLst>
          </p:cNvPr>
          <p:cNvSpPr>
            <a:spLocks noGrp="1"/>
          </p:cNvSpPr>
          <p:nvPr>
            <p:ph type="title"/>
          </p:nvPr>
        </p:nvSpPr>
        <p:spPr>
          <a:xfrm>
            <a:off x="6172200" y="1719072"/>
            <a:ext cx="4800600" cy="3429000"/>
          </a:xfrm>
        </p:spPr>
        <p:txBody>
          <a:bodyPr/>
          <a:lstStyle>
            <a:lvl1pPr>
              <a:defRPr sz="6000">
                <a:ln w="12700">
                  <a:solidFill>
                    <a:schemeClr val="accent1">
                      <a:lumMod val="60000"/>
                      <a:lumOff val="40000"/>
                    </a:schemeClr>
                  </a:solidFill>
                </a:ln>
                <a:noFill/>
                <a:effectLst>
                  <a:glow rad="88900">
                    <a:schemeClr val="accent1">
                      <a:alpha val="50000"/>
                    </a:schemeClr>
                  </a:glow>
                </a:effectLst>
              </a:defRPr>
            </a:lvl1pPr>
          </a:lstStyle>
          <a:p>
            <a:r>
              <a:rPr lang="en-US"/>
              <a:t>Click to edit Master title style</a:t>
            </a:r>
          </a:p>
        </p:txBody>
      </p:sp>
      <p:sp>
        <p:nvSpPr>
          <p:cNvPr id="3" name="Slide Number Placeholder 2">
            <a:extLst>
              <a:ext uri="{FF2B5EF4-FFF2-40B4-BE49-F238E27FC236}">
                <a16:creationId xmlns:a16="http://schemas.microsoft.com/office/drawing/2014/main" id="{A40E14E0-D6CD-7F40-2CF4-DDD5342C954F}"/>
              </a:ext>
            </a:extLst>
          </p:cNvPr>
          <p:cNvSpPr>
            <a:spLocks noGrp="1"/>
          </p:cNvSpPr>
          <p:nvPr>
            <p:ph type="sldNum" sz="quarter" idx="10"/>
          </p:nvPr>
        </p:nvSpPr>
        <p:spPr/>
        <p:txBody>
          <a:bodyPr/>
          <a:lstStyle/>
          <a:p>
            <a:fld id="{0FF9F32E-65A7-074C-AFA1-DE0771000F54}" type="slidenum">
              <a:rPr lang="en-US" smtClean="0"/>
              <a:pPr/>
              <a:t>‹#›</a:t>
            </a:fld>
            <a:endParaRPr lang="en-US" dirty="0"/>
          </a:p>
        </p:txBody>
      </p:sp>
      <p:sp>
        <p:nvSpPr>
          <p:cNvPr id="4" name="Footer Placeholder 3">
            <a:extLst>
              <a:ext uri="{FF2B5EF4-FFF2-40B4-BE49-F238E27FC236}">
                <a16:creationId xmlns:a16="http://schemas.microsoft.com/office/drawing/2014/main" id="{F7BE7979-D61A-0CFB-5E3A-D5A502E74245}"/>
              </a:ext>
            </a:extLst>
          </p:cNvPr>
          <p:cNvSpPr>
            <a:spLocks noGrp="1"/>
          </p:cNvSpPr>
          <p:nvPr>
            <p:ph type="ftr" sz="quarter" idx="11"/>
          </p:nvPr>
        </p:nvSpPr>
        <p:spPr/>
        <p:txBody>
          <a:bodyPr/>
          <a:lstStyle/>
          <a:p>
            <a:r>
              <a:rPr lang="en-US" dirty="0"/>
              <a:t>Artist portfolio</a:t>
            </a:r>
          </a:p>
        </p:txBody>
      </p:sp>
      <p:sp>
        <p:nvSpPr>
          <p:cNvPr id="9" name="Text Placeholder 8">
            <a:extLst>
              <a:ext uri="{FF2B5EF4-FFF2-40B4-BE49-F238E27FC236}">
                <a16:creationId xmlns:a16="http://schemas.microsoft.com/office/drawing/2014/main" id="{670D91A5-0AB1-06A2-2C29-6741EDCDE8E9}"/>
              </a:ext>
            </a:extLst>
          </p:cNvPr>
          <p:cNvSpPr>
            <a:spLocks noGrp="1"/>
          </p:cNvSpPr>
          <p:nvPr>
            <p:ph type="body" sz="quarter" idx="12"/>
          </p:nvPr>
        </p:nvSpPr>
        <p:spPr>
          <a:xfrm>
            <a:off x="880357" y="1388263"/>
            <a:ext cx="4572000" cy="4676775"/>
          </a:xfrm>
        </p:spPr>
        <p:txBody>
          <a:bodyPr/>
          <a:lstStyle>
            <a:lvl1pPr marL="640080" indent="-640080">
              <a:lnSpc>
                <a:spcPct val="200000"/>
              </a:lnSpc>
              <a:spcBef>
                <a:spcPts val="1000"/>
              </a:spcBef>
              <a:buClr>
                <a:schemeClr val="accent1"/>
              </a:buClr>
              <a:buFont typeface="Avenir Next LT Pro" panose="020B0504020202020204" pitchFamily="34" charset="0"/>
              <a:buChar char="+"/>
              <a:defRPr sz="2400" cap="all" baseline="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1818387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pic>
        <p:nvPicPr>
          <p:cNvPr id="23" name="Picture 22" descr="Background pattern&#10;&#10;Description automatically generated">
            <a:extLst>
              <a:ext uri="{FF2B5EF4-FFF2-40B4-BE49-F238E27FC236}">
                <a16:creationId xmlns:a16="http://schemas.microsoft.com/office/drawing/2014/main" id="{95781003-A1B2-4E8D-E01D-57F7E4DD97C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
          <a:stretch/>
        </p:blipFill>
        <p:spPr>
          <a:xfrm>
            <a:off x="0" y="0"/>
            <a:ext cx="12192000" cy="6858000"/>
          </a:xfrm>
          <a:prstGeom prst="rect">
            <a:avLst/>
          </a:prstGeom>
        </p:spPr>
      </p:pic>
      <p:sp>
        <p:nvSpPr>
          <p:cNvPr id="7" name="Rectangle 6">
            <a:extLst>
              <a:ext uri="{FF2B5EF4-FFF2-40B4-BE49-F238E27FC236}">
                <a16:creationId xmlns:a16="http://schemas.microsoft.com/office/drawing/2014/main" id="{0FEFEA80-D2B3-224F-A369-155169EACE7D}"/>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CC9C56-E571-EEF0-909A-C061564A73EC}"/>
              </a:ext>
            </a:extLst>
          </p:cNvPr>
          <p:cNvSpPr>
            <a:spLocks noGrp="1"/>
          </p:cNvSpPr>
          <p:nvPr>
            <p:ph type="title"/>
          </p:nvPr>
        </p:nvSpPr>
        <p:spPr>
          <a:xfrm>
            <a:off x="914400" y="1719072"/>
            <a:ext cx="4800600" cy="3429000"/>
          </a:xfrm>
        </p:spPr>
        <p:txBody>
          <a:bodyPr/>
          <a:lstStyle>
            <a:lvl1pPr>
              <a:defRPr sz="6000">
                <a:ln w="12700">
                  <a:solidFill>
                    <a:schemeClr val="accent1">
                      <a:lumMod val="60000"/>
                      <a:lumOff val="40000"/>
                    </a:schemeClr>
                  </a:solidFill>
                </a:ln>
                <a:noFill/>
                <a:effectLst>
                  <a:glow rad="88900">
                    <a:schemeClr val="accent1">
                      <a:alpha val="50000"/>
                    </a:schemeClr>
                  </a:glow>
                </a:effectLst>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A40E14E0-D6CD-7F40-2CF4-DDD5342C954F}"/>
              </a:ext>
            </a:extLst>
          </p:cNvPr>
          <p:cNvSpPr>
            <a:spLocks noGrp="1"/>
          </p:cNvSpPr>
          <p:nvPr>
            <p:ph type="sldNum" sz="quarter" idx="10"/>
          </p:nvPr>
        </p:nvSpPr>
        <p:spPr/>
        <p:txBody>
          <a:bodyPr/>
          <a:lstStyle/>
          <a:p>
            <a:fld id="{0FF9F32E-65A7-074C-AFA1-DE0771000F54}" type="slidenum">
              <a:rPr lang="en-US" smtClean="0"/>
              <a:pPr/>
              <a:t>‹#›</a:t>
            </a:fld>
            <a:endParaRPr lang="en-US" dirty="0"/>
          </a:p>
        </p:txBody>
      </p:sp>
      <p:sp>
        <p:nvSpPr>
          <p:cNvPr id="4" name="Footer Placeholder 3">
            <a:extLst>
              <a:ext uri="{FF2B5EF4-FFF2-40B4-BE49-F238E27FC236}">
                <a16:creationId xmlns:a16="http://schemas.microsoft.com/office/drawing/2014/main" id="{F7BE7979-D61A-0CFB-5E3A-D5A502E74245}"/>
              </a:ext>
            </a:extLst>
          </p:cNvPr>
          <p:cNvSpPr>
            <a:spLocks noGrp="1"/>
          </p:cNvSpPr>
          <p:nvPr>
            <p:ph type="ftr" sz="quarter" idx="11"/>
          </p:nvPr>
        </p:nvSpPr>
        <p:spPr/>
        <p:txBody>
          <a:bodyPr/>
          <a:lstStyle/>
          <a:p>
            <a:r>
              <a:rPr lang="en-US" dirty="0"/>
              <a:t>Artist portfolio</a:t>
            </a:r>
          </a:p>
        </p:txBody>
      </p:sp>
      <p:sp>
        <p:nvSpPr>
          <p:cNvPr id="9" name="Text Placeholder 8">
            <a:extLst>
              <a:ext uri="{FF2B5EF4-FFF2-40B4-BE49-F238E27FC236}">
                <a16:creationId xmlns:a16="http://schemas.microsoft.com/office/drawing/2014/main" id="{670D91A5-0AB1-06A2-2C29-6741EDCDE8E9}"/>
              </a:ext>
            </a:extLst>
          </p:cNvPr>
          <p:cNvSpPr>
            <a:spLocks noGrp="1"/>
          </p:cNvSpPr>
          <p:nvPr>
            <p:ph type="body" sz="quarter" idx="12"/>
          </p:nvPr>
        </p:nvSpPr>
        <p:spPr>
          <a:xfrm>
            <a:off x="6172200" y="1773936"/>
            <a:ext cx="4572000" cy="3429000"/>
          </a:xfrm>
        </p:spPr>
        <p:txBody>
          <a:bodyPr anchor="ctr"/>
          <a:lstStyle>
            <a:lvl1pPr marL="0" indent="0">
              <a:lnSpc>
                <a:spcPts val="2800"/>
              </a:lnSpc>
              <a:spcBef>
                <a:spcPts val="1000"/>
              </a:spcBef>
              <a:buClr>
                <a:schemeClr val="accent1"/>
              </a:buClr>
              <a:buFont typeface="Avenir Next LT Pro" panose="020B0504020202020204" pitchFamily="34" charset="0"/>
              <a:buNone/>
              <a:defRPr sz="1400" cap="none" baseline="0">
                <a:solidFill>
                  <a:schemeClr val="bg1"/>
                </a:solidFill>
              </a:defRPr>
            </a:lvl1pPr>
          </a:lstStyle>
          <a:p>
            <a:pPr lvl="0"/>
            <a:r>
              <a:rPr lang="en-US" dirty="0"/>
              <a:t>Click to edit Master text styles</a:t>
            </a:r>
          </a:p>
        </p:txBody>
      </p:sp>
      <p:pic>
        <p:nvPicPr>
          <p:cNvPr id="5" name="Picture 4">
            <a:extLst>
              <a:ext uri="{FF2B5EF4-FFF2-40B4-BE49-F238E27FC236}">
                <a16:creationId xmlns:a16="http://schemas.microsoft.com/office/drawing/2014/main" id="{A91B7BAF-ABDC-F800-6028-CF87B2EABAD4}"/>
              </a:ext>
            </a:extLst>
          </p:cNvPr>
          <p:cNvPicPr>
            <a:picLocks noChangeAspect="1"/>
          </p:cNvPicPr>
          <p:nvPr userDrawn="1"/>
        </p:nvPicPr>
        <p:blipFill>
          <a:blip r:embed="rId3">
            <a:duotone>
              <a:prstClr val="black"/>
              <a:schemeClr val="accent6">
                <a:tint val="45000"/>
                <a:satMod val="400000"/>
              </a:schemeClr>
            </a:duotone>
            <a:extLst>
              <a:ext uri="{BEBA8EAE-BF5A-486C-A8C5-ECC9F3942E4B}">
                <a14:imgProps xmlns:a14="http://schemas.microsoft.com/office/drawing/2010/main">
                  <a14:imgLayer r:embed="rId4">
                    <a14:imgEffect>
                      <a14:brightnessContrast bright="25000"/>
                    </a14:imgEffect>
                  </a14:imgLayer>
                </a14:imgProps>
              </a:ext>
              <a:ext uri="{28A0092B-C50C-407E-A947-70E740481C1C}">
                <a14:useLocalDpi xmlns:a14="http://schemas.microsoft.com/office/drawing/2010/main" val="0"/>
              </a:ext>
            </a:extLst>
          </a:blip>
          <a:srcRect l="2468" r="2468"/>
          <a:stretch/>
        </p:blipFill>
        <p:spPr>
          <a:xfrm rot="10800000">
            <a:off x="379726" y="0"/>
            <a:ext cx="2305250" cy="1204329"/>
          </a:xfrm>
          <a:custGeom>
            <a:avLst/>
            <a:gdLst>
              <a:gd name="connsiteX0" fmla="*/ 2290117 w 4580234"/>
              <a:gd name="connsiteY0" fmla="*/ 0 h 2392846"/>
              <a:gd name="connsiteX1" fmla="*/ 4580234 w 4580234"/>
              <a:gd name="connsiteY1" fmla="*/ 2290117 h 2392846"/>
              <a:gd name="connsiteX2" fmla="*/ 4575047 w 4580234"/>
              <a:gd name="connsiteY2" fmla="*/ 2392846 h 2392846"/>
              <a:gd name="connsiteX3" fmla="*/ 5188 w 4580234"/>
              <a:gd name="connsiteY3" fmla="*/ 2392846 h 2392846"/>
              <a:gd name="connsiteX4" fmla="*/ 0 w 4580234"/>
              <a:gd name="connsiteY4" fmla="*/ 2290117 h 2392846"/>
              <a:gd name="connsiteX5" fmla="*/ 2290117 w 4580234"/>
              <a:gd name="connsiteY5" fmla="*/ 0 h 239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80234" h="2392846">
                <a:moveTo>
                  <a:pt x="2290117" y="0"/>
                </a:moveTo>
                <a:cubicBezTo>
                  <a:pt x="3554914" y="0"/>
                  <a:pt x="4580234" y="1025320"/>
                  <a:pt x="4580234" y="2290117"/>
                </a:cubicBezTo>
                <a:lnTo>
                  <a:pt x="4575047" y="2392846"/>
                </a:lnTo>
                <a:lnTo>
                  <a:pt x="5188" y="2392846"/>
                </a:lnTo>
                <a:lnTo>
                  <a:pt x="0" y="2290117"/>
                </a:lnTo>
                <a:cubicBezTo>
                  <a:pt x="0" y="1025320"/>
                  <a:pt x="1025320" y="0"/>
                  <a:pt x="2290117" y="0"/>
                </a:cubicBezTo>
                <a:close/>
              </a:path>
            </a:pathLst>
          </a:custGeom>
        </p:spPr>
      </p:pic>
      <p:grpSp>
        <p:nvGrpSpPr>
          <p:cNvPr id="8" name="Group 7">
            <a:extLst>
              <a:ext uri="{FF2B5EF4-FFF2-40B4-BE49-F238E27FC236}">
                <a16:creationId xmlns:a16="http://schemas.microsoft.com/office/drawing/2014/main" id="{20A98AD1-57CC-39ED-C96E-C3CCE56C6417}"/>
              </a:ext>
            </a:extLst>
          </p:cNvPr>
          <p:cNvGrpSpPr/>
          <p:nvPr userDrawn="1"/>
        </p:nvGrpSpPr>
        <p:grpSpPr>
          <a:xfrm rot="10800000" flipH="1">
            <a:off x="6080760" y="656921"/>
            <a:ext cx="1208634" cy="426639"/>
            <a:chOff x="557784" y="4124510"/>
            <a:chExt cx="1208634" cy="426639"/>
          </a:xfrm>
        </p:grpSpPr>
        <p:grpSp>
          <p:nvGrpSpPr>
            <p:cNvPr id="10" name="Group 9">
              <a:extLst>
                <a:ext uri="{FF2B5EF4-FFF2-40B4-BE49-F238E27FC236}">
                  <a16:creationId xmlns:a16="http://schemas.microsoft.com/office/drawing/2014/main" id="{B1682F67-8B24-E1D5-B1BF-FD42116F5FB0}"/>
                </a:ext>
              </a:extLst>
            </p:cNvPr>
            <p:cNvGrpSpPr/>
            <p:nvPr/>
          </p:nvGrpSpPr>
          <p:grpSpPr>
            <a:xfrm>
              <a:off x="1635789" y="4432578"/>
              <a:ext cx="130629" cy="118571"/>
              <a:chOff x="6030685" y="1226904"/>
              <a:chExt cx="130629" cy="118571"/>
            </a:xfrm>
          </p:grpSpPr>
          <p:cxnSp>
            <p:nvCxnSpPr>
              <p:cNvPr id="19" name="Straight Connector 18">
                <a:extLst>
                  <a:ext uri="{FF2B5EF4-FFF2-40B4-BE49-F238E27FC236}">
                    <a16:creationId xmlns:a16="http://schemas.microsoft.com/office/drawing/2014/main" id="{4386F84C-4E22-C070-A4D4-037BCF40E13D}"/>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ADC52A5-555F-D8A4-1118-8466ED5B52CB}"/>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7303E39C-B5CD-5A4C-694F-8820DB320849}"/>
                </a:ext>
              </a:extLst>
            </p:cNvPr>
            <p:cNvGrpSpPr/>
            <p:nvPr/>
          </p:nvGrpSpPr>
          <p:grpSpPr>
            <a:xfrm>
              <a:off x="557784" y="4124510"/>
              <a:ext cx="638629" cy="118571"/>
              <a:chOff x="619789" y="4124510"/>
              <a:chExt cx="638629" cy="118571"/>
            </a:xfrm>
          </p:grpSpPr>
          <p:grpSp>
            <p:nvGrpSpPr>
              <p:cNvPr id="12" name="Group 11">
                <a:extLst>
                  <a:ext uri="{FF2B5EF4-FFF2-40B4-BE49-F238E27FC236}">
                    <a16:creationId xmlns:a16="http://schemas.microsoft.com/office/drawing/2014/main" id="{726A601A-56E6-C6E0-94BE-BDFDD4DE9992}"/>
                  </a:ext>
                </a:extLst>
              </p:cNvPr>
              <p:cNvGrpSpPr/>
              <p:nvPr/>
            </p:nvGrpSpPr>
            <p:grpSpPr>
              <a:xfrm>
                <a:off x="1127789" y="4124510"/>
                <a:ext cx="130629" cy="118571"/>
                <a:chOff x="6030685" y="1226904"/>
                <a:chExt cx="130629" cy="118571"/>
              </a:xfrm>
            </p:grpSpPr>
            <p:cxnSp>
              <p:nvCxnSpPr>
                <p:cNvPr id="17" name="Straight Connector 16">
                  <a:extLst>
                    <a:ext uri="{FF2B5EF4-FFF2-40B4-BE49-F238E27FC236}">
                      <a16:creationId xmlns:a16="http://schemas.microsoft.com/office/drawing/2014/main" id="{35A9F40C-E23B-BD99-8CF5-0A9539B6CF4F}"/>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F1E34A3-717B-8A94-CDD6-FA8EA578F06C}"/>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160E8EC4-D607-C577-AD07-5E2EE4FC4557}"/>
                  </a:ext>
                </a:extLst>
              </p:cNvPr>
              <p:cNvGrpSpPr/>
              <p:nvPr/>
            </p:nvGrpSpPr>
            <p:grpSpPr>
              <a:xfrm>
                <a:off x="619789" y="4124510"/>
                <a:ext cx="130629" cy="118571"/>
                <a:chOff x="6030685" y="1226904"/>
                <a:chExt cx="130629" cy="118571"/>
              </a:xfrm>
            </p:grpSpPr>
            <p:cxnSp>
              <p:nvCxnSpPr>
                <p:cNvPr id="14" name="Straight Connector 13">
                  <a:extLst>
                    <a:ext uri="{FF2B5EF4-FFF2-40B4-BE49-F238E27FC236}">
                      <a16:creationId xmlns:a16="http://schemas.microsoft.com/office/drawing/2014/main" id="{F2B13F2C-F37D-9259-C3E8-4A43954833DA}"/>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7107F4-5D94-4711-79B8-5BD6B7EBD80C}"/>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pic>
        <p:nvPicPr>
          <p:cNvPr id="21" name="Picture 20">
            <a:extLst>
              <a:ext uri="{FF2B5EF4-FFF2-40B4-BE49-F238E27FC236}">
                <a16:creationId xmlns:a16="http://schemas.microsoft.com/office/drawing/2014/main" id="{F3EF34E6-E945-6FCB-0855-6827D99CE1BF}"/>
              </a:ext>
            </a:extLst>
          </p:cNvPr>
          <p:cNvPicPr>
            <a:picLocks noChangeAspect="1"/>
          </p:cNvPicPr>
          <p:nvPr userDrawn="1"/>
        </p:nvPicPr>
        <p:blipFill>
          <a:blip r:embed="rId5">
            <a:duotone>
              <a:prstClr val="black"/>
              <a:schemeClr val="accent6">
                <a:tint val="45000"/>
                <a:satMod val="400000"/>
              </a:schemeClr>
            </a:duotone>
            <a:extLst>
              <a:ext uri="{BEBA8EAE-BF5A-486C-A8C5-ECC9F3942E4B}">
                <a14:imgProps xmlns:a14="http://schemas.microsoft.com/office/drawing/2010/main">
                  <a14:imgLayer r:embed="rId6">
                    <a14:imgEffect>
                      <a14:sharpenSoften amount="23000"/>
                    </a14:imgEffect>
                    <a14:imgEffect>
                      <a14:brightnessContrast bright="-3000"/>
                    </a14:imgEffect>
                  </a14:imgLayer>
                </a14:imgProps>
              </a:ext>
              <a:ext uri="{28A0092B-C50C-407E-A947-70E740481C1C}">
                <a14:useLocalDpi xmlns:a14="http://schemas.microsoft.com/office/drawing/2010/main" val="0"/>
              </a:ext>
            </a:extLst>
          </a:blip>
          <a:srcRect/>
          <a:stretch/>
        </p:blipFill>
        <p:spPr>
          <a:xfrm>
            <a:off x="4805152" y="5589864"/>
            <a:ext cx="588350" cy="588350"/>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spTree>
    <p:extLst>
      <p:ext uri="{BB962C8B-B14F-4D97-AF65-F5344CB8AC3E}">
        <p14:creationId xmlns:p14="http://schemas.microsoft.com/office/powerpoint/2010/main" val="535899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626F0957-B1E8-D378-3433-9200445ED13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
          <a:stretch/>
        </p:blipFill>
        <p:spPr>
          <a:xfrm>
            <a:off x="0" y="0"/>
            <a:ext cx="12192000" cy="6858000"/>
          </a:xfrm>
          <a:prstGeom prst="rect">
            <a:avLst/>
          </a:prstGeom>
        </p:spPr>
      </p:pic>
      <p:sp>
        <p:nvSpPr>
          <p:cNvPr id="7" name="Title 6">
            <a:extLst>
              <a:ext uri="{FF2B5EF4-FFF2-40B4-BE49-F238E27FC236}">
                <a16:creationId xmlns:a16="http://schemas.microsoft.com/office/drawing/2014/main" id="{A02A864C-8800-78BF-C233-F7E776A8CD52}"/>
              </a:ext>
            </a:extLst>
          </p:cNvPr>
          <p:cNvSpPr>
            <a:spLocks noGrp="1"/>
          </p:cNvSpPr>
          <p:nvPr>
            <p:ph type="title"/>
          </p:nvPr>
        </p:nvSpPr>
        <p:spPr>
          <a:xfrm rot="16200000">
            <a:off x="-676656" y="2743200"/>
            <a:ext cx="5943600" cy="1371600"/>
          </a:xfrm>
        </p:spPr>
        <p:txBody>
          <a:bodyPr/>
          <a:lstStyle>
            <a:lvl1pPr algn="ctr">
              <a:defRPr sz="10000" spc="100" baseline="0"/>
            </a:lvl1pPr>
          </a:lstStyle>
          <a:p>
            <a:r>
              <a:rPr lang="en-US" dirty="0"/>
              <a:t>Click to edit Master title style</a:t>
            </a:r>
          </a:p>
        </p:txBody>
      </p:sp>
      <p:sp>
        <p:nvSpPr>
          <p:cNvPr id="8" name="Text Placeholder 7">
            <a:extLst>
              <a:ext uri="{FF2B5EF4-FFF2-40B4-BE49-F238E27FC236}">
                <a16:creationId xmlns:a16="http://schemas.microsoft.com/office/drawing/2014/main" id="{25928010-8374-8DD4-FDB9-039431A1FA75}"/>
              </a:ext>
            </a:extLst>
          </p:cNvPr>
          <p:cNvSpPr>
            <a:spLocks noGrp="1"/>
          </p:cNvSpPr>
          <p:nvPr>
            <p:ph type="body" sz="quarter" idx="12"/>
          </p:nvPr>
        </p:nvSpPr>
        <p:spPr>
          <a:xfrm rot="16200000">
            <a:off x="-1764792" y="3090672"/>
            <a:ext cx="5943600" cy="685800"/>
          </a:xfrm>
        </p:spPr>
        <p:txBody>
          <a:bodyPr>
            <a:noAutofit/>
          </a:bodyPr>
          <a:lstStyle>
            <a:lvl1pPr marL="0" indent="0" algn="ctr">
              <a:buNone/>
              <a:defRPr sz="4800" cap="all" spc="100" baseline="0">
                <a:ln w="12700">
                  <a:solidFill>
                    <a:schemeClr val="accent1">
                      <a:lumMod val="60000"/>
                      <a:lumOff val="40000"/>
                    </a:schemeClr>
                  </a:solidFill>
                </a:ln>
                <a:noFill/>
                <a:effectLst>
                  <a:glow rad="88900">
                    <a:schemeClr val="accent1">
                      <a:alpha val="50000"/>
                    </a:schemeClr>
                  </a:glow>
                </a:effectLst>
              </a:defRPr>
            </a:lvl1pPr>
          </a:lstStyle>
          <a:p>
            <a:pPr lvl="0"/>
            <a:r>
              <a:rPr lang="en-US" dirty="0"/>
              <a:t>Click to edit Master text styles</a:t>
            </a:r>
          </a:p>
        </p:txBody>
      </p:sp>
      <p:sp>
        <p:nvSpPr>
          <p:cNvPr id="33" name="Picture Placeholder 32">
            <a:extLst>
              <a:ext uri="{FF2B5EF4-FFF2-40B4-BE49-F238E27FC236}">
                <a16:creationId xmlns:a16="http://schemas.microsoft.com/office/drawing/2014/main" id="{ED814783-DCD3-01AF-31DA-0DE467C2E6A4}"/>
              </a:ext>
            </a:extLst>
          </p:cNvPr>
          <p:cNvSpPr>
            <a:spLocks noGrp="1"/>
          </p:cNvSpPr>
          <p:nvPr>
            <p:ph type="pic" sz="quarter" idx="13"/>
          </p:nvPr>
        </p:nvSpPr>
        <p:spPr>
          <a:xfrm>
            <a:off x="5148072" y="1143000"/>
            <a:ext cx="6318504" cy="5715000"/>
          </a:xfrm>
        </p:spPr>
        <p:txBody>
          <a:bodyPr anchor="ctr"/>
          <a:lstStyle>
            <a:lvl1pPr marL="0" indent="0" algn="ctr">
              <a:buNone/>
              <a:defRPr/>
            </a:lvl1pPr>
          </a:lstStyle>
          <a:p>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3410712" y="2514600"/>
            <a:ext cx="3319272" cy="1828800"/>
          </a:xfrm>
        </p:spPr>
        <p:txBody>
          <a:bodyPr anchor="ctr"/>
          <a:lstStyle>
            <a:lvl1pPr marL="0" indent="0" algn="l">
              <a:lnSpc>
                <a:spcPts val="3200"/>
              </a:lnSpc>
              <a:buNone/>
              <a:defRPr sz="2400" cap="all"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Arc 30">
            <a:extLst>
              <a:ext uri="{FF2B5EF4-FFF2-40B4-BE49-F238E27FC236}">
                <a16:creationId xmlns:a16="http://schemas.microsoft.com/office/drawing/2014/main" id="{4B8C4ECD-CAFD-01D4-B9F9-6DC4056F473D}"/>
              </a:ext>
            </a:extLst>
          </p:cNvPr>
          <p:cNvSpPr/>
          <p:nvPr userDrawn="1"/>
        </p:nvSpPr>
        <p:spPr>
          <a:xfrm flipH="1" flipV="1">
            <a:off x="5362413" y="-9557"/>
            <a:ext cx="6831221" cy="4597860"/>
          </a:xfrm>
          <a:custGeom>
            <a:avLst/>
            <a:gdLst>
              <a:gd name="connsiteX0" fmla="*/ 4960744 w 12089362"/>
              <a:gd name="connsiteY0" fmla="*/ 88199 h 10882523"/>
              <a:gd name="connsiteX1" fmla="*/ 9643039 w 12089362"/>
              <a:gd name="connsiteY1" fmla="*/ 1069162 h 10882523"/>
              <a:gd name="connsiteX2" fmla="*/ 12089216 w 12089362"/>
              <a:gd name="connsiteY2" fmla="*/ 5478992 h 10882523"/>
              <a:gd name="connsiteX3" fmla="*/ 6044681 w 12089362"/>
              <a:gd name="connsiteY3" fmla="*/ 5441262 h 10882523"/>
              <a:gd name="connsiteX4" fmla="*/ 4960744 w 12089362"/>
              <a:gd name="connsiteY4" fmla="*/ 88199 h 10882523"/>
              <a:gd name="connsiteX0" fmla="*/ 4960744 w 12089362"/>
              <a:gd name="connsiteY0" fmla="*/ 88199 h 10882523"/>
              <a:gd name="connsiteX1" fmla="*/ 9643039 w 12089362"/>
              <a:gd name="connsiteY1" fmla="*/ 1069162 h 10882523"/>
              <a:gd name="connsiteX2" fmla="*/ 12089216 w 12089362"/>
              <a:gd name="connsiteY2" fmla="*/ 5478992 h 10882523"/>
              <a:gd name="connsiteX0" fmla="*/ 0 w 7128617"/>
              <a:gd name="connsiteY0" fmla="*/ 88228 h 5479021"/>
              <a:gd name="connsiteX1" fmla="*/ 4682295 w 7128617"/>
              <a:gd name="connsiteY1" fmla="*/ 1069191 h 5479021"/>
              <a:gd name="connsiteX2" fmla="*/ 7128472 w 7128617"/>
              <a:gd name="connsiteY2" fmla="*/ 5479021 h 5479021"/>
              <a:gd name="connsiteX3" fmla="*/ 1083937 w 7128617"/>
              <a:gd name="connsiteY3" fmla="*/ 5441291 h 5479021"/>
              <a:gd name="connsiteX4" fmla="*/ 0 w 7128617"/>
              <a:gd name="connsiteY4" fmla="*/ 88228 h 5479021"/>
              <a:gd name="connsiteX0" fmla="*/ 0 w 7128617"/>
              <a:gd name="connsiteY0" fmla="*/ 88228 h 5479021"/>
              <a:gd name="connsiteX1" fmla="*/ 4303923 w 7128617"/>
              <a:gd name="connsiteY1" fmla="*/ 1489605 h 5479021"/>
              <a:gd name="connsiteX2" fmla="*/ 7128472 w 7128617"/>
              <a:gd name="connsiteY2" fmla="*/ 5479021 h 5479021"/>
              <a:gd name="connsiteX0" fmla="*/ 0 w 7275709"/>
              <a:gd name="connsiteY0" fmla="*/ 88228 h 5479021"/>
              <a:gd name="connsiteX1" fmla="*/ 4682295 w 7275709"/>
              <a:gd name="connsiteY1" fmla="*/ 1069191 h 5479021"/>
              <a:gd name="connsiteX2" fmla="*/ 7128472 w 7275709"/>
              <a:gd name="connsiteY2" fmla="*/ 5479021 h 5479021"/>
              <a:gd name="connsiteX3" fmla="*/ 1083937 w 7275709"/>
              <a:gd name="connsiteY3" fmla="*/ 5441291 h 5479021"/>
              <a:gd name="connsiteX4" fmla="*/ 0 w 7275709"/>
              <a:gd name="connsiteY4" fmla="*/ 88228 h 5479021"/>
              <a:gd name="connsiteX0" fmla="*/ 0 w 7275709"/>
              <a:gd name="connsiteY0" fmla="*/ 88228 h 5479021"/>
              <a:gd name="connsiteX1" fmla="*/ 4303923 w 7275709"/>
              <a:gd name="connsiteY1" fmla="*/ 1489605 h 5479021"/>
              <a:gd name="connsiteX2" fmla="*/ 7275617 w 7275709"/>
              <a:gd name="connsiteY2" fmla="*/ 5405449 h 5479021"/>
              <a:gd name="connsiteX0" fmla="*/ 0 w 7275722"/>
              <a:gd name="connsiteY0" fmla="*/ 88228 h 5479021"/>
              <a:gd name="connsiteX1" fmla="*/ 4682295 w 7275722"/>
              <a:gd name="connsiteY1" fmla="*/ 1069191 h 5479021"/>
              <a:gd name="connsiteX2" fmla="*/ 7128472 w 7275722"/>
              <a:gd name="connsiteY2" fmla="*/ 5479021 h 5479021"/>
              <a:gd name="connsiteX3" fmla="*/ 1083937 w 7275722"/>
              <a:gd name="connsiteY3" fmla="*/ 5441291 h 5479021"/>
              <a:gd name="connsiteX4" fmla="*/ 0 w 7275722"/>
              <a:gd name="connsiteY4" fmla="*/ 88228 h 5479021"/>
              <a:gd name="connsiteX0" fmla="*/ 0 w 7275722"/>
              <a:gd name="connsiteY0" fmla="*/ 88228 h 5479021"/>
              <a:gd name="connsiteX1" fmla="*/ 4482599 w 7275722"/>
              <a:gd name="connsiteY1" fmla="*/ 1395012 h 5479021"/>
              <a:gd name="connsiteX2" fmla="*/ 7275617 w 7275722"/>
              <a:gd name="connsiteY2" fmla="*/ 5405449 h 5479021"/>
              <a:gd name="connsiteX0" fmla="*/ 52552 w 7328274"/>
              <a:gd name="connsiteY0" fmla="*/ 88228 h 5479021"/>
              <a:gd name="connsiteX1" fmla="*/ 4734847 w 7328274"/>
              <a:gd name="connsiteY1" fmla="*/ 1069191 h 5479021"/>
              <a:gd name="connsiteX2" fmla="*/ 7181024 w 7328274"/>
              <a:gd name="connsiteY2" fmla="*/ 5479021 h 5479021"/>
              <a:gd name="connsiteX3" fmla="*/ 1136489 w 7328274"/>
              <a:gd name="connsiteY3" fmla="*/ 5441291 h 5479021"/>
              <a:gd name="connsiteX4" fmla="*/ 52552 w 7328274"/>
              <a:gd name="connsiteY4" fmla="*/ 88228 h 5479021"/>
              <a:gd name="connsiteX0" fmla="*/ 0 w 7328274"/>
              <a:gd name="connsiteY0" fmla="*/ 676808 h 5479021"/>
              <a:gd name="connsiteX1" fmla="*/ 4535151 w 7328274"/>
              <a:gd name="connsiteY1" fmla="*/ 1395012 h 5479021"/>
              <a:gd name="connsiteX2" fmla="*/ 7328169 w 7328274"/>
              <a:gd name="connsiteY2" fmla="*/ 5405449 h 5479021"/>
              <a:gd name="connsiteX0" fmla="*/ 52552 w 7328321"/>
              <a:gd name="connsiteY0" fmla="*/ 88228 h 5479021"/>
              <a:gd name="connsiteX1" fmla="*/ 4734847 w 7328321"/>
              <a:gd name="connsiteY1" fmla="*/ 1069191 h 5479021"/>
              <a:gd name="connsiteX2" fmla="*/ 7181024 w 7328321"/>
              <a:gd name="connsiteY2" fmla="*/ 5479021 h 5479021"/>
              <a:gd name="connsiteX3" fmla="*/ 1136489 w 7328321"/>
              <a:gd name="connsiteY3" fmla="*/ 5441291 h 5479021"/>
              <a:gd name="connsiteX4" fmla="*/ 52552 w 7328321"/>
              <a:gd name="connsiteY4" fmla="*/ 88228 h 5479021"/>
              <a:gd name="connsiteX0" fmla="*/ 0 w 7328321"/>
              <a:gd name="connsiteY0" fmla="*/ 676808 h 5479021"/>
              <a:gd name="connsiteX1" fmla="*/ 4924033 w 7328321"/>
              <a:gd name="connsiteY1" fmla="*/ 1500116 h 5479021"/>
              <a:gd name="connsiteX2" fmla="*/ 7328169 w 7328321"/>
              <a:gd name="connsiteY2" fmla="*/ 5405449 h 5479021"/>
              <a:gd name="connsiteX0" fmla="*/ 52552 w 7328321"/>
              <a:gd name="connsiteY0" fmla="*/ 88228 h 5479021"/>
              <a:gd name="connsiteX1" fmla="*/ 4734847 w 7328321"/>
              <a:gd name="connsiteY1" fmla="*/ 1069191 h 5479021"/>
              <a:gd name="connsiteX2" fmla="*/ 7181024 w 7328321"/>
              <a:gd name="connsiteY2" fmla="*/ 5479021 h 5479021"/>
              <a:gd name="connsiteX3" fmla="*/ 1136489 w 7328321"/>
              <a:gd name="connsiteY3" fmla="*/ 5441291 h 5479021"/>
              <a:gd name="connsiteX4" fmla="*/ 52552 w 7328321"/>
              <a:gd name="connsiteY4" fmla="*/ 88228 h 5479021"/>
              <a:gd name="connsiteX0" fmla="*/ 0 w 7328321"/>
              <a:gd name="connsiteY0" fmla="*/ 676808 h 5479021"/>
              <a:gd name="connsiteX1" fmla="*/ 4924033 w 7328321"/>
              <a:gd name="connsiteY1" fmla="*/ 1500116 h 5479021"/>
              <a:gd name="connsiteX2" fmla="*/ 7328169 w 7328321"/>
              <a:gd name="connsiteY2" fmla="*/ 5405449 h 5479021"/>
              <a:gd name="connsiteX0" fmla="*/ 52552 w 7361566"/>
              <a:gd name="connsiteY0" fmla="*/ 88228 h 5488576"/>
              <a:gd name="connsiteX1" fmla="*/ 4734847 w 7361566"/>
              <a:gd name="connsiteY1" fmla="*/ 1069191 h 5488576"/>
              <a:gd name="connsiteX2" fmla="*/ 7181024 w 7361566"/>
              <a:gd name="connsiteY2" fmla="*/ 5479021 h 5488576"/>
              <a:gd name="connsiteX3" fmla="*/ 1136489 w 7361566"/>
              <a:gd name="connsiteY3" fmla="*/ 5441291 h 5488576"/>
              <a:gd name="connsiteX4" fmla="*/ 52552 w 7361566"/>
              <a:gd name="connsiteY4" fmla="*/ 88228 h 5488576"/>
              <a:gd name="connsiteX0" fmla="*/ 0 w 7361566"/>
              <a:gd name="connsiteY0" fmla="*/ 676808 h 5488576"/>
              <a:gd name="connsiteX1" fmla="*/ 4924033 w 7361566"/>
              <a:gd name="connsiteY1" fmla="*/ 1500116 h 5488576"/>
              <a:gd name="connsiteX2" fmla="*/ 7361419 w 7361566"/>
              <a:gd name="connsiteY2" fmla="*/ 5488576 h 5488576"/>
              <a:gd name="connsiteX0" fmla="*/ 52552 w 7361532"/>
              <a:gd name="connsiteY0" fmla="*/ 88228 h 5488576"/>
              <a:gd name="connsiteX1" fmla="*/ 4734847 w 7361532"/>
              <a:gd name="connsiteY1" fmla="*/ 1069191 h 5488576"/>
              <a:gd name="connsiteX2" fmla="*/ 7181024 w 7361532"/>
              <a:gd name="connsiteY2" fmla="*/ 5479021 h 5488576"/>
              <a:gd name="connsiteX3" fmla="*/ 1136489 w 7361532"/>
              <a:gd name="connsiteY3" fmla="*/ 5441291 h 5488576"/>
              <a:gd name="connsiteX4" fmla="*/ 52552 w 7361532"/>
              <a:gd name="connsiteY4" fmla="*/ 88228 h 5488576"/>
              <a:gd name="connsiteX0" fmla="*/ 0 w 7361532"/>
              <a:gd name="connsiteY0" fmla="*/ 676808 h 5488576"/>
              <a:gd name="connsiteX1" fmla="*/ 4649713 w 7361532"/>
              <a:gd name="connsiteY1" fmla="*/ 1433614 h 5488576"/>
              <a:gd name="connsiteX2" fmla="*/ 7361419 w 7361532"/>
              <a:gd name="connsiteY2" fmla="*/ 5488576 h 5488576"/>
              <a:gd name="connsiteX0" fmla="*/ 52552 w 7361532"/>
              <a:gd name="connsiteY0" fmla="*/ 88228 h 5488576"/>
              <a:gd name="connsiteX1" fmla="*/ 4734847 w 7361532"/>
              <a:gd name="connsiteY1" fmla="*/ 1069191 h 5488576"/>
              <a:gd name="connsiteX2" fmla="*/ 7181024 w 7361532"/>
              <a:gd name="connsiteY2" fmla="*/ 5479021 h 5488576"/>
              <a:gd name="connsiteX3" fmla="*/ 1136489 w 7361532"/>
              <a:gd name="connsiteY3" fmla="*/ 5441291 h 5488576"/>
              <a:gd name="connsiteX4" fmla="*/ 52552 w 7361532"/>
              <a:gd name="connsiteY4" fmla="*/ 88228 h 5488576"/>
              <a:gd name="connsiteX0" fmla="*/ 0 w 7361532"/>
              <a:gd name="connsiteY0" fmla="*/ 676808 h 5488576"/>
              <a:gd name="connsiteX1" fmla="*/ 4649713 w 7361532"/>
              <a:gd name="connsiteY1" fmla="*/ 1433614 h 5488576"/>
              <a:gd name="connsiteX2" fmla="*/ 7361419 w 7361532"/>
              <a:gd name="connsiteY2" fmla="*/ 5488576 h 5488576"/>
              <a:gd name="connsiteX0" fmla="*/ 52552 w 7361533"/>
              <a:gd name="connsiteY0" fmla="*/ 88228 h 5488576"/>
              <a:gd name="connsiteX1" fmla="*/ 4734847 w 7361533"/>
              <a:gd name="connsiteY1" fmla="*/ 1069191 h 5488576"/>
              <a:gd name="connsiteX2" fmla="*/ 7181024 w 7361533"/>
              <a:gd name="connsiteY2" fmla="*/ 5479021 h 5488576"/>
              <a:gd name="connsiteX3" fmla="*/ 1136489 w 7361533"/>
              <a:gd name="connsiteY3" fmla="*/ 5441291 h 5488576"/>
              <a:gd name="connsiteX4" fmla="*/ 52552 w 7361533"/>
              <a:gd name="connsiteY4" fmla="*/ 88228 h 5488576"/>
              <a:gd name="connsiteX0" fmla="*/ 0 w 7361533"/>
              <a:gd name="connsiteY0" fmla="*/ 676808 h 5488576"/>
              <a:gd name="connsiteX1" fmla="*/ 4649713 w 7361533"/>
              <a:gd name="connsiteY1" fmla="*/ 1433614 h 5488576"/>
              <a:gd name="connsiteX2" fmla="*/ 7361419 w 7361533"/>
              <a:gd name="connsiteY2" fmla="*/ 5488576 h 5488576"/>
              <a:gd name="connsiteX0" fmla="*/ 52552 w 7361533"/>
              <a:gd name="connsiteY0" fmla="*/ 88228 h 5488576"/>
              <a:gd name="connsiteX1" fmla="*/ 4734847 w 7361533"/>
              <a:gd name="connsiteY1" fmla="*/ 1069191 h 5488576"/>
              <a:gd name="connsiteX2" fmla="*/ 7181024 w 7361533"/>
              <a:gd name="connsiteY2" fmla="*/ 5479021 h 5488576"/>
              <a:gd name="connsiteX3" fmla="*/ 4919 w 7361533"/>
              <a:gd name="connsiteY3" fmla="*/ 5464151 h 5488576"/>
              <a:gd name="connsiteX4" fmla="*/ 52552 w 7361533"/>
              <a:gd name="connsiteY4" fmla="*/ 88228 h 5488576"/>
              <a:gd name="connsiteX0" fmla="*/ 0 w 7361533"/>
              <a:gd name="connsiteY0" fmla="*/ 676808 h 5488576"/>
              <a:gd name="connsiteX1" fmla="*/ 4649713 w 7361533"/>
              <a:gd name="connsiteY1" fmla="*/ 1433614 h 5488576"/>
              <a:gd name="connsiteX2" fmla="*/ 7361419 w 7361533"/>
              <a:gd name="connsiteY2" fmla="*/ 5488576 h 5488576"/>
              <a:gd name="connsiteX0" fmla="*/ 0 w 7363168"/>
              <a:gd name="connsiteY0" fmla="*/ 92991 h 5452699"/>
              <a:gd name="connsiteX1" fmla="*/ 4736482 w 7363168"/>
              <a:gd name="connsiteY1" fmla="*/ 1033314 h 5452699"/>
              <a:gd name="connsiteX2" fmla="*/ 7182659 w 7363168"/>
              <a:gd name="connsiteY2" fmla="*/ 5443144 h 5452699"/>
              <a:gd name="connsiteX3" fmla="*/ 6554 w 7363168"/>
              <a:gd name="connsiteY3" fmla="*/ 5428274 h 5452699"/>
              <a:gd name="connsiteX4" fmla="*/ 0 w 7363168"/>
              <a:gd name="connsiteY4" fmla="*/ 92991 h 5452699"/>
              <a:gd name="connsiteX0" fmla="*/ 1635 w 7363168"/>
              <a:gd name="connsiteY0" fmla="*/ 640931 h 5452699"/>
              <a:gd name="connsiteX1" fmla="*/ 4651348 w 7363168"/>
              <a:gd name="connsiteY1" fmla="*/ 1397737 h 5452699"/>
              <a:gd name="connsiteX2" fmla="*/ 7363054 w 7363168"/>
              <a:gd name="connsiteY2" fmla="*/ 5452699 h 5452699"/>
              <a:gd name="connsiteX0" fmla="*/ 0 w 7363168"/>
              <a:gd name="connsiteY0" fmla="*/ 309588 h 4958096"/>
              <a:gd name="connsiteX1" fmla="*/ 4736482 w 7363168"/>
              <a:gd name="connsiteY1" fmla="*/ 538711 h 4958096"/>
              <a:gd name="connsiteX2" fmla="*/ 7182659 w 7363168"/>
              <a:gd name="connsiteY2" fmla="*/ 4948541 h 4958096"/>
              <a:gd name="connsiteX3" fmla="*/ 6554 w 7363168"/>
              <a:gd name="connsiteY3" fmla="*/ 4933671 h 4958096"/>
              <a:gd name="connsiteX4" fmla="*/ 0 w 7363168"/>
              <a:gd name="connsiteY4" fmla="*/ 309588 h 4958096"/>
              <a:gd name="connsiteX0" fmla="*/ 1635 w 7363168"/>
              <a:gd name="connsiteY0" fmla="*/ 146328 h 4958096"/>
              <a:gd name="connsiteX1" fmla="*/ 4651348 w 7363168"/>
              <a:gd name="connsiteY1" fmla="*/ 903134 h 4958096"/>
              <a:gd name="connsiteX2" fmla="*/ 7363054 w 7363168"/>
              <a:gd name="connsiteY2" fmla="*/ 4958096 h 4958096"/>
              <a:gd name="connsiteX0" fmla="*/ 0 w 7363155"/>
              <a:gd name="connsiteY0" fmla="*/ 307379 h 4955887"/>
              <a:gd name="connsiteX1" fmla="*/ 4736482 w 7363155"/>
              <a:gd name="connsiteY1" fmla="*/ 536502 h 4955887"/>
              <a:gd name="connsiteX2" fmla="*/ 7182659 w 7363155"/>
              <a:gd name="connsiteY2" fmla="*/ 4946332 h 4955887"/>
              <a:gd name="connsiteX3" fmla="*/ 6554 w 7363155"/>
              <a:gd name="connsiteY3" fmla="*/ 4931462 h 4955887"/>
              <a:gd name="connsiteX4" fmla="*/ 0 w 7363155"/>
              <a:gd name="connsiteY4" fmla="*/ 307379 h 4955887"/>
              <a:gd name="connsiteX0" fmla="*/ 1635 w 7363155"/>
              <a:gd name="connsiteY0" fmla="*/ 144119 h 4955887"/>
              <a:gd name="connsiteX1" fmla="*/ 4494594 w 7363155"/>
              <a:gd name="connsiteY1" fmla="*/ 909633 h 4955887"/>
              <a:gd name="connsiteX2" fmla="*/ 7363054 w 7363155"/>
              <a:gd name="connsiteY2" fmla="*/ 4955887 h 4955887"/>
            </a:gdLst>
            <a:ahLst/>
            <a:cxnLst>
              <a:cxn ang="0">
                <a:pos x="connsiteX0" y="connsiteY0"/>
              </a:cxn>
              <a:cxn ang="0">
                <a:pos x="connsiteX1" y="connsiteY1"/>
              </a:cxn>
              <a:cxn ang="0">
                <a:pos x="connsiteX2" y="connsiteY2"/>
              </a:cxn>
            </a:cxnLst>
            <a:rect l="l" t="t" r="r" b="b"/>
            <a:pathLst>
              <a:path w="7363155" h="4955887" stroke="0" extrusionOk="0">
                <a:moveTo>
                  <a:pt x="0" y="307379"/>
                </a:moveTo>
                <a:cubicBezTo>
                  <a:pt x="1644303" y="37583"/>
                  <a:pt x="3539372" y="-236657"/>
                  <a:pt x="4736482" y="536502"/>
                </a:cubicBezTo>
                <a:cubicBezTo>
                  <a:pt x="5933592" y="1309661"/>
                  <a:pt x="7196041" y="3209160"/>
                  <a:pt x="7182659" y="4946332"/>
                </a:cubicBezTo>
                <a:lnTo>
                  <a:pt x="6554" y="4931462"/>
                </a:lnTo>
                <a:cubicBezTo>
                  <a:pt x="4369" y="3153034"/>
                  <a:pt x="2185" y="2085807"/>
                  <a:pt x="0" y="307379"/>
                </a:cubicBezTo>
                <a:close/>
              </a:path>
              <a:path w="7363155" h="4955887" fill="none">
                <a:moveTo>
                  <a:pt x="1635" y="144119"/>
                </a:moveTo>
                <a:cubicBezTo>
                  <a:pt x="1645938" y="-125677"/>
                  <a:pt x="2927747" y="-92151"/>
                  <a:pt x="4494594" y="909633"/>
                </a:cubicBezTo>
                <a:cubicBezTo>
                  <a:pt x="6061441" y="1911417"/>
                  <a:pt x="7376436" y="3218715"/>
                  <a:pt x="7363054" y="4955887"/>
                </a:cubicBezTo>
              </a:path>
            </a:pathLst>
          </a:custGeom>
          <a:ln w="25400">
            <a:solidFill>
              <a:schemeClr val="accent1">
                <a:lumMod val="75000"/>
                <a:alpha val="50000"/>
              </a:schemeClr>
            </a:solidFill>
          </a:ln>
          <a:effectLst>
            <a:glow rad="127000">
              <a:schemeClr val="accent1">
                <a:alpha val="20000"/>
              </a:schemeClr>
            </a:glow>
          </a:effectLst>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CC</a:t>
            </a:r>
          </a:p>
        </p:txBody>
      </p:sp>
      <p:pic>
        <p:nvPicPr>
          <p:cNvPr id="4" name="Picture 3" descr="A picture containing text, plant&#10;&#10;Description automatically generated">
            <a:extLst>
              <a:ext uri="{FF2B5EF4-FFF2-40B4-BE49-F238E27FC236}">
                <a16:creationId xmlns:a16="http://schemas.microsoft.com/office/drawing/2014/main" id="{4D3C1BD6-FEB2-B38F-44D5-CB0CA608C546}"/>
              </a:ext>
            </a:extLst>
          </p:cNvPr>
          <p:cNvPicPr>
            <a:picLocks noChangeAspect="1"/>
          </p:cNvPicPr>
          <p:nvPr userDrawn="1"/>
        </p:nvPicPr>
        <p:blipFill>
          <a:blip r:embed="rId3">
            <a:duotone>
              <a:prstClr val="black"/>
              <a:schemeClr val="accent3">
                <a:lumMod val="75000"/>
                <a:tint val="45000"/>
                <a:satMod val="400000"/>
              </a:schemeClr>
            </a:duotone>
            <a:extLst>
              <a:ext uri="{28A0092B-C50C-407E-A947-70E740481C1C}">
                <a14:useLocalDpi xmlns:a14="http://schemas.microsoft.com/office/drawing/2010/main" val="0"/>
              </a:ext>
            </a:extLst>
          </a:blip>
          <a:srcRect/>
          <a:stretch>
            <a:fillRect/>
          </a:stretch>
        </p:blipFill>
        <p:spPr>
          <a:xfrm>
            <a:off x="4982555" y="603006"/>
            <a:ext cx="1337623" cy="1337623"/>
          </a:xfrm>
          <a:custGeom>
            <a:avLst/>
            <a:gdLst>
              <a:gd name="connsiteX0" fmla="*/ 894353 w 1788706"/>
              <a:gd name="connsiteY0" fmla="*/ 0 h 1788706"/>
              <a:gd name="connsiteX1" fmla="*/ 1788706 w 1788706"/>
              <a:gd name="connsiteY1" fmla="*/ 894353 h 1788706"/>
              <a:gd name="connsiteX2" fmla="*/ 894353 w 1788706"/>
              <a:gd name="connsiteY2" fmla="*/ 1788706 h 1788706"/>
              <a:gd name="connsiteX3" fmla="*/ 0 w 1788706"/>
              <a:gd name="connsiteY3" fmla="*/ 894353 h 1788706"/>
              <a:gd name="connsiteX4" fmla="*/ 894353 w 1788706"/>
              <a:gd name="connsiteY4" fmla="*/ 0 h 17887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706" h="1788706">
                <a:moveTo>
                  <a:pt x="894353" y="0"/>
                </a:moveTo>
                <a:cubicBezTo>
                  <a:pt x="1388291" y="0"/>
                  <a:pt x="1788706" y="400415"/>
                  <a:pt x="1788706" y="894353"/>
                </a:cubicBezTo>
                <a:cubicBezTo>
                  <a:pt x="1788706" y="1388291"/>
                  <a:pt x="1388291" y="1788706"/>
                  <a:pt x="894353" y="1788706"/>
                </a:cubicBezTo>
                <a:cubicBezTo>
                  <a:pt x="400415" y="1788706"/>
                  <a:pt x="0" y="1388291"/>
                  <a:pt x="0" y="894353"/>
                </a:cubicBezTo>
                <a:cubicBezTo>
                  <a:pt x="0" y="400415"/>
                  <a:pt x="400415" y="0"/>
                  <a:pt x="894353" y="0"/>
                </a:cubicBezTo>
                <a:close/>
              </a:path>
            </a:pathLst>
          </a:custGeom>
        </p:spPr>
      </p:pic>
      <p:grpSp>
        <p:nvGrpSpPr>
          <p:cNvPr id="12" name="Group 11">
            <a:extLst>
              <a:ext uri="{FF2B5EF4-FFF2-40B4-BE49-F238E27FC236}">
                <a16:creationId xmlns:a16="http://schemas.microsoft.com/office/drawing/2014/main" id="{24388E06-74B8-AF22-63C6-7FCDCF8D9CA0}"/>
              </a:ext>
            </a:extLst>
          </p:cNvPr>
          <p:cNvGrpSpPr/>
          <p:nvPr userDrawn="1"/>
        </p:nvGrpSpPr>
        <p:grpSpPr>
          <a:xfrm>
            <a:off x="3384694" y="4508554"/>
            <a:ext cx="1146629" cy="416698"/>
            <a:chOff x="3409326" y="4979255"/>
            <a:chExt cx="1146629" cy="416698"/>
          </a:xfrm>
        </p:grpSpPr>
        <p:grpSp>
          <p:nvGrpSpPr>
            <p:cNvPr id="13" name="Group 12">
              <a:extLst>
                <a:ext uri="{FF2B5EF4-FFF2-40B4-BE49-F238E27FC236}">
                  <a16:creationId xmlns:a16="http://schemas.microsoft.com/office/drawing/2014/main" id="{D0E924C2-6CC8-7A72-55AC-9779F5AAB6DF}"/>
                </a:ext>
              </a:extLst>
            </p:cNvPr>
            <p:cNvGrpSpPr/>
            <p:nvPr/>
          </p:nvGrpSpPr>
          <p:grpSpPr>
            <a:xfrm>
              <a:off x="4425326" y="5277382"/>
              <a:ext cx="130629" cy="118571"/>
              <a:chOff x="6030685" y="1226904"/>
              <a:chExt cx="130629" cy="118571"/>
            </a:xfrm>
          </p:grpSpPr>
          <p:cxnSp>
            <p:nvCxnSpPr>
              <p:cNvPr id="27" name="Straight Connector 26">
                <a:extLst>
                  <a:ext uri="{FF2B5EF4-FFF2-40B4-BE49-F238E27FC236}">
                    <a16:creationId xmlns:a16="http://schemas.microsoft.com/office/drawing/2014/main" id="{643194AF-8A44-7E29-F61B-17EDC88B2368}"/>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444161C-1C35-BCAE-0B19-6BB7F68CD398}"/>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D97DDC0B-1657-D1B6-D6E0-128982DBB9A7}"/>
                </a:ext>
              </a:extLst>
            </p:cNvPr>
            <p:cNvGrpSpPr/>
            <p:nvPr/>
          </p:nvGrpSpPr>
          <p:grpSpPr>
            <a:xfrm>
              <a:off x="3917326" y="5158811"/>
              <a:ext cx="130629" cy="118571"/>
              <a:chOff x="6030685" y="1226904"/>
              <a:chExt cx="130629" cy="118571"/>
            </a:xfrm>
          </p:grpSpPr>
          <p:cxnSp>
            <p:nvCxnSpPr>
              <p:cNvPr id="25" name="Straight Connector 24">
                <a:extLst>
                  <a:ext uri="{FF2B5EF4-FFF2-40B4-BE49-F238E27FC236}">
                    <a16:creationId xmlns:a16="http://schemas.microsoft.com/office/drawing/2014/main" id="{84B019C9-1514-3847-0470-5946A15A45C9}"/>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6E6117-B79C-5010-D5D4-9AB87A9CB86A}"/>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2357E999-FBE7-EE39-3204-2625E61B569B}"/>
                </a:ext>
              </a:extLst>
            </p:cNvPr>
            <p:cNvGrpSpPr/>
            <p:nvPr/>
          </p:nvGrpSpPr>
          <p:grpSpPr>
            <a:xfrm>
              <a:off x="3409326" y="4979255"/>
              <a:ext cx="130629" cy="118571"/>
              <a:chOff x="6030685" y="1226904"/>
              <a:chExt cx="130629" cy="118571"/>
            </a:xfrm>
          </p:grpSpPr>
          <p:cxnSp>
            <p:nvCxnSpPr>
              <p:cNvPr id="23" name="Straight Connector 22">
                <a:extLst>
                  <a:ext uri="{FF2B5EF4-FFF2-40B4-BE49-F238E27FC236}">
                    <a16:creationId xmlns:a16="http://schemas.microsoft.com/office/drawing/2014/main" id="{6BFD3311-0029-072D-2E09-810A63AAB8D8}"/>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16DE5EC-5A24-70EC-A980-61D3FDD29E8A}"/>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762952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a:gsLst>
            <a:gs pos="14000">
              <a:schemeClr val="accent2">
                <a:lumMod val="56000"/>
              </a:schemeClr>
            </a:gs>
            <a:gs pos="68000">
              <a:schemeClr val="accent2">
                <a:lumMod val="51000"/>
              </a:schemeClr>
            </a:gs>
            <a:gs pos="100000">
              <a:schemeClr val="accent2">
                <a:lumMod val="87000"/>
                <a:lumOff val="13000"/>
              </a:schemeClr>
            </a:gs>
          </a:gsLst>
          <a:lin ang="0" scaled="1"/>
        </a:gradFill>
        <a:effectLst/>
      </p:bgPr>
    </p:bg>
    <p:spTree>
      <p:nvGrpSpPr>
        <p:cNvPr id="1" name=""/>
        <p:cNvGrpSpPr/>
        <p:nvPr/>
      </p:nvGrpSpPr>
      <p:grpSpPr>
        <a:xfrm>
          <a:off x="0" y="0"/>
          <a:ext cx="0" cy="0"/>
          <a:chOff x="0" y="0"/>
          <a:chExt cx="0" cy="0"/>
        </a:xfrm>
      </p:grpSpPr>
      <p:pic>
        <p:nvPicPr>
          <p:cNvPr id="9" name="Picture 8" descr="A picture containing night, star, dark, outdoor object&#10;&#10;Description automatically generated">
            <a:extLst>
              <a:ext uri="{FF2B5EF4-FFF2-40B4-BE49-F238E27FC236}">
                <a16:creationId xmlns:a16="http://schemas.microsoft.com/office/drawing/2014/main" id="{4889537D-D223-EBF8-106D-9FA35F7DCFF2}"/>
              </a:ext>
            </a:extLst>
          </p:cNvPr>
          <p:cNvPicPr>
            <a:picLocks/>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882D9BFF-9215-D7C1-3641-5B8CAD3B63BE}"/>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F5ED8A79-6D17-4351-583F-1863C3F946E4}"/>
              </a:ext>
            </a:extLst>
          </p:cNvPr>
          <p:cNvSpPr>
            <a:spLocks noGrp="1"/>
          </p:cNvSpPr>
          <p:nvPr>
            <p:ph type="sldNum" sz="quarter" idx="10"/>
          </p:nvPr>
        </p:nvSpPr>
        <p:spPr/>
        <p:txBody>
          <a:bodyPr/>
          <a:lstStyle>
            <a:lvl1pPr>
              <a:defRPr>
                <a:solidFill>
                  <a:schemeClr val="accent4"/>
                </a:solidFill>
              </a:defRPr>
            </a:lvl1pPr>
          </a:lstStyle>
          <a:p>
            <a:fld id="{0FF9F32E-65A7-074C-AFA1-DE0771000F54}" type="slidenum">
              <a:rPr lang="en-US" smtClean="0"/>
              <a:pPr/>
              <a:t>‹#›</a:t>
            </a:fld>
            <a:endParaRPr lang="en-US" dirty="0"/>
          </a:p>
        </p:txBody>
      </p:sp>
      <p:sp>
        <p:nvSpPr>
          <p:cNvPr id="4" name="Footer Placeholder 3">
            <a:extLst>
              <a:ext uri="{FF2B5EF4-FFF2-40B4-BE49-F238E27FC236}">
                <a16:creationId xmlns:a16="http://schemas.microsoft.com/office/drawing/2014/main" id="{88683A4D-7147-EECB-1BE0-C377822C482C}"/>
              </a:ext>
            </a:extLst>
          </p:cNvPr>
          <p:cNvSpPr>
            <a:spLocks noGrp="1"/>
          </p:cNvSpPr>
          <p:nvPr>
            <p:ph type="ftr" sz="quarter" idx="11"/>
          </p:nvPr>
        </p:nvSpPr>
        <p:spPr/>
        <p:txBody>
          <a:bodyPr/>
          <a:lstStyle>
            <a:lvl1pPr>
              <a:defRPr>
                <a:solidFill>
                  <a:schemeClr val="accent4"/>
                </a:solidFill>
              </a:defRPr>
            </a:lvl1pPr>
          </a:lstStyle>
          <a:p>
            <a:r>
              <a:rPr lang="en-US" dirty="0"/>
              <a:t>Artist portfolio</a:t>
            </a:r>
          </a:p>
        </p:txBody>
      </p:sp>
      <p:sp>
        <p:nvSpPr>
          <p:cNvPr id="5" name="Title 1">
            <a:extLst>
              <a:ext uri="{FF2B5EF4-FFF2-40B4-BE49-F238E27FC236}">
                <a16:creationId xmlns:a16="http://schemas.microsoft.com/office/drawing/2014/main" id="{1B898CF1-5EAF-4CC6-9FAA-1876C8791319}"/>
              </a:ext>
            </a:extLst>
          </p:cNvPr>
          <p:cNvSpPr>
            <a:spLocks noGrp="1"/>
          </p:cNvSpPr>
          <p:nvPr>
            <p:ph type="title"/>
          </p:nvPr>
        </p:nvSpPr>
        <p:spPr>
          <a:xfrm>
            <a:off x="1069848" y="411480"/>
            <a:ext cx="10058400" cy="1463040"/>
          </a:xfrm>
        </p:spPr>
        <p:txBody>
          <a:bodyPr/>
          <a:lstStyle>
            <a:lvl1pPr algn="ctr">
              <a:defRPr sz="4800" baseline="0">
                <a:ln w="12700">
                  <a:solidFill>
                    <a:schemeClr val="accent1">
                      <a:lumMod val="60000"/>
                      <a:lumOff val="40000"/>
                    </a:schemeClr>
                  </a:solidFill>
                </a:ln>
                <a:noFill/>
                <a:effectLst>
                  <a:glow rad="88900">
                    <a:schemeClr val="accent1">
                      <a:alpha val="50000"/>
                    </a:schemeClr>
                  </a:glow>
                </a:effectLst>
              </a:defRPr>
            </a:lvl1pPr>
          </a:lstStyle>
          <a:p>
            <a:r>
              <a:rPr lang="en-US" dirty="0"/>
              <a:t>Click to edit Master title style</a:t>
            </a:r>
          </a:p>
        </p:txBody>
      </p:sp>
      <p:sp>
        <p:nvSpPr>
          <p:cNvPr id="7" name="Content Placeholder 6">
            <a:extLst>
              <a:ext uri="{FF2B5EF4-FFF2-40B4-BE49-F238E27FC236}">
                <a16:creationId xmlns:a16="http://schemas.microsoft.com/office/drawing/2014/main" id="{CD3AC86E-49B7-50FF-A00E-752D58D80700}"/>
              </a:ext>
            </a:extLst>
          </p:cNvPr>
          <p:cNvSpPr>
            <a:spLocks noGrp="1"/>
          </p:cNvSpPr>
          <p:nvPr>
            <p:ph sz="quarter" idx="12"/>
          </p:nvPr>
        </p:nvSpPr>
        <p:spPr>
          <a:xfrm>
            <a:off x="1527048" y="1746504"/>
            <a:ext cx="9144000" cy="4626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4813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6" name="Picture 5" descr="Background pattern&#10;&#10;Description automatically generated with medium confidence">
            <a:extLst>
              <a:ext uri="{FF2B5EF4-FFF2-40B4-BE49-F238E27FC236}">
                <a16:creationId xmlns:a16="http://schemas.microsoft.com/office/drawing/2014/main" id="{51B54D94-A660-E95A-13FA-7258FE32BD5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1524" y="0"/>
            <a:ext cx="12188952" cy="6858000"/>
          </a:xfrm>
          <a:prstGeom prst="rect">
            <a:avLst/>
          </a:prstGeom>
        </p:spPr>
      </p:pic>
      <p:sp>
        <p:nvSpPr>
          <p:cNvPr id="2" name="Title 1">
            <a:extLst>
              <a:ext uri="{FF2B5EF4-FFF2-40B4-BE49-F238E27FC236}">
                <a16:creationId xmlns:a16="http://schemas.microsoft.com/office/drawing/2014/main" id="{E9CC9C56-E571-EEF0-909A-C061564A73EC}"/>
              </a:ext>
            </a:extLst>
          </p:cNvPr>
          <p:cNvSpPr>
            <a:spLocks noGrp="1"/>
          </p:cNvSpPr>
          <p:nvPr>
            <p:ph type="title"/>
          </p:nvPr>
        </p:nvSpPr>
        <p:spPr>
          <a:xfrm>
            <a:off x="612648" y="2276856"/>
            <a:ext cx="10972800" cy="2304288"/>
          </a:xfrm>
        </p:spPr>
        <p:txBody>
          <a:bodyPr/>
          <a:lstStyle>
            <a:lvl1pPr algn="ctr">
              <a:lnSpc>
                <a:spcPct val="100000"/>
              </a:lnSpc>
              <a:defRPr sz="7500" spc="300" baseline="0">
                <a:ln w="12700">
                  <a:solidFill>
                    <a:schemeClr val="accent1">
                      <a:lumMod val="60000"/>
                      <a:lumOff val="40000"/>
                    </a:schemeClr>
                  </a:solidFill>
                </a:ln>
                <a:noFill/>
                <a:effectLst>
                  <a:glow rad="88900">
                    <a:schemeClr val="accent1">
                      <a:alpha val="50000"/>
                    </a:schemeClr>
                  </a:glow>
                </a:effectLst>
              </a:defRPr>
            </a:lvl1pPr>
          </a:lstStyle>
          <a:p>
            <a:r>
              <a:rPr lang="en-US" dirty="0"/>
              <a:t>Click to edit Master title style</a:t>
            </a:r>
          </a:p>
        </p:txBody>
      </p:sp>
      <p:sp>
        <p:nvSpPr>
          <p:cNvPr id="9" name="Text Placeholder 8">
            <a:extLst>
              <a:ext uri="{FF2B5EF4-FFF2-40B4-BE49-F238E27FC236}">
                <a16:creationId xmlns:a16="http://schemas.microsoft.com/office/drawing/2014/main" id="{670D91A5-0AB1-06A2-2C29-6741EDCDE8E9}"/>
              </a:ext>
            </a:extLst>
          </p:cNvPr>
          <p:cNvSpPr>
            <a:spLocks noGrp="1"/>
          </p:cNvSpPr>
          <p:nvPr>
            <p:ph type="body" sz="quarter" idx="12"/>
          </p:nvPr>
        </p:nvSpPr>
        <p:spPr>
          <a:xfrm>
            <a:off x="2438400" y="4864608"/>
            <a:ext cx="7315200" cy="457200"/>
          </a:xfrm>
        </p:spPr>
        <p:txBody>
          <a:bodyPr lIns="91440" tIns="45720" rIns="91440" bIns="45720" anchor="t"/>
          <a:lstStyle>
            <a:lvl1pPr marL="0" indent="0" algn="ctr">
              <a:lnSpc>
                <a:spcPct val="100000"/>
              </a:lnSpc>
              <a:spcBef>
                <a:spcPts val="0"/>
              </a:spcBef>
              <a:buClr>
                <a:schemeClr val="accent1"/>
              </a:buClr>
              <a:buFont typeface="Avenir Next LT Pro" panose="020B0504020202020204" pitchFamily="34" charset="0"/>
              <a:buNone/>
              <a:defRPr sz="2400" cap="all" baseline="0">
                <a:solidFill>
                  <a:schemeClr val="bg1"/>
                </a:solidFill>
              </a:defRPr>
            </a:lvl1pPr>
          </a:lstStyle>
          <a:p>
            <a:pPr lvl="0"/>
            <a:r>
              <a:rPr lang="en-US" dirty="0"/>
              <a:t>Click to edit Master text styles</a:t>
            </a:r>
          </a:p>
        </p:txBody>
      </p:sp>
      <p:grpSp>
        <p:nvGrpSpPr>
          <p:cNvPr id="5" name="Group 4">
            <a:extLst>
              <a:ext uri="{FF2B5EF4-FFF2-40B4-BE49-F238E27FC236}">
                <a16:creationId xmlns:a16="http://schemas.microsoft.com/office/drawing/2014/main" id="{EF7E6DF3-0749-9B9B-7923-2E278ED3F6EB}"/>
              </a:ext>
            </a:extLst>
          </p:cNvPr>
          <p:cNvGrpSpPr/>
          <p:nvPr userDrawn="1"/>
        </p:nvGrpSpPr>
        <p:grpSpPr>
          <a:xfrm>
            <a:off x="2438400" y="308846"/>
            <a:ext cx="758856" cy="407978"/>
            <a:chOff x="5356890" y="1645652"/>
            <a:chExt cx="758856" cy="407978"/>
          </a:xfrm>
        </p:grpSpPr>
        <p:grpSp>
          <p:nvGrpSpPr>
            <p:cNvPr id="8" name="Group 7">
              <a:extLst>
                <a:ext uri="{FF2B5EF4-FFF2-40B4-BE49-F238E27FC236}">
                  <a16:creationId xmlns:a16="http://schemas.microsoft.com/office/drawing/2014/main" id="{13C17661-C5A7-1E86-B269-0EF2BFE8CBFC}"/>
                </a:ext>
              </a:extLst>
            </p:cNvPr>
            <p:cNvGrpSpPr/>
            <p:nvPr/>
          </p:nvGrpSpPr>
          <p:grpSpPr>
            <a:xfrm>
              <a:off x="5985117" y="1935059"/>
              <a:ext cx="130629" cy="118571"/>
              <a:chOff x="6030685" y="1226904"/>
              <a:chExt cx="130629" cy="118571"/>
            </a:xfrm>
          </p:grpSpPr>
          <p:cxnSp>
            <p:nvCxnSpPr>
              <p:cNvPr id="13" name="Straight Connector 12">
                <a:extLst>
                  <a:ext uri="{FF2B5EF4-FFF2-40B4-BE49-F238E27FC236}">
                    <a16:creationId xmlns:a16="http://schemas.microsoft.com/office/drawing/2014/main" id="{BFB539CC-B146-6843-73BE-8ECDD72310F8}"/>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C2D8766-A3D6-4922-40E2-984C8667ECE6}"/>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1BD04B7F-EA14-B699-0115-B4FBA48967DA}"/>
                </a:ext>
              </a:extLst>
            </p:cNvPr>
            <p:cNvGrpSpPr/>
            <p:nvPr/>
          </p:nvGrpSpPr>
          <p:grpSpPr>
            <a:xfrm>
              <a:off x="5356890" y="1645652"/>
              <a:ext cx="130629" cy="118571"/>
              <a:chOff x="6030685" y="1226904"/>
              <a:chExt cx="130629" cy="118571"/>
            </a:xfrm>
          </p:grpSpPr>
          <p:cxnSp>
            <p:nvCxnSpPr>
              <p:cNvPr id="11" name="Straight Connector 10">
                <a:extLst>
                  <a:ext uri="{FF2B5EF4-FFF2-40B4-BE49-F238E27FC236}">
                    <a16:creationId xmlns:a16="http://schemas.microsoft.com/office/drawing/2014/main" id="{39E4A898-5091-06B7-31A4-2F4BD0A8AB60}"/>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C7E0BBD-DB58-6B1E-89A0-75FD8172226D}"/>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id="{71718500-04AE-2662-CB68-E61012D40F4D}"/>
              </a:ext>
            </a:extLst>
          </p:cNvPr>
          <p:cNvGrpSpPr/>
          <p:nvPr userDrawn="1"/>
        </p:nvGrpSpPr>
        <p:grpSpPr>
          <a:xfrm>
            <a:off x="9514958" y="5911340"/>
            <a:ext cx="130629" cy="118571"/>
            <a:chOff x="6030685" y="1226904"/>
            <a:chExt cx="130629" cy="118571"/>
          </a:xfrm>
        </p:grpSpPr>
        <p:cxnSp>
          <p:nvCxnSpPr>
            <p:cNvPr id="17" name="Straight Connector 16">
              <a:extLst>
                <a:ext uri="{FF2B5EF4-FFF2-40B4-BE49-F238E27FC236}">
                  <a16:creationId xmlns:a16="http://schemas.microsoft.com/office/drawing/2014/main" id="{CA6F8D78-37EB-EBA1-D348-DE3C2479189A}"/>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E1D1B7C-66C9-F054-1DE2-8BD5AE32DEF0}"/>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pic>
        <p:nvPicPr>
          <p:cNvPr id="3" name="Graphic 2" descr="Open quotation mark with solid fill">
            <a:extLst>
              <a:ext uri="{FF2B5EF4-FFF2-40B4-BE49-F238E27FC236}">
                <a16:creationId xmlns:a16="http://schemas.microsoft.com/office/drawing/2014/main" id="{C1622987-6F07-82F4-6993-C86F05543B9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514600" cy="2514600"/>
          </a:xfrm>
          <a:prstGeom prst="rect">
            <a:avLst/>
          </a:prstGeom>
          <a:effectLst>
            <a:glow rad="88900">
              <a:schemeClr val="accent4"/>
            </a:glow>
          </a:effectLst>
        </p:spPr>
      </p:pic>
      <p:pic>
        <p:nvPicPr>
          <p:cNvPr id="4" name="Graphic 3" descr="Closed quotation mark with solid fill">
            <a:extLst>
              <a:ext uri="{FF2B5EF4-FFF2-40B4-BE49-F238E27FC236}">
                <a16:creationId xmlns:a16="http://schemas.microsoft.com/office/drawing/2014/main" id="{C5361871-07DF-3357-22D3-3F570A054DF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45587" y="4343400"/>
            <a:ext cx="2514600" cy="2514600"/>
          </a:xfrm>
          <a:prstGeom prst="rect">
            <a:avLst/>
          </a:prstGeom>
          <a:effectLst>
            <a:glow rad="88900">
              <a:schemeClr val="accent4"/>
            </a:glow>
          </a:effectLst>
        </p:spPr>
      </p:pic>
    </p:spTree>
    <p:extLst>
      <p:ext uri="{BB962C8B-B14F-4D97-AF65-F5344CB8AC3E}">
        <p14:creationId xmlns:p14="http://schemas.microsoft.com/office/powerpoint/2010/main" val="3409926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626F0957-B1E8-D378-3433-9200445ED13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
          <a:stretch/>
        </p:blipFill>
        <p:spPr>
          <a:xfrm>
            <a:off x="0" y="0"/>
            <a:ext cx="12192000" cy="6858000"/>
          </a:xfrm>
          <a:prstGeom prst="rect">
            <a:avLst/>
          </a:prstGeom>
        </p:spPr>
      </p:pic>
      <p:sp>
        <p:nvSpPr>
          <p:cNvPr id="7" name="Title 6">
            <a:extLst>
              <a:ext uri="{FF2B5EF4-FFF2-40B4-BE49-F238E27FC236}">
                <a16:creationId xmlns:a16="http://schemas.microsoft.com/office/drawing/2014/main" id="{A02A864C-8800-78BF-C233-F7E776A8CD52}"/>
              </a:ext>
            </a:extLst>
          </p:cNvPr>
          <p:cNvSpPr>
            <a:spLocks noGrp="1"/>
          </p:cNvSpPr>
          <p:nvPr>
            <p:ph type="title"/>
          </p:nvPr>
        </p:nvSpPr>
        <p:spPr>
          <a:xfrm>
            <a:off x="6172200" y="3465576"/>
            <a:ext cx="4572000" cy="2971800"/>
          </a:xfrm>
        </p:spPr>
        <p:txBody>
          <a:bodyPr anchor="t"/>
          <a:lstStyle>
            <a:lvl1pPr algn="l">
              <a:defRPr sz="6000" spc="100" baseline="0"/>
            </a:lvl1pPr>
          </a:lstStyle>
          <a:p>
            <a:r>
              <a:rPr lang="en-US" dirty="0"/>
              <a:t>Click to edit Master title style</a:t>
            </a:r>
          </a:p>
        </p:txBody>
      </p:sp>
      <p:sp>
        <p:nvSpPr>
          <p:cNvPr id="8" name="Text Placeholder 7">
            <a:extLst>
              <a:ext uri="{FF2B5EF4-FFF2-40B4-BE49-F238E27FC236}">
                <a16:creationId xmlns:a16="http://schemas.microsoft.com/office/drawing/2014/main" id="{25928010-8374-8DD4-FDB9-039431A1FA75}"/>
              </a:ext>
            </a:extLst>
          </p:cNvPr>
          <p:cNvSpPr>
            <a:spLocks noGrp="1"/>
          </p:cNvSpPr>
          <p:nvPr>
            <p:ph type="body" sz="quarter" idx="12"/>
          </p:nvPr>
        </p:nvSpPr>
        <p:spPr>
          <a:xfrm>
            <a:off x="6172200" y="411480"/>
            <a:ext cx="4572000" cy="2971800"/>
          </a:xfrm>
        </p:spPr>
        <p:txBody>
          <a:bodyPr anchor="b">
            <a:noAutofit/>
          </a:bodyPr>
          <a:lstStyle>
            <a:lvl1pPr marL="0" indent="0" algn="l">
              <a:buNone/>
              <a:defRPr sz="4800" cap="all" spc="100" baseline="0">
                <a:ln w="12700">
                  <a:solidFill>
                    <a:schemeClr val="accent1">
                      <a:lumMod val="60000"/>
                      <a:lumOff val="40000"/>
                    </a:schemeClr>
                  </a:solidFill>
                </a:ln>
                <a:noFill/>
                <a:effectLst>
                  <a:glow rad="88900">
                    <a:schemeClr val="accent1">
                      <a:alpha val="50000"/>
                    </a:schemeClr>
                  </a:glow>
                </a:effectLst>
              </a:defRPr>
            </a:lvl1pPr>
          </a:lstStyle>
          <a:p>
            <a:pPr lvl="0"/>
            <a:r>
              <a:rPr lang="en-US" dirty="0"/>
              <a:t>Click to edit Master text styles</a:t>
            </a:r>
          </a:p>
        </p:txBody>
      </p:sp>
      <p:sp>
        <p:nvSpPr>
          <p:cNvPr id="33" name="Picture Placeholder 32">
            <a:extLst>
              <a:ext uri="{FF2B5EF4-FFF2-40B4-BE49-F238E27FC236}">
                <a16:creationId xmlns:a16="http://schemas.microsoft.com/office/drawing/2014/main" id="{ED814783-DCD3-01AF-31DA-0DE467C2E6A4}"/>
              </a:ext>
            </a:extLst>
          </p:cNvPr>
          <p:cNvSpPr>
            <a:spLocks noGrp="1"/>
          </p:cNvSpPr>
          <p:nvPr>
            <p:ph type="pic" sz="quarter" idx="13"/>
          </p:nvPr>
        </p:nvSpPr>
        <p:spPr>
          <a:xfrm>
            <a:off x="905256" y="731520"/>
            <a:ext cx="1828800" cy="1828800"/>
          </a:xfrm>
        </p:spPr>
        <p:txBody>
          <a:bodyPr anchor="ctr"/>
          <a:lstStyle>
            <a:lvl1pPr marL="0" indent="0" algn="ctr">
              <a:buNone/>
              <a:defRPr sz="1200"/>
            </a:lvl1pPr>
          </a:lstStyle>
          <a:p>
            <a:endParaRPr lang="en-US" dirty="0"/>
          </a:p>
        </p:txBody>
      </p:sp>
      <p:sp>
        <p:nvSpPr>
          <p:cNvPr id="5" name="Rectangle 4">
            <a:extLst>
              <a:ext uri="{FF2B5EF4-FFF2-40B4-BE49-F238E27FC236}">
                <a16:creationId xmlns:a16="http://schemas.microsoft.com/office/drawing/2014/main" id="{ED3FB359-307F-AC69-018E-6C5BCCA6D174}"/>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2">
            <a:extLst>
              <a:ext uri="{FF2B5EF4-FFF2-40B4-BE49-F238E27FC236}">
                <a16:creationId xmlns:a16="http://schemas.microsoft.com/office/drawing/2014/main" id="{09C72E25-4491-C216-507C-41887070D5B9}"/>
              </a:ext>
            </a:extLst>
          </p:cNvPr>
          <p:cNvSpPr>
            <a:spLocks noGrp="1"/>
          </p:cNvSpPr>
          <p:nvPr>
            <p:ph type="sldNum" sz="quarter" idx="10"/>
          </p:nvPr>
        </p:nvSpPr>
        <p:spPr>
          <a:xfrm>
            <a:off x="11506200" y="305844"/>
            <a:ext cx="685800" cy="564397"/>
          </a:xfrm>
        </p:spPr>
        <p:txBody>
          <a:bodyPr/>
          <a:lstStyle/>
          <a:p>
            <a:fld id="{0FF9F32E-65A7-074C-AFA1-DE0771000F54}" type="slidenum">
              <a:rPr lang="en-US" smtClean="0"/>
              <a:pPr/>
              <a:t>‹#›</a:t>
            </a:fld>
            <a:endParaRPr lang="en-US" dirty="0"/>
          </a:p>
        </p:txBody>
      </p:sp>
      <p:sp>
        <p:nvSpPr>
          <p:cNvPr id="10" name="Footer Placeholder 3">
            <a:extLst>
              <a:ext uri="{FF2B5EF4-FFF2-40B4-BE49-F238E27FC236}">
                <a16:creationId xmlns:a16="http://schemas.microsoft.com/office/drawing/2014/main" id="{7AE09517-4B1C-7F76-176E-4D192817C2F9}"/>
              </a:ext>
            </a:extLst>
          </p:cNvPr>
          <p:cNvSpPr>
            <a:spLocks noGrp="1"/>
          </p:cNvSpPr>
          <p:nvPr>
            <p:ph type="ftr" sz="quarter" idx="11"/>
          </p:nvPr>
        </p:nvSpPr>
        <p:spPr>
          <a:xfrm rot="16200000">
            <a:off x="9923322" y="4264223"/>
            <a:ext cx="3851557" cy="365125"/>
          </a:xfrm>
        </p:spPr>
        <p:txBody>
          <a:bodyPr/>
          <a:lstStyle/>
          <a:p>
            <a:r>
              <a:rPr lang="en-US" dirty="0"/>
              <a:t>Artist portfolio</a:t>
            </a:r>
          </a:p>
        </p:txBody>
      </p:sp>
      <p:pic>
        <p:nvPicPr>
          <p:cNvPr id="11" name="Picture 10">
            <a:extLst>
              <a:ext uri="{FF2B5EF4-FFF2-40B4-BE49-F238E27FC236}">
                <a16:creationId xmlns:a16="http://schemas.microsoft.com/office/drawing/2014/main" id="{B7207ABA-83DE-FEF4-AB14-2B18B90DAE92}"/>
              </a:ext>
            </a:extLst>
          </p:cNvPr>
          <p:cNvPicPr>
            <a:picLocks noChangeAspect="1"/>
          </p:cNvPicPr>
          <p:nvPr userDrawn="1"/>
        </p:nvPicPr>
        <p:blipFill>
          <a:blip r:embed="rId3">
            <a:duotone>
              <a:prstClr val="black"/>
              <a:schemeClr val="accent6">
                <a:tint val="45000"/>
                <a:satMod val="400000"/>
              </a:schemeClr>
            </a:duotone>
            <a:extLst>
              <a:ext uri="{BEBA8EAE-BF5A-486C-A8C5-ECC9F3942E4B}">
                <a14:imgProps xmlns:a14="http://schemas.microsoft.com/office/drawing/2010/main">
                  <a14:imgLayer r:embed="rId4">
                    <a14:imgEffect>
                      <a14:brightnessContrast bright="43000"/>
                    </a14:imgEffect>
                  </a14:imgLayer>
                </a14:imgProps>
              </a:ext>
              <a:ext uri="{28A0092B-C50C-407E-A947-70E740481C1C}">
                <a14:useLocalDpi xmlns:a14="http://schemas.microsoft.com/office/drawing/2010/main" val="0"/>
              </a:ext>
            </a:extLst>
          </a:blip>
          <a:srcRect/>
          <a:stretch/>
        </p:blipFill>
        <p:spPr>
          <a:xfrm>
            <a:off x="9831694" y="388911"/>
            <a:ext cx="1229929" cy="1229929"/>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pic>
        <p:nvPicPr>
          <p:cNvPr id="14" name="Picture 13">
            <a:extLst>
              <a:ext uri="{FF2B5EF4-FFF2-40B4-BE49-F238E27FC236}">
                <a16:creationId xmlns:a16="http://schemas.microsoft.com/office/drawing/2014/main" id="{C0584C47-C9D0-30E1-271B-AB28CAD2EC68}"/>
              </a:ext>
            </a:extLst>
          </p:cNvPr>
          <p:cNvPicPr>
            <a:picLocks noChangeAspect="1"/>
          </p:cNvPicPr>
          <p:nvPr userDrawn="1"/>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rcRect/>
          <a:stretch/>
        </p:blipFill>
        <p:spPr>
          <a:xfrm>
            <a:off x="9014019" y="1648664"/>
            <a:ext cx="544009" cy="544009"/>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grpSp>
        <p:nvGrpSpPr>
          <p:cNvPr id="15" name="Group 14">
            <a:extLst>
              <a:ext uri="{FF2B5EF4-FFF2-40B4-BE49-F238E27FC236}">
                <a16:creationId xmlns:a16="http://schemas.microsoft.com/office/drawing/2014/main" id="{0AC422E8-DC69-305E-B9F9-34585546061C}"/>
              </a:ext>
            </a:extLst>
          </p:cNvPr>
          <p:cNvGrpSpPr/>
          <p:nvPr userDrawn="1"/>
        </p:nvGrpSpPr>
        <p:grpSpPr>
          <a:xfrm>
            <a:off x="6252451" y="5475214"/>
            <a:ext cx="758856" cy="407978"/>
            <a:chOff x="5356890" y="1645652"/>
            <a:chExt cx="758856" cy="407978"/>
          </a:xfrm>
        </p:grpSpPr>
        <p:grpSp>
          <p:nvGrpSpPr>
            <p:cNvPr id="16" name="Group 15">
              <a:extLst>
                <a:ext uri="{FF2B5EF4-FFF2-40B4-BE49-F238E27FC236}">
                  <a16:creationId xmlns:a16="http://schemas.microsoft.com/office/drawing/2014/main" id="{53AFFC8A-519F-D12F-1FD3-1688ED387970}"/>
                </a:ext>
              </a:extLst>
            </p:cNvPr>
            <p:cNvGrpSpPr/>
            <p:nvPr/>
          </p:nvGrpSpPr>
          <p:grpSpPr>
            <a:xfrm>
              <a:off x="5985117" y="1935059"/>
              <a:ext cx="130629" cy="118571"/>
              <a:chOff x="6030685" y="1226904"/>
              <a:chExt cx="130629" cy="118571"/>
            </a:xfrm>
          </p:grpSpPr>
          <p:cxnSp>
            <p:nvCxnSpPr>
              <p:cNvPr id="20" name="Straight Connector 19">
                <a:extLst>
                  <a:ext uri="{FF2B5EF4-FFF2-40B4-BE49-F238E27FC236}">
                    <a16:creationId xmlns:a16="http://schemas.microsoft.com/office/drawing/2014/main" id="{745F665E-2734-A9F9-4EBF-4461BE70960F}"/>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3D9C651-11F2-7F21-86A5-908E230F3BDF}"/>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6D218A8B-6D75-3063-584B-36E1A948A7F8}"/>
                </a:ext>
              </a:extLst>
            </p:cNvPr>
            <p:cNvGrpSpPr/>
            <p:nvPr/>
          </p:nvGrpSpPr>
          <p:grpSpPr>
            <a:xfrm>
              <a:off x="5356890" y="1645652"/>
              <a:ext cx="130629" cy="118571"/>
              <a:chOff x="6030685" y="1226904"/>
              <a:chExt cx="130629" cy="118571"/>
            </a:xfrm>
          </p:grpSpPr>
          <p:cxnSp>
            <p:nvCxnSpPr>
              <p:cNvPr id="18" name="Straight Connector 17">
                <a:extLst>
                  <a:ext uri="{FF2B5EF4-FFF2-40B4-BE49-F238E27FC236}">
                    <a16:creationId xmlns:a16="http://schemas.microsoft.com/office/drawing/2014/main" id="{CFD732BA-8887-8927-FDDD-2FD09159AB27}"/>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A7EB201-C37A-C7B7-4111-2C0DA0E91AE4}"/>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sp>
        <p:nvSpPr>
          <p:cNvPr id="4" name="Picture Placeholder 32">
            <a:extLst>
              <a:ext uri="{FF2B5EF4-FFF2-40B4-BE49-F238E27FC236}">
                <a16:creationId xmlns:a16="http://schemas.microsoft.com/office/drawing/2014/main" id="{CC1E2C41-07F9-2447-A81B-56D1CAF491E1}"/>
              </a:ext>
            </a:extLst>
          </p:cNvPr>
          <p:cNvSpPr>
            <a:spLocks noGrp="1"/>
          </p:cNvSpPr>
          <p:nvPr>
            <p:ph type="pic" sz="quarter" idx="14"/>
          </p:nvPr>
        </p:nvSpPr>
        <p:spPr>
          <a:xfrm>
            <a:off x="3429000" y="731520"/>
            <a:ext cx="1828800" cy="1828800"/>
          </a:xfrm>
        </p:spPr>
        <p:txBody>
          <a:bodyPr anchor="ctr"/>
          <a:lstStyle>
            <a:lvl1pPr marL="0" indent="0" algn="ctr">
              <a:buNone/>
              <a:defRPr sz="1200"/>
            </a:lvl1pPr>
          </a:lstStyle>
          <a:p>
            <a:endParaRPr lang="en-US" dirty="0"/>
          </a:p>
        </p:txBody>
      </p:sp>
      <p:sp>
        <p:nvSpPr>
          <p:cNvPr id="12" name="Picture Placeholder 32">
            <a:extLst>
              <a:ext uri="{FF2B5EF4-FFF2-40B4-BE49-F238E27FC236}">
                <a16:creationId xmlns:a16="http://schemas.microsoft.com/office/drawing/2014/main" id="{1B3619F3-58A1-5DD9-CEC3-443AE340F47C}"/>
              </a:ext>
            </a:extLst>
          </p:cNvPr>
          <p:cNvSpPr>
            <a:spLocks noGrp="1"/>
          </p:cNvSpPr>
          <p:nvPr>
            <p:ph type="pic" sz="quarter" idx="15"/>
          </p:nvPr>
        </p:nvSpPr>
        <p:spPr>
          <a:xfrm>
            <a:off x="905256" y="3639312"/>
            <a:ext cx="1828800" cy="1828800"/>
          </a:xfrm>
        </p:spPr>
        <p:txBody>
          <a:bodyPr anchor="ctr"/>
          <a:lstStyle>
            <a:lvl1pPr marL="0" indent="0" algn="ctr">
              <a:buNone/>
              <a:defRPr sz="1200"/>
            </a:lvl1pPr>
          </a:lstStyle>
          <a:p>
            <a:endParaRPr lang="en-US" dirty="0"/>
          </a:p>
        </p:txBody>
      </p:sp>
      <p:sp>
        <p:nvSpPr>
          <p:cNvPr id="13" name="Picture Placeholder 32">
            <a:extLst>
              <a:ext uri="{FF2B5EF4-FFF2-40B4-BE49-F238E27FC236}">
                <a16:creationId xmlns:a16="http://schemas.microsoft.com/office/drawing/2014/main" id="{8A39E517-763A-0C6C-8D86-96F8ACD3F0FE}"/>
              </a:ext>
            </a:extLst>
          </p:cNvPr>
          <p:cNvSpPr>
            <a:spLocks noGrp="1"/>
          </p:cNvSpPr>
          <p:nvPr>
            <p:ph type="pic" sz="quarter" idx="16"/>
          </p:nvPr>
        </p:nvSpPr>
        <p:spPr>
          <a:xfrm>
            <a:off x="3429000" y="3639312"/>
            <a:ext cx="1828800" cy="1828800"/>
          </a:xfrm>
        </p:spPr>
        <p:txBody>
          <a:bodyPr anchor="ctr"/>
          <a:lstStyle>
            <a:lvl1pPr marL="0" indent="0" algn="ctr">
              <a:buNone/>
              <a:defRPr sz="1200"/>
            </a:lvl1pPr>
          </a:lstStyle>
          <a:p>
            <a:endParaRPr lang="en-US" dirty="0"/>
          </a:p>
        </p:txBody>
      </p:sp>
      <p:sp>
        <p:nvSpPr>
          <p:cNvPr id="25" name="Text Placeholder 24">
            <a:extLst>
              <a:ext uri="{FF2B5EF4-FFF2-40B4-BE49-F238E27FC236}">
                <a16:creationId xmlns:a16="http://schemas.microsoft.com/office/drawing/2014/main" id="{C54B6C0E-EC4F-DFCF-0E92-E44CC38B60B8}"/>
              </a:ext>
            </a:extLst>
          </p:cNvPr>
          <p:cNvSpPr>
            <a:spLocks noGrp="1"/>
          </p:cNvSpPr>
          <p:nvPr>
            <p:ph type="body" sz="quarter" idx="17"/>
          </p:nvPr>
        </p:nvSpPr>
        <p:spPr>
          <a:xfrm>
            <a:off x="676656" y="2770632"/>
            <a:ext cx="22860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26" name="Text Placeholder 24">
            <a:extLst>
              <a:ext uri="{FF2B5EF4-FFF2-40B4-BE49-F238E27FC236}">
                <a16:creationId xmlns:a16="http://schemas.microsoft.com/office/drawing/2014/main" id="{6BE8367A-E9C8-6D3A-B89C-B4AC0593248A}"/>
              </a:ext>
            </a:extLst>
          </p:cNvPr>
          <p:cNvSpPr>
            <a:spLocks noGrp="1"/>
          </p:cNvSpPr>
          <p:nvPr>
            <p:ph type="body" sz="quarter" idx="18"/>
          </p:nvPr>
        </p:nvSpPr>
        <p:spPr>
          <a:xfrm>
            <a:off x="676656" y="3044952"/>
            <a:ext cx="22860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27" name="Text Placeholder 24">
            <a:extLst>
              <a:ext uri="{FF2B5EF4-FFF2-40B4-BE49-F238E27FC236}">
                <a16:creationId xmlns:a16="http://schemas.microsoft.com/office/drawing/2014/main" id="{99FE20AE-68BC-1413-239A-FF86E5B2CBE8}"/>
              </a:ext>
            </a:extLst>
          </p:cNvPr>
          <p:cNvSpPr>
            <a:spLocks noGrp="1"/>
          </p:cNvSpPr>
          <p:nvPr>
            <p:ph type="body" sz="quarter" idx="19"/>
          </p:nvPr>
        </p:nvSpPr>
        <p:spPr>
          <a:xfrm>
            <a:off x="3200400" y="2770632"/>
            <a:ext cx="22860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28" name="Text Placeholder 24">
            <a:extLst>
              <a:ext uri="{FF2B5EF4-FFF2-40B4-BE49-F238E27FC236}">
                <a16:creationId xmlns:a16="http://schemas.microsoft.com/office/drawing/2014/main" id="{70E4448C-4B67-78FD-EE0E-74513CBF30BD}"/>
              </a:ext>
            </a:extLst>
          </p:cNvPr>
          <p:cNvSpPr>
            <a:spLocks noGrp="1"/>
          </p:cNvSpPr>
          <p:nvPr>
            <p:ph type="body" sz="quarter" idx="20"/>
          </p:nvPr>
        </p:nvSpPr>
        <p:spPr>
          <a:xfrm>
            <a:off x="3200400" y="3044952"/>
            <a:ext cx="22860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30" name="Text Placeholder 24">
            <a:extLst>
              <a:ext uri="{FF2B5EF4-FFF2-40B4-BE49-F238E27FC236}">
                <a16:creationId xmlns:a16="http://schemas.microsoft.com/office/drawing/2014/main" id="{95775615-C5F4-5DEC-8DCC-A2C7CF012654}"/>
              </a:ext>
            </a:extLst>
          </p:cNvPr>
          <p:cNvSpPr>
            <a:spLocks noGrp="1"/>
          </p:cNvSpPr>
          <p:nvPr>
            <p:ph type="body" sz="quarter" idx="21"/>
          </p:nvPr>
        </p:nvSpPr>
        <p:spPr>
          <a:xfrm>
            <a:off x="676656" y="5660136"/>
            <a:ext cx="22860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31" name="Text Placeholder 24">
            <a:extLst>
              <a:ext uri="{FF2B5EF4-FFF2-40B4-BE49-F238E27FC236}">
                <a16:creationId xmlns:a16="http://schemas.microsoft.com/office/drawing/2014/main" id="{9675777C-054C-3387-8B8A-A242C6BB8C9F}"/>
              </a:ext>
            </a:extLst>
          </p:cNvPr>
          <p:cNvSpPr>
            <a:spLocks noGrp="1"/>
          </p:cNvSpPr>
          <p:nvPr>
            <p:ph type="body" sz="quarter" idx="22"/>
          </p:nvPr>
        </p:nvSpPr>
        <p:spPr>
          <a:xfrm>
            <a:off x="676656" y="5916168"/>
            <a:ext cx="22860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32" name="Text Placeholder 24">
            <a:extLst>
              <a:ext uri="{FF2B5EF4-FFF2-40B4-BE49-F238E27FC236}">
                <a16:creationId xmlns:a16="http://schemas.microsoft.com/office/drawing/2014/main" id="{A58052D7-3988-A06B-FA10-6F6A8DABDE8A}"/>
              </a:ext>
            </a:extLst>
          </p:cNvPr>
          <p:cNvSpPr>
            <a:spLocks noGrp="1"/>
          </p:cNvSpPr>
          <p:nvPr>
            <p:ph type="body" sz="quarter" idx="23"/>
          </p:nvPr>
        </p:nvSpPr>
        <p:spPr>
          <a:xfrm>
            <a:off x="3200400" y="5660136"/>
            <a:ext cx="22860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34" name="Text Placeholder 24">
            <a:extLst>
              <a:ext uri="{FF2B5EF4-FFF2-40B4-BE49-F238E27FC236}">
                <a16:creationId xmlns:a16="http://schemas.microsoft.com/office/drawing/2014/main" id="{D6CA902C-BF0D-CE18-E073-8677E7A36DC5}"/>
              </a:ext>
            </a:extLst>
          </p:cNvPr>
          <p:cNvSpPr>
            <a:spLocks noGrp="1"/>
          </p:cNvSpPr>
          <p:nvPr>
            <p:ph type="body" sz="quarter" idx="24"/>
          </p:nvPr>
        </p:nvSpPr>
        <p:spPr>
          <a:xfrm>
            <a:off x="3200400" y="5916168"/>
            <a:ext cx="22860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88410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8">
    <p:bg>
      <p:bgPr>
        <a:gradFill>
          <a:gsLst>
            <a:gs pos="14000">
              <a:schemeClr val="accent2">
                <a:lumMod val="56000"/>
              </a:schemeClr>
            </a:gs>
            <a:gs pos="68000">
              <a:schemeClr val="accent2">
                <a:lumMod val="51000"/>
              </a:schemeClr>
            </a:gs>
            <a:gs pos="100000">
              <a:schemeClr val="accent2">
                <a:lumMod val="87000"/>
                <a:lumOff val="13000"/>
              </a:schemeClr>
            </a:gs>
          </a:gsLst>
          <a:lin ang="0" scaled="1"/>
        </a:gradFill>
        <a:effectLst/>
      </p:bgPr>
    </p:bg>
    <p:spTree>
      <p:nvGrpSpPr>
        <p:cNvPr id="1" name=""/>
        <p:cNvGrpSpPr/>
        <p:nvPr/>
      </p:nvGrpSpPr>
      <p:grpSpPr>
        <a:xfrm>
          <a:off x="0" y="0"/>
          <a:ext cx="0" cy="0"/>
          <a:chOff x="0" y="0"/>
          <a:chExt cx="0" cy="0"/>
        </a:xfrm>
      </p:grpSpPr>
      <p:pic>
        <p:nvPicPr>
          <p:cNvPr id="9" name="Picture 8" descr="A picture containing night, star, dark, outdoor object&#10;&#10;Description automatically generated">
            <a:extLst>
              <a:ext uri="{FF2B5EF4-FFF2-40B4-BE49-F238E27FC236}">
                <a16:creationId xmlns:a16="http://schemas.microsoft.com/office/drawing/2014/main" id="{4889537D-D223-EBF8-106D-9FA35F7DCFF2}"/>
              </a:ext>
            </a:extLst>
          </p:cNvPr>
          <p:cNvPicPr>
            <a:picLocks/>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882D9BFF-9215-D7C1-3641-5B8CAD3B63BE}"/>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F5ED8A79-6D17-4351-583F-1863C3F946E4}"/>
              </a:ext>
            </a:extLst>
          </p:cNvPr>
          <p:cNvSpPr>
            <a:spLocks noGrp="1"/>
          </p:cNvSpPr>
          <p:nvPr>
            <p:ph type="sldNum" sz="quarter" idx="10"/>
          </p:nvPr>
        </p:nvSpPr>
        <p:spPr/>
        <p:txBody>
          <a:bodyPr/>
          <a:lstStyle>
            <a:lvl1pPr>
              <a:defRPr>
                <a:solidFill>
                  <a:schemeClr val="accent4"/>
                </a:solidFill>
              </a:defRPr>
            </a:lvl1pPr>
          </a:lstStyle>
          <a:p>
            <a:fld id="{0FF9F32E-65A7-074C-AFA1-DE0771000F54}" type="slidenum">
              <a:rPr lang="en-US" smtClean="0"/>
              <a:pPr/>
              <a:t>‹#›</a:t>
            </a:fld>
            <a:endParaRPr lang="en-US" dirty="0"/>
          </a:p>
        </p:txBody>
      </p:sp>
      <p:sp>
        <p:nvSpPr>
          <p:cNvPr id="4" name="Footer Placeholder 3">
            <a:extLst>
              <a:ext uri="{FF2B5EF4-FFF2-40B4-BE49-F238E27FC236}">
                <a16:creationId xmlns:a16="http://schemas.microsoft.com/office/drawing/2014/main" id="{88683A4D-7147-EECB-1BE0-C377822C482C}"/>
              </a:ext>
            </a:extLst>
          </p:cNvPr>
          <p:cNvSpPr>
            <a:spLocks noGrp="1"/>
          </p:cNvSpPr>
          <p:nvPr>
            <p:ph type="ftr" sz="quarter" idx="11"/>
          </p:nvPr>
        </p:nvSpPr>
        <p:spPr/>
        <p:txBody>
          <a:bodyPr/>
          <a:lstStyle>
            <a:lvl1pPr>
              <a:defRPr>
                <a:solidFill>
                  <a:schemeClr val="accent4"/>
                </a:solidFill>
              </a:defRPr>
            </a:lvl1pPr>
          </a:lstStyle>
          <a:p>
            <a:r>
              <a:rPr lang="en-US" dirty="0"/>
              <a:t>Artist portfolio</a:t>
            </a:r>
          </a:p>
        </p:txBody>
      </p:sp>
      <p:sp>
        <p:nvSpPr>
          <p:cNvPr id="5" name="Title 1">
            <a:extLst>
              <a:ext uri="{FF2B5EF4-FFF2-40B4-BE49-F238E27FC236}">
                <a16:creationId xmlns:a16="http://schemas.microsoft.com/office/drawing/2014/main" id="{1B898CF1-5EAF-4CC6-9FAA-1876C8791319}"/>
              </a:ext>
            </a:extLst>
          </p:cNvPr>
          <p:cNvSpPr>
            <a:spLocks noGrp="1"/>
          </p:cNvSpPr>
          <p:nvPr>
            <p:ph type="title"/>
          </p:nvPr>
        </p:nvSpPr>
        <p:spPr>
          <a:xfrm>
            <a:off x="1069848" y="411480"/>
            <a:ext cx="10058400" cy="1463040"/>
          </a:xfrm>
        </p:spPr>
        <p:txBody>
          <a:bodyPr/>
          <a:lstStyle>
            <a:lvl1pPr algn="ctr">
              <a:defRPr sz="4800" baseline="0">
                <a:ln w="12700">
                  <a:solidFill>
                    <a:schemeClr val="accent1">
                      <a:lumMod val="60000"/>
                      <a:lumOff val="40000"/>
                    </a:schemeClr>
                  </a:solidFill>
                </a:ln>
                <a:noFill/>
                <a:effectLst>
                  <a:glow rad="88900">
                    <a:schemeClr val="accent1">
                      <a:alpha val="50000"/>
                    </a:schemeClr>
                  </a:glow>
                </a:effectLst>
              </a:defRPr>
            </a:lvl1pPr>
          </a:lstStyle>
          <a:p>
            <a:r>
              <a:rPr lang="en-US" dirty="0"/>
              <a:t>Click to edit Master title style</a:t>
            </a:r>
          </a:p>
        </p:txBody>
      </p:sp>
      <p:sp>
        <p:nvSpPr>
          <p:cNvPr id="2" name="Picture Placeholder 32">
            <a:extLst>
              <a:ext uri="{FF2B5EF4-FFF2-40B4-BE49-F238E27FC236}">
                <a16:creationId xmlns:a16="http://schemas.microsoft.com/office/drawing/2014/main" id="{D59D2AFD-AE64-4339-7CDB-3DD066F55824}"/>
              </a:ext>
            </a:extLst>
          </p:cNvPr>
          <p:cNvSpPr>
            <a:spLocks noGrp="1"/>
          </p:cNvSpPr>
          <p:nvPr>
            <p:ph type="pic" sz="quarter" idx="13"/>
          </p:nvPr>
        </p:nvSpPr>
        <p:spPr>
          <a:xfrm>
            <a:off x="2304288" y="2029968"/>
            <a:ext cx="1161288" cy="1161288"/>
          </a:xfrm>
        </p:spPr>
        <p:txBody>
          <a:bodyPr anchor="ctr"/>
          <a:lstStyle>
            <a:lvl1pPr marL="0" indent="0" algn="ctr">
              <a:buNone/>
              <a:defRPr sz="1200"/>
            </a:lvl1pPr>
          </a:lstStyle>
          <a:p>
            <a:endParaRPr lang="en-US" dirty="0"/>
          </a:p>
        </p:txBody>
      </p:sp>
      <p:sp>
        <p:nvSpPr>
          <p:cNvPr id="6" name="Picture Placeholder 32">
            <a:extLst>
              <a:ext uri="{FF2B5EF4-FFF2-40B4-BE49-F238E27FC236}">
                <a16:creationId xmlns:a16="http://schemas.microsoft.com/office/drawing/2014/main" id="{38B919D9-E814-F645-0AF3-FFA11195E1F5}"/>
              </a:ext>
            </a:extLst>
          </p:cNvPr>
          <p:cNvSpPr>
            <a:spLocks noGrp="1"/>
          </p:cNvSpPr>
          <p:nvPr>
            <p:ph type="pic" sz="quarter" idx="14"/>
          </p:nvPr>
        </p:nvSpPr>
        <p:spPr>
          <a:xfrm>
            <a:off x="4434840" y="2029968"/>
            <a:ext cx="1161288" cy="1161288"/>
          </a:xfrm>
        </p:spPr>
        <p:txBody>
          <a:bodyPr anchor="ctr"/>
          <a:lstStyle>
            <a:lvl1pPr marL="0" indent="0" algn="ctr">
              <a:buNone/>
              <a:defRPr sz="1200"/>
            </a:lvl1pPr>
          </a:lstStyle>
          <a:p>
            <a:endParaRPr lang="en-US" dirty="0"/>
          </a:p>
        </p:txBody>
      </p:sp>
      <p:sp>
        <p:nvSpPr>
          <p:cNvPr id="10" name="Picture Placeholder 32">
            <a:extLst>
              <a:ext uri="{FF2B5EF4-FFF2-40B4-BE49-F238E27FC236}">
                <a16:creationId xmlns:a16="http://schemas.microsoft.com/office/drawing/2014/main" id="{CD5F1B33-59FF-5DF7-92BE-AC407C41B105}"/>
              </a:ext>
            </a:extLst>
          </p:cNvPr>
          <p:cNvSpPr>
            <a:spLocks noGrp="1"/>
          </p:cNvSpPr>
          <p:nvPr>
            <p:ph type="pic" sz="quarter" idx="15"/>
          </p:nvPr>
        </p:nvSpPr>
        <p:spPr>
          <a:xfrm>
            <a:off x="6565392" y="2029968"/>
            <a:ext cx="1161288" cy="1161288"/>
          </a:xfrm>
        </p:spPr>
        <p:txBody>
          <a:bodyPr anchor="ctr"/>
          <a:lstStyle>
            <a:lvl1pPr marL="0" indent="0" algn="ctr">
              <a:buNone/>
              <a:defRPr sz="1200"/>
            </a:lvl1pPr>
          </a:lstStyle>
          <a:p>
            <a:endParaRPr lang="en-US" dirty="0"/>
          </a:p>
        </p:txBody>
      </p:sp>
      <p:sp>
        <p:nvSpPr>
          <p:cNvPr id="11" name="Picture Placeholder 32">
            <a:extLst>
              <a:ext uri="{FF2B5EF4-FFF2-40B4-BE49-F238E27FC236}">
                <a16:creationId xmlns:a16="http://schemas.microsoft.com/office/drawing/2014/main" id="{94278D97-AAC1-8A57-4E6A-FED431C503F3}"/>
              </a:ext>
            </a:extLst>
          </p:cNvPr>
          <p:cNvSpPr>
            <a:spLocks noGrp="1"/>
          </p:cNvSpPr>
          <p:nvPr>
            <p:ph type="pic" sz="quarter" idx="16"/>
          </p:nvPr>
        </p:nvSpPr>
        <p:spPr>
          <a:xfrm>
            <a:off x="8695944" y="2029968"/>
            <a:ext cx="1161288" cy="1161288"/>
          </a:xfrm>
        </p:spPr>
        <p:txBody>
          <a:bodyPr anchor="ctr"/>
          <a:lstStyle>
            <a:lvl1pPr marL="0" indent="0" algn="ctr">
              <a:buNone/>
              <a:defRPr sz="1200"/>
            </a:lvl1pPr>
          </a:lstStyle>
          <a:p>
            <a:endParaRPr lang="en-US" dirty="0"/>
          </a:p>
        </p:txBody>
      </p:sp>
      <p:sp>
        <p:nvSpPr>
          <p:cNvPr id="12" name="Text Placeholder 24">
            <a:extLst>
              <a:ext uri="{FF2B5EF4-FFF2-40B4-BE49-F238E27FC236}">
                <a16:creationId xmlns:a16="http://schemas.microsoft.com/office/drawing/2014/main" id="{66A71983-0DE8-2493-8818-E23E50EF2A57}"/>
              </a:ext>
            </a:extLst>
          </p:cNvPr>
          <p:cNvSpPr>
            <a:spLocks noGrp="1"/>
          </p:cNvSpPr>
          <p:nvPr>
            <p:ph type="body" sz="quarter" idx="17"/>
          </p:nvPr>
        </p:nvSpPr>
        <p:spPr>
          <a:xfrm>
            <a:off x="1856232" y="3337560"/>
            <a:ext cx="20574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13" name="Text Placeholder 24">
            <a:extLst>
              <a:ext uri="{FF2B5EF4-FFF2-40B4-BE49-F238E27FC236}">
                <a16:creationId xmlns:a16="http://schemas.microsoft.com/office/drawing/2014/main" id="{B8C03535-1398-522D-EF10-1E268334DE20}"/>
              </a:ext>
            </a:extLst>
          </p:cNvPr>
          <p:cNvSpPr>
            <a:spLocks noGrp="1"/>
          </p:cNvSpPr>
          <p:nvPr>
            <p:ph type="body" sz="quarter" idx="18"/>
          </p:nvPr>
        </p:nvSpPr>
        <p:spPr>
          <a:xfrm>
            <a:off x="1856232" y="3621024"/>
            <a:ext cx="20574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14" name="Text Placeholder 24">
            <a:extLst>
              <a:ext uri="{FF2B5EF4-FFF2-40B4-BE49-F238E27FC236}">
                <a16:creationId xmlns:a16="http://schemas.microsoft.com/office/drawing/2014/main" id="{01B9EFB2-F836-F7BB-7D53-CE78762C7E3B}"/>
              </a:ext>
            </a:extLst>
          </p:cNvPr>
          <p:cNvSpPr>
            <a:spLocks noGrp="1"/>
          </p:cNvSpPr>
          <p:nvPr>
            <p:ph type="body" sz="quarter" idx="19"/>
          </p:nvPr>
        </p:nvSpPr>
        <p:spPr>
          <a:xfrm>
            <a:off x="3986784" y="3337560"/>
            <a:ext cx="20574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15" name="Text Placeholder 24">
            <a:extLst>
              <a:ext uri="{FF2B5EF4-FFF2-40B4-BE49-F238E27FC236}">
                <a16:creationId xmlns:a16="http://schemas.microsoft.com/office/drawing/2014/main" id="{DFEE0B9D-57B3-D1D9-7ED4-B9E3288EF124}"/>
              </a:ext>
            </a:extLst>
          </p:cNvPr>
          <p:cNvSpPr>
            <a:spLocks noGrp="1"/>
          </p:cNvSpPr>
          <p:nvPr>
            <p:ph type="body" sz="quarter" idx="20"/>
          </p:nvPr>
        </p:nvSpPr>
        <p:spPr>
          <a:xfrm>
            <a:off x="3986784" y="3621024"/>
            <a:ext cx="20574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16" name="Text Placeholder 24">
            <a:extLst>
              <a:ext uri="{FF2B5EF4-FFF2-40B4-BE49-F238E27FC236}">
                <a16:creationId xmlns:a16="http://schemas.microsoft.com/office/drawing/2014/main" id="{16BEA73F-3C01-76EC-25FF-0DBB7106167B}"/>
              </a:ext>
            </a:extLst>
          </p:cNvPr>
          <p:cNvSpPr>
            <a:spLocks noGrp="1"/>
          </p:cNvSpPr>
          <p:nvPr>
            <p:ph type="body" sz="quarter" idx="21"/>
          </p:nvPr>
        </p:nvSpPr>
        <p:spPr>
          <a:xfrm>
            <a:off x="6117336" y="3337560"/>
            <a:ext cx="20574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17" name="Text Placeholder 24">
            <a:extLst>
              <a:ext uri="{FF2B5EF4-FFF2-40B4-BE49-F238E27FC236}">
                <a16:creationId xmlns:a16="http://schemas.microsoft.com/office/drawing/2014/main" id="{DC93F953-0B73-037F-091F-7E2FF6BD0E34}"/>
              </a:ext>
            </a:extLst>
          </p:cNvPr>
          <p:cNvSpPr>
            <a:spLocks noGrp="1"/>
          </p:cNvSpPr>
          <p:nvPr>
            <p:ph type="body" sz="quarter" idx="22"/>
          </p:nvPr>
        </p:nvSpPr>
        <p:spPr>
          <a:xfrm>
            <a:off x="6117336" y="3621024"/>
            <a:ext cx="20574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18" name="Text Placeholder 24">
            <a:extLst>
              <a:ext uri="{FF2B5EF4-FFF2-40B4-BE49-F238E27FC236}">
                <a16:creationId xmlns:a16="http://schemas.microsoft.com/office/drawing/2014/main" id="{13A3D482-C22D-3BB8-214A-177BA06EC034}"/>
              </a:ext>
            </a:extLst>
          </p:cNvPr>
          <p:cNvSpPr>
            <a:spLocks noGrp="1"/>
          </p:cNvSpPr>
          <p:nvPr>
            <p:ph type="body" sz="quarter" idx="23"/>
          </p:nvPr>
        </p:nvSpPr>
        <p:spPr>
          <a:xfrm>
            <a:off x="8247888" y="3337560"/>
            <a:ext cx="20574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19" name="Text Placeholder 24">
            <a:extLst>
              <a:ext uri="{FF2B5EF4-FFF2-40B4-BE49-F238E27FC236}">
                <a16:creationId xmlns:a16="http://schemas.microsoft.com/office/drawing/2014/main" id="{77E8C9D5-9F88-2406-1368-68DE7C02C1DE}"/>
              </a:ext>
            </a:extLst>
          </p:cNvPr>
          <p:cNvSpPr>
            <a:spLocks noGrp="1"/>
          </p:cNvSpPr>
          <p:nvPr>
            <p:ph type="body" sz="quarter" idx="24"/>
          </p:nvPr>
        </p:nvSpPr>
        <p:spPr>
          <a:xfrm>
            <a:off x="8247888" y="3621024"/>
            <a:ext cx="20574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20" name="Picture Placeholder 32">
            <a:extLst>
              <a:ext uri="{FF2B5EF4-FFF2-40B4-BE49-F238E27FC236}">
                <a16:creationId xmlns:a16="http://schemas.microsoft.com/office/drawing/2014/main" id="{205026C5-5AB6-E386-0F49-54DECB56EF2B}"/>
              </a:ext>
            </a:extLst>
          </p:cNvPr>
          <p:cNvSpPr>
            <a:spLocks noGrp="1"/>
          </p:cNvSpPr>
          <p:nvPr>
            <p:ph type="pic" sz="quarter" idx="25"/>
          </p:nvPr>
        </p:nvSpPr>
        <p:spPr>
          <a:xfrm>
            <a:off x="2304288" y="4443984"/>
            <a:ext cx="1161288" cy="1161288"/>
          </a:xfrm>
        </p:spPr>
        <p:txBody>
          <a:bodyPr anchor="ctr"/>
          <a:lstStyle>
            <a:lvl1pPr marL="0" indent="0" algn="ctr">
              <a:buNone/>
              <a:defRPr sz="1200"/>
            </a:lvl1pPr>
          </a:lstStyle>
          <a:p>
            <a:endParaRPr lang="en-US" dirty="0"/>
          </a:p>
        </p:txBody>
      </p:sp>
      <p:sp>
        <p:nvSpPr>
          <p:cNvPr id="21" name="Picture Placeholder 32">
            <a:extLst>
              <a:ext uri="{FF2B5EF4-FFF2-40B4-BE49-F238E27FC236}">
                <a16:creationId xmlns:a16="http://schemas.microsoft.com/office/drawing/2014/main" id="{24BB6DE6-5012-C071-6E3D-2375DB6A4706}"/>
              </a:ext>
            </a:extLst>
          </p:cNvPr>
          <p:cNvSpPr>
            <a:spLocks noGrp="1"/>
          </p:cNvSpPr>
          <p:nvPr>
            <p:ph type="pic" sz="quarter" idx="26"/>
          </p:nvPr>
        </p:nvSpPr>
        <p:spPr>
          <a:xfrm>
            <a:off x="4434840" y="4443984"/>
            <a:ext cx="1161288" cy="1161288"/>
          </a:xfrm>
        </p:spPr>
        <p:txBody>
          <a:bodyPr anchor="ctr"/>
          <a:lstStyle>
            <a:lvl1pPr marL="0" indent="0" algn="ctr">
              <a:buNone/>
              <a:defRPr sz="1200"/>
            </a:lvl1pPr>
          </a:lstStyle>
          <a:p>
            <a:endParaRPr lang="en-US" dirty="0"/>
          </a:p>
        </p:txBody>
      </p:sp>
      <p:sp>
        <p:nvSpPr>
          <p:cNvPr id="22" name="Picture Placeholder 32">
            <a:extLst>
              <a:ext uri="{FF2B5EF4-FFF2-40B4-BE49-F238E27FC236}">
                <a16:creationId xmlns:a16="http://schemas.microsoft.com/office/drawing/2014/main" id="{FD8FEB5F-05E7-5453-5E82-3D9497D679B4}"/>
              </a:ext>
            </a:extLst>
          </p:cNvPr>
          <p:cNvSpPr>
            <a:spLocks noGrp="1"/>
          </p:cNvSpPr>
          <p:nvPr>
            <p:ph type="pic" sz="quarter" idx="27"/>
          </p:nvPr>
        </p:nvSpPr>
        <p:spPr>
          <a:xfrm>
            <a:off x="6565392" y="4443984"/>
            <a:ext cx="1161288" cy="1161288"/>
          </a:xfrm>
        </p:spPr>
        <p:txBody>
          <a:bodyPr anchor="ctr"/>
          <a:lstStyle>
            <a:lvl1pPr marL="0" indent="0" algn="ctr">
              <a:buNone/>
              <a:defRPr sz="1200"/>
            </a:lvl1pPr>
          </a:lstStyle>
          <a:p>
            <a:endParaRPr lang="en-US" dirty="0"/>
          </a:p>
        </p:txBody>
      </p:sp>
      <p:sp>
        <p:nvSpPr>
          <p:cNvPr id="23" name="Picture Placeholder 32">
            <a:extLst>
              <a:ext uri="{FF2B5EF4-FFF2-40B4-BE49-F238E27FC236}">
                <a16:creationId xmlns:a16="http://schemas.microsoft.com/office/drawing/2014/main" id="{1DEFE8AB-6804-17DA-A502-91A147022386}"/>
              </a:ext>
            </a:extLst>
          </p:cNvPr>
          <p:cNvSpPr>
            <a:spLocks noGrp="1"/>
          </p:cNvSpPr>
          <p:nvPr>
            <p:ph type="pic" sz="quarter" idx="28"/>
          </p:nvPr>
        </p:nvSpPr>
        <p:spPr>
          <a:xfrm>
            <a:off x="8695944" y="4443984"/>
            <a:ext cx="1161288" cy="1161288"/>
          </a:xfrm>
        </p:spPr>
        <p:txBody>
          <a:bodyPr anchor="ctr"/>
          <a:lstStyle>
            <a:lvl1pPr marL="0" indent="0" algn="ctr">
              <a:buNone/>
              <a:defRPr sz="1200"/>
            </a:lvl1pPr>
          </a:lstStyle>
          <a:p>
            <a:endParaRPr lang="en-US" dirty="0"/>
          </a:p>
        </p:txBody>
      </p:sp>
      <p:sp>
        <p:nvSpPr>
          <p:cNvPr id="24" name="Text Placeholder 24">
            <a:extLst>
              <a:ext uri="{FF2B5EF4-FFF2-40B4-BE49-F238E27FC236}">
                <a16:creationId xmlns:a16="http://schemas.microsoft.com/office/drawing/2014/main" id="{33E93BCD-0A6B-B41C-080B-6BE64A30A63F}"/>
              </a:ext>
            </a:extLst>
          </p:cNvPr>
          <p:cNvSpPr>
            <a:spLocks noGrp="1"/>
          </p:cNvSpPr>
          <p:nvPr>
            <p:ph type="body" sz="quarter" idx="29"/>
          </p:nvPr>
        </p:nvSpPr>
        <p:spPr>
          <a:xfrm>
            <a:off x="1856232" y="5760720"/>
            <a:ext cx="20574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25" name="Text Placeholder 24">
            <a:extLst>
              <a:ext uri="{FF2B5EF4-FFF2-40B4-BE49-F238E27FC236}">
                <a16:creationId xmlns:a16="http://schemas.microsoft.com/office/drawing/2014/main" id="{46DB74E4-F413-F05E-B7E9-8035CB14EF36}"/>
              </a:ext>
            </a:extLst>
          </p:cNvPr>
          <p:cNvSpPr>
            <a:spLocks noGrp="1"/>
          </p:cNvSpPr>
          <p:nvPr>
            <p:ph type="body" sz="quarter" idx="30"/>
          </p:nvPr>
        </p:nvSpPr>
        <p:spPr>
          <a:xfrm>
            <a:off x="1856232" y="6044184"/>
            <a:ext cx="20574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26" name="Text Placeholder 24">
            <a:extLst>
              <a:ext uri="{FF2B5EF4-FFF2-40B4-BE49-F238E27FC236}">
                <a16:creationId xmlns:a16="http://schemas.microsoft.com/office/drawing/2014/main" id="{AE1B3FA7-CA7F-D6E1-3E82-CDA7F2483966}"/>
              </a:ext>
            </a:extLst>
          </p:cNvPr>
          <p:cNvSpPr>
            <a:spLocks noGrp="1"/>
          </p:cNvSpPr>
          <p:nvPr>
            <p:ph type="body" sz="quarter" idx="31"/>
          </p:nvPr>
        </p:nvSpPr>
        <p:spPr>
          <a:xfrm>
            <a:off x="3986784" y="5760720"/>
            <a:ext cx="20574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27" name="Text Placeholder 24">
            <a:extLst>
              <a:ext uri="{FF2B5EF4-FFF2-40B4-BE49-F238E27FC236}">
                <a16:creationId xmlns:a16="http://schemas.microsoft.com/office/drawing/2014/main" id="{2507DA11-7D81-6FF8-7E8D-836D577A5804}"/>
              </a:ext>
            </a:extLst>
          </p:cNvPr>
          <p:cNvSpPr>
            <a:spLocks noGrp="1"/>
          </p:cNvSpPr>
          <p:nvPr>
            <p:ph type="body" sz="quarter" idx="32"/>
          </p:nvPr>
        </p:nvSpPr>
        <p:spPr>
          <a:xfrm>
            <a:off x="3986784" y="6044184"/>
            <a:ext cx="20574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28" name="Text Placeholder 24">
            <a:extLst>
              <a:ext uri="{FF2B5EF4-FFF2-40B4-BE49-F238E27FC236}">
                <a16:creationId xmlns:a16="http://schemas.microsoft.com/office/drawing/2014/main" id="{0683AD1C-42B9-5075-A7E6-D00C2351A83C}"/>
              </a:ext>
            </a:extLst>
          </p:cNvPr>
          <p:cNvSpPr>
            <a:spLocks noGrp="1"/>
          </p:cNvSpPr>
          <p:nvPr>
            <p:ph type="body" sz="quarter" idx="33"/>
          </p:nvPr>
        </p:nvSpPr>
        <p:spPr>
          <a:xfrm>
            <a:off x="6117336" y="5760720"/>
            <a:ext cx="20574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29" name="Text Placeholder 24">
            <a:extLst>
              <a:ext uri="{FF2B5EF4-FFF2-40B4-BE49-F238E27FC236}">
                <a16:creationId xmlns:a16="http://schemas.microsoft.com/office/drawing/2014/main" id="{12B7FD79-5111-2466-C939-FE3D456F0422}"/>
              </a:ext>
            </a:extLst>
          </p:cNvPr>
          <p:cNvSpPr>
            <a:spLocks noGrp="1"/>
          </p:cNvSpPr>
          <p:nvPr>
            <p:ph type="body" sz="quarter" idx="34"/>
          </p:nvPr>
        </p:nvSpPr>
        <p:spPr>
          <a:xfrm>
            <a:off x="6117336" y="6044184"/>
            <a:ext cx="20574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
        <p:nvSpPr>
          <p:cNvPr id="30" name="Text Placeholder 24">
            <a:extLst>
              <a:ext uri="{FF2B5EF4-FFF2-40B4-BE49-F238E27FC236}">
                <a16:creationId xmlns:a16="http://schemas.microsoft.com/office/drawing/2014/main" id="{3B9CF558-A9E0-DBA9-FB0B-944DF4A9170C}"/>
              </a:ext>
            </a:extLst>
          </p:cNvPr>
          <p:cNvSpPr>
            <a:spLocks noGrp="1"/>
          </p:cNvSpPr>
          <p:nvPr>
            <p:ph type="body" sz="quarter" idx="35"/>
          </p:nvPr>
        </p:nvSpPr>
        <p:spPr>
          <a:xfrm>
            <a:off x="8247888" y="5760720"/>
            <a:ext cx="2057400" cy="228600"/>
          </a:xfrm>
        </p:spPr>
        <p:txBody>
          <a:bodyPr anchor="ctr"/>
          <a:lstStyle>
            <a:lvl1pPr marL="0" indent="0" algn="ctr">
              <a:lnSpc>
                <a:spcPct val="100000"/>
              </a:lnSpc>
              <a:buNone/>
              <a:defRPr sz="1400" cap="all" baseline="0">
                <a:solidFill>
                  <a:schemeClr val="accent6"/>
                </a:solidFill>
              </a:defRPr>
            </a:lvl1pPr>
          </a:lstStyle>
          <a:p>
            <a:pPr lvl="0"/>
            <a:r>
              <a:rPr lang="en-US" dirty="0"/>
              <a:t>Click to edit Master text styles</a:t>
            </a:r>
          </a:p>
        </p:txBody>
      </p:sp>
      <p:sp>
        <p:nvSpPr>
          <p:cNvPr id="31" name="Text Placeholder 24">
            <a:extLst>
              <a:ext uri="{FF2B5EF4-FFF2-40B4-BE49-F238E27FC236}">
                <a16:creationId xmlns:a16="http://schemas.microsoft.com/office/drawing/2014/main" id="{30B836D5-F88C-EB16-B132-4755527FABA6}"/>
              </a:ext>
            </a:extLst>
          </p:cNvPr>
          <p:cNvSpPr>
            <a:spLocks noGrp="1"/>
          </p:cNvSpPr>
          <p:nvPr>
            <p:ph type="body" sz="quarter" idx="36"/>
          </p:nvPr>
        </p:nvSpPr>
        <p:spPr>
          <a:xfrm>
            <a:off x="8247888" y="6044184"/>
            <a:ext cx="2057400" cy="228600"/>
          </a:xfrm>
        </p:spPr>
        <p:txBody>
          <a:bodyPr anchor="ctr"/>
          <a:lstStyle>
            <a:lvl1pPr marL="0" indent="0" algn="ctr">
              <a:lnSpc>
                <a:spcPct val="100000"/>
              </a:lnSpc>
              <a:buNone/>
              <a:defRPr sz="1200" cap="none" baseline="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946827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rtArt List">
    <p:spTree>
      <p:nvGrpSpPr>
        <p:cNvPr id="1" name=""/>
        <p:cNvGrpSpPr/>
        <p:nvPr/>
      </p:nvGrpSpPr>
      <p:grpSpPr>
        <a:xfrm>
          <a:off x="0" y="0"/>
          <a:ext cx="0" cy="0"/>
          <a:chOff x="0" y="0"/>
          <a:chExt cx="0" cy="0"/>
        </a:xfrm>
      </p:grpSpPr>
      <p:pic>
        <p:nvPicPr>
          <p:cNvPr id="23" name="Picture 22" descr="Background pattern&#10;&#10;Description automatically generated">
            <a:extLst>
              <a:ext uri="{FF2B5EF4-FFF2-40B4-BE49-F238E27FC236}">
                <a16:creationId xmlns:a16="http://schemas.microsoft.com/office/drawing/2014/main" id="{95781003-A1B2-4E8D-E01D-57F7E4DD97C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
          <a:stretch/>
        </p:blipFill>
        <p:spPr>
          <a:xfrm>
            <a:off x="0" y="0"/>
            <a:ext cx="12192000" cy="6858000"/>
          </a:xfrm>
          <a:prstGeom prst="rect">
            <a:avLst/>
          </a:prstGeom>
        </p:spPr>
      </p:pic>
      <p:sp>
        <p:nvSpPr>
          <p:cNvPr id="7" name="Rectangle 6">
            <a:extLst>
              <a:ext uri="{FF2B5EF4-FFF2-40B4-BE49-F238E27FC236}">
                <a16:creationId xmlns:a16="http://schemas.microsoft.com/office/drawing/2014/main" id="{0FEFEA80-D2B3-224F-A369-155169EACE7D}"/>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A40E14E0-D6CD-7F40-2CF4-DDD5342C954F}"/>
              </a:ext>
            </a:extLst>
          </p:cNvPr>
          <p:cNvSpPr>
            <a:spLocks noGrp="1"/>
          </p:cNvSpPr>
          <p:nvPr>
            <p:ph type="sldNum" sz="quarter" idx="10"/>
          </p:nvPr>
        </p:nvSpPr>
        <p:spPr/>
        <p:txBody>
          <a:bodyPr/>
          <a:lstStyle/>
          <a:p>
            <a:fld id="{0FF9F32E-65A7-074C-AFA1-DE0771000F54}" type="slidenum">
              <a:rPr lang="en-US" smtClean="0"/>
              <a:pPr/>
              <a:t>‹#›</a:t>
            </a:fld>
            <a:endParaRPr lang="en-US" dirty="0"/>
          </a:p>
        </p:txBody>
      </p:sp>
      <p:sp>
        <p:nvSpPr>
          <p:cNvPr id="4" name="Footer Placeholder 3">
            <a:extLst>
              <a:ext uri="{FF2B5EF4-FFF2-40B4-BE49-F238E27FC236}">
                <a16:creationId xmlns:a16="http://schemas.microsoft.com/office/drawing/2014/main" id="{F7BE7979-D61A-0CFB-5E3A-D5A502E74245}"/>
              </a:ext>
            </a:extLst>
          </p:cNvPr>
          <p:cNvSpPr>
            <a:spLocks noGrp="1"/>
          </p:cNvSpPr>
          <p:nvPr>
            <p:ph type="ftr" sz="quarter" idx="11"/>
          </p:nvPr>
        </p:nvSpPr>
        <p:spPr/>
        <p:txBody>
          <a:bodyPr/>
          <a:lstStyle/>
          <a:p>
            <a:r>
              <a:rPr lang="en-US" dirty="0"/>
              <a:t>Artist portfolio</a:t>
            </a:r>
          </a:p>
        </p:txBody>
      </p:sp>
      <p:grpSp>
        <p:nvGrpSpPr>
          <p:cNvPr id="6" name="Group 5">
            <a:extLst>
              <a:ext uri="{FF2B5EF4-FFF2-40B4-BE49-F238E27FC236}">
                <a16:creationId xmlns:a16="http://schemas.microsoft.com/office/drawing/2014/main" id="{C0FAA5B0-D3B4-B4FE-6316-757778B7D0F3}"/>
              </a:ext>
            </a:extLst>
          </p:cNvPr>
          <p:cNvGrpSpPr/>
          <p:nvPr userDrawn="1"/>
        </p:nvGrpSpPr>
        <p:grpSpPr>
          <a:xfrm>
            <a:off x="914400" y="5766751"/>
            <a:ext cx="1146629" cy="440375"/>
            <a:chOff x="6121326" y="1520019"/>
            <a:chExt cx="1146629" cy="440375"/>
          </a:xfrm>
        </p:grpSpPr>
        <p:grpSp>
          <p:nvGrpSpPr>
            <p:cNvPr id="15" name="Group 14">
              <a:extLst>
                <a:ext uri="{FF2B5EF4-FFF2-40B4-BE49-F238E27FC236}">
                  <a16:creationId xmlns:a16="http://schemas.microsoft.com/office/drawing/2014/main" id="{EC2F4EEB-D762-DBAD-3785-ED646442977E}"/>
                </a:ext>
              </a:extLst>
            </p:cNvPr>
            <p:cNvGrpSpPr/>
            <p:nvPr/>
          </p:nvGrpSpPr>
          <p:grpSpPr>
            <a:xfrm>
              <a:off x="7137326" y="1520019"/>
              <a:ext cx="130629" cy="118571"/>
              <a:chOff x="6030685" y="1226904"/>
              <a:chExt cx="130629" cy="118571"/>
            </a:xfrm>
          </p:grpSpPr>
          <p:cxnSp>
            <p:nvCxnSpPr>
              <p:cNvPr id="29" name="Straight Connector 28">
                <a:extLst>
                  <a:ext uri="{FF2B5EF4-FFF2-40B4-BE49-F238E27FC236}">
                    <a16:creationId xmlns:a16="http://schemas.microsoft.com/office/drawing/2014/main" id="{61FCA19C-7C0E-46A5-EC8A-C5CD415BBFE9}"/>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77FB6A-C170-4720-3F4D-4647E21EDEE2}"/>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99BAD5B7-C314-9154-C552-93B8D69A669D}"/>
                </a:ext>
              </a:extLst>
            </p:cNvPr>
            <p:cNvGrpSpPr/>
            <p:nvPr/>
          </p:nvGrpSpPr>
          <p:grpSpPr>
            <a:xfrm>
              <a:off x="6629326" y="1841823"/>
              <a:ext cx="130629" cy="118571"/>
              <a:chOff x="6030685" y="1226904"/>
              <a:chExt cx="130629" cy="118571"/>
            </a:xfrm>
          </p:grpSpPr>
          <p:cxnSp>
            <p:nvCxnSpPr>
              <p:cNvPr id="27" name="Straight Connector 26">
                <a:extLst>
                  <a:ext uri="{FF2B5EF4-FFF2-40B4-BE49-F238E27FC236}">
                    <a16:creationId xmlns:a16="http://schemas.microsoft.com/office/drawing/2014/main" id="{20B3138A-DB46-2D57-ACA0-D30761E8F5C4}"/>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5E7752F-2E2D-F5A0-22D7-F96655188480}"/>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D2C9FF93-EE3B-DC6C-FA13-88B0634728A4}"/>
                </a:ext>
              </a:extLst>
            </p:cNvPr>
            <p:cNvGrpSpPr/>
            <p:nvPr/>
          </p:nvGrpSpPr>
          <p:grpSpPr>
            <a:xfrm>
              <a:off x="6121326" y="1841823"/>
              <a:ext cx="130629" cy="118571"/>
              <a:chOff x="6030685" y="1226904"/>
              <a:chExt cx="130629" cy="118571"/>
            </a:xfrm>
          </p:grpSpPr>
          <p:cxnSp>
            <p:nvCxnSpPr>
              <p:cNvPr id="25" name="Straight Connector 24">
                <a:extLst>
                  <a:ext uri="{FF2B5EF4-FFF2-40B4-BE49-F238E27FC236}">
                    <a16:creationId xmlns:a16="http://schemas.microsoft.com/office/drawing/2014/main" id="{E16E4233-1489-968E-5D56-1B2783EC041E}"/>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B20F054-D6D9-6D3A-A70C-E7722424172F}"/>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sp>
        <p:nvSpPr>
          <p:cNvPr id="32" name="Content Placeholder 31">
            <a:extLst>
              <a:ext uri="{FF2B5EF4-FFF2-40B4-BE49-F238E27FC236}">
                <a16:creationId xmlns:a16="http://schemas.microsoft.com/office/drawing/2014/main" id="{407A7CA8-B64F-0B3A-A6A6-D2CF1C5B5230}"/>
              </a:ext>
            </a:extLst>
          </p:cNvPr>
          <p:cNvSpPr>
            <a:spLocks noGrp="1"/>
          </p:cNvSpPr>
          <p:nvPr>
            <p:ph sz="quarter" idx="12"/>
          </p:nvPr>
        </p:nvSpPr>
        <p:spPr>
          <a:xfrm>
            <a:off x="6172200" y="576072"/>
            <a:ext cx="50292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itle 6">
            <a:extLst>
              <a:ext uri="{FF2B5EF4-FFF2-40B4-BE49-F238E27FC236}">
                <a16:creationId xmlns:a16="http://schemas.microsoft.com/office/drawing/2014/main" id="{09757EC8-7872-3710-4B84-93255E2089A7}"/>
              </a:ext>
            </a:extLst>
          </p:cNvPr>
          <p:cNvSpPr>
            <a:spLocks noGrp="1"/>
          </p:cNvSpPr>
          <p:nvPr>
            <p:ph type="title"/>
          </p:nvPr>
        </p:nvSpPr>
        <p:spPr>
          <a:xfrm>
            <a:off x="914400" y="411480"/>
            <a:ext cx="4800600" cy="2971800"/>
          </a:xfrm>
        </p:spPr>
        <p:txBody>
          <a:bodyPr anchor="b"/>
          <a:lstStyle>
            <a:lvl1pPr algn="l">
              <a:defRPr sz="6000" spc="100" baseline="0"/>
            </a:lvl1pPr>
          </a:lstStyle>
          <a:p>
            <a:r>
              <a:rPr lang="en-US" dirty="0"/>
              <a:t>Click to edit Master title style</a:t>
            </a:r>
          </a:p>
        </p:txBody>
      </p:sp>
      <p:sp>
        <p:nvSpPr>
          <p:cNvPr id="34" name="Text Placeholder 7">
            <a:extLst>
              <a:ext uri="{FF2B5EF4-FFF2-40B4-BE49-F238E27FC236}">
                <a16:creationId xmlns:a16="http://schemas.microsoft.com/office/drawing/2014/main" id="{02D2C353-C5BA-8AD4-07E1-FF71599710A6}"/>
              </a:ext>
            </a:extLst>
          </p:cNvPr>
          <p:cNvSpPr>
            <a:spLocks noGrp="1"/>
          </p:cNvSpPr>
          <p:nvPr>
            <p:ph type="body" sz="quarter" idx="13"/>
          </p:nvPr>
        </p:nvSpPr>
        <p:spPr>
          <a:xfrm>
            <a:off x="914400" y="3456432"/>
            <a:ext cx="4800600" cy="2971800"/>
          </a:xfrm>
        </p:spPr>
        <p:txBody>
          <a:bodyPr anchor="t">
            <a:noAutofit/>
          </a:bodyPr>
          <a:lstStyle>
            <a:lvl1pPr marL="0" indent="0" algn="l">
              <a:buNone/>
              <a:defRPr sz="4800" cap="all" spc="100" baseline="0">
                <a:ln w="12700">
                  <a:solidFill>
                    <a:schemeClr val="accent1">
                      <a:lumMod val="60000"/>
                      <a:lumOff val="40000"/>
                    </a:schemeClr>
                  </a:solidFill>
                </a:ln>
                <a:noFill/>
                <a:effectLst>
                  <a:glow rad="88900">
                    <a:schemeClr val="accent1">
                      <a:alpha val="50000"/>
                    </a:schemeClr>
                  </a:glow>
                </a:effectLst>
              </a:defRPr>
            </a:lvl1pPr>
          </a:lstStyle>
          <a:p>
            <a:pPr lvl="0"/>
            <a:r>
              <a:rPr lang="en-US" dirty="0"/>
              <a:t>Click to edit Master text styles</a:t>
            </a:r>
          </a:p>
        </p:txBody>
      </p:sp>
    </p:spTree>
    <p:extLst>
      <p:ext uri="{BB962C8B-B14F-4D97-AF65-F5344CB8AC3E}">
        <p14:creationId xmlns:p14="http://schemas.microsoft.com/office/powerpoint/2010/main" val="2064839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with medium confidence">
            <a:extLst>
              <a:ext uri="{FF2B5EF4-FFF2-40B4-BE49-F238E27FC236}">
                <a16:creationId xmlns:a16="http://schemas.microsoft.com/office/drawing/2014/main" id="{FA42F245-8B94-3071-61E5-2D55D85127B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1524" y="0"/>
            <a:ext cx="12188952" cy="6858000"/>
          </a:xfrm>
          <a:prstGeom prst="rect">
            <a:avLst/>
          </a:prstGeom>
        </p:spPr>
      </p:pic>
      <p:sp>
        <p:nvSpPr>
          <p:cNvPr id="6" name="Rectangle 5">
            <a:extLst>
              <a:ext uri="{FF2B5EF4-FFF2-40B4-BE49-F238E27FC236}">
                <a16:creationId xmlns:a16="http://schemas.microsoft.com/office/drawing/2014/main" id="{807F2BE8-60BC-B8A4-4F92-829AEC11868D}"/>
              </a:ext>
            </a:extLst>
          </p:cNvPr>
          <p:cNvSpPr/>
          <p:nvPr userDrawn="1"/>
        </p:nvSpPr>
        <p:spPr>
          <a:xfrm>
            <a:off x="0" y="0"/>
            <a:ext cx="5230368" cy="6858000"/>
          </a:xfrm>
          <a:prstGeom prst="rect">
            <a:avLst/>
          </a:prstGeom>
          <a:gradFill flip="none" rotWithShape="1">
            <a:gsLst>
              <a:gs pos="29000">
                <a:schemeClr val="tx1">
                  <a:alpha val="0"/>
                </a:schemeClr>
              </a:gs>
              <a:gs pos="100000">
                <a:schemeClr val="tx1">
                  <a:alpha val="8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882D9BFF-9215-D7C1-3641-5B8CAD3B63BE}"/>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F5ED8A79-6D17-4351-583F-1863C3F946E4}"/>
              </a:ext>
            </a:extLst>
          </p:cNvPr>
          <p:cNvSpPr>
            <a:spLocks noGrp="1"/>
          </p:cNvSpPr>
          <p:nvPr>
            <p:ph type="sldNum" sz="quarter" idx="10"/>
          </p:nvPr>
        </p:nvSpPr>
        <p:spPr/>
        <p:txBody>
          <a:bodyPr/>
          <a:lstStyle>
            <a:lvl1pPr>
              <a:defRPr>
                <a:solidFill>
                  <a:schemeClr val="accent3">
                    <a:lumMod val="50000"/>
                  </a:schemeClr>
                </a:solidFill>
              </a:defRPr>
            </a:lvl1pPr>
          </a:lstStyle>
          <a:p>
            <a:fld id="{0FF9F32E-65A7-074C-AFA1-DE0771000F54}" type="slidenum">
              <a:rPr lang="en-US" smtClean="0"/>
              <a:pPr/>
              <a:t>‹#›</a:t>
            </a:fld>
            <a:endParaRPr lang="en-US" dirty="0"/>
          </a:p>
        </p:txBody>
      </p:sp>
      <p:sp>
        <p:nvSpPr>
          <p:cNvPr id="4" name="Footer Placeholder 3">
            <a:extLst>
              <a:ext uri="{FF2B5EF4-FFF2-40B4-BE49-F238E27FC236}">
                <a16:creationId xmlns:a16="http://schemas.microsoft.com/office/drawing/2014/main" id="{88683A4D-7147-EECB-1BE0-C377822C482C}"/>
              </a:ext>
            </a:extLst>
          </p:cNvPr>
          <p:cNvSpPr>
            <a:spLocks noGrp="1"/>
          </p:cNvSpPr>
          <p:nvPr>
            <p:ph type="ftr" sz="quarter" idx="11"/>
          </p:nvPr>
        </p:nvSpPr>
        <p:spPr/>
        <p:txBody>
          <a:bodyPr/>
          <a:lstStyle>
            <a:lvl1pPr>
              <a:defRPr>
                <a:solidFill>
                  <a:schemeClr val="accent3">
                    <a:lumMod val="50000"/>
                  </a:schemeClr>
                </a:solidFill>
              </a:defRPr>
            </a:lvl1pPr>
          </a:lstStyle>
          <a:p>
            <a:r>
              <a:rPr lang="en-US" dirty="0"/>
              <a:t>Artist portfolio</a:t>
            </a:r>
          </a:p>
        </p:txBody>
      </p:sp>
      <p:sp>
        <p:nvSpPr>
          <p:cNvPr id="5" name="Title 1">
            <a:extLst>
              <a:ext uri="{FF2B5EF4-FFF2-40B4-BE49-F238E27FC236}">
                <a16:creationId xmlns:a16="http://schemas.microsoft.com/office/drawing/2014/main" id="{1B898CF1-5EAF-4CC6-9FAA-1876C8791319}"/>
              </a:ext>
            </a:extLst>
          </p:cNvPr>
          <p:cNvSpPr>
            <a:spLocks noGrp="1"/>
          </p:cNvSpPr>
          <p:nvPr>
            <p:ph type="title"/>
          </p:nvPr>
        </p:nvSpPr>
        <p:spPr>
          <a:xfrm>
            <a:off x="1069848" y="411480"/>
            <a:ext cx="10058400" cy="1463040"/>
          </a:xfrm>
        </p:spPr>
        <p:txBody>
          <a:bodyPr/>
          <a:lstStyle>
            <a:lvl1pPr algn="ctr">
              <a:defRPr sz="4800" baseline="0">
                <a:ln w="12700">
                  <a:solidFill>
                    <a:schemeClr val="accent1">
                      <a:lumMod val="60000"/>
                      <a:lumOff val="40000"/>
                    </a:schemeClr>
                  </a:solidFill>
                </a:ln>
                <a:noFill/>
                <a:effectLst>
                  <a:glow rad="88900">
                    <a:schemeClr val="accent1">
                      <a:alpha val="50000"/>
                    </a:schemeClr>
                  </a:glow>
                </a:effectLst>
              </a:defRPr>
            </a:lvl1pPr>
          </a:lstStyle>
          <a:p>
            <a:r>
              <a:rPr lang="en-US" dirty="0"/>
              <a:t>Click to edit Master title style</a:t>
            </a:r>
          </a:p>
        </p:txBody>
      </p:sp>
      <p:sp>
        <p:nvSpPr>
          <p:cNvPr id="7" name="Content Placeholder 6">
            <a:extLst>
              <a:ext uri="{FF2B5EF4-FFF2-40B4-BE49-F238E27FC236}">
                <a16:creationId xmlns:a16="http://schemas.microsoft.com/office/drawing/2014/main" id="{CD3AC86E-49B7-50FF-A00E-752D58D80700}"/>
              </a:ext>
            </a:extLst>
          </p:cNvPr>
          <p:cNvSpPr>
            <a:spLocks noGrp="1"/>
          </p:cNvSpPr>
          <p:nvPr>
            <p:ph sz="quarter" idx="12"/>
          </p:nvPr>
        </p:nvSpPr>
        <p:spPr>
          <a:xfrm>
            <a:off x="1066800" y="1143000"/>
            <a:ext cx="10058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084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E5CF31-D1A5-2FFA-200D-27B5A727360E}"/>
              </a:ext>
            </a:extLst>
          </p:cNvPr>
          <p:cNvPicPr>
            <a:picLocks noChangeAspect="1"/>
          </p:cNvPicPr>
          <p:nvPr userDrawn="1"/>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4949" y="0"/>
            <a:ext cx="12201897" cy="6858000"/>
          </a:xfrm>
          <a:prstGeom prst="rect">
            <a:avLst/>
          </a:prstGeom>
        </p:spPr>
      </p:pic>
      <p:sp>
        <p:nvSpPr>
          <p:cNvPr id="8" name="Freeform 41">
            <a:extLst>
              <a:ext uri="{FF2B5EF4-FFF2-40B4-BE49-F238E27FC236}">
                <a16:creationId xmlns:a16="http://schemas.microsoft.com/office/drawing/2014/main" id="{53BB94EC-B164-F3E9-E4FC-6DF601CAD940}"/>
              </a:ext>
            </a:extLst>
          </p:cNvPr>
          <p:cNvSpPr/>
          <p:nvPr userDrawn="1"/>
        </p:nvSpPr>
        <p:spPr>
          <a:xfrm>
            <a:off x="5353733" y="1824368"/>
            <a:ext cx="6600633" cy="3897279"/>
          </a:xfrm>
          <a:custGeom>
            <a:avLst/>
            <a:gdLst>
              <a:gd name="connsiteX0" fmla="*/ 6959794 w 7900969"/>
              <a:gd name="connsiteY0" fmla="*/ 1285 h 4138368"/>
              <a:gd name="connsiteX1" fmla="*/ 7701430 w 7900969"/>
              <a:gd name="connsiteY1" fmla="*/ 53104 h 4138368"/>
              <a:gd name="connsiteX2" fmla="*/ 7900969 w 7900969"/>
              <a:gd name="connsiteY2" fmla="*/ 85533 h 4138368"/>
              <a:gd name="connsiteX3" fmla="*/ 7900969 w 7900969"/>
              <a:gd name="connsiteY3" fmla="*/ 2767870 h 4138368"/>
              <a:gd name="connsiteX4" fmla="*/ 7643010 w 7900969"/>
              <a:gd name="connsiteY4" fmla="*/ 2910281 h 4138368"/>
              <a:gd name="connsiteX5" fmla="*/ 5101628 w 7900969"/>
              <a:gd name="connsiteY5" fmla="*/ 3823249 h 4138368"/>
              <a:gd name="connsiteX6" fmla="*/ 18417 w 7900969"/>
              <a:gd name="connsiteY6" fmla="*/ 3166288 h 4138368"/>
              <a:gd name="connsiteX7" fmla="*/ 4277698 w 7900969"/>
              <a:gd name="connsiteY7" fmla="*/ 315120 h 4138368"/>
              <a:gd name="connsiteX8" fmla="*/ 6959794 w 7900969"/>
              <a:gd name="connsiteY8" fmla="*/ 1285 h 4138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00969" h="4138368">
                <a:moveTo>
                  <a:pt x="6959794" y="1285"/>
                </a:moveTo>
                <a:cubicBezTo>
                  <a:pt x="7223113" y="5963"/>
                  <a:pt x="7471460" y="23382"/>
                  <a:pt x="7701430" y="53104"/>
                </a:cubicBezTo>
                <a:lnTo>
                  <a:pt x="7900969" y="85533"/>
                </a:lnTo>
                <a:lnTo>
                  <a:pt x="7900969" y="2767870"/>
                </a:lnTo>
                <a:lnTo>
                  <a:pt x="7643010" y="2910281"/>
                </a:lnTo>
                <a:cubicBezTo>
                  <a:pt x="6941894" y="3274511"/>
                  <a:pt x="6069075" y="3596031"/>
                  <a:pt x="5101628" y="3823249"/>
                </a:cubicBezTo>
                <a:cubicBezTo>
                  <a:pt x="2521770" y="4429162"/>
                  <a:pt x="245939" y="4135031"/>
                  <a:pt x="18417" y="3166288"/>
                </a:cubicBezTo>
                <a:cubicBezTo>
                  <a:pt x="-209105" y="2197544"/>
                  <a:pt x="1697840" y="921033"/>
                  <a:pt x="4277698" y="315120"/>
                </a:cubicBezTo>
                <a:cubicBezTo>
                  <a:pt x="5245145" y="87902"/>
                  <a:pt x="6169838" y="-12747"/>
                  <a:pt x="6959794" y="1285"/>
                </a:cubicBezTo>
                <a:close/>
              </a:path>
            </a:pathLst>
          </a:custGeom>
          <a:noFill/>
          <a:ln w="25400">
            <a:solidFill>
              <a:schemeClr val="accent1">
                <a:lumMod val="75000"/>
                <a:alpha val="50000"/>
              </a:schemeClr>
            </a:solidFill>
          </a:ln>
          <a:effectLst>
            <a:glow rad="88900">
              <a:schemeClr val="accent1">
                <a:lumMod val="60000"/>
                <a:lumOff val="40000"/>
                <a:alpha val="2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Rectangle 8">
            <a:extLst>
              <a:ext uri="{FF2B5EF4-FFF2-40B4-BE49-F238E27FC236}">
                <a16:creationId xmlns:a16="http://schemas.microsoft.com/office/drawing/2014/main" id="{F57F992B-4D41-AC70-D389-9FDEE70ED052}"/>
              </a:ext>
            </a:extLst>
          </p:cNvPr>
          <p:cNvSpPr/>
          <p:nvPr userDrawn="1"/>
        </p:nvSpPr>
        <p:spPr>
          <a:xfrm>
            <a:off x="-1" y="0"/>
            <a:ext cx="4828527" cy="6858000"/>
          </a:xfrm>
          <a:prstGeom prst="rect">
            <a:avLst/>
          </a:prstGeom>
          <a:gradFill flip="none" rotWithShape="1">
            <a:gsLst>
              <a:gs pos="0">
                <a:schemeClr val="tx1">
                  <a:alpha val="0"/>
                </a:schemeClr>
              </a:gs>
              <a:gs pos="84000">
                <a:schemeClr val="tx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6DA61EC3-170F-A8C9-E494-678CDA402164}"/>
              </a:ext>
            </a:extLst>
          </p:cNvPr>
          <p:cNvPicPr>
            <a:picLocks noChangeAspect="1"/>
          </p:cNvPicPr>
          <p:nvPr userDrawn="1"/>
        </p:nvPicPr>
        <p:blipFill>
          <a:blip r:embed="rId4">
            <a:duotone>
              <a:prstClr val="black"/>
              <a:srgbClr val="F200FB">
                <a:tint val="45000"/>
                <a:satMod val="400000"/>
              </a:srgbClr>
            </a:duotone>
            <a:extLst>
              <a:ext uri="{BEBA8EAE-BF5A-486C-A8C5-ECC9F3942E4B}">
                <a14:imgProps xmlns:a14="http://schemas.microsoft.com/office/drawing/2010/main">
                  <a14:imgLayer r:embed="rId5">
                    <a14:imgEffect>
                      <a14:brightnessContrast bright="30000"/>
                    </a14:imgEffect>
                  </a14:imgLayer>
                </a14:imgProps>
              </a:ext>
              <a:ext uri="{28A0092B-C50C-407E-A947-70E740481C1C}">
                <a14:useLocalDpi xmlns:a14="http://schemas.microsoft.com/office/drawing/2010/main" val="0"/>
              </a:ext>
            </a:extLst>
          </a:blip>
          <a:srcRect/>
          <a:stretch/>
        </p:blipFill>
        <p:spPr>
          <a:xfrm flipH="1">
            <a:off x="8561435" y="4864928"/>
            <a:ext cx="467488" cy="467488"/>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pic>
        <p:nvPicPr>
          <p:cNvPr id="11" name="Picture 10">
            <a:extLst>
              <a:ext uri="{FF2B5EF4-FFF2-40B4-BE49-F238E27FC236}">
                <a16:creationId xmlns:a16="http://schemas.microsoft.com/office/drawing/2014/main" id="{7144E8BA-3045-1EB6-C92D-C6ABA17FF638}"/>
              </a:ext>
            </a:extLst>
          </p:cNvPr>
          <p:cNvPicPr>
            <a:picLocks noChangeAspect="1"/>
          </p:cNvPicPr>
          <p:nvPr userDrawn="1"/>
        </p:nvPicPr>
        <p:blipFill>
          <a:blip r:embed="rId6">
            <a:duotone>
              <a:prstClr val="black"/>
              <a:schemeClr val="accent6">
                <a:tint val="45000"/>
                <a:satMod val="400000"/>
              </a:schemeClr>
            </a:duotone>
            <a:extLst>
              <a:ext uri="{BEBA8EAE-BF5A-486C-A8C5-ECC9F3942E4B}">
                <a14:imgProps xmlns:a14="http://schemas.microsoft.com/office/drawing/2010/main">
                  <a14:imgLayer r:embed="rId7">
                    <a14:imgEffect>
                      <a14:brightnessContrast bright="43000"/>
                    </a14:imgEffect>
                  </a14:imgLayer>
                </a14:imgProps>
              </a:ext>
              <a:ext uri="{28A0092B-C50C-407E-A947-70E740481C1C}">
                <a14:useLocalDpi xmlns:a14="http://schemas.microsoft.com/office/drawing/2010/main" val="0"/>
              </a:ext>
            </a:extLst>
          </a:blip>
          <a:srcRect/>
          <a:stretch/>
        </p:blipFill>
        <p:spPr>
          <a:xfrm>
            <a:off x="9665081" y="4764542"/>
            <a:ext cx="1631167" cy="1631167"/>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sp>
        <p:nvSpPr>
          <p:cNvPr id="15" name="Title 6">
            <a:extLst>
              <a:ext uri="{FF2B5EF4-FFF2-40B4-BE49-F238E27FC236}">
                <a16:creationId xmlns:a16="http://schemas.microsoft.com/office/drawing/2014/main" id="{E7EBEC3B-8BE4-5ADB-827B-7F4D1DFE6BF3}"/>
              </a:ext>
            </a:extLst>
          </p:cNvPr>
          <p:cNvSpPr>
            <a:spLocks noGrp="1"/>
          </p:cNvSpPr>
          <p:nvPr>
            <p:ph type="title"/>
          </p:nvPr>
        </p:nvSpPr>
        <p:spPr>
          <a:xfrm>
            <a:off x="6172200" y="411480"/>
            <a:ext cx="4800600" cy="2971800"/>
          </a:xfrm>
        </p:spPr>
        <p:txBody>
          <a:bodyPr anchor="b"/>
          <a:lstStyle>
            <a:lvl1pPr algn="l">
              <a:defRPr sz="6000" spc="100" baseline="0"/>
            </a:lvl1pPr>
          </a:lstStyle>
          <a:p>
            <a:r>
              <a:rPr lang="en-US" dirty="0"/>
              <a:t>Click to edit Master title style</a:t>
            </a:r>
          </a:p>
        </p:txBody>
      </p:sp>
      <p:sp>
        <p:nvSpPr>
          <p:cNvPr id="16" name="Text Placeholder 7">
            <a:extLst>
              <a:ext uri="{FF2B5EF4-FFF2-40B4-BE49-F238E27FC236}">
                <a16:creationId xmlns:a16="http://schemas.microsoft.com/office/drawing/2014/main" id="{8537BAEE-C5E9-5E2D-59B0-E37D83EDF5D3}"/>
              </a:ext>
            </a:extLst>
          </p:cNvPr>
          <p:cNvSpPr>
            <a:spLocks noGrp="1"/>
          </p:cNvSpPr>
          <p:nvPr>
            <p:ph type="body" sz="quarter" idx="13"/>
          </p:nvPr>
        </p:nvSpPr>
        <p:spPr>
          <a:xfrm>
            <a:off x="6172200" y="3456432"/>
            <a:ext cx="4800600" cy="2971800"/>
          </a:xfrm>
        </p:spPr>
        <p:txBody>
          <a:bodyPr anchor="t">
            <a:noAutofit/>
          </a:bodyPr>
          <a:lstStyle>
            <a:lvl1pPr marL="0" indent="0" algn="l">
              <a:buNone/>
              <a:defRPr sz="4800" cap="all" spc="100" baseline="0">
                <a:ln w="12700">
                  <a:solidFill>
                    <a:schemeClr val="accent1">
                      <a:lumMod val="60000"/>
                      <a:lumOff val="40000"/>
                    </a:schemeClr>
                  </a:solidFill>
                </a:ln>
                <a:noFill/>
                <a:effectLst>
                  <a:glow rad="88900">
                    <a:schemeClr val="accent1">
                      <a:alpha val="50000"/>
                    </a:schemeClr>
                  </a:glow>
                </a:effectLst>
              </a:defRPr>
            </a:lvl1pPr>
          </a:lstStyle>
          <a:p>
            <a:pPr lvl="0"/>
            <a:r>
              <a:rPr lang="en-US" dirty="0"/>
              <a:t>Click to edit Master text styles</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914400" y="566928"/>
            <a:ext cx="4206240" cy="914400"/>
          </a:xfrm>
        </p:spPr>
        <p:txBody>
          <a:bodyPr anchor="b"/>
          <a:lstStyle>
            <a:lvl1pPr marL="0" indent="0">
              <a:buNone/>
              <a:defRPr sz="2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914400" y="1737360"/>
            <a:ext cx="3886200" cy="1828800"/>
          </a:xfrm>
        </p:spPr>
        <p:txBody>
          <a:bodyPr/>
          <a:lstStyle>
            <a:lvl1pPr marL="228600" indent="-365760">
              <a:lnSpc>
                <a:spcPts val="2800"/>
              </a:lnSpc>
              <a:buClr>
                <a:schemeClr val="accent1"/>
              </a:buClr>
              <a:buFont typeface="Avenir Next LT Pro" panose="020B0504020202020204" pitchFamily="34" charset="0"/>
              <a:buChar char="+"/>
              <a:defRPr sz="1400">
                <a:solidFill>
                  <a:schemeClr val="bg1"/>
                </a:solidFill>
              </a:defRPr>
            </a:lvl1pPr>
            <a:lvl2pPr marL="685800" indent="-283464">
              <a:lnSpc>
                <a:spcPts val="2800"/>
              </a:lnSpc>
              <a:buClr>
                <a:schemeClr val="accent1"/>
              </a:buClr>
              <a:buFont typeface="Avenir Next LT Pro" panose="020B0504020202020204" pitchFamily="34" charset="0"/>
              <a:buChar char="+"/>
              <a:defRPr sz="1200">
                <a:solidFill>
                  <a:schemeClr val="bg1"/>
                </a:solidFill>
              </a:defRPr>
            </a:lvl2pPr>
            <a:lvl3pPr marL="1143000" indent="-283464">
              <a:lnSpc>
                <a:spcPts val="2800"/>
              </a:lnSpc>
              <a:buClr>
                <a:schemeClr val="accent1"/>
              </a:buClr>
              <a:buFont typeface="Avenir Next LT Pro" panose="020B0504020202020204" pitchFamily="34" charset="0"/>
              <a:buChar char="+"/>
              <a:defRPr sz="1100">
                <a:solidFill>
                  <a:schemeClr val="bg1"/>
                </a:solidFill>
              </a:defRPr>
            </a:lvl3pPr>
            <a:lvl4pPr marL="1600200" indent="-283464">
              <a:lnSpc>
                <a:spcPts val="2800"/>
              </a:lnSpc>
              <a:buClr>
                <a:schemeClr val="accent1"/>
              </a:buClr>
              <a:buFont typeface="Avenir Next LT Pro" panose="020B0504020202020204" pitchFamily="34" charset="0"/>
              <a:buChar char="+"/>
              <a:defRPr sz="1050">
                <a:solidFill>
                  <a:schemeClr val="bg1"/>
                </a:solidFill>
              </a:defRPr>
            </a:lvl4pPr>
            <a:lvl5pPr marL="2057400" indent="-283464">
              <a:lnSpc>
                <a:spcPts val="2800"/>
              </a:lnSpc>
              <a:buClr>
                <a:schemeClr val="accent1"/>
              </a:buClr>
              <a:buFont typeface="Avenir Next LT Pro" panose="020B0504020202020204" pitchFamily="34" charset="0"/>
              <a:buChar char="+"/>
              <a:defRPr sz="105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914400" y="3246120"/>
            <a:ext cx="4206240" cy="914400"/>
          </a:xfrm>
        </p:spPr>
        <p:txBody>
          <a:bodyPr anchor="b"/>
          <a:lstStyle>
            <a:lvl1pPr marL="0" indent="0">
              <a:buNone/>
              <a:defRPr sz="2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914400" y="4416552"/>
            <a:ext cx="3886200" cy="1828800"/>
          </a:xfrm>
        </p:spPr>
        <p:txBody>
          <a:bodyPr/>
          <a:lstStyle>
            <a:lvl1pPr marL="228600" indent="-365760">
              <a:lnSpc>
                <a:spcPts val="2800"/>
              </a:lnSpc>
              <a:buClr>
                <a:schemeClr val="accent1"/>
              </a:buClr>
              <a:buFont typeface="Avenir Next LT Pro" panose="020B0504020202020204" pitchFamily="34" charset="0"/>
              <a:buChar char="+"/>
              <a:defRPr sz="1400">
                <a:solidFill>
                  <a:schemeClr val="bg1"/>
                </a:solidFill>
              </a:defRPr>
            </a:lvl1pPr>
            <a:lvl2pPr marL="685800" indent="-283464">
              <a:lnSpc>
                <a:spcPts val="2800"/>
              </a:lnSpc>
              <a:buClr>
                <a:schemeClr val="accent1"/>
              </a:buClr>
              <a:buFont typeface="Avenir Next LT Pro" panose="020B0504020202020204" pitchFamily="34" charset="0"/>
              <a:buChar char="+"/>
              <a:defRPr sz="1200">
                <a:solidFill>
                  <a:schemeClr val="bg1"/>
                </a:solidFill>
              </a:defRPr>
            </a:lvl2pPr>
            <a:lvl3pPr marL="1143000" indent="-283464">
              <a:lnSpc>
                <a:spcPts val="2800"/>
              </a:lnSpc>
              <a:buClr>
                <a:schemeClr val="accent1"/>
              </a:buClr>
              <a:buFont typeface="Avenir Next LT Pro" panose="020B0504020202020204" pitchFamily="34" charset="0"/>
              <a:buChar char="+"/>
              <a:defRPr sz="1100">
                <a:solidFill>
                  <a:schemeClr val="bg1"/>
                </a:solidFill>
              </a:defRPr>
            </a:lvl3pPr>
            <a:lvl4pPr marL="1600200" indent="-283464">
              <a:lnSpc>
                <a:spcPts val="2800"/>
              </a:lnSpc>
              <a:buClr>
                <a:schemeClr val="accent1"/>
              </a:buClr>
              <a:buFont typeface="Avenir Next LT Pro" panose="020B0504020202020204" pitchFamily="34" charset="0"/>
              <a:buChar char="+"/>
              <a:defRPr sz="1050">
                <a:solidFill>
                  <a:schemeClr val="bg1"/>
                </a:solidFill>
              </a:defRPr>
            </a:lvl4pPr>
            <a:lvl5pPr marL="2057400" indent="-283464">
              <a:lnSpc>
                <a:spcPts val="2800"/>
              </a:lnSpc>
              <a:buClr>
                <a:schemeClr val="accent1"/>
              </a:buClr>
              <a:buFont typeface="Avenir Next LT Pro" panose="020B0504020202020204" pitchFamily="34" charset="0"/>
              <a:buChar char="+"/>
              <a:defRPr sz="105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a:extLst>
              <a:ext uri="{FF2B5EF4-FFF2-40B4-BE49-F238E27FC236}">
                <a16:creationId xmlns:a16="http://schemas.microsoft.com/office/drawing/2014/main" id="{DBEB95C8-426C-0490-8130-02BB6F5EA2A1}"/>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ooter Placeholder 12">
            <a:extLst>
              <a:ext uri="{FF2B5EF4-FFF2-40B4-BE49-F238E27FC236}">
                <a16:creationId xmlns:a16="http://schemas.microsoft.com/office/drawing/2014/main" id="{67D3F671-77D0-3C9C-51CF-810B180EAF65}"/>
              </a:ext>
            </a:extLst>
          </p:cNvPr>
          <p:cNvSpPr>
            <a:spLocks noGrp="1"/>
          </p:cNvSpPr>
          <p:nvPr>
            <p:ph type="ftr" sz="quarter" idx="10"/>
          </p:nvPr>
        </p:nvSpPr>
        <p:spPr/>
        <p:txBody>
          <a:bodyPr/>
          <a:lstStyle/>
          <a:p>
            <a:r>
              <a:rPr lang="en-US" dirty="0"/>
              <a:t>Artist portfolio</a:t>
            </a:r>
          </a:p>
        </p:txBody>
      </p:sp>
      <p:sp>
        <p:nvSpPr>
          <p:cNvPr id="14" name="Slide Number Placeholder 13">
            <a:extLst>
              <a:ext uri="{FF2B5EF4-FFF2-40B4-BE49-F238E27FC236}">
                <a16:creationId xmlns:a16="http://schemas.microsoft.com/office/drawing/2014/main" id="{CA3E91D8-0DEC-C5E5-EBF8-391C9C961F33}"/>
              </a:ext>
            </a:extLst>
          </p:cNvPr>
          <p:cNvSpPr>
            <a:spLocks noGrp="1"/>
          </p:cNvSpPr>
          <p:nvPr>
            <p:ph type="sldNum" sz="quarter" idx="11"/>
          </p:nvPr>
        </p:nvSpPr>
        <p:spPr/>
        <p:txBody>
          <a:bodyPr/>
          <a:lstStyle/>
          <a:p>
            <a:fld id="{0FF9F32E-65A7-074C-AFA1-DE0771000F54}" type="slidenum">
              <a:rPr lang="en-US" smtClean="0"/>
              <a:pPr/>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14" name="Picture 13" descr="Background pattern&#10;&#10;Description automatically generated">
            <a:extLst>
              <a:ext uri="{FF2B5EF4-FFF2-40B4-BE49-F238E27FC236}">
                <a16:creationId xmlns:a16="http://schemas.microsoft.com/office/drawing/2014/main" id="{26C16257-ECAC-72BA-0B88-FAB56A3D947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
          <a:stretch/>
        </p:blipFill>
        <p:spPr>
          <a:xfrm>
            <a:off x="0" y="0"/>
            <a:ext cx="12192000" cy="6858000"/>
          </a:xfrm>
          <a:prstGeom prst="rect">
            <a:avLst/>
          </a:prstGeom>
        </p:spPr>
      </p:pic>
      <p:sp>
        <p:nvSpPr>
          <p:cNvPr id="7" name="Rectangle 6">
            <a:extLst>
              <a:ext uri="{FF2B5EF4-FFF2-40B4-BE49-F238E27FC236}">
                <a16:creationId xmlns:a16="http://schemas.microsoft.com/office/drawing/2014/main" id="{0FEFEA80-D2B3-224F-A369-155169EACE7D}"/>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A40E14E0-D6CD-7F40-2CF4-DDD5342C954F}"/>
              </a:ext>
            </a:extLst>
          </p:cNvPr>
          <p:cNvSpPr>
            <a:spLocks noGrp="1"/>
          </p:cNvSpPr>
          <p:nvPr>
            <p:ph type="sldNum" sz="quarter" idx="10"/>
          </p:nvPr>
        </p:nvSpPr>
        <p:spPr/>
        <p:txBody>
          <a:bodyPr/>
          <a:lstStyle/>
          <a:p>
            <a:fld id="{0FF9F32E-65A7-074C-AFA1-DE0771000F54}" type="slidenum">
              <a:rPr lang="en-US" smtClean="0"/>
              <a:pPr/>
              <a:t>‹#›</a:t>
            </a:fld>
            <a:endParaRPr lang="en-US" dirty="0"/>
          </a:p>
        </p:txBody>
      </p:sp>
      <p:sp>
        <p:nvSpPr>
          <p:cNvPr id="4" name="Footer Placeholder 3">
            <a:extLst>
              <a:ext uri="{FF2B5EF4-FFF2-40B4-BE49-F238E27FC236}">
                <a16:creationId xmlns:a16="http://schemas.microsoft.com/office/drawing/2014/main" id="{F7BE7979-D61A-0CFB-5E3A-D5A502E74245}"/>
              </a:ext>
            </a:extLst>
          </p:cNvPr>
          <p:cNvSpPr>
            <a:spLocks noGrp="1"/>
          </p:cNvSpPr>
          <p:nvPr>
            <p:ph type="ftr" sz="quarter" idx="11"/>
          </p:nvPr>
        </p:nvSpPr>
        <p:spPr/>
        <p:txBody>
          <a:bodyPr/>
          <a:lstStyle/>
          <a:p>
            <a:r>
              <a:rPr lang="en-US" dirty="0"/>
              <a:t>Artist portfolio</a:t>
            </a:r>
          </a:p>
        </p:txBody>
      </p:sp>
      <p:sp>
        <p:nvSpPr>
          <p:cNvPr id="33" name="Title 6">
            <a:extLst>
              <a:ext uri="{FF2B5EF4-FFF2-40B4-BE49-F238E27FC236}">
                <a16:creationId xmlns:a16="http://schemas.microsoft.com/office/drawing/2014/main" id="{09757EC8-7872-3710-4B84-93255E2089A7}"/>
              </a:ext>
            </a:extLst>
          </p:cNvPr>
          <p:cNvSpPr>
            <a:spLocks noGrp="1"/>
          </p:cNvSpPr>
          <p:nvPr>
            <p:ph type="title"/>
          </p:nvPr>
        </p:nvSpPr>
        <p:spPr>
          <a:xfrm>
            <a:off x="914400" y="411480"/>
            <a:ext cx="4800600" cy="2971800"/>
          </a:xfrm>
        </p:spPr>
        <p:txBody>
          <a:bodyPr anchor="b"/>
          <a:lstStyle>
            <a:lvl1pPr algn="l">
              <a:defRPr sz="6000" spc="100" baseline="0"/>
            </a:lvl1pPr>
          </a:lstStyle>
          <a:p>
            <a:r>
              <a:rPr lang="en-US" dirty="0"/>
              <a:t>Click to edit Master title style</a:t>
            </a:r>
          </a:p>
        </p:txBody>
      </p:sp>
      <p:sp>
        <p:nvSpPr>
          <p:cNvPr id="34" name="Text Placeholder 7">
            <a:extLst>
              <a:ext uri="{FF2B5EF4-FFF2-40B4-BE49-F238E27FC236}">
                <a16:creationId xmlns:a16="http://schemas.microsoft.com/office/drawing/2014/main" id="{02D2C353-C5BA-8AD4-07E1-FF71599710A6}"/>
              </a:ext>
            </a:extLst>
          </p:cNvPr>
          <p:cNvSpPr>
            <a:spLocks noGrp="1"/>
          </p:cNvSpPr>
          <p:nvPr>
            <p:ph type="body" sz="quarter" idx="13"/>
          </p:nvPr>
        </p:nvSpPr>
        <p:spPr>
          <a:xfrm>
            <a:off x="914400" y="3456432"/>
            <a:ext cx="4800600" cy="2971800"/>
          </a:xfrm>
        </p:spPr>
        <p:txBody>
          <a:bodyPr anchor="t">
            <a:noAutofit/>
          </a:bodyPr>
          <a:lstStyle>
            <a:lvl1pPr marL="0" indent="0" algn="l">
              <a:buNone/>
              <a:defRPr sz="4800" cap="all" spc="100" baseline="0">
                <a:ln w="12700">
                  <a:solidFill>
                    <a:schemeClr val="accent1">
                      <a:lumMod val="60000"/>
                      <a:lumOff val="40000"/>
                    </a:schemeClr>
                  </a:solidFill>
                </a:ln>
                <a:noFill/>
                <a:effectLst>
                  <a:glow rad="88900">
                    <a:schemeClr val="accent1">
                      <a:alpha val="50000"/>
                    </a:schemeClr>
                  </a:glow>
                </a:effectLst>
              </a:defRPr>
            </a:lvl1pPr>
          </a:lstStyle>
          <a:p>
            <a:pPr lvl="0"/>
            <a:r>
              <a:rPr lang="en-US" dirty="0"/>
              <a:t>Click to edit Master text styles</a:t>
            </a:r>
          </a:p>
        </p:txBody>
      </p:sp>
      <p:sp>
        <p:nvSpPr>
          <p:cNvPr id="11" name="Text Placeholder 10">
            <a:extLst>
              <a:ext uri="{FF2B5EF4-FFF2-40B4-BE49-F238E27FC236}">
                <a16:creationId xmlns:a16="http://schemas.microsoft.com/office/drawing/2014/main" id="{D6CA3B13-977B-EF50-715D-D5BDB2BDE1E5}"/>
              </a:ext>
            </a:extLst>
          </p:cNvPr>
          <p:cNvSpPr>
            <a:spLocks noGrp="1"/>
          </p:cNvSpPr>
          <p:nvPr>
            <p:ph type="body" idx="1"/>
          </p:nvPr>
        </p:nvSpPr>
        <p:spPr>
          <a:xfrm>
            <a:off x="6172200" y="598438"/>
            <a:ext cx="4572000" cy="594360"/>
          </a:xfrm>
          <a:custGeom>
            <a:avLst/>
            <a:gdLst>
              <a:gd name="connsiteX0" fmla="*/ 59436 w 4572000"/>
              <a:gd name="connsiteY0" fmla="*/ 0 h 594360"/>
              <a:gd name="connsiteX1" fmla="*/ 4512564 w 4572000"/>
              <a:gd name="connsiteY1" fmla="*/ 0 h 594360"/>
              <a:gd name="connsiteX2" fmla="*/ 4572000 w 4572000"/>
              <a:gd name="connsiteY2" fmla="*/ 59436 h 594360"/>
              <a:gd name="connsiteX3" fmla="*/ 4572000 w 4572000"/>
              <a:gd name="connsiteY3" fmla="*/ 534924 h 594360"/>
              <a:gd name="connsiteX4" fmla="*/ 4512564 w 4572000"/>
              <a:gd name="connsiteY4" fmla="*/ 594360 h 594360"/>
              <a:gd name="connsiteX5" fmla="*/ 59436 w 4572000"/>
              <a:gd name="connsiteY5" fmla="*/ 594360 h 594360"/>
              <a:gd name="connsiteX6" fmla="*/ 0 w 4572000"/>
              <a:gd name="connsiteY6" fmla="*/ 534924 h 594360"/>
              <a:gd name="connsiteX7" fmla="*/ 0 w 4572000"/>
              <a:gd name="connsiteY7" fmla="*/ 59436 h 594360"/>
              <a:gd name="connsiteX8" fmla="*/ 59436 w 4572000"/>
              <a:gd name="connsiteY8" fmla="*/ 0 h 59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0" h="594360">
                <a:moveTo>
                  <a:pt x="59436" y="0"/>
                </a:moveTo>
                <a:lnTo>
                  <a:pt x="4512564" y="0"/>
                </a:lnTo>
                <a:cubicBezTo>
                  <a:pt x="4545390" y="0"/>
                  <a:pt x="4572000" y="26610"/>
                  <a:pt x="4572000" y="59436"/>
                </a:cubicBezTo>
                <a:lnTo>
                  <a:pt x="4572000" y="534924"/>
                </a:lnTo>
                <a:cubicBezTo>
                  <a:pt x="4572000" y="567750"/>
                  <a:pt x="4545390" y="594360"/>
                  <a:pt x="4512564" y="594360"/>
                </a:cubicBezTo>
                <a:lnTo>
                  <a:pt x="59436" y="594360"/>
                </a:lnTo>
                <a:cubicBezTo>
                  <a:pt x="26610" y="594360"/>
                  <a:pt x="0" y="567750"/>
                  <a:pt x="0" y="534924"/>
                </a:cubicBezTo>
                <a:lnTo>
                  <a:pt x="0" y="59436"/>
                </a:lnTo>
                <a:cubicBezTo>
                  <a:pt x="0" y="26610"/>
                  <a:pt x="26610" y="0"/>
                  <a:pt x="59436" y="0"/>
                </a:cubicBezTo>
                <a:close/>
              </a:path>
            </a:pathLst>
          </a:custGeom>
          <a:ln w="12700">
            <a:solidFill>
              <a:schemeClr val="accent1">
                <a:lumMod val="75000"/>
              </a:schemeClr>
            </a:solidFill>
          </a:ln>
          <a:effectLst>
            <a:glow rad="127000">
              <a:schemeClr val="accent1">
                <a:alpha val="20000"/>
              </a:schemeClr>
            </a:glow>
          </a:effectLst>
        </p:spPr>
        <p:txBody>
          <a:bodyPr wrap="square" lIns="868680" anchor="ctr">
            <a:noAutofit/>
          </a:bodyPr>
          <a:lstStyle>
            <a:lvl1pPr marL="0" indent="0">
              <a:lnSpc>
                <a:spcPct val="100000"/>
              </a:lnSpc>
              <a:spcBef>
                <a:spcPts val="0"/>
              </a:spcBef>
              <a:buFont typeface="Arial" panose="020B0604020202020204" pitchFamily="34" charset="0"/>
              <a:buNone/>
              <a:defRPr sz="1800" b="1" cap="all" baseline="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Content Placeholder 3">
            <a:extLst>
              <a:ext uri="{FF2B5EF4-FFF2-40B4-BE49-F238E27FC236}">
                <a16:creationId xmlns:a16="http://schemas.microsoft.com/office/drawing/2014/main" id="{4F28CA6B-CA9F-46F5-2CA4-6E69D2CEB7F4}"/>
              </a:ext>
            </a:extLst>
          </p:cNvPr>
          <p:cNvSpPr>
            <a:spLocks noGrp="1"/>
          </p:cNvSpPr>
          <p:nvPr>
            <p:ph sz="half" idx="2"/>
          </p:nvPr>
        </p:nvSpPr>
        <p:spPr>
          <a:xfrm>
            <a:off x="6172200" y="1399032"/>
            <a:ext cx="4846320" cy="914400"/>
          </a:xfrm>
        </p:spPr>
        <p:txBody>
          <a:bodyPr/>
          <a:lstStyle>
            <a:lvl1pPr marL="274320" indent="-274320">
              <a:lnSpc>
                <a:spcPts val="1400"/>
              </a:lnSpc>
              <a:buClr>
                <a:schemeClr val="accent1"/>
              </a:buClr>
              <a:buFont typeface="Avenir Next LT Pro" panose="020B0504020202020204" pitchFamily="34" charset="0"/>
              <a:buChar char="+"/>
              <a:defRPr sz="1400">
                <a:solidFill>
                  <a:schemeClr val="bg1"/>
                </a:solidFill>
              </a:defRPr>
            </a:lvl1pPr>
            <a:lvl2pPr marL="685800" indent="-283464">
              <a:lnSpc>
                <a:spcPts val="1400"/>
              </a:lnSpc>
              <a:buClr>
                <a:schemeClr val="accent1"/>
              </a:buClr>
              <a:buFont typeface="Avenir Next LT Pro" panose="020B0504020202020204" pitchFamily="34" charset="0"/>
              <a:buChar char="+"/>
              <a:defRPr sz="1200">
                <a:solidFill>
                  <a:schemeClr val="bg1"/>
                </a:solidFill>
              </a:defRPr>
            </a:lvl2pPr>
            <a:lvl3pPr marL="1143000" indent="-283464">
              <a:lnSpc>
                <a:spcPts val="1400"/>
              </a:lnSpc>
              <a:buClr>
                <a:schemeClr val="accent1"/>
              </a:buClr>
              <a:buFont typeface="Avenir Next LT Pro" panose="020B0504020202020204" pitchFamily="34" charset="0"/>
              <a:buChar char="+"/>
              <a:defRPr sz="1100">
                <a:solidFill>
                  <a:schemeClr val="bg1"/>
                </a:solidFill>
              </a:defRPr>
            </a:lvl3pPr>
            <a:lvl4pPr marL="1600200" indent="-283464">
              <a:lnSpc>
                <a:spcPts val="1400"/>
              </a:lnSpc>
              <a:buClr>
                <a:schemeClr val="accent1"/>
              </a:buClr>
              <a:buFont typeface="Avenir Next LT Pro" panose="020B0504020202020204" pitchFamily="34" charset="0"/>
              <a:buChar char="+"/>
              <a:defRPr sz="1050">
                <a:solidFill>
                  <a:schemeClr val="bg1"/>
                </a:solidFill>
              </a:defRPr>
            </a:lvl4pPr>
            <a:lvl5pPr marL="2057400" indent="-283464">
              <a:lnSpc>
                <a:spcPts val="1400"/>
              </a:lnSpc>
              <a:buClr>
                <a:schemeClr val="accent1"/>
              </a:buClr>
              <a:buFont typeface="Avenir Next LT Pro" panose="020B0504020202020204" pitchFamily="34" charset="0"/>
              <a:buChar char="+"/>
              <a:defRPr sz="105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a:extLst>
              <a:ext uri="{FF2B5EF4-FFF2-40B4-BE49-F238E27FC236}">
                <a16:creationId xmlns:a16="http://schemas.microsoft.com/office/drawing/2014/main" id="{927C5DF8-A28E-08FB-959F-371F071A8828}"/>
              </a:ext>
            </a:extLst>
          </p:cNvPr>
          <p:cNvSpPr>
            <a:spLocks noGrp="1"/>
          </p:cNvSpPr>
          <p:nvPr>
            <p:ph sz="quarter" idx="4"/>
          </p:nvPr>
        </p:nvSpPr>
        <p:spPr>
          <a:xfrm>
            <a:off x="6172200" y="3429000"/>
            <a:ext cx="4846320" cy="914400"/>
          </a:xfrm>
        </p:spPr>
        <p:txBody>
          <a:bodyPr/>
          <a:lstStyle>
            <a:lvl1pPr marL="274320" indent="-274320">
              <a:lnSpc>
                <a:spcPts val="1400"/>
              </a:lnSpc>
              <a:buClr>
                <a:schemeClr val="accent1"/>
              </a:buClr>
              <a:buFont typeface="Avenir Next LT Pro" panose="020B0504020202020204" pitchFamily="34" charset="0"/>
              <a:buChar char="+"/>
              <a:defRPr sz="1400">
                <a:solidFill>
                  <a:schemeClr val="bg1"/>
                </a:solidFill>
              </a:defRPr>
            </a:lvl1pPr>
            <a:lvl2pPr marL="685800" indent="-283464">
              <a:lnSpc>
                <a:spcPts val="1400"/>
              </a:lnSpc>
              <a:buClr>
                <a:schemeClr val="accent1"/>
              </a:buClr>
              <a:buFont typeface="Avenir Next LT Pro" panose="020B0504020202020204" pitchFamily="34" charset="0"/>
              <a:buChar char="+"/>
              <a:defRPr sz="1200">
                <a:solidFill>
                  <a:schemeClr val="bg1"/>
                </a:solidFill>
              </a:defRPr>
            </a:lvl2pPr>
            <a:lvl3pPr marL="1143000" indent="-283464">
              <a:lnSpc>
                <a:spcPts val="1400"/>
              </a:lnSpc>
              <a:buClr>
                <a:schemeClr val="accent1"/>
              </a:buClr>
              <a:buFont typeface="Avenir Next LT Pro" panose="020B0504020202020204" pitchFamily="34" charset="0"/>
              <a:buChar char="+"/>
              <a:defRPr sz="1100">
                <a:solidFill>
                  <a:schemeClr val="bg1"/>
                </a:solidFill>
              </a:defRPr>
            </a:lvl3pPr>
            <a:lvl4pPr marL="1600200" indent="-283464">
              <a:lnSpc>
                <a:spcPts val="1400"/>
              </a:lnSpc>
              <a:buClr>
                <a:schemeClr val="accent1"/>
              </a:buClr>
              <a:buFont typeface="Avenir Next LT Pro" panose="020B0504020202020204" pitchFamily="34" charset="0"/>
              <a:buChar char="+"/>
              <a:defRPr sz="1050">
                <a:solidFill>
                  <a:schemeClr val="bg1"/>
                </a:solidFill>
              </a:defRPr>
            </a:lvl4pPr>
            <a:lvl5pPr marL="2057400" indent="-283464">
              <a:lnSpc>
                <a:spcPts val="1400"/>
              </a:lnSpc>
              <a:buClr>
                <a:schemeClr val="accent1"/>
              </a:buClr>
              <a:buFont typeface="Avenir Next LT Pro" panose="020B0504020202020204" pitchFamily="34" charset="0"/>
              <a:buChar char="+"/>
              <a:defRPr sz="105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5">
            <a:extLst>
              <a:ext uri="{FF2B5EF4-FFF2-40B4-BE49-F238E27FC236}">
                <a16:creationId xmlns:a16="http://schemas.microsoft.com/office/drawing/2014/main" id="{33DD6E06-7713-2DAA-192A-573954A94697}"/>
              </a:ext>
            </a:extLst>
          </p:cNvPr>
          <p:cNvSpPr>
            <a:spLocks noGrp="1"/>
          </p:cNvSpPr>
          <p:nvPr>
            <p:ph sz="quarter" idx="15"/>
          </p:nvPr>
        </p:nvSpPr>
        <p:spPr>
          <a:xfrm>
            <a:off x="6172200" y="5422392"/>
            <a:ext cx="4846320" cy="914400"/>
          </a:xfrm>
        </p:spPr>
        <p:txBody>
          <a:bodyPr/>
          <a:lstStyle>
            <a:lvl1pPr marL="274320" indent="-274320">
              <a:lnSpc>
                <a:spcPts val="1400"/>
              </a:lnSpc>
              <a:buClr>
                <a:schemeClr val="accent1"/>
              </a:buClr>
              <a:buFont typeface="Avenir Next LT Pro" panose="020B0504020202020204" pitchFamily="34" charset="0"/>
              <a:buChar char="+"/>
              <a:defRPr sz="1400">
                <a:solidFill>
                  <a:schemeClr val="bg1"/>
                </a:solidFill>
              </a:defRPr>
            </a:lvl1pPr>
            <a:lvl2pPr marL="685800" indent="-283464">
              <a:lnSpc>
                <a:spcPts val="1400"/>
              </a:lnSpc>
              <a:buClr>
                <a:schemeClr val="accent1"/>
              </a:buClr>
              <a:buFont typeface="Avenir Next LT Pro" panose="020B0504020202020204" pitchFamily="34" charset="0"/>
              <a:buChar char="+"/>
              <a:defRPr sz="1200">
                <a:solidFill>
                  <a:schemeClr val="bg1"/>
                </a:solidFill>
              </a:defRPr>
            </a:lvl2pPr>
            <a:lvl3pPr marL="1143000" indent="-283464">
              <a:lnSpc>
                <a:spcPts val="1400"/>
              </a:lnSpc>
              <a:buClr>
                <a:schemeClr val="accent1"/>
              </a:buClr>
              <a:buFont typeface="Avenir Next LT Pro" panose="020B0504020202020204" pitchFamily="34" charset="0"/>
              <a:buChar char="+"/>
              <a:defRPr sz="1100">
                <a:solidFill>
                  <a:schemeClr val="bg1"/>
                </a:solidFill>
              </a:defRPr>
            </a:lvl3pPr>
            <a:lvl4pPr marL="1600200" indent="-283464">
              <a:lnSpc>
                <a:spcPts val="1400"/>
              </a:lnSpc>
              <a:buClr>
                <a:schemeClr val="accent1"/>
              </a:buClr>
              <a:buFont typeface="Avenir Next LT Pro" panose="020B0504020202020204" pitchFamily="34" charset="0"/>
              <a:buChar char="+"/>
              <a:defRPr sz="1050">
                <a:solidFill>
                  <a:schemeClr val="bg1"/>
                </a:solidFill>
              </a:defRPr>
            </a:lvl4pPr>
            <a:lvl5pPr marL="2057400" indent="-283464">
              <a:lnSpc>
                <a:spcPts val="1400"/>
              </a:lnSpc>
              <a:buClr>
                <a:schemeClr val="accent1"/>
              </a:buClr>
              <a:buFont typeface="Avenir Next LT Pro" panose="020B0504020202020204" pitchFamily="34" charset="0"/>
              <a:buChar char="+"/>
              <a:defRPr sz="105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16">
            <a:extLst>
              <a:ext uri="{FF2B5EF4-FFF2-40B4-BE49-F238E27FC236}">
                <a16:creationId xmlns:a16="http://schemas.microsoft.com/office/drawing/2014/main" id="{C1D4AB56-7754-027F-5CD9-9BB01F836499}"/>
              </a:ext>
            </a:extLst>
          </p:cNvPr>
          <p:cNvSpPr>
            <a:spLocks noGrp="1"/>
          </p:cNvSpPr>
          <p:nvPr>
            <p:ph type="pic" sz="quarter" idx="16"/>
          </p:nvPr>
        </p:nvSpPr>
        <p:spPr>
          <a:xfrm>
            <a:off x="6345936" y="689878"/>
            <a:ext cx="411480" cy="411480"/>
          </a:xfrm>
        </p:spPr>
        <p:txBody>
          <a:bodyPr anchor="ctr"/>
          <a:lstStyle>
            <a:lvl1pPr marL="0" indent="0" algn="ctr">
              <a:buNone/>
              <a:defRPr sz="800"/>
            </a:lvl1pPr>
          </a:lstStyle>
          <a:p>
            <a:endParaRPr lang="en-US" dirty="0"/>
          </a:p>
        </p:txBody>
      </p:sp>
      <p:sp>
        <p:nvSpPr>
          <p:cNvPr id="18" name="Picture Placeholder 16">
            <a:extLst>
              <a:ext uri="{FF2B5EF4-FFF2-40B4-BE49-F238E27FC236}">
                <a16:creationId xmlns:a16="http://schemas.microsoft.com/office/drawing/2014/main" id="{273A2BF2-83A7-2F5B-485B-3010054F53CE}"/>
              </a:ext>
            </a:extLst>
          </p:cNvPr>
          <p:cNvSpPr>
            <a:spLocks noGrp="1"/>
          </p:cNvSpPr>
          <p:nvPr>
            <p:ph type="pic" sz="quarter" idx="17"/>
          </p:nvPr>
        </p:nvSpPr>
        <p:spPr>
          <a:xfrm>
            <a:off x="6345936" y="2670048"/>
            <a:ext cx="411480" cy="411480"/>
          </a:xfrm>
        </p:spPr>
        <p:txBody>
          <a:bodyPr anchor="ctr"/>
          <a:lstStyle>
            <a:lvl1pPr marL="0" indent="0" algn="ctr">
              <a:buNone/>
              <a:defRPr sz="800"/>
            </a:lvl1pPr>
          </a:lstStyle>
          <a:p>
            <a:endParaRPr lang="en-US" dirty="0"/>
          </a:p>
        </p:txBody>
      </p:sp>
      <p:sp>
        <p:nvSpPr>
          <p:cNvPr id="19" name="Picture Placeholder 16">
            <a:extLst>
              <a:ext uri="{FF2B5EF4-FFF2-40B4-BE49-F238E27FC236}">
                <a16:creationId xmlns:a16="http://schemas.microsoft.com/office/drawing/2014/main" id="{71127BF4-8D3D-BE7C-F439-B52BE9D095A8}"/>
              </a:ext>
            </a:extLst>
          </p:cNvPr>
          <p:cNvSpPr>
            <a:spLocks noGrp="1"/>
          </p:cNvSpPr>
          <p:nvPr>
            <p:ph type="pic" sz="quarter" idx="18"/>
          </p:nvPr>
        </p:nvSpPr>
        <p:spPr>
          <a:xfrm>
            <a:off x="6345936" y="4645152"/>
            <a:ext cx="411480" cy="411480"/>
          </a:xfrm>
        </p:spPr>
        <p:txBody>
          <a:bodyPr anchor="ctr"/>
          <a:lstStyle>
            <a:lvl1pPr marL="0" indent="0" algn="ctr">
              <a:buNone/>
              <a:defRPr sz="800"/>
            </a:lvl1pPr>
          </a:lstStyle>
          <a:p>
            <a:endParaRPr lang="en-US" dirty="0"/>
          </a:p>
        </p:txBody>
      </p:sp>
      <p:sp>
        <p:nvSpPr>
          <p:cNvPr id="2" name="Text Placeholder 10">
            <a:extLst>
              <a:ext uri="{FF2B5EF4-FFF2-40B4-BE49-F238E27FC236}">
                <a16:creationId xmlns:a16="http://schemas.microsoft.com/office/drawing/2014/main" id="{D12182F7-10D0-6871-24CA-B4EAA1A85FC3}"/>
              </a:ext>
            </a:extLst>
          </p:cNvPr>
          <p:cNvSpPr>
            <a:spLocks noGrp="1"/>
          </p:cNvSpPr>
          <p:nvPr>
            <p:ph type="body" idx="19"/>
          </p:nvPr>
        </p:nvSpPr>
        <p:spPr>
          <a:xfrm>
            <a:off x="6172200" y="2574036"/>
            <a:ext cx="4572000" cy="594360"/>
          </a:xfrm>
          <a:custGeom>
            <a:avLst/>
            <a:gdLst>
              <a:gd name="connsiteX0" fmla="*/ 59436 w 4572000"/>
              <a:gd name="connsiteY0" fmla="*/ 0 h 594360"/>
              <a:gd name="connsiteX1" fmla="*/ 4512564 w 4572000"/>
              <a:gd name="connsiteY1" fmla="*/ 0 h 594360"/>
              <a:gd name="connsiteX2" fmla="*/ 4572000 w 4572000"/>
              <a:gd name="connsiteY2" fmla="*/ 59436 h 594360"/>
              <a:gd name="connsiteX3" fmla="*/ 4572000 w 4572000"/>
              <a:gd name="connsiteY3" fmla="*/ 534924 h 594360"/>
              <a:gd name="connsiteX4" fmla="*/ 4512564 w 4572000"/>
              <a:gd name="connsiteY4" fmla="*/ 594360 h 594360"/>
              <a:gd name="connsiteX5" fmla="*/ 59436 w 4572000"/>
              <a:gd name="connsiteY5" fmla="*/ 594360 h 594360"/>
              <a:gd name="connsiteX6" fmla="*/ 0 w 4572000"/>
              <a:gd name="connsiteY6" fmla="*/ 534924 h 594360"/>
              <a:gd name="connsiteX7" fmla="*/ 0 w 4572000"/>
              <a:gd name="connsiteY7" fmla="*/ 59436 h 594360"/>
              <a:gd name="connsiteX8" fmla="*/ 59436 w 4572000"/>
              <a:gd name="connsiteY8" fmla="*/ 0 h 59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0" h="594360">
                <a:moveTo>
                  <a:pt x="59436" y="0"/>
                </a:moveTo>
                <a:lnTo>
                  <a:pt x="4512564" y="0"/>
                </a:lnTo>
                <a:cubicBezTo>
                  <a:pt x="4545390" y="0"/>
                  <a:pt x="4572000" y="26610"/>
                  <a:pt x="4572000" y="59436"/>
                </a:cubicBezTo>
                <a:lnTo>
                  <a:pt x="4572000" y="534924"/>
                </a:lnTo>
                <a:cubicBezTo>
                  <a:pt x="4572000" y="567750"/>
                  <a:pt x="4545390" y="594360"/>
                  <a:pt x="4512564" y="594360"/>
                </a:cubicBezTo>
                <a:lnTo>
                  <a:pt x="59436" y="594360"/>
                </a:lnTo>
                <a:cubicBezTo>
                  <a:pt x="26610" y="594360"/>
                  <a:pt x="0" y="567750"/>
                  <a:pt x="0" y="534924"/>
                </a:cubicBezTo>
                <a:lnTo>
                  <a:pt x="0" y="59436"/>
                </a:lnTo>
                <a:cubicBezTo>
                  <a:pt x="0" y="26610"/>
                  <a:pt x="26610" y="0"/>
                  <a:pt x="59436" y="0"/>
                </a:cubicBezTo>
                <a:close/>
              </a:path>
            </a:pathLst>
          </a:custGeom>
          <a:ln w="12700">
            <a:solidFill>
              <a:schemeClr val="accent1">
                <a:lumMod val="75000"/>
              </a:schemeClr>
            </a:solidFill>
          </a:ln>
          <a:effectLst>
            <a:glow rad="127000">
              <a:schemeClr val="accent1">
                <a:alpha val="20000"/>
              </a:schemeClr>
            </a:glow>
          </a:effectLst>
        </p:spPr>
        <p:txBody>
          <a:bodyPr wrap="square" lIns="868680" anchor="ctr">
            <a:noAutofit/>
          </a:bodyPr>
          <a:lstStyle>
            <a:lvl1pPr marL="0" indent="0">
              <a:lnSpc>
                <a:spcPct val="100000"/>
              </a:lnSpc>
              <a:spcBef>
                <a:spcPts val="0"/>
              </a:spcBef>
              <a:buFont typeface="Arial" panose="020B0604020202020204" pitchFamily="34" charset="0"/>
              <a:buNone/>
              <a:defRPr sz="1800" b="1" cap="all" baseline="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Text Placeholder 10">
            <a:extLst>
              <a:ext uri="{FF2B5EF4-FFF2-40B4-BE49-F238E27FC236}">
                <a16:creationId xmlns:a16="http://schemas.microsoft.com/office/drawing/2014/main" id="{E3931B38-2DFB-6F26-9B26-8CC59E0F0244}"/>
              </a:ext>
            </a:extLst>
          </p:cNvPr>
          <p:cNvSpPr>
            <a:spLocks noGrp="1"/>
          </p:cNvSpPr>
          <p:nvPr>
            <p:ph type="body" idx="20"/>
          </p:nvPr>
        </p:nvSpPr>
        <p:spPr>
          <a:xfrm>
            <a:off x="6172200" y="4553712"/>
            <a:ext cx="4572000" cy="594360"/>
          </a:xfrm>
          <a:custGeom>
            <a:avLst/>
            <a:gdLst>
              <a:gd name="connsiteX0" fmla="*/ 59436 w 4572000"/>
              <a:gd name="connsiteY0" fmla="*/ 0 h 594360"/>
              <a:gd name="connsiteX1" fmla="*/ 4512564 w 4572000"/>
              <a:gd name="connsiteY1" fmla="*/ 0 h 594360"/>
              <a:gd name="connsiteX2" fmla="*/ 4572000 w 4572000"/>
              <a:gd name="connsiteY2" fmla="*/ 59436 h 594360"/>
              <a:gd name="connsiteX3" fmla="*/ 4572000 w 4572000"/>
              <a:gd name="connsiteY3" fmla="*/ 534924 h 594360"/>
              <a:gd name="connsiteX4" fmla="*/ 4512564 w 4572000"/>
              <a:gd name="connsiteY4" fmla="*/ 594360 h 594360"/>
              <a:gd name="connsiteX5" fmla="*/ 59436 w 4572000"/>
              <a:gd name="connsiteY5" fmla="*/ 594360 h 594360"/>
              <a:gd name="connsiteX6" fmla="*/ 0 w 4572000"/>
              <a:gd name="connsiteY6" fmla="*/ 534924 h 594360"/>
              <a:gd name="connsiteX7" fmla="*/ 0 w 4572000"/>
              <a:gd name="connsiteY7" fmla="*/ 59436 h 594360"/>
              <a:gd name="connsiteX8" fmla="*/ 59436 w 4572000"/>
              <a:gd name="connsiteY8" fmla="*/ 0 h 59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0" h="594360">
                <a:moveTo>
                  <a:pt x="59436" y="0"/>
                </a:moveTo>
                <a:lnTo>
                  <a:pt x="4512564" y="0"/>
                </a:lnTo>
                <a:cubicBezTo>
                  <a:pt x="4545390" y="0"/>
                  <a:pt x="4572000" y="26610"/>
                  <a:pt x="4572000" y="59436"/>
                </a:cubicBezTo>
                <a:lnTo>
                  <a:pt x="4572000" y="534924"/>
                </a:lnTo>
                <a:cubicBezTo>
                  <a:pt x="4572000" y="567750"/>
                  <a:pt x="4545390" y="594360"/>
                  <a:pt x="4512564" y="594360"/>
                </a:cubicBezTo>
                <a:lnTo>
                  <a:pt x="59436" y="594360"/>
                </a:lnTo>
                <a:cubicBezTo>
                  <a:pt x="26610" y="594360"/>
                  <a:pt x="0" y="567750"/>
                  <a:pt x="0" y="534924"/>
                </a:cubicBezTo>
                <a:lnTo>
                  <a:pt x="0" y="59436"/>
                </a:lnTo>
                <a:cubicBezTo>
                  <a:pt x="0" y="26610"/>
                  <a:pt x="26610" y="0"/>
                  <a:pt x="59436" y="0"/>
                </a:cubicBezTo>
                <a:close/>
              </a:path>
            </a:pathLst>
          </a:custGeom>
          <a:ln w="12700">
            <a:solidFill>
              <a:schemeClr val="accent1">
                <a:lumMod val="75000"/>
              </a:schemeClr>
            </a:solidFill>
          </a:ln>
          <a:effectLst>
            <a:glow rad="127000">
              <a:schemeClr val="accent1">
                <a:alpha val="20000"/>
              </a:schemeClr>
            </a:glow>
          </a:effectLst>
        </p:spPr>
        <p:txBody>
          <a:bodyPr wrap="square" lIns="868680" anchor="ctr">
            <a:noAutofit/>
          </a:bodyPr>
          <a:lstStyle>
            <a:lvl1pPr marL="0" indent="0">
              <a:lnSpc>
                <a:spcPct val="100000"/>
              </a:lnSpc>
              <a:spcBef>
                <a:spcPts val="0"/>
              </a:spcBef>
              <a:buFont typeface="Arial" panose="020B0604020202020204" pitchFamily="34" charset="0"/>
              <a:buNone/>
              <a:defRPr sz="1800" b="1" cap="all" baseline="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1339648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tx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626F0957-B1E8-D378-3433-9200445ED13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
          <a:stretch/>
        </p:blipFill>
        <p:spPr>
          <a:xfrm>
            <a:off x="0" y="0"/>
            <a:ext cx="12192000" cy="6858000"/>
          </a:xfrm>
          <a:prstGeom prst="rect">
            <a:avLst/>
          </a:prstGeom>
        </p:spPr>
      </p:pic>
      <p:sp>
        <p:nvSpPr>
          <p:cNvPr id="43" name="Freeform: Shape 42">
            <a:extLst>
              <a:ext uri="{FF2B5EF4-FFF2-40B4-BE49-F238E27FC236}">
                <a16:creationId xmlns:a16="http://schemas.microsoft.com/office/drawing/2014/main" id="{65FFF129-3A01-D2E3-62C0-04D13EAF5E82}"/>
              </a:ext>
            </a:extLst>
          </p:cNvPr>
          <p:cNvSpPr/>
          <p:nvPr userDrawn="1"/>
        </p:nvSpPr>
        <p:spPr>
          <a:xfrm>
            <a:off x="6343916" y="1567021"/>
            <a:ext cx="5848082" cy="2795600"/>
          </a:xfrm>
          <a:custGeom>
            <a:avLst/>
            <a:gdLst>
              <a:gd name="connsiteX0" fmla="*/ 1193962 w 5848082"/>
              <a:gd name="connsiteY0" fmla="*/ 35 h 2795600"/>
              <a:gd name="connsiteX1" fmla="*/ 3628640 w 5848082"/>
              <a:gd name="connsiteY1" fmla="*/ 416347 h 2795600"/>
              <a:gd name="connsiteX2" fmla="*/ 5674155 w 5848082"/>
              <a:gd name="connsiteY2" fmla="*/ 1273557 h 2795600"/>
              <a:gd name="connsiteX3" fmla="*/ 5848082 w 5848082"/>
              <a:gd name="connsiteY3" fmla="*/ 1381039 h 2795600"/>
              <a:gd name="connsiteX4" fmla="*/ 5848082 w 5848082"/>
              <a:gd name="connsiteY4" fmla="*/ 2778346 h 2795600"/>
              <a:gd name="connsiteX5" fmla="*/ 5710354 w 5848082"/>
              <a:gd name="connsiteY5" fmla="*/ 2790107 h 2795600"/>
              <a:gd name="connsiteX6" fmla="*/ 3040426 w 5848082"/>
              <a:gd name="connsiteY6" fmla="*/ 2379254 h 2795600"/>
              <a:gd name="connsiteX7" fmla="*/ 13202 w 5848082"/>
              <a:gd name="connsiteY7" fmla="*/ 402515 h 2795600"/>
              <a:gd name="connsiteX8" fmla="*/ 1193962 w 5848082"/>
              <a:gd name="connsiteY8" fmla="*/ 35 h 27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48082" h="2795600">
                <a:moveTo>
                  <a:pt x="1193962" y="35"/>
                </a:moveTo>
                <a:cubicBezTo>
                  <a:pt x="1848228" y="2537"/>
                  <a:pt x="2711479" y="141506"/>
                  <a:pt x="3628640" y="416347"/>
                </a:cubicBezTo>
                <a:cubicBezTo>
                  <a:pt x="4431155" y="656832"/>
                  <a:pt x="5141988" y="961503"/>
                  <a:pt x="5674155" y="1273557"/>
                </a:cubicBezTo>
                <a:lnTo>
                  <a:pt x="5848082" y="1381039"/>
                </a:lnTo>
                <a:lnTo>
                  <a:pt x="5848082" y="2778346"/>
                </a:lnTo>
                <a:lnTo>
                  <a:pt x="5710354" y="2790107"/>
                </a:lnTo>
                <a:cubicBezTo>
                  <a:pt x="5035808" y="2825681"/>
                  <a:pt x="4072231" y="2688449"/>
                  <a:pt x="3040426" y="2379254"/>
                </a:cubicBezTo>
                <a:cubicBezTo>
                  <a:pt x="1206106" y="1829573"/>
                  <a:pt x="-149228" y="944556"/>
                  <a:pt x="13202" y="402515"/>
                </a:cubicBezTo>
                <a:cubicBezTo>
                  <a:pt x="94418" y="131494"/>
                  <a:pt x="539697" y="-2468"/>
                  <a:pt x="1193962" y="35"/>
                </a:cubicBezTo>
                <a:close/>
              </a:path>
            </a:pathLst>
          </a:custGeom>
          <a:noFill/>
          <a:ln w="25400">
            <a:solidFill>
              <a:schemeClr val="accent1">
                <a:lumMod val="75000"/>
                <a:alpha val="50000"/>
              </a:schemeClr>
            </a:solidFill>
          </a:ln>
          <a:effectLst>
            <a:glow rad="127000">
              <a:schemeClr val="accent1">
                <a:alpha val="2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pic>
        <p:nvPicPr>
          <p:cNvPr id="3" name="Picture 2" descr="A picture containing text, plant, palm, tree&#10;&#10;Description automatically generated">
            <a:extLst>
              <a:ext uri="{FF2B5EF4-FFF2-40B4-BE49-F238E27FC236}">
                <a16:creationId xmlns:a16="http://schemas.microsoft.com/office/drawing/2014/main" id="{7BC9D2E0-A241-24A5-54C2-D582EA8BBB13}"/>
              </a:ext>
            </a:extLst>
          </p:cNvPr>
          <p:cNvPicPr>
            <a:picLocks noChangeAspect="1"/>
          </p:cNvPicPr>
          <p:nvPr userDrawn="1"/>
        </p:nvPicPr>
        <p:blipFill>
          <a:blip r:embed="rId3">
            <a:duotone>
              <a:prstClr val="black"/>
              <a:schemeClr val="accent6">
                <a:tint val="45000"/>
                <a:satMod val="400000"/>
              </a:schemeClr>
            </a:duotone>
            <a:extLst>
              <a:ext uri="{BEBA8EAE-BF5A-486C-A8C5-ECC9F3942E4B}">
                <a14:imgProps xmlns:a14="http://schemas.microsoft.com/office/drawing/2010/main">
                  <a14:imgLayer r:embed="rId4">
                    <a14:imgEffect>
                      <a14:brightnessContrast bright="26000"/>
                    </a14:imgEffect>
                  </a14:imgLayer>
                </a14:imgProps>
              </a:ext>
              <a:ext uri="{28A0092B-C50C-407E-A947-70E740481C1C}">
                <a14:useLocalDpi xmlns:a14="http://schemas.microsoft.com/office/drawing/2010/main" val="0"/>
              </a:ext>
            </a:extLst>
          </a:blip>
          <a:srcRect/>
          <a:stretch>
            <a:fillRect/>
          </a:stretch>
        </p:blipFill>
        <p:spPr>
          <a:xfrm>
            <a:off x="6514212" y="1112208"/>
            <a:ext cx="882610" cy="882610"/>
          </a:xfrm>
          <a:custGeom>
            <a:avLst/>
            <a:gdLst>
              <a:gd name="connsiteX0" fmla="*/ 837986 w 1675972"/>
              <a:gd name="connsiteY0" fmla="*/ 0 h 1675972"/>
              <a:gd name="connsiteX1" fmla="*/ 1675972 w 1675972"/>
              <a:gd name="connsiteY1" fmla="*/ 837986 h 1675972"/>
              <a:gd name="connsiteX2" fmla="*/ 837986 w 1675972"/>
              <a:gd name="connsiteY2" fmla="*/ 1675972 h 1675972"/>
              <a:gd name="connsiteX3" fmla="*/ 0 w 1675972"/>
              <a:gd name="connsiteY3" fmla="*/ 837986 h 1675972"/>
              <a:gd name="connsiteX4" fmla="*/ 837986 w 1675972"/>
              <a:gd name="connsiteY4" fmla="*/ 0 h 1675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972" h="1675972">
                <a:moveTo>
                  <a:pt x="837986" y="0"/>
                </a:moveTo>
                <a:cubicBezTo>
                  <a:pt x="1300793" y="0"/>
                  <a:pt x="1675972" y="375179"/>
                  <a:pt x="1675972" y="837986"/>
                </a:cubicBezTo>
                <a:cubicBezTo>
                  <a:pt x="1675972" y="1300793"/>
                  <a:pt x="1300793" y="1675972"/>
                  <a:pt x="837986" y="1675972"/>
                </a:cubicBezTo>
                <a:cubicBezTo>
                  <a:pt x="375179" y="1675972"/>
                  <a:pt x="0" y="1300793"/>
                  <a:pt x="0" y="837986"/>
                </a:cubicBezTo>
                <a:cubicBezTo>
                  <a:pt x="0" y="375179"/>
                  <a:pt x="375179" y="0"/>
                  <a:pt x="837986" y="0"/>
                </a:cubicBezTo>
                <a:close/>
              </a:path>
            </a:pathLst>
          </a:custGeom>
        </p:spPr>
      </p:pic>
      <p:pic>
        <p:nvPicPr>
          <p:cNvPr id="21" name="Picture 20">
            <a:extLst>
              <a:ext uri="{FF2B5EF4-FFF2-40B4-BE49-F238E27FC236}">
                <a16:creationId xmlns:a16="http://schemas.microsoft.com/office/drawing/2014/main" id="{5EA90125-B40F-119B-D21A-17B01441CFE1}"/>
              </a:ext>
            </a:extLst>
          </p:cNvPr>
          <p:cNvPicPr>
            <a:picLocks noChangeAspect="1"/>
          </p:cNvPicPr>
          <p:nvPr userDrawn="1"/>
        </p:nvPicPr>
        <p:blipFill>
          <a:blip r:embed="rId5">
            <a:duotone>
              <a:prstClr val="black"/>
              <a:schemeClr val="accent6">
                <a:tint val="45000"/>
                <a:satMod val="400000"/>
              </a:schemeClr>
            </a:duotone>
            <a:extLst>
              <a:ext uri="{BEBA8EAE-BF5A-486C-A8C5-ECC9F3942E4B}">
                <a14:imgProps xmlns:a14="http://schemas.microsoft.com/office/drawing/2010/main">
                  <a14:imgLayer r:embed="rId6">
                    <a14:imgEffect>
                      <a14:brightnessContrast bright="15000"/>
                    </a14:imgEffect>
                  </a14:imgLayer>
                </a14:imgProps>
              </a:ext>
              <a:ext uri="{28A0092B-C50C-407E-A947-70E740481C1C}">
                <a14:useLocalDpi xmlns:a14="http://schemas.microsoft.com/office/drawing/2010/main" val="0"/>
              </a:ext>
            </a:extLst>
          </a:blip>
          <a:srcRect/>
          <a:stretch/>
        </p:blipFill>
        <p:spPr>
          <a:xfrm>
            <a:off x="8213400" y="1430706"/>
            <a:ext cx="380804" cy="380804"/>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grpSp>
        <p:nvGrpSpPr>
          <p:cNvPr id="22" name="Group 21">
            <a:extLst>
              <a:ext uri="{FF2B5EF4-FFF2-40B4-BE49-F238E27FC236}">
                <a16:creationId xmlns:a16="http://schemas.microsoft.com/office/drawing/2014/main" id="{776A05FA-1FCF-41F9-F1A9-4CFFA9C85831}"/>
              </a:ext>
            </a:extLst>
          </p:cNvPr>
          <p:cNvGrpSpPr/>
          <p:nvPr userDrawn="1"/>
        </p:nvGrpSpPr>
        <p:grpSpPr>
          <a:xfrm>
            <a:off x="914400" y="1274125"/>
            <a:ext cx="1146629" cy="440375"/>
            <a:chOff x="7485289" y="2327287"/>
            <a:chExt cx="1146629" cy="440375"/>
          </a:xfrm>
        </p:grpSpPr>
        <p:grpSp>
          <p:nvGrpSpPr>
            <p:cNvPr id="23" name="Group 22">
              <a:extLst>
                <a:ext uri="{FF2B5EF4-FFF2-40B4-BE49-F238E27FC236}">
                  <a16:creationId xmlns:a16="http://schemas.microsoft.com/office/drawing/2014/main" id="{A5AF5DB9-8DD6-703B-E8CF-4CE744BDA573}"/>
                </a:ext>
              </a:extLst>
            </p:cNvPr>
            <p:cNvGrpSpPr/>
            <p:nvPr/>
          </p:nvGrpSpPr>
          <p:grpSpPr>
            <a:xfrm>
              <a:off x="8501289" y="2327287"/>
              <a:ext cx="130629" cy="118571"/>
              <a:chOff x="6030685" y="1226904"/>
              <a:chExt cx="130629" cy="118571"/>
            </a:xfrm>
          </p:grpSpPr>
          <p:cxnSp>
            <p:nvCxnSpPr>
              <p:cNvPr id="40" name="Straight Connector 39">
                <a:extLst>
                  <a:ext uri="{FF2B5EF4-FFF2-40B4-BE49-F238E27FC236}">
                    <a16:creationId xmlns:a16="http://schemas.microsoft.com/office/drawing/2014/main" id="{FC157309-4958-1204-09D7-31C34142A356}"/>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AB81462-15FD-4875-1671-BABBDFBF2963}"/>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32B81C0F-567E-6DFC-03AD-ECAAD177A30F}"/>
                </a:ext>
              </a:extLst>
            </p:cNvPr>
            <p:cNvGrpSpPr/>
            <p:nvPr/>
          </p:nvGrpSpPr>
          <p:grpSpPr>
            <a:xfrm>
              <a:off x="7993289" y="2649091"/>
              <a:ext cx="130629" cy="118571"/>
              <a:chOff x="6030685" y="1226904"/>
              <a:chExt cx="130629" cy="118571"/>
            </a:xfrm>
          </p:grpSpPr>
          <p:cxnSp>
            <p:nvCxnSpPr>
              <p:cNvPr id="38" name="Straight Connector 37">
                <a:extLst>
                  <a:ext uri="{FF2B5EF4-FFF2-40B4-BE49-F238E27FC236}">
                    <a16:creationId xmlns:a16="http://schemas.microsoft.com/office/drawing/2014/main" id="{4B56C282-6A8D-C836-9E08-82AE2AC17F32}"/>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282498B-C1E3-0E1D-51F9-FB5F89522E67}"/>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FFB64A4-368F-51F7-5C29-AA3EA2621A33}"/>
                </a:ext>
              </a:extLst>
            </p:cNvPr>
            <p:cNvGrpSpPr/>
            <p:nvPr/>
          </p:nvGrpSpPr>
          <p:grpSpPr>
            <a:xfrm>
              <a:off x="7485289" y="2649091"/>
              <a:ext cx="130629" cy="118571"/>
              <a:chOff x="6030685" y="1226904"/>
              <a:chExt cx="130629" cy="118571"/>
            </a:xfrm>
          </p:grpSpPr>
          <p:cxnSp>
            <p:nvCxnSpPr>
              <p:cNvPr id="36" name="Straight Connector 35">
                <a:extLst>
                  <a:ext uri="{FF2B5EF4-FFF2-40B4-BE49-F238E27FC236}">
                    <a16:creationId xmlns:a16="http://schemas.microsoft.com/office/drawing/2014/main" id="{2937BC7F-F776-BA82-0482-91B51E05E0AD}"/>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817602-04DA-776F-1B1B-6A1E8BBA4140}"/>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sp>
        <p:nvSpPr>
          <p:cNvPr id="5" name="Rectangle 4">
            <a:extLst>
              <a:ext uri="{FF2B5EF4-FFF2-40B4-BE49-F238E27FC236}">
                <a16:creationId xmlns:a16="http://schemas.microsoft.com/office/drawing/2014/main" id="{ED3FB359-307F-AC69-018E-6C5BCCA6D174}"/>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2">
            <a:extLst>
              <a:ext uri="{FF2B5EF4-FFF2-40B4-BE49-F238E27FC236}">
                <a16:creationId xmlns:a16="http://schemas.microsoft.com/office/drawing/2014/main" id="{09C72E25-4491-C216-507C-41887070D5B9}"/>
              </a:ext>
            </a:extLst>
          </p:cNvPr>
          <p:cNvSpPr>
            <a:spLocks noGrp="1"/>
          </p:cNvSpPr>
          <p:nvPr>
            <p:ph type="sldNum" sz="quarter" idx="10"/>
          </p:nvPr>
        </p:nvSpPr>
        <p:spPr>
          <a:xfrm>
            <a:off x="11506200" y="305844"/>
            <a:ext cx="685800" cy="564397"/>
          </a:xfrm>
        </p:spPr>
        <p:txBody>
          <a:bodyPr/>
          <a:lstStyle/>
          <a:p>
            <a:fld id="{0FF9F32E-65A7-074C-AFA1-DE0771000F54}" type="slidenum">
              <a:rPr lang="en-US" smtClean="0"/>
              <a:pPr/>
              <a:t>‹#›</a:t>
            </a:fld>
            <a:endParaRPr lang="en-US" dirty="0"/>
          </a:p>
        </p:txBody>
      </p:sp>
      <p:sp>
        <p:nvSpPr>
          <p:cNvPr id="10" name="Footer Placeholder 3">
            <a:extLst>
              <a:ext uri="{FF2B5EF4-FFF2-40B4-BE49-F238E27FC236}">
                <a16:creationId xmlns:a16="http://schemas.microsoft.com/office/drawing/2014/main" id="{7AE09517-4B1C-7F76-176E-4D192817C2F9}"/>
              </a:ext>
            </a:extLst>
          </p:cNvPr>
          <p:cNvSpPr>
            <a:spLocks noGrp="1"/>
          </p:cNvSpPr>
          <p:nvPr>
            <p:ph type="ftr" sz="quarter" idx="11"/>
          </p:nvPr>
        </p:nvSpPr>
        <p:spPr>
          <a:xfrm rot="16200000">
            <a:off x="9923322" y="4264223"/>
            <a:ext cx="3851557" cy="365125"/>
          </a:xfrm>
        </p:spPr>
        <p:txBody>
          <a:bodyPr/>
          <a:lstStyle/>
          <a:p>
            <a:r>
              <a:rPr lang="en-US" dirty="0"/>
              <a:t>Artist portfolio</a:t>
            </a:r>
          </a:p>
        </p:txBody>
      </p:sp>
      <p:sp>
        <p:nvSpPr>
          <p:cNvPr id="7" name="Title 6">
            <a:extLst>
              <a:ext uri="{FF2B5EF4-FFF2-40B4-BE49-F238E27FC236}">
                <a16:creationId xmlns:a16="http://schemas.microsoft.com/office/drawing/2014/main" id="{A02A864C-8800-78BF-C233-F7E776A8CD52}"/>
              </a:ext>
            </a:extLst>
          </p:cNvPr>
          <p:cNvSpPr>
            <a:spLocks noGrp="1"/>
          </p:cNvSpPr>
          <p:nvPr>
            <p:ph type="title"/>
          </p:nvPr>
        </p:nvSpPr>
        <p:spPr>
          <a:xfrm>
            <a:off x="6172200" y="3465576"/>
            <a:ext cx="4572000" cy="2971800"/>
          </a:xfrm>
        </p:spPr>
        <p:txBody>
          <a:bodyPr anchor="t"/>
          <a:lstStyle>
            <a:lvl1pPr algn="l">
              <a:defRPr sz="6000" spc="100" baseline="0"/>
            </a:lvl1pPr>
          </a:lstStyle>
          <a:p>
            <a:r>
              <a:rPr lang="en-US" dirty="0"/>
              <a:t>Click to edit Master title style</a:t>
            </a:r>
          </a:p>
        </p:txBody>
      </p:sp>
      <p:sp>
        <p:nvSpPr>
          <p:cNvPr id="8" name="Text Placeholder 7">
            <a:extLst>
              <a:ext uri="{FF2B5EF4-FFF2-40B4-BE49-F238E27FC236}">
                <a16:creationId xmlns:a16="http://schemas.microsoft.com/office/drawing/2014/main" id="{25928010-8374-8DD4-FDB9-039431A1FA75}"/>
              </a:ext>
            </a:extLst>
          </p:cNvPr>
          <p:cNvSpPr>
            <a:spLocks noGrp="1"/>
          </p:cNvSpPr>
          <p:nvPr>
            <p:ph type="body" sz="quarter" idx="12"/>
          </p:nvPr>
        </p:nvSpPr>
        <p:spPr>
          <a:xfrm>
            <a:off x="6172200" y="411480"/>
            <a:ext cx="4572000" cy="2971800"/>
          </a:xfrm>
        </p:spPr>
        <p:txBody>
          <a:bodyPr anchor="b">
            <a:noAutofit/>
          </a:bodyPr>
          <a:lstStyle>
            <a:lvl1pPr marL="0" indent="0" algn="l">
              <a:buNone/>
              <a:defRPr sz="4800" cap="all" spc="100" baseline="0">
                <a:ln w="12700">
                  <a:solidFill>
                    <a:schemeClr val="accent1">
                      <a:lumMod val="60000"/>
                      <a:lumOff val="40000"/>
                    </a:schemeClr>
                  </a:solidFill>
                </a:ln>
                <a:noFill/>
                <a:effectLst>
                  <a:glow rad="88900">
                    <a:schemeClr val="accent1">
                      <a:alpha val="50000"/>
                    </a:schemeClr>
                  </a:glow>
                </a:effectLst>
              </a:defRPr>
            </a:lvl1pPr>
          </a:lstStyle>
          <a:p>
            <a:pPr lvl="0"/>
            <a:r>
              <a:rPr lang="en-US" dirty="0"/>
              <a:t>Click to edit Master text styles</a:t>
            </a:r>
          </a:p>
        </p:txBody>
      </p:sp>
      <p:sp>
        <p:nvSpPr>
          <p:cNvPr id="44" name="Text Placeholder 8">
            <a:extLst>
              <a:ext uri="{FF2B5EF4-FFF2-40B4-BE49-F238E27FC236}">
                <a16:creationId xmlns:a16="http://schemas.microsoft.com/office/drawing/2014/main" id="{03948751-49C3-8753-5B79-CD48CD6A76F7}"/>
              </a:ext>
            </a:extLst>
          </p:cNvPr>
          <p:cNvSpPr>
            <a:spLocks noGrp="1"/>
          </p:cNvSpPr>
          <p:nvPr>
            <p:ph type="body" sz="quarter" idx="13"/>
          </p:nvPr>
        </p:nvSpPr>
        <p:spPr>
          <a:xfrm>
            <a:off x="914400" y="1719072"/>
            <a:ext cx="4114800" cy="3429000"/>
          </a:xfrm>
        </p:spPr>
        <p:txBody>
          <a:bodyPr anchor="ctr"/>
          <a:lstStyle>
            <a:lvl1pPr marL="0" indent="0">
              <a:lnSpc>
                <a:spcPts val="2800"/>
              </a:lnSpc>
              <a:spcBef>
                <a:spcPts val="1000"/>
              </a:spcBef>
              <a:buClr>
                <a:schemeClr val="accent1"/>
              </a:buClr>
              <a:buFont typeface="Avenir Next LT Pro" panose="020B0504020202020204" pitchFamily="34" charset="0"/>
              <a:buNone/>
              <a:defRPr sz="1400" cap="none" baseline="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1830320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1"/>
        </a:solidFill>
        <a:effectLst/>
      </p:bgPr>
    </p:bg>
    <p:spTree>
      <p:nvGrpSpPr>
        <p:cNvPr id="1" name=""/>
        <p:cNvGrpSpPr/>
        <p:nvPr/>
      </p:nvGrpSpPr>
      <p:grpSpPr>
        <a:xfrm>
          <a:off x="0" y="0"/>
          <a:ext cx="0" cy="0"/>
          <a:chOff x="0" y="0"/>
          <a:chExt cx="0" cy="0"/>
        </a:xfrm>
      </p:grpSpPr>
      <p:pic>
        <p:nvPicPr>
          <p:cNvPr id="35" name="Picture 34" descr="Background pattern&#10;&#10;Description automatically generated">
            <a:extLst>
              <a:ext uri="{FF2B5EF4-FFF2-40B4-BE49-F238E27FC236}">
                <a16:creationId xmlns:a16="http://schemas.microsoft.com/office/drawing/2014/main" id="{9629B727-9959-51DE-AE65-C2AC6E50F7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 r="307"/>
          <a:stretch/>
        </p:blipFill>
        <p:spPr>
          <a:xfrm>
            <a:off x="0" y="0"/>
            <a:ext cx="12192000" cy="6858000"/>
          </a:xfrm>
          <a:prstGeom prst="rect">
            <a:avLst/>
          </a:prstGeom>
        </p:spPr>
      </p:pic>
      <p:sp>
        <p:nvSpPr>
          <p:cNvPr id="7" name="Title 6">
            <a:extLst>
              <a:ext uri="{FF2B5EF4-FFF2-40B4-BE49-F238E27FC236}">
                <a16:creationId xmlns:a16="http://schemas.microsoft.com/office/drawing/2014/main" id="{A02A864C-8800-78BF-C233-F7E776A8CD52}"/>
              </a:ext>
            </a:extLst>
          </p:cNvPr>
          <p:cNvSpPr>
            <a:spLocks noGrp="1"/>
          </p:cNvSpPr>
          <p:nvPr>
            <p:ph type="title"/>
          </p:nvPr>
        </p:nvSpPr>
        <p:spPr>
          <a:xfrm rot="16200000">
            <a:off x="-1618488" y="2743200"/>
            <a:ext cx="5943600" cy="1371600"/>
          </a:xfrm>
        </p:spPr>
        <p:txBody>
          <a:bodyPr/>
          <a:lstStyle>
            <a:lvl1pPr algn="ctr">
              <a:defRPr sz="8000" spc="100" baseline="0">
                <a:ln w="12700">
                  <a:solidFill>
                    <a:schemeClr val="accent1">
                      <a:lumMod val="60000"/>
                      <a:lumOff val="40000"/>
                    </a:schemeClr>
                  </a:solidFill>
                </a:ln>
                <a:noFill/>
                <a:effectLst>
                  <a:glow rad="88900">
                    <a:schemeClr val="accent1">
                      <a:alpha val="50000"/>
                    </a:schemeClr>
                  </a:glow>
                </a:effectLst>
              </a:defRPr>
            </a:lvl1pPr>
          </a:lstStyle>
          <a:p>
            <a:r>
              <a:rPr lang="en-US" dirty="0"/>
              <a:t>Click to edit Master title style</a:t>
            </a:r>
          </a:p>
        </p:txBody>
      </p:sp>
      <p:sp>
        <p:nvSpPr>
          <p:cNvPr id="33" name="Picture Placeholder 32">
            <a:extLst>
              <a:ext uri="{FF2B5EF4-FFF2-40B4-BE49-F238E27FC236}">
                <a16:creationId xmlns:a16="http://schemas.microsoft.com/office/drawing/2014/main" id="{ED814783-DCD3-01AF-31DA-0DE467C2E6A4}"/>
              </a:ext>
            </a:extLst>
          </p:cNvPr>
          <p:cNvSpPr>
            <a:spLocks noGrp="1"/>
          </p:cNvSpPr>
          <p:nvPr>
            <p:ph type="pic" sz="quarter" idx="13"/>
          </p:nvPr>
        </p:nvSpPr>
        <p:spPr>
          <a:xfrm>
            <a:off x="8305800" y="649224"/>
            <a:ext cx="3886200" cy="6208776"/>
          </a:xfrm>
        </p:spPr>
        <p:txBody>
          <a:bodyPr anchor="ctr"/>
          <a:lstStyle>
            <a:lvl1pPr marL="0" indent="0" algn="ctr">
              <a:buNone/>
              <a:defRPr/>
            </a:lvl1pPr>
          </a:lstStyle>
          <a:p>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3410712" y="2514600"/>
            <a:ext cx="6629400" cy="1828800"/>
          </a:xfrm>
        </p:spPr>
        <p:txBody>
          <a:bodyPr anchor="ctr"/>
          <a:lstStyle>
            <a:lvl1pPr marL="0" indent="0" algn="l">
              <a:lnSpc>
                <a:spcPts val="3200"/>
              </a:lnSpc>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Arc 30">
            <a:extLst>
              <a:ext uri="{FF2B5EF4-FFF2-40B4-BE49-F238E27FC236}">
                <a16:creationId xmlns:a16="http://schemas.microsoft.com/office/drawing/2014/main" id="{F1E34470-E9DC-6576-6206-8C36CAABBB1A}"/>
              </a:ext>
            </a:extLst>
          </p:cNvPr>
          <p:cNvSpPr/>
          <p:nvPr userDrawn="1"/>
        </p:nvSpPr>
        <p:spPr>
          <a:xfrm flipH="1" flipV="1">
            <a:off x="7369448" y="-2898"/>
            <a:ext cx="4847718" cy="3125298"/>
          </a:xfrm>
          <a:custGeom>
            <a:avLst/>
            <a:gdLst>
              <a:gd name="connsiteX0" fmla="*/ 4960744 w 12089362"/>
              <a:gd name="connsiteY0" fmla="*/ 88199 h 10882523"/>
              <a:gd name="connsiteX1" fmla="*/ 9643039 w 12089362"/>
              <a:gd name="connsiteY1" fmla="*/ 1069162 h 10882523"/>
              <a:gd name="connsiteX2" fmla="*/ 12089216 w 12089362"/>
              <a:gd name="connsiteY2" fmla="*/ 5478992 h 10882523"/>
              <a:gd name="connsiteX3" fmla="*/ 6044681 w 12089362"/>
              <a:gd name="connsiteY3" fmla="*/ 5441262 h 10882523"/>
              <a:gd name="connsiteX4" fmla="*/ 4960744 w 12089362"/>
              <a:gd name="connsiteY4" fmla="*/ 88199 h 10882523"/>
              <a:gd name="connsiteX0" fmla="*/ 4960744 w 12089362"/>
              <a:gd name="connsiteY0" fmla="*/ 88199 h 10882523"/>
              <a:gd name="connsiteX1" fmla="*/ 9643039 w 12089362"/>
              <a:gd name="connsiteY1" fmla="*/ 1069162 h 10882523"/>
              <a:gd name="connsiteX2" fmla="*/ 12089216 w 12089362"/>
              <a:gd name="connsiteY2" fmla="*/ 5478992 h 10882523"/>
              <a:gd name="connsiteX0" fmla="*/ 0 w 7128617"/>
              <a:gd name="connsiteY0" fmla="*/ 88228 h 5479021"/>
              <a:gd name="connsiteX1" fmla="*/ 4682295 w 7128617"/>
              <a:gd name="connsiteY1" fmla="*/ 1069191 h 5479021"/>
              <a:gd name="connsiteX2" fmla="*/ 7128472 w 7128617"/>
              <a:gd name="connsiteY2" fmla="*/ 5479021 h 5479021"/>
              <a:gd name="connsiteX3" fmla="*/ 1083937 w 7128617"/>
              <a:gd name="connsiteY3" fmla="*/ 5441291 h 5479021"/>
              <a:gd name="connsiteX4" fmla="*/ 0 w 7128617"/>
              <a:gd name="connsiteY4" fmla="*/ 88228 h 5479021"/>
              <a:gd name="connsiteX0" fmla="*/ 0 w 7128617"/>
              <a:gd name="connsiteY0" fmla="*/ 88228 h 5479021"/>
              <a:gd name="connsiteX1" fmla="*/ 4303923 w 7128617"/>
              <a:gd name="connsiteY1" fmla="*/ 1489605 h 5479021"/>
              <a:gd name="connsiteX2" fmla="*/ 7128472 w 7128617"/>
              <a:gd name="connsiteY2" fmla="*/ 5479021 h 5479021"/>
              <a:gd name="connsiteX0" fmla="*/ 0 w 7275709"/>
              <a:gd name="connsiteY0" fmla="*/ 88228 h 5479021"/>
              <a:gd name="connsiteX1" fmla="*/ 4682295 w 7275709"/>
              <a:gd name="connsiteY1" fmla="*/ 1069191 h 5479021"/>
              <a:gd name="connsiteX2" fmla="*/ 7128472 w 7275709"/>
              <a:gd name="connsiteY2" fmla="*/ 5479021 h 5479021"/>
              <a:gd name="connsiteX3" fmla="*/ 1083937 w 7275709"/>
              <a:gd name="connsiteY3" fmla="*/ 5441291 h 5479021"/>
              <a:gd name="connsiteX4" fmla="*/ 0 w 7275709"/>
              <a:gd name="connsiteY4" fmla="*/ 88228 h 5479021"/>
              <a:gd name="connsiteX0" fmla="*/ 0 w 7275709"/>
              <a:gd name="connsiteY0" fmla="*/ 88228 h 5479021"/>
              <a:gd name="connsiteX1" fmla="*/ 4303923 w 7275709"/>
              <a:gd name="connsiteY1" fmla="*/ 1489605 h 5479021"/>
              <a:gd name="connsiteX2" fmla="*/ 7275617 w 7275709"/>
              <a:gd name="connsiteY2" fmla="*/ 5405449 h 5479021"/>
              <a:gd name="connsiteX0" fmla="*/ 0 w 7275722"/>
              <a:gd name="connsiteY0" fmla="*/ 88228 h 5479021"/>
              <a:gd name="connsiteX1" fmla="*/ 4682295 w 7275722"/>
              <a:gd name="connsiteY1" fmla="*/ 1069191 h 5479021"/>
              <a:gd name="connsiteX2" fmla="*/ 7128472 w 7275722"/>
              <a:gd name="connsiteY2" fmla="*/ 5479021 h 5479021"/>
              <a:gd name="connsiteX3" fmla="*/ 1083937 w 7275722"/>
              <a:gd name="connsiteY3" fmla="*/ 5441291 h 5479021"/>
              <a:gd name="connsiteX4" fmla="*/ 0 w 7275722"/>
              <a:gd name="connsiteY4" fmla="*/ 88228 h 5479021"/>
              <a:gd name="connsiteX0" fmla="*/ 0 w 7275722"/>
              <a:gd name="connsiteY0" fmla="*/ 88228 h 5479021"/>
              <a:gd name="connsiteX1" fmla="*/ 4482599 w 7275722"/>
              <a:gd name="connsiteY1" fmla="*/ 1395012 h 5479021"/>
              <a:gd name="connsiteX2" fmla="*/ 7275617 w 7275722"/>
              <a:gd name="connsiteY2" fmla="*/ 5405449 h 5479021"/>
              <a:gd name="connsiteX0" fmla="*/ 52552 w 7328274"/>
              <a:gd name="connsiteY0" fmla="*/ 88228 h 5479021"/>
              <a:gd name="connsiteX1" fmla="*/ 4734847 w 7328274"/>
              <a:gd name="connsiteY1" fmla="*/ 1069191 h 5479021"/>
              <a:gd name="connsiteX2" fmla="*/ 7181024 w 7328274"/>
              <a:gd name="connsiteY2" fmla="*/ 5479021 h 5479021"/>
              <a:gd name="connsiteX3" fmla="*/ 1136489 w 7328274"/>
              <a:gd name="connsiteY3" fmla="*/ 5441291 h 5479021"/>
              <a:gd name="connsiteX4" fmla="*/ 52552 w 7328274"/>
              <a:gd name="connsiteY4" fmla="*/ 88228 h 5479021"/>
              <a:gd name="connsiteX0" fmla="*/ 0 w 7328274"/>
              <a:gd name="connsiteY0" fmla="*/ 676808 h 5479021"/>
              <a:gd name="connsiteX1" fmla="*/ 4535151 w 7328274"/>
              <a:gd name="connsiteY1" fmla="*/ 1395012 h 5479021"/>
              <a:gd name="connsiteX2" fmla="*/ 7328169 w 7328274"/>
              <a:gd name="connsiteY2" fmla="*/ 5405449 h 5479021"/>
              <a:gd name="connsiteX0" fmla="*/ 52552 w 7328321"/>
              <a:gd name="connsiteY0" fmla="*/ 88228 h 5479021"/>
              <a:gd name="connsiteX1" fmla="*/ 4734847 w 7328321"/>
              <a:gd name="connsiteY1" fmla="*/ 1069191 h 5479021"/>
              <a:gd name="connsiteX2" fmla="*/ 7181024 w 7328321"/>
              <a:gd name="connsiteY2" fmla="*/ 5479021 h 5479021"/>
              <a:gd name="connsiteX3" fmla="*/ 1136489 w 7328321"/>
              <a:gd name="connsiteY3" fmla="*/ 5441291 h 5479021"/>
              <a:gd name="connsiteX4" fmla="*/ 52552 w 7328321"/>
              <a:gd name="connsiteY4" fmla="*/ 88228 h 5479021"/>
              <a:gd name="connsiteX0" fmla="*/ 0 w 7328321"/>
              <a:gd name="connsiteY0" fmla="*/ 676808 h 5479021"/>
              <a:gd name="connsiteX1" fmla="*/ 4924033 w 7328321"/>
              <a:gd name="connsiteY1" fmla="*/ 1500116 h 5479021"/>
              <a:gd name="connsiteX2" fmla="*/ 7328169 w 7328321"/>
              <a:gd name="connsiteY2" fmla="*/ 5405449 h 5479021"/>
              <a:gd name="connsiteX0" fmla="*/ 52552 w 7328321"/>
              <a:gd name="connsiteY0" fmla="*/ 88228 h 5479021"/>
              <a:gd name="connsiteX1" fmla="*/ 4734847 w 7328321"/>
              <a:gd name="connsiteY1" fmla="*/ 1069191 h 5479021"/>
              <a:gd name="connsiteX2" fmla="*/ 7181024 w 7328321"/>
              <a:gd name="connsiteY2" fmla="*/ 5479021 h 5479021"/>
              <a:gd name="connsiteX3" fmla="*/ 1136489 w 7328321"/>
              <a:gd name="connsiteY3" fmla="*/ 5441291 h 5479021"/>
              <a:gd name="connsiteX4" fmla="*/ 52552 w 7328321"/>
              <a:gd name="connsiteY4" fmla="*/ 88228 h 5479021"/>
              <a:gd name="connsiteX0" fmla="*/ 0 w 7328321"/>
              <a:gd name="connsiteY0" fmla="*/ 676808 h 5479021"/>
              <a:gd name="connsiteX1" fmla="*/ 4924033 w 7328321"/>
              <a:gd name="connsiteY1" fmla="*/ 1500116 h 5479021"/>
              <a:gd name="connsiteX2" fmla="*/ 7328169 w 7328321"/>
              <a:gd name="connsiteY2" fmla="*/ 5405449 h 5479021"/>
              <a:gd name="connsiteX0" fmla="*/ 52552 w 7361566"/>
              <a:gd name="connsiteY0" fmla="*/ 88228 h 5488576"/>
              <a:gd name="connsiteX1" fmla="*/ 4734847 w 7361566"/>
              <a:gd name="connsiteY1" fmla="*/ 1069191 h 5488576"/>
              <a:gd name="connsiteX2" fmla="*/ 7181024 w 7361566"/>
              <a:gd name="connsiteY2" fmla="*/ 5479021 h 5488576"/>
              <a:gd name="connsiteX3" fmla="*/ 1136489 w 7361566"/>
              <a:gd name="connsiteY3" fmla="*/ 5441291 h 5488576"/>
              <a:gd name="connsiteX4" fmla="*/ 52552 w 7361566"/>
              <a:gd name="connsiteY4" fmla="*/ 88228 h 5488576"/>
              <a:gd name="connsiteX0" fmla="*/ 0 w 7361566"/>
              <a:gd name="connsiteY0" fmla="*/ 676808 h 5488576"/>
              <a:gd name="connsiteX1" fmla="*/ 4924033 w 7361566"/>
              <a:gd name="connsiteY1" fmla="*/ 1500116 h 5488576"/>
              <a:gd name="connsiteX2" fmla="*/ 7361419 w 7361566"/>
              <a:gd name="connsiteY2" fmla="*/ 5488576 h 5488576"/>
              <a:gd name="connsiteX0" fmla="*/ 52552 w 7361532"/>
              <a:gd name="connsiteY0" fmla="*/ 88228 h 5488576"/>
              <a:gd name="connsiteX1" fmla="*/ 4734847 w 7361532"/>
              <a:gd name="connsiteY1" fmla="*/ 1069191 h 5488576"/>
              <a:gd name="connsiteX2" fmla="*/ 7181024 w 7361532"/>
              <a:gd name="connsiteY2" fmla="*/ 5479021 h 5488576"/>
              <a:gd name="connsiteX3" fmla="*/ 1136489 w 7361532"/>
              <a:gd name="connsiteY3" fmla="*/ 5441291 h 5488576"/>
              <a:gd name="connsiteX4" fmla="*/ 52552 w 7361532"/>
              <a:gd name="connsiteY4" fmla="*/ 88228 h 5488576"/>
              <a:gd name="connsiteX0" fmla="*/ 0 w 7361532"/>
              <a:gd name="connsiteY0" fmla="*/ 676808 h 5488576"/>
              <a:gd name="connsiteX1" fmla="*/ 4649713 w 7361532"/>
              <a:gd name="connsiteY1" fmla="*/ 1433614 h 5488576"/>
              <a:gd name="connsiteX2" fmla="*/ 7361419 w 7361532"/>
              <a:gd name="connsiteY2" fmla="*/ 5488576 h 5488576"/>
              <a:gd name="connsiteX0" fmla="*/ 52552 w 7361485"/>
              <a:gd name="connsiteY0" fmla="*/ 88228 h 5488576"/>
              <a:gd name="connsiteX1" fmla="*/ 4734847 w 7361485"/>
              <a:gd name="connsiteY1" fmla="*/ 1069191 h 5488576"/>
              <a:gd name="connsiteX2" fmla="*/ 7181024 w 7361485"/>
              <a:gd name="connsiteY2" fmla="*/ 5479021 h 5488576"/>
              <a:gd name="connsiteX3" fmla="*/ 1136489 w 7361485"/>
              <a:gd name="connsiteY3" fmla="*/ 5441291 h 5488576"/>
              <a:gd name="connsiteX4" fmla="*/ 52552 w 7361485"/>
              <a:gd name="connsiteY4" fmla="*/ 88228 h 5488576"/>
              <a:gd name="connsiteX0" fmla="*/ 0 w 7361485"/>
              <a:gd name="connsiteY0" fmla="*/ 676808 h 5488576"/>
              <a:gd name="connsiteX1" fmla="*/ 3824171 w 7361485"/>
              <a:gd name="connsiteY1" fmla="*/ 1285440 h 5488576"/>
              <a:gd name="connsiteX2" fmla="*/ 7361419 w 7361485"/>
              <a:gd name="connsiteY2" fmla="*/ 5488576 h 5488576"/>
              <a:gd name="connsiteX0" fmla="*/ 52552 w 7181169"/>
              <a:gd name="connsiteY0" fmla="*/ 88228 h 5479021"/>
              <a:gd name="connsiteX1" fmla="*/ 4734847 w 7181169"/>
              <a:gd name="connsiteY1" fmla="*/ 1069191 h 5479021"/>
              <a:gd name="connsiteX2" fmla="*/ 7181024 w 7181169"/>
              <a:gd name="connsiteY2" fmla="*/ 5479021 h 5479021"/>
              <a:gd name="connsiteX3" fmla="*/ 1136489 w 7181169"/>
              <a:gd name="connsiteY3" fmla="*/ 5441291 h 5479021"/>
              <a:gd name="connsiteX4" fmla="*/ 52552 w 7181169"/>
              <a:gd name="connsiteY4" fmla="*/ 88228 h 5479021"/>
              <a:gd name="connsiteX0" fmla="*/ 0 w 7181169"/>
              <a:gd name="connsiteY0" fmla="*/ 676808 h 5479021"/>
              <a:gd name="connsiteX1" fmla="*/ 3824171 w 7181169"/>
              <a:gd name="connsiteY1" fmla="*/ 1285440 h 5479021"/>
              <a:gd name="connsiteX2" fmla="*/ 6482958 w 7181169"/>
              <a:gd name="connsiteY2" fmla="*/ 5446240 h 5479021"/>
              <a:gd name="connsiteX0" fmla="*/ 52552 w 7181169"/>
              <a:gd name="connsiteY0" fmla="*/ 88228 h 5479021"/>
              <a:gd name="connsiteX1" fmla="*/ 4734847 w 7181169"/>
              <a:gd name="connsiteY1" fmla="*/ 1069191 h 5479021"/>
              <a:gd name="connsiteX2" fmla="*/ 7181024 w 7181169"/>
              <a:gd name="connsiteY2" fmla="*/ 5479021 h 5479021"/>
              <a:gd name="connsiteX3" fmla="*/ 1136489 w 7181169"/>
              <a:gd name="connsiteY3" fmla="*/ 5441291 h 5479021"/>
              <a:gd name="connsiteX4" fmla="*/ 52552 w 7181169"/>
              <a:gd name="connsiteY4" fmla="*/ 88228 h 5479021"/>
              <a:gd name="connsiteX0" fmla="*/ 0 w 7181169"/>
              <a:gd name="connsiteY0" fmla="*/ 676808 h 5479021"/>
              <a:gd name="connsiteX1" fmla="*/ 3982930 w 7181169"/>
              <a:gd name="connsiteY1" fmla="*/ 1804051 h 5479021"/>
              <a:gd name="connsiteX2" fmla="*/ 6482958 w 7181169"/>
              <a:gd name="connsiteY2" fmla="*/ 5446240 h 5479021"/>
              <a:gd name="connsiteX0" fmla="*/ 88673 w 7217290"/>
              <a:gd name="connsiteY0" fmla="*/ 88228 h 5479021"/>
              <a:gd name="connsiteX1" fmla="*/ 4770968 w 7217290"/>
              <a:gd name="connsiteY1" fmla="*/ 1069191 h 5479021"/>
              <a:gd name="connsiteX2" fmla="*/ 7217145 w 7217290"/>
              <a:gd name="connsiteY2" fmla="*/ 5479021 h 5479021"/>
              <a:gd name="connsiteX3" fmla="*/ 1172610 w 7217290"/>
              <a:gd name="connsiteY3" fmla="*/ 5441291 h 5479021"/>
              <a:gd name="connsiteX4" fmla="*/ 88673 w 7217290"/>
              <a:gd name="connsiteY4" fmla="*/ 88228 h 5479021"/>
              <a:gd name="connsiteX0" fmla="*/ 0 w 7217290"/>
              <a:gd name="connsiteY0" fmla="*/ 965775 h 5479021"/>
              <a:gd name="connsiteX1" fmla="*/ 4019051 w 7217290"/>
              <a:gd name="connsiteY1" fmla="*/ 1804051 h 5479021"/>
              <a:gd name="connsiteX2" fmla="*/ 6519079 w 7217290"/>
              <a:gd name="connsiteY2" fmla="*/ 5446240 h 5479021"/>
              <a:gd name="connsiteX0" fmla="*/ 52552 w 7217250"/>
              <a:gd name="connsiteY0" fmla="*/ 320300 h 4868268"/>
              <a:gd name="connsiteX1" fmla="*/ 4770968 w 7217250"/>
              <a:gd name="connsiteY1" fmla="*/ 458438 h 4868268"/>
              <a:gd name="connsiteX2" fmla="*/ 7217145 w 7217250"/>
              <a:gd name="connsiteY2" fmla="*/ 4868268 h 4868268"/>
              <a:gd name="connsiteX3" fmla="*/ 1172610 w 7217250"/>
              <a:gd name="connsiteY3" fmla="*/ 4830538 h 4868268"/>
              <a:gd name="connsiteX4" fmla="*/ 52552 w 7217250"/>
              <a:gd name="connsiteY4" fmla="*/ 320300 h 4868268"/>
              <a:gd name="connsiteX0" fmla="*/ 0 w 7217250"/>
              <a:gd name="connsiteY0" fmla="*/ 355022 h 4868268"/>
              <a:gd name="connsiteX1" fmla="*/ 4019051 w 7217250"/>
              <a:gd name="connsiteY1" fmla="*/ 1193298 h 4868268"/>
              <a:gd name="connsiteX2" fmla="*/ 6519079 w 7217250"/>
              <a:gd name="connsiteY2" fmla="*/ 4835487 h 4868268"/>
              <a:gd name="connsiteX0" fmla="*/ 52552 w 7217294"/>
              <a:gd name="connsiteY0" fmla="*/ 63062 h 4611030"/>
              <a:gd name="connsiteX1" fmla="*/ 5156259 w 7217294"/>
              <a:gd name="connsiteY1" fmla="*/ 1188512 h 4611030"/>
              <a:gd name="connsiteX2" fmla="*/ 7217145 w 7217294"/>
              <a:gd name="connsiteY2" fmla="*/ 4611030 h 4611030"/>
              <a:gd name="connsiteX3" fmla="*/ 1172610 w 7217294"/>
              <a:gd name="connsiteY3" fmla="*/ 4573300 h 4611030"/>
              <a:gd name="connsiteX4" fmla="*/ 52552 w 7217294"/>
              <a:gd name="connsiteY4" fmla="*/ 63062 h 4611030"/>
              <a:gd name="connsiteX0" fmla="*/ 0 w 7217294"/>
              <a:gd name="connsiteY0" fmla="*/ 97784 h 4611030"/>
              <a:gd name="connsiteX1" fmla="*/ 4019051 w 7217294"/>
              <a:gd name="connsiteY1" fmla="*/ 936060 h 4611030"/>
              <a:gd name="connsiteX2" fmla="*/ 6519079 w 7217294"/>
              <a:gd name="connsiteY2" fmla="*/ 4578249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19051 w 7217295"/>
              <a:gd name="connsiteY1" fmla="*/ 936060 h 4611030"/>
              <a:gd name="connsiteX2" fmla="*/ 6481733 w 7217295"/>
              <a:gd name="connsiteY2" fmla="*/ 3005501 h 4611030"/>
              <a:gd name="connsiteX3" fmla="*/ 6519079 w 7217295"/>
              <a:gd name="connsiteY3" fmla="*/ 4578249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19051 w 7217295"/>
              <a:gd name="connsiteY1" fmla="*/ 936060 h 4611030"/>
              <a:gd name="connsiteX2" fmla="*/ 6481733 w 7217295"/>
              <a:gd name="connsiteY2" fmla="*/ 3005501 h 4611030"/>
              <a:gd name="connsiteX3" fmla="*/ 6794781 w 7217295"/>
              <a:gd name="connsiteY3" fmla="*/ 4004852 h 4611030"/>
              <a:gd name="connsiteX4" fmla="*/ 6519079 w 7217295"/>
              <a:gd name="connsiteY4" fmla="*/ 4578249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19051 w 7217295"/>
              <a:gd name="connsiteY1" fmla="*/ 936060 h 4611030"/>
              <a:gd name="connsiteX2" fmla="*/ 6481733 w 7217295"/>
              <a:gd name="connsiteY2" fmla="*/ 3005501 h 4611030"/>
              <a:gd name="connsiteX3" fmla="*/ 6794781 w 7217295"/>
              <a:gd name="connsiteY3" fmla="*/ 4004852 h 4611030"/>
              <a:gd name="connsiteX4" fmla="*/ 6519079 w 7217295"/>
              <a:gd name="connsiteY4" fmla="*/ 4578249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19051 w 7217295"/>
              <a:gd name="connsiteY1" fmla="*/ 936060 h 4611030"/>
              <a:gd name="connsiteX2" fmla="*/ 6481733 w 7217295"/>
              <a:gd name="connsiteY2" fmla="*/ 3005501 h 4611030"/>
              <a:gd name="connsiteX3" fmla="*/ 6794781 w 7217295"/>
              <a:gd name="connsiteY3" fmla="*/ 4004852 h 4611030"/>
              <a:gd name="connsiteX4" fmla="*/ 6519079 w 7217295"/>
              <a:gd name="connsiteY4" fmla="*/ 4578249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481733 w 7217295"/>
              <a:gd name="connsiteY2" fmla="*/ 3005501 h 4611030"/>
              <a:gd name="connsiteX3" fmla="*/ 6794781 w 7217295"/>
              <a:gd name="connsiteY3" fmla="*/ 4004852 h 4611030"/>
              <a:gd name="connsiteX4" fmla="*/ 6519079 w 7217295"/>
              <a:gd name="connsiteY4" fmla="*/ 4578249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510515 w 7217295"/>
              <a:gd name="connsiteY2" fmla="*/ 2982477 h 4611030"/>
              <a:gd name="connsiteX3" fmla="*/ 6794781 w 7217295"/>
              <a:gd name="connsiteY3" fmla="*/ 4004852 h 4611030"/>
              <a:gd name="connsiteX4" fmla="*/ 6519079 w 7217295"/>
              <a:gd name="connsiteY4" fmla="*/ 4578249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510515 w 7217295"/>
              <a:gd name="connsiteY2" fmla="*/ 2982477 h 4611030"/>
              <a:gd name="connsiteX3" fmla="*/ 6794781 w 7217295"/>
              <a:gd name="connsiteY3" fmla="*/ 4004852 h 4611030"/>
              <a:gd name="connsiteX4" fmla="*/ 6519079 w 7217295"/>
              <a:gd name="connsiteY4" fmla="*/ 4578249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510515 w 7217295"/>
              <a:gd name="connsiteY2" fmla="*/ 2982477 h 4611030"/>
              <a:gd name="connsiteX3" fmla="*/ 6794781 w 7217295"/>
              <a:gd name="connsiteY3" fmla="*/ 4004852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510515 w 7217295"/>
              <a:gd name="connsiteY2" fmla="*/ 2982477 h 4611030"/>
              <a:gd name="connsiteX3" fmla="*/ 6794781 w 7217295"/>
              <a:gd name="connsiteY3" fmla="*/ 4004852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510515 w 7217295"/>
              <a:gd name="connsiteY2" fmla="*/ 2982477 h 4611030"/>
              <a:gd name="connsiteX3" fmla="*/ 6794781 w 7217295"/>
              <a:gd name="connsiteY3" fmla="*/ 4004852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510515 w 7217295"/>
              <a:gd name="connsiteY2" fmla="*/ 2982477 h 4611030"/>
              <a:gd name="connsiteX3" fmla="*/ 6794781 w 7217295"/>
              <a:gd name="connsiteY3" fmla="*/ 4004852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510515 w 7217295"/>
              <a:gd name="connsiteY2" fmla="*/ 2982477 h 4611030"/>
              <a:gd name="connsiteX3" fmla="*/ 6794781 w 7217295"/>
              <a:gd name="connsiteY3" fmla="*/ 4004852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510515 w 7217295"/>
              <a:gd name="connsiteY2" fmla="*/ 2982477 h 4611030"/>
              <a:gd name="connsiteX3" fmla="*/ 6788051 w 7217295"/>
              <a:gd name="connsiteY3" fmla="*/ 3957739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342258 w 7217295"/>
              <a:gd name="connsiteY2" fmla="*/ 2686346 h 4611030"/>
              <a:gd name="connsiteX3" fmla="*/ 6788051 w 7217295"/>
              <a:gd name="connsiteY3" fmla="*/ 3957739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4047833 w 7217295"/>
              <a:gd name="connsiteY1" fmla="*/ 993621 h 4611030"/>
              <a:gd name="connsiteX2" fmla="*/ 6342258 w 7217295"/>
              <a:gd name="connsiteY2" fmla="*/ 2686346 h 4611030"/>
              <a:gd name="connsiteX3" fmla="*/ 6788051 w 7217295"/>
              <a:gd name="connsiteY3" fmla="*/ 3957739 h 4611030"/>
              <a:gd name="connsiteX4" fmla="*/ 6530591 w 7217295"/>
              <a:gd name="connsiteY4" fmla="*/ 4595518 h 4611030"/>
              <a:gd name="connsiteX0" fmla="*/ 52552 w 7217295"/>
              <a:gd name="connsiteY0" fmla="*/ 83309 h 4631277"/>
              <a:gd name="connsiteX1" fmla="*/ 5156259 w 7217295"/>
              <a:gd name="connsiteY1" fmla="*/ 1208759 h 4631277"/>
              <a:gd name="connsiteX2" fmla="*/ 7217145 w 7217295"/>
              <a:gd name="connsiteY2" fmla="*/ 4631277 h 4631277"/>
              <a:gd name="connsiteX3" fmla="*/ 1172610 w 7217295"/>
              <a:gd name="connsiteY3" fmla="*/ 4593547 h 4631277"/>
              <a:gd name="connsiteX4" fmla="*/ 52552 w 7217295"/>
              <a:gd name="connsiteY4" fmla="*/ 83309 h 4631277"/>
              <a:gd name="connsiteX0" fmla="*/ 0 w 7217295"/>
              <a:gd name="connsiteY0" fmla="*/ 118031 h 4631277"/>
              <a:gd name="connsiteX1" fmla="*/ 3783147 w 7217295"/>
              <a:gd name="connsiteY1" fmla="*/ 815353 h 4631277"/>
              <a:gd name="connsiteX2" fmla="*/ 6342258 w 7217295"/>
              <a:gd name="connsiteY2" fmla="*/ 2706593 h 4631277"/>
              <a:gd name="connsiteX3" fmla="*/ 6788051 w 7217295"/>
              <a:gd name="connsiteY3" fmla="*/ 3977986 h 4631277"/>
              <a:gd name="connsiteX4" fmla="*/ 6530591 w 7217295"/>
              <a:gd name="connsiteY4" fmla="*/ 4615765 h 4631277"/>
              <a:gd name="connsiteX0" fmla="*/ 52552 w 7217295"/>
              <a:gd name="connsiteY0" fmla="*/ 83309 h 4631277"/>
              <a:gd name="connsiteX1" fmla="*/ 5156259 w 7217295"/>
              <a:gd name="connsiteY1" fmla="*/ 1208759 h 4631277"/>
              <a:gd name="connsiteX2" fmla="*/ 7217145 w 7217295"/>
              <a:gd name="connsiteY2" fmla="*/ 4631277 h 4631277"/>
              <a:gd name="connsiteX3" fmla="*/ 1172610 w 7217295"/>
              <a:gd name="connsiteY3" fmla="*/ 4593547 h 4631277"/>
              <a:gd name="connsiteX4" fmla="*/ 52552 w 7217295"/>
              <a:gd name="connsiteY4" fmla="*/ 83309 h 4631277"/>
              <a:gd name="connsiteX0" fmla="*/ 0 w 7217295"/>
              <a:gd name="connsiteY0" fmla="*/ 118031 h 4631277"/>
              <a:gd name="connsiteX1" fmla="*/ 3783147 w 7217295"/>
              <a:gd name="connsiteY1" fmla="*/ 815353 h 4631277"/>
              <a:gd name="connsiteX2" fmla="*/ 6342258 w 7217295"/>
              <a:gd name="connsiteY2" fmla="*/ 2706593 h 4631277"/>
              <a:gd name="connsiteX3" fmla="*/ 6740327 w 7217295"/>
              <a:gd name="connsiteY3" fmla="*/ 3963668 h 4631277"/>
              <a:gd name="connsiteX4" fmla="*/ 6530591 w 7217295"/>
              <a:gd name="connsiteY4" fmla="*/ 4615765 h 4631277"/>
              <a:gd name="connsiteX0" fmla="*/ 52552 w 7217295"/>
              <a:gd name="connsiteY0" fmla="*/ 83309 h 4631277"/>
              <a:gd name="connsiteX1" fmla="*/ 5156259 w 7217295"/>
              <a:gd name="connsiteY1" fmla="*/ 1208759 h 4631277"/>
              <a:gd name="connsiteX2" fmla="*/ 7217145 w 7217295"/>
              <a:gd name="connsiteY2" fmla="*/ 4631277 h 4631277"/>
              <a:gd name="connsiteX3" fmla="*/ 1172610 w 7217295"/>
              <a:gd name="connsiteY3" fmla="*/ 4593547 h 4631277"/>
              <a:gd name="connsiteX4" fmla="*/ 52552 w 7217295"/>
              <a:gd name="connsiteY4" fmla="*/ 83309 h 4631277"/>
              <a:gd name="connsiteX0" fmla="*/ 0 w 7217295"/>
              <a:gd name="connsiteY0" fmla="*/ 118031 h 4631277"/>
              <a:gd name="connsiteX1" fmla="*/ 3783147 w 7217295"/>
              <a:gd name="connsiteY1" fmla="*/ 815353 h 4631277"/>
              <a:gd name="connsiteX2" fmla="*/ 6342258 w 7217295"/>
              <a:gd name="connsiteY2" fmla="*/ 2706593 h 4631277"/>
              <a:gd name="connsiteX3" fmla="*/ 6740327 w 7217295"/>
              <a:gd name="connsiteY3" fmla="*/ 3963668 h 4631277"/>
              <a:gd name="connsiteX4" fmla="*/ 6530591 w 7217295"/>
              <a:gd name="connsiteY4" fmla="*/ 4615765 h 4631277"/>
              <a:gd name="connsiteX0" fmla="*/ 52552 w 7217295"/>
              <a:gd name="connsiteY0" fmla="*/ 83309 h 4631277"/>
              <a:gd name="connsiteX1" fmla="*/ 5156259 w 7217295"/>
              <a:gd name="connsiteY1" fmla="*/ 1208759 h 4631277"/>
              <a:gd name="connsiteX2" fmla="*/ 7217145 w 7217295"/>
              <a:gd name="connsiteY2" fmla="*/ 4631277 h 4631277"/>
              <a:gd name="connsiteX3" fmla="*/ 1172610 w 7217295"/>
              <a:gd name="connsiteY3" fmla="*/ 4593547 h 4631277"/>
              <a:gd name="connsiteX4" fmla="*/ 52552 w 7217295"/>
              <a:gd name="connsiteY4" fmla="*/ 83309 h 4631277"/>
              <a:gd name="connsiteX0" fmla="*/ 0 w 7217295"/>
              <a:gd name="connsiteY0" fmla="*/ 118031 h 4631277"/>
              <a:gd name="connsiteX1" fmla="*/ 3783147 w 7217295"/>
              <a:gd name="connsiteY1" fmla="*/ 815353 h 4631277"/>
              <a:gd name="connsiteX2" fmla="*/ 6342258 w 7217295"/>
              <a:gd name="connsiteY2" fmla="*/ 2706593 h 4631277"/>
              <a:gd name="connsiteX3" fmla="*/ 6740327 w 7217295"/>
              <a:gd name="connsiteY3" fmla="*/ 3963668 h 4631277"/>
              <a:gd name="connsiteX4" fmla="*/ 6530591 w 7217295"/>
              <a:gd name="connsiteY4" fmla="*/ 4615765 h 4631277"/>
              <a:gd name="connsiteX0" fmla="*/ 52552 w 7217295"/>
              <a:gd name="connsiteY0" fmla="*/ 83309 h 4631277"/>
              <a:gd name="connsiteX1" fmla="*/ 5156259 w 7217295"/>
              <a:gd name="connsiteY1" fmla="*/ 1208759 h 4631277"/>
              <a:gd name="connsiteX2" fmla="*/ 7217145 w 7217295"/>
              <a:gd name="connsiteY2" fmla="*/ 4631277 h 4631277"/>
              <a:gd name="connsiteX3" fmla="*/ 1172610 w 7217295"/>
              <a:gd name="connsiteY3" fmla="*/ 4593547 h 4631277"/>
              <a:gd name="connsiteX4" fmla="*/ 52552 w 7217295"/>
              <a:gd name="connsiteY4" fmla="*/ 83309 h 4631277"/>
              <a:gd name="connsiteX0" fmla="*/ 0 w 7217295"/>
              <a:gd name="connsiteY0" fmla="*/ 118031 h 4631277"/>
              <a:gd name="connsiteX1" fmla="*/ 3783147 w 7217295"/>
              <a:gd name="connsiteY1" fmla="*/ 815353 h 4631277"/>
              <a:gd name="connsiteX2" fmla="*/ 6342258 w 7217295"/>
              <a:gd name="connsiteY2" fmla="*/ 2706593 h 4631277"/>
              <a:gd name="connsiteX3" fmla="*/ 6740327 w 7217295"/>
              <a:gd name="connsiteY3" fmla="*/ 3963668 h 4631277"/>
              <a:gd name="connsiteX4" fmla="*/ 6530591 w 7217295"/>
              <a:gd name="connsiteY4" fmla="*/ 4615765 h 4631277"/>
              <a:gd name="connsiteX0" fmla="*/ 52552 w 7217295"/>
              <a:gd name="connsiteY0" fmla="*/ 83309 h 4631277"/>
              <a:gd name="connsiteX1" fmla="*/ 5156259 w 7217295"/>
              <a:gd name="connsiteY1" fmla="*/ 1208759 h 4631277"/>
              <a:gd name="connsiteX2" fmla="*/ 7217145 w 7217295"/>
              <a:gd name="connsiteY2" fmla="*/ 4631277 h 4631277"/>
              <a:gd name="connsiteX3" fmla="*/ 1172610 w 7217295"/>
              <a:gd name="connsiteY3" fmla="*/ 4593547 h 4631277"/>
              <a:gd name="connsiteX4" fmla="*/ 52552 w 7217295"/>
              <a:gd name="connsiteY4" fmla="*/ 83309 h 4631277"/>
              <a:gd name="connsiteX0" fmla="*/ 0 w 7217295"/>
              <a:gd name="connsiteY0" fmla="*/ 118031 h 4631277"/>
              <a:gd name="connsiteX1" fmla="*/ 3783147 w 7217295"/>
              <a:gd name="connsiteY1" fmla="*/ 815353 h 4631277"/>
              <a:gd name="connsiteX2" fmla="*/ 6342258 w 7217295"/>
              <a:gd name="connsiteY2" fmla="*/ 2706593 h 4631277"/>
              <a:gd name="connsiteX3" fmla="*/ 6740327 w 7217295"/>
              <a:gd name="connsiteY3" fmla="*/ 3963668 h 4631277"/>
              <a:gd name="connsiteX4" fmla="*/ 6530591 w 7217295"/>
              <a:gd name="connsiteY4" fmla="*/ 4615765 h 4631277"/>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783147 w 7217295"/>
              <a:gd name="connsiteY1" fmla="*/ 795106 h 4611030"/>
              <a:gd name="connsiteX2" fmla="*/ 6342258 w 7217295"/>
              <a:gd name="connsiteY2" fmla="*/ 2686346 h 4611030"/>
              <a:gd name="connsiteX3" fmla="*/ 6740327 w 7217295"/>
              <a:gd name="connsiteY3" fmla="*/ 3943421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783147 w 7217295"/>
              <a:gd name="connsiteY1" fmla="*/ 795106 h 4611030"/>
              <a:gd name="connsiteX2" fmla="*/ 6342258 w 7217295"/>
              <a:gd name="connsiteY2" fmla="*/ 2686346 h 4611030"/>
              <a:gd name="connsiteX3" fmla="*/ 6740327 w 7217295"/>
              <a:gd name="connsiteY3" fmla="*/ 3943421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783147 w 7217295"/>
              <a:gd name="connsiteY1" fmla="*/ 795106 h 4611030"/>
              <a:gd name="connsiteX2" fmla="*/ 6342258 w 7217295"/>
              <a:gd name="connsiteY2" fmla="*/ 2686346 h 4611030"/>
              <a:gd name="connsiteX3" fmla="*/ 6698162 w 7217295"/>
              <a:gd name="connsiteY3" fmla="*/ 3637721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783147 w 7217295"/>
              <a:gd name="connsiteY1" fmla="*/ 795106 h 4611030"/>
              <a:gd name="connsiteX2" fmla="*/ 6342258 w 7217295"/>
              <a:gd name="connsiteY2" fmla="*/ 2686346 h 4611030"/>
              <a:gd name="connsiteX3" fmla="*/ 6698162 w 7217295"/>
              <a:gd name="connsiteY3" fmla="*/ 3637721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783147 w 7217295"/>
              <a:gd name="connsiteY1" fmla="*/ 795106 h 4611030"/>
              <a:gd name="connsiteX2" fmla="*/ 6342258 w 7217295"/>
              <a:gd name="connsiteY2" fmla="*/ 2686346 h 4611030"/>
              <a:gd name="connsiteX3" fmla="*/ 6766681 w 7217295"/>
              <a:gd name="connsiteY3" fmla="*/ 3822195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783147 w 7217295"/>
              <a:gd name="connsiteY1" fmla="*/ 795106 h 4611030"/>
              <a:gd name="connsiteX2" fmla="*/ 6273739 w 7217295"/>
              <a:gd name="connsiteY2" fmla="*/ 2675804 h 4611030"/>
              <a:gd name="connsiteX3" fmla="*/ 6766681 w 7217295"/>
              <a:gd name="connsiteY3" fmla="*/ 3822195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783147 w 7217295"/>
              <a:gd name="connsiteY1" fmla="*/ 795106 h 4611030"/>
              <a:gd name="connsiteX2" fmla="*/ 6273739 w 7217295"/>
              <a:gd name="connsiteY2" fmla="*/ 2675804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783147 w 7217295"/>
              <a:gd name="connsiteY1" fmla="*/ 795106 h 4611030"/>
              <a:gd name="connsiteX2" fmla="*/ 6273739 w 7217295"/>
              <a:gd name="connsiteY2" fmla="*/ 2675804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53759 w 7217295"/>
              <a:gd name="connsiteY1" fmla="*/ 998528 h 4611030"/>
              <a:gd name="connsiteX2" fmla="*/ 6273739 w 7217295"/>
              <a:gd name="connsiteY2" fmla="*/ 2675804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53759 w 7217295"/>
              <a:gd name="connsiteY1" fmla="*/ 998528 h 4611030"/>
              <a:gd name="connsiteX2" fmla="*/ 6280301 w 7217295"/>
              <a:gd name="connsiteY2" fmla="*/ 2636432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53759 w 7217295"/>
              <a:gd name="connsiteY1" fmla="*/ 998528 h 4611030"/>
              <a:gd name="connsiteX2" fmla="*/ 6280301 w 7217295"/>
              <a:gd name="connsiteY2" fmla="*/ 2636432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53759 w 7217295"/>
              <a:gd name="connsiteY1" fmla="*/ 998528 h 4611030"/>
              <a:gd name="connsiteX2" fmla="*/ 6280301 w 7217295"/>
              <a:gd name="connsiteY2" fmla="*/ 2636432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814697 w 7217295"/>
              <a:gd name="connsiteY1" fmla="*/ 885540 h 4611030"/>
              <a:gd name="connsiteX2" fmla="*/ 6280301 w 7217295"/>
              <a:gd name="connsiteY2" fmla="*/ 2636432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814697 w 7217295"/>
              <a:gd name="connsiteY1" fmla="*/ 885540 h 4611030"/>
              <a:gd name="connsiteX2" fmla="*/ 6280301 w 7217295"/>
              <a:gd name="connsiteY2" fmla="*/ 2636432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80301 w 7217295"/>
              <a:gd name="connsiteY2" fmla="*/ 2636432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80301 w 7217295"/>
              <a:gd name="connsiteY2" fmla="*/ 2636432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80301 w 7217295"/>
              <a:gd name="connsiteY2" fmla="*/ 2636432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38637 w 7217295"/>
              <a:gd name="connsiteY2" fmla="*/ 2594768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38637 w 7217295"/>
              <a:gd name="connsiteY2" fmla="*/ 2594768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38637 w 7217295"/>
              <a:gd name="connsiteY2" fmla="*/ 2594768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38637 w 7217295"/>
              <a:gd name="connsiteY2" fmla="*/ 2594768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38637 w 7217295"/>
              <a:gd name="connsiteY2" fmla="*/ 2594768 h 4611030"/>
              <a:gd name="connsiteX3" fmla="*/ 6740327 w 7217295"/>
              <a:gd name="connsiteY3" fmla="*/ 3806383 h 4611030"/>
              <a:gd name="connsiteX4" fmla="*/ 6530591 w 7217295"/>
              <a:gd name="connsiteY4" fmla="*/ 4595518 h 4611030"/>
              <a:gd name="connsiteX0" fmla="*/ 52552 w 7217295"/>
              <a:gd name="connsiteY0" fmla="*/ 63062 h 4611030"/>
              <a:gd name="connsiteX1" fmla="*/ 5156259 w 7217295"/>
              <a:gd name="connsiteY1" fmla="*/ 1188512 h 4611030"/>
              <a:gd name="connsiteX2" fmla="*/ 7217145 w 7217295"/>
              <a:gd name="connsiteY2" fmla="*/ 4611030 h 4611030"/>
              <a:gd name="connsiteX3" fmla="*/ 1172610 w 7217295"/>
              <a:gd name="connsiteY3" fmla="*/ 4573300 h 4611030"/>
              <a:gd name="connsiteX4" fmla="*/ 52552 w 7217295"/>
              <a:gd name="connsiteY4" fmla="*/ 63062 h 4611030"/>
              <a:gd name="connsiteX0" fmla="*/ 0 w 7217295"/>
              <a:gd name="connsiteY0" fmla="*/ 97784 h 4611030"/>
              <a:gd name="connsiteX1" fmla="*/ 3988524 w 7217295"/>
              <a:gd name="connsiteY1" fmla="*/ 816009 h 4611030"/>
              <a:gd name="connsiteX2" fmla="*/ 6238637 w 7217295"/>
              <a:gd name="connsiteY2" fmla="*/ 2594768 h 4611030"/>
              <a:gd name="connsiteX3" fmla="*/ 6740327 w 7217295"/>
              <a:gd name="connsiteY3" fmla="*/ 3806383 h 4611030"/>
              <a:gd name="connsiteX4" fmla="*/ 6530591 w 7217295"/>
              <a:gd name="connsiteY4" fmla="*/ 4595518 h 4611030"/>
              <a:gd name="connsiteX0" fmla="*/ 52552 w 7217295"/>
              <a:gd name="connsiteY0" fmla="*/ 75219 h 4623187"/>
              <a:gd name="connsiteX1" fmla="*/ 5156259 w 7217295"/>
              <a:gd name="connsiteY1" fmla="*/ 1200669 h 4623187"/>
              <a:gd name="connsiteX2" fmla="*/ 7217145 w 7217295"/>
              <a:gd name="connsiteY2" fmla="*/ 4623187 h 4623187"/>
              <a:gd name="connsiteX3" fmla="*/ 1172610 w 7217295"/>
              <a:gd name="connsiteY3" fmla="*/ 4585457 h 4623187"/>
              <a:gd name="connsiteX4" fmla="*/ 52552 w 7217295"/>
              <a:gd name="connsiteY4" fmla="*/ 75219 h 4623187"/>
              <a:gd name="connsiteX0" fmla="*/ 0 w 7217295"/>
              <a:gd name="connsiteY0" fmla="*/ 109941 h 4623187"/>
              <a:gd name="connsiteX1" fmla="*/ 4019586 w 7217295"/>
              <a:gd name="connsiteY1" fmla="*/ 750510 h 4623187"/>
              <a:gd name="connsiteX2" fmla="*/ 6238637 w 7217295"/>
              <a:gd name="connsiteY2" fmla="*/ 2606925 h 4623187"/>
              <a:gd name="connsiteX3" fmla="*/ 6740327 w 7217295"/>
              <a:gd name="connsiteY3" fmla="*/ 3818540 h 4623187"/>
              <a:gd name="connsiteX4" fmla="*/ 6530591 w 7217295"/>
              <a:gd name="connsiteY4" fmla="*/ 4607675 h 4623187"/>
              <a:gd name="connsiteX0" fmla="*/ 52552 w 7217295"/>
              <a:gd name="connsiteY0" fmla="*/ 75219 h 4623187"/>
              <a:gd name="connsiteX1" fmla="*/ 5156259 w 7217295"/>
              <a:gd name="connsiteY1" fmla="*/ 1200669 h 4623187"/>
              <a:gd name="connsiteX2" fmla="*/ 7217145 w 7217295"/>
              <a:gd name="connsiteY2" fmla="*/ 4623187 h 4623187"/>
              <a:gd name="connsiteX3" fmla="*/ 1172610 w 7217295"/>
              <a:gd name="connsiteY3" fmla="*/ 4585457 h 4623187"/>
              <a:gd name="connsiteX4" fmla="*/ 52552 w 7217295"/>
              <a:gd name="connsiteY4" fmla="*/ 75219 h 4623187"/>
              <a:gd name="connsiteX0" fmla="*/ 0 w 7217295"/>
              <a:gd name="connsiteY0" fmla="*/ 109941 h 4623187"/>
              <a:gd name="connsiteX1" fmla="*/ 4019586 w 7217295"/>
              <a:gd name="connsiteY1" fmla="*/ 750510 h 4623187"/>
              <a:gd name="connsiteX2" fmla="*/ 6238637 w 7217295"/>
              <a:gd name="connsiteY2" fmla="*/ 2606925 h 4623187"/>
              <a:gd name="connsiteX3" fmla="*/ 6740327 w 7217295"/>
              <a:gd name="connsiteY3" fmla="*/ 3818540 h 4623187"/>
              <a:gd name="connsiteX4" fmla="*/ 6530591 w 7217295"/>
              <a:gd name="connsiteY4" fmla="*/ 4607675 h 4623187"/>
              <a:gd name="connsiteX0" fmla="*/ 52552 w 7217295"/>
              <a:gd name="connsiteY0" fmla="*/ 63061 h 4611029"/>
              <a:gd name="connsiteX1" fmla="*/ 5156259 w 7217295"/>
              <a:gd name="connsiteY1" fmla="*/ 1188511 h 4611029"/>
              <a:gd name="connsiteX2" fmla="*/ 7217145 w 7217295"/>
              <a:gd name="connsiteY2" fmla="*/ 4611029 h 4611029"/>
              <a:gd name="connsiteX3" fmla="*/ 1172610 w 7217295"/>
              <a:gd name="connsiteY3" fmla="*/ 4573299 h 4611029"/>
              <a:gd name="connsiteX4" fmla="*/ 52552 w 7217295"/>
              <a:gd name="connsiteY4" fmla="*/ 63061 h 4611029"/>
              <a:gd name="connsiteX0" fmla="*/ 0 w 7217295"/>
              <a:gd name="connsiteY0" fmla="*/ 97783 h 4611029"/>
              <a:gd name="connsiteX1" fmla="*/ 4019586 w 7217295"/>
              <a:gd name="connsiteY1" fmla="*/ 738352 h 4611029"/>
              <a:gd name="connsiteX2" fmla="*/ 6180952 w 7217295"/>
              <a:gd name="connsiteY2" fmla="*/ 2352492 h 4611029"/>
              <a:gd name="connsiteX3" fmla="*/ 6740327 w 7217295"/>
              <a:gd name="connsiteY3" fmla="*/ 3806382 h 4611029"/>
              <a:gd name="connsiteX4" fmla="*/ 6530591 w 7217295"/>
              <a:gd name="connsiteY4" fmla="*/ 4595517 h 4611029"/>
              <a:gd name="connsiteX0" fmla="*/ 52552 w 7217295"/>
              <a:gd name="connsiteY0" fmla="*/ 63061 h 4611029"/>
              <a:gd name="connsiteX1" fmla="*/ 5156259 w 7217295"/>
              <a:gd name="connsiteY1" fmla="*/ 1188511 h 4611029"/>
              <a:gd name="connsiteX2" fmla="*/ 7217145 w 7217295"/>
              <a:gd name="connsiteY2" fmla="*/ 4611029 h 4611029"/>
              <a:gd name="connsiteX3" fmla="*/ 1172610 w 7217295"/>
              <a:gd name="connsiteY3" fmla="*/ 4573299 h 4611029"/>
              <a:gd name="connsiteX4" fmla="*/ 52552 w 7217295"/>
              <a:gd name="connsiteY4" fmla="*/ 63061 h 4611029"/>
              <a:gd name="connsiteX0" fmla="*/ 0 w 7217295"/>
              <a:gd name="connsiteY0" fmla="*/ 97783 h 4611029"/>
              <a:gd name="connsiteX1" fmla="*/ 4019586 w 7217295"/>
              <a:gd name="connsiteY1" fmla="*/ 738352 h 4611029"/>
              <a:gd name="connsiteX2" fmla="*/ 6180952 w 7217295"/>
              <a:gd name="connsiteY2" fmla="*/ 2352492 h 4611029"/>
              <a:gd name="connsiteX3" fmla="*/ 6740327 w 7217295"/>
              <a:gd name="connsiteY3" fmla="*/ 3806382 h 4611029"/>
              <a:gd name="connsiteX4" fmla="*/ 6530591 w 7217295"/>
              <a:gd name="connsiteY4" fmla="*/ 4595517 h 4611029"/>
              <a:gd name="connsiteX0" fmla="*/ 52552 w 7217295"/>
              <a:gd name="connsiteY0" fmla="*/ 63061 h 4611029"/>
              <a:gd name="connsiteX1" fmla="*/ 5156259 w 7217295"/>
              <a:gd name="connsiteY1" fmla="*/ 1188511 h 4611029"/>
              <a:gd name="connsiteX2" fmla="*/ 7217145 w 7217295"/>
              <a:gd name="connsiteY2" fmla="*/ 4611029 h 4611029"/>
              <a:gd name="connsiteX3" fmla="*/ 1172610 w 7217295"/>
              <a:gd name="connsiteY3" fmla="*/ 4573299 h 4611029"/>
              <a:gd name="connsiteX4" fmla="*/ 52552 w 7217295"/>
              <a:gd name="connsiteY4" fmla="*/ 63061 h 4611029"/>
              <a:gd name="connsiteX0" fmla="*/ 0 w 7217295"/>
              <a:gd name="connsiteY0" fmla="*/ 97783 h 4611029"/>
              <a:gd name="connsiteX1" fmla="*/ 4019586 w 7217295"/>
              <a:gd name="connsiteY1" fmla="*/ 738352 h 4611029"/>
              <a:gd name="connsiteX2" fmla="*/ 6167861 w 7217295"/>
              <a:gd name="connsiteY2" fmla="*/ 2234683 h 4611029"/>
              <a:gd name="connsiteX3" fmla="*/ 6740327 w 7217295"/>
              <a:gd name="connsiteY3" fmla="*/ 3806382 h 4611029"/>
              <a:gd name="connsiteX4" fmla="*/ 6530591 w 7217295"/>
              <a:gd name="connsiteY4" fmla="*/ 4595517 h 4611029"/>
              <a:gd name="connsiteX0" fmla="*/ 52552 w 7217295"/>
              <a:gd name="connsiteY0" fmla="*/ 63061 h 4611029"/>
              <a:gd name="connsiteX1" fmla="*/ 5156259 w 7217295"/>
              <a:gd name="connsiteY1" fmla="*/ 1188511 h 4611029"/>
              <a:gd name="connsiteX2" fmla="*/ 7217145 w 7217295"/>
              <a:gd name="connsiteY2" fmla="*/ 4611029 h 4611029"/>
              <a:gd name="connsiteX3" fmla="*/ 1172610 w 7217295"/>
              <a:gd name="connsiteY3" fmla="*/ 4573299 h 4611029"/>
              <a:gd name="connsiteX4" fmla="*/ 52552 w 7217295"/>
              <a:gd name="connsiteY4" fmla="*/ 63061 h 4611029"/>
              <a:gd name="connsiteX0" fmla="*/ 0 w 7217295"/>
              <a:gd name="connsiteY0" fmla="*/ 97783 h 4611029"/>
              <a:gd name="connsiteX1" fmla="*/ 4019586 w 7217295"/>
              <a:gd name="connsiteY1" fmla="*/ 738352 h 4611029"/>
              <a:gd name="connsiteX2" fmla="*/ 6167861 w 7217295"/>
              <a:gd name="connsiteY2" fmla="*/ 2234683 h 4611029"/>
              <a:gd name="connsiteX3" fmla="*/ 6753418 w 7217295"/>
              <a:gd name="connsiteY3" fmla="*/ 3649303 h 4611029"/>
              <a:gd name="connsiteX4" fmla="*/ 6530591 w 7217295"/>
              <a:gd name="connsiteY4" fmla="*/ 4595517 h 4611029"/>
              <a:gd name="connsiteX0" fmla="*/ 52552 w 7217295"/>
              <a:gd name="connsiteY0" fmla="*/ 63061 h 4611029"/>
              <a:gd name="connsiteX1" fmla="*/ 5156259 w 7217295"/>
              <a:gd name="connsiteY1" fmla="*/ 1188511 h 4611029"/>
              <a:gd name="connsiteX2" fmla="*/ 7217145 w 7217295"/>
              <a:gd name="connsiteY2" fmla="*/ 4611029 h 4611029"/>
              <a:gd name="connsiteX3" fmla="*/ 1172610 w 7217295"/>
              <a:gd name="connsiteY3" fmla="*/ 4573299 h 4611029"/>
              <a:gd name="connsiteX4" fmla="*/ 52552 w 7217295"/>
              <a:gd name="connsiteY4" fmla="*/ 63061 h 4611029"/>
              <a:gd name="connsiteX0" fmla="*/ 0 w 7217295"/>
              <a:gd name="connsiteY0" fmla="*/ 97783 h 4611029"/>
              <a:gd name="connsiteX1" fmla="*/ 4019586 w 7217295"/>
              <a:gd name="connsiteY1" fmla="*/ 738352 h 4611029"/>
              <a:gd name="connsiteX2" fmla="*/ 6167861 w 7217295"/>
              <a:gd name="connsiteY2" fmla="*/ 2234683 h 4611029"/>
              <a:gd name="connsiteX3" fmla="*/ 6753418 w 7217295"/>
              <a:gd name="connsiteY3" fmla="*/ 3649303 h 4611029"/>
              <a:gd name="connsiteX4" fmla="*/ 6530591 w 7217295"/>
              <a:gd name="connsiteY4" fmla="*/ 4595517 h 4611029"/>
              <a:gd name="connsiteX0" fmla="*/ 52552 w 7217295"/>
              <a:gd name="connsiteY0" fmla="*/ 63061 h 4611029"/>
              <a:gd name="connsiteX1" fmla="*/ 5156259 w 7217295"/>
              <a:gd name="connsiteY1" fmla="*/ 1188511 h 4611029"/>
              <a:gd name="connsiteX2" fmla="*/ 7217145 w 7217295"/>
              <a:gd name="connsiteY2" fmla="*/ 4611029 h 4611029"/>
              <a:gd name="connsiteX3" fmla="*/ 1172610 w 7217295"/>
              <a:gd name="connsiteY3" fmla="*/ 4573299 h 4611029"/>
              <a:gd name="connsiteX4" fmla="*/ 52552 w 7217295"/>
              <a:gd name="connsiteY4" fmla="*/ 63061 h 4611029"/>
              <a:gd name="connsiteX0" fmla="*/ 0 w 7217295"/>
              <a:gd name="connsiteY0" fmla="*/ 97783 h 4611029"/>
              <a:gd name="connsiteX1" fmla="*/ 4085035 w 7217295"/>
              <a:gd name="connsiteY1" fmla="*/ 803803 h 4611029"/>
              <a:gd name="connsiteX2" fmla="*/ 6167861 w 7217295"/>
              <a:gd name="connsiteY2" fmla="*/ 2234683 h 4611029"/>
              <a:gd name="connsiteX3" fmla="*/ 6753418 w 7217295"/>
              <a:gd name="connsiteY3" fmla="*/ 3649303 h 4611029"/>
              <a:gd name="connsiteX4" fmla="*/ 6530591 w 7217295"/>
              <a:gd name="connsiteY4" fmla="*/ 4595517 h 4611029"/>
              <a:gd name="connsiteX0" fmla="*/ 52552 w 7217295"/>
              <a:gd name="connsiteY0" fmla="*/ 63061 h 4611029"/>
              <a:gd name="connsiteX1" fmla="*/ 5156259 w 7217295"/>
              <a:gd name="connsiteY1" fmla="*/ 1188511 h 4611029"/>
              <a:gd name="connsiteX2" fmla="*/ 7217145 w 7217295"/>
              <a:gd name="connsiteY2" fmla="*/ 4611029 h 4611029"/>
              <a:gd name="connsiteX3" fmla="*/ 1172610 w 7217295"/>
              <a:gd name="connsiteY3" fmla="*/ 4573299 h 4611029"/>
              <a:gd name="connsiteX4" fmla="*/ 52552 w 7217295"/>
              <a:gd name="connsiteY4" fmla="*/ 63061 h 4611029"/>
              <a:gd name="connsiteX0" fmla="*/ 0 w 7217295"/>
              <a:gd name="connsiteY0" fmla="*/ 97783 h 4611029"/>
              <a:gd name="connsiteX1" fmla="*/ 4085035 w 7217295"/>
              <a:gd name="connsiteY1" fmla="*/ 803803 h 4611029"/>
              <a:gd name="connsiteX2" fmla="*/ 6167861 w 7217295"/>
              <a:gd name="connsiteY2" fmla="*/ 2234683 h 4611029"/>
              <a:gd name="connsiteX3" fmla="*/ 6753418 w 7217295"/>
              <a:gd name="connsiteY3" fmla="*/ 3649303 h 4611029"/>
              <a:gd name="connsiteX4" fmla="*/ 6530591 w 7217295"/>
              <a:gd name="connsiteY4" fmla="*/ 4595517 h 4611029"/>
              <a:gd name="connsiteX0" fmla="*/ 52552 w 7217283"/>
              <a:gd name="connsiteY0" fmla="*/ 104977 h 4652945"/>
              <a:gd name="connsiteX1" fmla="*/ 5076847 w 7217283"/>
              <a:gd name="connsiteY1" fmla="*/ 844708 h 4652945"/>
              <a:gd name="connsiteX2" fmla="*/ 7217145 w 7217283"/>
              <a:gd name="connsiteY2" fmla="*/ 4652945 h 4652945"/>
              <a:gd name="connsiteX3" fmla="*/ 1172610 w 7217283"/>
              <a:gd name="connsiteY3" fmla="*/ 4615215 h 4652945"/>
              <a:gd name="connsiteX4" fmla="*/ 52552 w 7217283"/>
              <a:gd name="connsiteY4" fmla="*/ 104977 h 4652945"/>
              <a:gd name="connsiteX0" fmla="*/ 0 w 7217283"/>
              <a:gd name="connsiteY0" fmla="*/ 139699 h 4652945"/>
              <a:gd name="connsiteX1" fmla="*/ 4085035 w 7217283"/>
              <a:gd name="connsiteY1" fmla="*/ 845719 h 4652945"/>
              <a:gd name="connsiteX2" fmla="*/ 6167861 w 7217283"/>
              <a:gd name="connsiteY2" fmla="*/ 2276599 h 4652945"/>
              <a:gd name="connsiteX3" fmla="*/ 6753418 w 7217283"/>
              <a:gd name="connsiteY3" fmla="*/ 3691219 h 4652945"/>
              <a:gd name="connsiteX4" fmla="*/ 6530591 w 7217283"/>
              <a:gd name="connsiteY4" fmla="*/ 4637433 h 4652945"/>
              <a:gd name="connsiteX0" fmla="*/ 52552 w 7217283"/>
              <a:gd name="connsiteY0" fmla="*/ 104977 h 4652945"/>
              <a:gd name="connsiteX1" fmla="*/ 5076847 w 7217283"/>
              <a:gd name="connsiteY1" fmla="*/ 844708 h 4652945"/>
              <a:gd name="connsiteX2" fmla="*/ 7217145 w 7217283"/>
              <a:gd name="connsiteY2" fmla="*/ 4652945 h 4652945"/>
              <a:gd name="connsiteX3" fmla="*/ 1172610 w 7217283"/>
              <a:gd name="connsiteY3" fmla="*/ 4615215 h 4652945"/>
              <a:gd name="connsiteX4" fmla="*/ 52552 w 7217283"/>
              <a:gd name="connsiteY4" fmla="*/ 104977 h 4652945"/>
              <a:gd name="connsiteX0" fmla="*/ 0 w 7217283"/>
              <a:gd name="connsiteY0" fmla="*/ 139699 h 4652945"/>
              <a:gd name="connsiteX1" fmla="*/ 4085035 w 7217283"/>
              <a:gd name="connsiteY1" fmla="*/ 845719 h 4652945"/>
              <a:gd name="connsiteX2" fmla="*/ 6167861 w 7217283"/>
              <a:gd name="connsiteY2" fmla="*/ 2276599 h 4652945"/>
              <a:gd name="connsiteX3" fmla="*/ 6753418 w 7217283"/>
              <a:gd name="connsiteY3" fmla="*/ 3691219 h 4652945"/>
              <a:gd name="connsiteX4" fmla="*/ 6530591 w 7217283"/>
              <a:gd name="connsiteY4" fmla="*/ 4637433 h 4652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7283" h="4652945" stroke="0" extrusionOk="0">
                <a:moveTo>
                  <a:pt x="52552" y="104977"/>
                </a:moveTo>
                <a:cubicBezTo>
                  <a:pt x="1696855" y="-164819"/>
                  <a:pt x="3882748" y="86713"/>
                  <a:pt x="5076847" y="844708"/>
                </a:cubicBezTo>
                <a:cubicBezTo>
                  <a:pt x="6270946" y="1602703"/>
                  <a:pt x="7230527" y="2915773"/>
                  <a:pt x="7217145" y="4652945"/>
                </a:cubicBezTo>
                <a:lnTo>
                  <a:pt x="1172610" y="4615215"/>
                </a:lnTo>
                <a:lnTo>
                  <a:pt x="52552" y="104977"/>
                </a:lnTo>
                <a:close/>
              </a:path>
              <a:path w="7217283" h="4652945" fill="none">
                <a:moveTo>
                  <a:pt x="0" y="139699"/>
                </a:moveTo>
                <a:cubicBezTo>
                  <a:pt x="1644303" y="-130097"/>
                  <a:pt x="3057057" y="421502"/>
                  <a:pt x="4085035" y="845719"/>
                </a:cubicBezTo>
                <a:cubicBezTo>
                  <a:pt x="5113013" y="1269936"/>
                  <a:pt x="5734475" y="1768315"/>
                  <a:pt x="6167861" y="2276599"/>
                </a:cubicBezTo>
                <a:cubicBezTo>
                  <a:pt x="6601247" y="2784883"/>
                  <a:pt x="6771503" y="3297747"/>
                  <a:pt x="6753418" y="3691219"/>
                </a:cubicBezTo>
                <a:cubicBezTo>
                  <a:pt x="6735333" y="4084691"/>
                  <a:pt x="6667584" y="4365592"/>
                  <a:pt x="6530591" y="4637433"/>
                </a:cubicBezTo>
              </a:path>
            </a:pathLst>
          </a:custGeom>
          <a:ln w="25400">
            <a:solidFill>
              <a:schemeClr val="accent1">
                <a:lumMod val="75000"/>
                <a:alpha val="50000"/>
              </a:schemeClr>
            </a:solidFill>
          </a:ln>
          <a:effectLst>
            <a:glow rad="127000">
              <a:schemeClr val="accent1">
                <a:alpha val="20000"/>
              </a:schemeClr>
            </a:glow>
          </a:effectLst>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CC</a:t>
            </a:r>
          </a:p>
        </p:txBody>
      </p:sp>
      <p:pic>
        <p:nvPicPr>
          <p:cNvPr id="4" name="Picture 3">
            <a:extLst>
              <a:ext uri="{FF2B5EF4-FFF2-40B4-BE49-F238E27FC236}">
                <a16:creationId xmlns:a16="http://schemas.microsoft.com/office/drawing/2014/main" id="{E9C35CDF-750B-15E0-F1F4-6F33904CD073}"/>
              </a:ext>
            </a:extLst>
          </p:cNvPr>
          <p:cNvPicPr>
            <a:picLocks noChangeAspect="1"/>
          </p:cNvPicPr>
          <p:nvPr userDrawn="1"/>
        </p:nvPicPr>
        <p:blipFill>
          <a:blip r:embed="rId3">
            <a:duotone>
              <a:prstClr val="black"/>
              <a:srgbClr val="F200FB">
                <a:tint val="45000"/>
                <a:satMod val="400000"/>
              </a:srgbClr>
            </a:duotone>
            <a:extLst>
              <a:ext uri="{BEBA8EAE-BF5A-486C-A8C5-ECC9F3942E4B}">
                <a14:imgProps xmlns:a14="http://schemas.microsoft.com/office/drawing/2010/main">
                  <a14:imgLayer r:embed="rId4">
                    <a14:imgEffect>
                      <a14:brightnessContrast bright="41000"/>
                    </a14:imgEffect>
                  </a14:imgLayer>
                </a14:imgProps>
              </a:ext>
              <a:ext uri="{28A0092B-C50C-407E-A947-70E740481C1C}">
                <a14:useLocalDpi xmlns:a14="http://schemas.microsoft.com/office/drawing/2010/main" val="0"/>
              </a:ext>
            </a:extLst>
          </a:blip>
          <a:srcRect/>
          <a:stretch/>
        </p:blipFill>
        <p:spPr>
          <a:xfrm>
            <a:off x="7186583" y="647479"/>
            <a:ext cx="1066572" cy="1066572"/>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grpSp>
        <p:nvGrpSpPr>
          <p:cNvPr id="5" name="Group 4">
            <a:extLst>
              <a:ext uri="{FF2B5EF4-FFF2-40B4-BE49-F238E27FC236}">
                <a16:creationId xmlns:a16="http://schemas.microsoft.com/office/drawing/2014/main" id="{7334D203-E0F5-BCAA-F44B-483D47529AD4}"/>
              </a:ext>
            </a:extLst>
          </p:cNvPr>
          <p:cNvGrpSpPr/>
          <p:nvPr userDrawn="1"/>
        </p:nvGrpSpPr>
        <p:grpSpPr>
          <a:xfrm flipV="1">
            <a:off x="3467919" y="4703574"/>
            <a:ext cx="1146629" cy="440375"/>
            <a:chOff x="2950468" y="1821260"/>
            <a:chExt cx="1146629" cy="440375"/>
          </a:xfrm>
        </p:grpSpPr>
        <p:grpSp>
          <p:nvGrpSpPr>
            <p:cNvPr id="6" name="Group 5">
              <a:extLst>
                <a:ext uri="{FF2B5EF4-FFF2-40B4-BE49-F238E27FC236}">
                  <a16:creationId xmlns:a16="http://schemas.microsoft.com/office/drawing/2014/main" id="{4237ADE3-6E66-0246-01BD-A41AEB6E4B9B}"/>
                </a:ext>
              </a:extLst>
            </p:cNvPr>
            <p:cNvGrpSpPr/>
            <p:nvPr/>
          </p:nvGrpSpPr>
          <p:grpSpPr>
            <a:xfrm>
              <a:off x="3966468" y="1821260"/>
              <a:ext cx="130629" cy="118571"/>
              <a:chOff x="6030685" y="1226904"/>
              <a:chExt cx="130629" cy="118571"/>
            </a:xfrm>
          </p:grpSpPr>
          <p:cxnSp>
            <p:nvCxnSpPr>
              <p:cNvPr id="25" name="Straight Connector 24">
                <a:extLst>
                  <a:ext uri="{FF2B5EF4-FFF2-40B4-BE49-F238E27FC236}">
                    <a16:creationId xmlns:a16="http://schemas.microsoft.com/office/drawing/2014/main" id="{0937FF8D-1D4A-09BE-E46A-3F1AEB2BEEF6}"/>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DE34077-2141-E96B-3069-6FC5B864D566}"/>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2D35BA93-E698-E4FF-D8E0-4DFBE558882F}"/>
                </a:ext>
              </a:extLst>
            </p:cNvPr>
            <p:cNvGrpSpPr/>
            <p:nvPr/>
          </p:nvGrpSpPr>
          <p:grpSpPr>
            <a:xfrm>
              <a:off x="3458468" y="2143064"/>
              <a:ext cx="130629" cy="118571"/>
              <a:chOff x="6030685" y="1226904"/>
              <a:chExt cx="130629" cy="118571"/>
            </a:xfrm>
          </p:grpSpPr>
          <p:cxnSp>
            <p:nvCxnSpPr>
              <p:cNvPr id="23" name="Straight Connector 22">
                <a:extLst>
                  <a:ext uri="{FF2B5EF4-FFF2-40B4-BE49-F238E27FC236}">
                    <a16:creationId xmlns:a16="http://schemas.microsoft.com/office/drawing/2014/main" id="{1E6A73CE-7A56-EE2C-E78A-1AF270D76887}"/>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D0BAC7A-6F9D-87AC-775B-CE3A59A76BE9}"/>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AF04C3BF-F441-9FCB-C893-26611CE3DE48}"/>
                </a:ext>
              </a:extLst>
            </p:cNvPr>
            <p:cNvGrpSpPr/>
            <p:nvPr/>
          </p:nvGrpSpPr>
          <p:grpSpPr>
            <a:xfrm>
              <a:off x="2950468" y="2143064"/>
              <a:ext cx="130629" cy="118571"/>
              <a:chOff x="6030685" y="1226904"/>
              <a:chExt cx="130629" cy="118571"/>
            </a:xfrm>
          </p:grpSpPr>
          <p:cxnSp>
            <p:nvCxnSpPr>
              <p:cNvPr id="21" name="Straight Connector 20">
                <a:extLst>
                  <a:ext uri="{FF2B5EF4-FFF2-40B4-BE49-F238E27FC236}">
                    <a16:creationId xmlns:a16="http://schemas.microsoft.com/office/drawing/2014/main" id="{6364A979-050B-D7F8-F9A2-4DE6E0F8EE84}"/>
                  </a:ext>
                </a:extLst>
              </p:cNvPr>
              <p:cNvCxnSpPr>
                <a:cxnSpLocks/>
              </p:cNvCxnSpPr>
              <p:nvPr/>
            </p:nvCxnSpPr>
            <p:spPr>
              <a:xfrm>
                <a:off x="6095999" y="1226904"/>
                <a:ext cx="0" cy="1185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2D99BB9-81CD-58E3-A012-B1504FA09452}"/>
                  </a:ext>
                </a:extLst>
              </p:cNvPr>
              <p:cNvCxnSpPr>
                <a:cxnSpLocks/>
              </p:cNvCxnSpPr>
              <p:nvPr/>
            </p:nvCxnSpPr>
            <p:spPr>
              <a:xfrm flipH="1">
                <a:off x="6030685" y="1286189"/>
                <a:ext cx="130629"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924402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2" descr="A picture containing night, star, dark, outdoor object&#10;&#10;Description automatically generated">
            <a:extLst>
              <a:ext uri="{FF2B5EF4-FFF2-40B4-BE49-F238E27FC236}">
                <a16:creationId xmlns:a16="http://schemas.microsoft.com/office/drawing/2014/main" id="{A3B29B5E-A97F-286C-DCBB-6A214A246589}"/>
              </a:ext>
            </a:extLst>
          </p:cNvPr>
          <p:cNvPicPr>
            <a:picLocks/>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4" name="Rectangle 3">
            <a:extLst>
              <a:ext uri="{FF2B5EF4-FFF2-40B4-BE49-F238E27FC236}">
                <a16:creationId xmlns:a16="http://schemas.microsoft.com/office/drawing/2014/main" id="{8FEB0C29-D0BC-4F33-04AE-5AE17A01141C}"/>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4293AB79-1A45-0376-C791-6689C7151290}"/>
              </a:ext>
            </a:extLst>
          </p:cNvPr>
          <p:cNvSpPr>
            <a:spLocks noGrp="1"/>
          </p:cNvSpPr>
          <p:nvPr>
            <p:ph type="ftr" sz="quarter" idx="10"/>
          </p:nvPr>
        </p:nvSpPr>
        <p:spPr/>
        <p:txBody>
          <a:bodyPr/>
          <a:lstStyle/>
          <a:p>
            <a:r>
              <a:rPr lang="en-US" dirty="0"/>
              <a:t>Artist portfolio</a:t>
            </a:r>
          </a:p>
        </p:txBody>
      </p:sp>
      <p:sp>
        <p:nvSpPr>
          <p:cNvPr id="10" name="Slide Number Placeholder 9">
            <a:extLst>
              <a:ext uri="{FF2B5EF4-FFF2-40B4-BE49-F238E27FC236}">
                <a16:creationId xmlns:a16="http://schemas.microsoft.com/office/drawing/2014/main" id="{868C0C89-2F1C-8748-8297-B0A51C104509}"/>
              </a:ext>
            </a:extLst>
          </p:cNvPr>
          <p:cNvSpPr>
            <a:spLocks noGrp="1"/>
          </p:cNvSpPr>
          <p:nvPr>
            <p:ph type="sldNum" sz="quarter" idx="11"/>
          </p:nvPr>
        </p:nvSpPr>
        <p:spPr/>
        <p:txBody>
          <a:bodyPr/>
          <a:lstStyle/>
          <a:p>
            <a:fld id="{0FF9F32E-65A7-074C-AFA1-DE0771000F54}" type="slidenum">
              <a:rPr lang="en-US" smtClean="0"/>
              <a:pPr/>
              <a:t>‹#›</a:t>
            </a:fld>
            <a:endParaRPr lang="en-US" dirty="0"/>
          </a:p>
        </p:txBody>
      </p:sp>
      <p:sp>
        <p:nvSpPr>
          <p:cNvPr id="5" name="Title 1">
            <a:extLst>
              <a:ext uri="{FF2B5EF4-FFF2-40B4-BE49-F238E27FC236}">
                <a16:creationId xmlns:a16="http://schemas.microsoft.com/office/drawing/2014/main" id="{FC9C6A50-2635-53D0-33DA-247DDB4931B6}"/>
              </a:ext>
            </a:extLst>
          </p:cNvPr>
          <p:cNvSpPr>
            <a:spLocks noGrp="1"/>
          </p:cNvSpPr>
          <p:nvPr>
            <p:ph type="title"/>
          </p:nvPr>
        </p:nvSpPr>
        <p:spPr>
          <a:xfrm>
            <a:off x="1069848" y="411480"/>
            <a:ext cx="10058400" cy="1463040"/>
          </a:xfrm>
        </p:spPr>
        <p:txBody>
          <a:bodyPr/>
          <a:lstStyle>
            <a:lvl1pPr algn="ctr">
              <a:defRPr sz="4800" baseline="0">
                <a:ln w="12700">
                  <a:solidFill>
                    <a:schemeClr val="accent1">
                      <a:lumMod val="60000"/>
                      <a:lumOff val="40000"/>
                    </a:schemeClr>
                  </a:solidFill>
                </a:ln>
                <a:noFill/>
                <a:effectLst>
                  <a:glow rad="88900">
                    <a:schemeClr val="accent1">
                      <a:alpha val="50000"/>
                    </a:schemeClr>
                  </a:glow>
                </a:effectLst>
              </a:defRPr>
            </a:lvl1pPr>
          </a:lstStyle>
          <a:p>
            <a:r>
              <a:rPr lang="en-US" dirty="0"/>
              <a:t>Click to edit Master title style</a:t>
            </a:r>
          </a:p>
        </p:txBody>
      </p:sp>
    </p:spTree>
    <p:extLst>
      <p:ext uri="{BB962C8B-B14F-4D97-AF65-F5344CB8AC3E}">
        <p14:creationId xmlns:p14="http://schemas.microsoft.com/office/powerpoint/2010/main" val="1476947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E5CF31-D1A5-2FFA-200D-27B5A727360E}"/>
              </a:ext>
            </a:extLst>
          </p:cNvPr>
          <p:cNvPicPr>
            <a:picLocks noChangeAspect="1"/>
          </p:cNvPicPr>
          <p:nvPr userDrawn="1"/>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4949" y="0"/>
            <a:ext cx="12201897" cy="6858000"/>
          </a:xfrm>
          <a:prstGeom prst="rect">
            <a:avLst/>
          </a:prstGeom>
        </p:spPr>
      </p:pic>
      <p:sp>
        <p:nvSpPr>
          <p:cNvPr id="8" name="Freeform 41">
            <a:extLst>
              <a:ext uri="{FF2B5EF4-FFF2-40B4-BE49-F238E27FC236}">
                <a16:creationId xmlns:a16="http://schemas.microsoft.com/office/drawing/2014/main" id="{53BB94EC-B164-F3E9-E4FC-6DF601CAD940}"/>
              </a:ext>
            </a:extLst>
          </p:cNvPr>
          <p:cNvSpPr/>
          <p:nvPr userDrawn="1"/>
        </p:nvSpPr>
        <p:spPr>
          <a:xfrm>
            <a:off x="5353733" y="1824368"/>
            <a:ext cx="6600633" cy="3897279"/>
          </a:xfrm>
          <a:custGeom>
            <a:avLst/>
            <a:gdLst>
              <a:gd name="connsiteX0" fmla="*/ 6959794 w 7900969"/>
              <a:gd name="connsiteY0" fmla="*/ 1285 h 4138368"/>
              <a:gd name="connsiteX1" fmla="*/ 7701430 w 7900969"/>
              <a:gd name="connsiteY1" fmla="*/ 53104 h 4138368"/>
              <a:gd name="connsiteX2" fmla="*/ 7900969 w 7900969"/>
              <a:gd name="connsiteY2" fmla="*/ 85533 h 4138368"/>
              <a:gd name="connsiteX3" fmla="*/ 7900969 w 7900969"/>
              <a:gd name="connsiteY3" fmla="*/ 2767870 h 4138368"/>
              <a:gd name="connsiteX4" fmla="*/ 7643010 w 7900969"/>
              <a:gd name="connsiteY4" fmla="*/ 2910281 h 4138368"/>
              <a:gd name="connsiteX5" fmla="*/ 5101628 w 7900969"/>
              <a:gd name="connsiteY5" fmla="*/ 3823249 h 4138368"/>
              <a:gd name="connsiteX6" fmla="*/ 18417 w 7900969"/>
              <a:gd name="connsiteY6" fmla="*/ 3166288 h 4138368"/>
              <a:gd name="connsiteX7" fmla="*/ 4277698 w 7900969"/>
              <a:gd name="connsiteY7" fmla="*/ 315120 h 4138368"/>
              <a:gd name="connsiteX8" fmla="*/ 6959794 w 7900969"/>
              <a:gd name="connsiteY8" fmla="*/ 1285 h 4138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00969" h="4138368">
                <a:moveTo>
                  <a:pt x="6959794" y="1285"/>
                </a:moveTo>
                <a:cubicBezTo>
                  <a:pt x="7223113" y="5963"/>
                  <a:pt x="7471460" y="23382"/>
                  <a:pt x="7701430" y="53104"/>
                </a:cubicBezTo>
                <a:lnTo>
                  <a:pt x="7900969" y="85533"/>
                </a:lnTo>
                <a:lnTo>
                  <a:pt x="7900969" y="2767870"/>
                </a:lnTo>
                <a:lnTo>
                  <a:pt x="7643010" y="2910281"/>
                </a:lnTo>
                <a:cubicBezTo>
                  <a:pt x="6941894" y="3274511"/>
                  <a:pt x="6069075" y="3596031"/>
                  <a:pt x="5101628" y="3823249"/>
                </a:cubicBezTo>
                <a:cubicBezTo>
                  <a:pt x="2521770" y="4429162"/>
                  <a:pt x="245939" y="4135031"/>
                  <a:pt x="18417" y="3166288"/>
                </a:cubicBezTo>
                <a:cubicBezTo>
                  <a:pt x="-209105" y="2197544"/>
                  <a:pt x="1697840" y="921033"/>
                  <a:pt x="4277698" y="315120"/>
                </a:cubicBezTo>
                <a:cubicBezTo>
                  <a:pt x="5245145" y="87902"/>
                  <a:pt x="6169838" y="-12747"/>
                  <a:pt x="6959794" y="1285"/>
                </a:cubicBezTo>
                <a:close/>
              </a:path>
            </a:pathLst>
          </a:custGeom>
          <a:noFill/>
          <a:ln w="25400">
            <a:solidFill>
              <a:schemeClr val="accent1">
                <a:lumMod val="75000"/>
                <a:alpha val="50000"/>
              </a:schemeClr>
            </a:solidFill>
          </a:ln>
          <a:effectLst>
            <a:glow rad="88900">
              <a:schemeClr val="accent1">
                <a:lumMod val="60000"/>
                <a:lumOff val="40000"/>
                <a:alpha val="2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Rectangle 8">
            <a:extLst>
              <a:ext uri="{FF2B5EF4-FFF2-40B4-BE49-F238E27FC236}">
                <a16:creationId xmlns:a16="http://schemas.microsoft.com/office/drawing/2014/main" id="{F57F992B-4D41-AC70-D389-9FDEE70ED052}"/>
              </a:ext>
            </a:extLst>
          </p:cNvPr>
          <p:cNvSpPr/>
          <p:nvPr userDrawn="1"/>
        </p:nvSpPr>
        <p:spPr>
          <a:xfrm>
            <a:off x="-1" y="0"/>
            <a:ext cx="4828527" cy="6858000"/>
          </a:xfrm>
          <a:prstGeom prst="rect">
            <a:avLst/>
          </a:prstGeom>
          <a:gradFill flip="none" rotWithShape="1">
            <a:gsLst>
              <a:gs pos="0">
                <a:schemeClr val="tx1">
                  <a:alpha val="0"/>
                </a:schemeClr>
              </a:gs>
              <a:gs pos="84000">
                <a:schemeClr val="tx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6DA61EC3-170F-A8C9-E494-678CDA402164}"/>
              </a:ext>
            </a:extLst>
          </p:cNvPr>
          <p:cNvPicPr>
            <a:picLocks noChangeAspect="1"/>
          </p:cNvPicPr>
          <p:nvPr userDrawn="1"/>
        </p:nvPicPr>
        <p:blipFill>
          <a:blip r:embed="rId4">
            <a:duotone>
              <a:prstClr val="black"/>
              <a:srgbClr val="F200FB">
                <a:tint val="45000"/>
                <a:satMod val="400000"/>
              </a:srgbClr>
            </a:duotone>
            <a:extLst>
              <a:ext uri="{BEBA8EAE-BF5A-486C-A8C5-ECC9F3942E4B}">
                <a14:imgProps xmlns:a14="http://schemas.microsoft.com/office/drawing/2010/main">
                  <a14:imgLayer r:embed="rId5">
                    <a14:imgEffect>
                      <a14:brightnessContrast bright="30000"/>
                    </a14:imgEffect>
                  </a14:imgLayer>
                </a14:imgProps>
              </a:ext>
              <a:ext uri="{28A0092B-C50C-407E-A947-70E740481C1C}">
                <a14:useLocalDpi xmlns:a14="http://schemas.microsoft.com/office/drawing/2010/main" val="0"/>
              </a:ext>
            </a:extLst>
          </a:blip>
          <a:srcRect/>
          <a:stretch/>
        </p:blipFill>
        <p:spPr>
          <a:xfrm flipH="1">
            <a:off x="8561435" y="4864928"/>
            <a:ext cx="467488" cy="467488"/>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pic>
        <p:nvPicPr>
          <p:cNvPr id="11" name="Picture 10">
            <a:extLst>
              <a:ext uri="{FF2B5EF4-FFF2-40B4-BE49-F238E27FC236}">
                <a16:creationId xmlns:a16="http://schemas.microsoft.com/office/drawing/2014/main" id="{7144E8BA-3045-1EB6-C92D-C6ABA17FF638}"/>
              </a:ext>
            </a:extLst>
          </p:cNvPr>
          <p:cNvPicPr>
            <a:picLocks noChangeAspect="1"/>
          </p:cNvPicPr>
          <p:nvPr userDrawn="1"/>
        </p:nvPicPr>
        <p:blipFill>
          <a:blip r:embed="rId6">
            <a:duotone>
              <a:prstClr val="black"/>
              <a:schemeClr val="accent6">
                <a:tint val="45000"/>
                <a:satMod val="400000"/>
              </a:schemeClr>
            </a:duotone>
            <a:extLst>
              <a:ext uri="{BEBA8EAE-BF5A-486C-A8C5-ECC9F3942E4B}">
                <a14:imgProps xmlns:a14="http://schemas.microsoft.com/office/drawing/2010/main">
                  <a14:imgLayer r:embed="rId7">
                    <a14:imgEffect>
                      <a14:brightnessContrast bright="43000"/>
                    </a14:imgEffect>
                  </a14:imgLayer>
                </a14:imgProps>
              </a:ext>
              <a:ext uri="{28A0092B-C50C-407E-A947-70E740481C1C}">
                <a14:useLocalDpi xmlns:a14="http://schemas.microsoft.com/office/drawing/2010/main" val="0"/>
              </a:ext>
            </a:extLst>
          </a:blip>
          <a:srcRect/>
          <a:stretch/>
        </p:blipFill>
        <p:spPr>
          <a:xfrm>
            <a:off x="9665081" y="4764542"/>
            <a:ext cx="1631167" cy="1631167"/>
          </a:xfrm>
          <a:custGeom>
            <a:avLst/>
            <a:gdLst>
              <a:gd name="connsiteX0" fmla="*/ 369546 w 739092"/>
              <a:gd name="connsiteY0" fmla="*/ 0 h 739092"/>
              <a:gd name="connsiteX1" fmla="*/ 739092 w 739092"/>
              <a:gd name="connsiteY1" fmla="*/ 369546 h 739092"/>
              <a:gd name="connsiteX2" fmla="*/ 369546 w 739092"/>
              <a:gd name="connsiteY2" fmla="*/ 739092 h 739092"/>
              <a:gd name="connsiteX3" fmla="*/ 0 w 739092"/>
              <a:gd name="connsiteY3" fmla="*/ 369546 h 739092"/>
              <a:gd name="connsiteX4" fmla="*/ 369546 w 739092"/>
              <a:gd name="connsiteY4" fmla="*/ 0 h 739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92" h="739092">
                <a:moveTo>
                  <a:pt x="369546" y="0"/>
                </a:moveTo>
                <a:cubicBezTo>
                  <a:pt x="573641" y="0"/>
                  <a:pt x="739092" y="165451"/>
                  <a:pt x="739092" y="369546"/>
                </a:cubicBezTo>
                <a:cubicBezTo>
                  <a:pt x="739092" y="573641"/>
                  <a:pt x="573641" y="739092"/>
                  <a:pt x="369546" y="739092"/>
                </a:cubicBezTo>
                <a:cubicBezTo>
                  <a:pt x="165451" y="739092"/>
                  <a:pt x="0" y="573641"/>
                  <a:pt x="0" y="369546"/>
                </a:cubicBezTo>
                <a:cubicBezTo>
                  <a:pt x="0" y="165451"/>
                  <a:pt x="165451" y="0"/>
                  <a:pt x="369546" y="0"/>
                </a:cubicBezTo>
                <a:close/>
              </a:path>
            </a:pathLst>
          </a:custGeom>
        </p:spPr>
      </p:pic>
      <p:sp>
        <p:nvSpPr>
          <p:cNvPr id="15" name="Title 6">
            <a:extLst>
              <a:ext uri="{FF2B5EF4-FFF2-40B4-BE49-F238E27FC236}">
                <a16:creationId xmlns:a16="http://schemas.microsoft.com/office/drawing/2014/main" id="{E7EBEC3B-8BE4-5ADB-827B-7F4D1DFE6BF3}"/>
              </a:ext>
            </a:extLst>
          </p:cNvPr>
          <p:cNvSpPr>
            <a:spLocks noGrp="1"/>
          </p:cNvSpPr>
          <p:nvPr>
            <p:ph type="title"/>
          </p:nvPr>
        </p:nvSpPr>
        <p:spPr>
          <a:xfrm>
            <a:off x="6172200" y="411480"/>
            <a:ext cx="4800600" cy="2971800"/>
          </a:xfrm>
        </p:spPr>
        <p:txBody>
          <a:bodyPr anchor="b"/>
          <a:lstStyle>
            <a:lvl1pPr algn="l">
              <a:defRPr sz="6000" spc="100" baseline="0"/>
            </a:lvl1pPr>
          </a:lstStyle>
          <a:p>
            <a:r>
              <a:rPr lang="en-US" dirty="0"/>
              <a:t>Click to edit Master title style</a:t>
            </a:r>
          </a:p>
        </p:txBody>
      </p:sp>
      <p:sp>
        <p:nvSpPr>
          <p:cNvPr id="16" name="Text Placeholder 7">
            <a:extLst>
              <a:ext uri="{FF2B5EF4-FFF2-40B4-BE49-F238E27FC236}">
                <a16:creationId xmlns:a16="http://schemas.microsoft.com/office/drawing/2014/main" id="{8537BAEE-C5E9-5E2D-59B0-E37D83EDF5D3}"/>
              </a:ext>
            </a:extLst>
          </p:cNvPr>
          <p:cNvSpPr>
            <a:spLocks noGrp="1"/>
          </p:cNvSpPr>
          <p:nvPr>
            <p:ph type="body" sz="quarter" idx="13"/>
          </p:nvPr>
        </p:nvSpPr>
        <p:spPr>
          <a:xfrm>
            <a:off x="6172200" y="3456432"/>
            <a:ext cx="4800600" cy="2971800"/>
          </a:xfrm>
        </p:spPr>
        <p:txBody>
          <a:bodyPr anchor="t">
            <a:noAutofit/>
          </a:bodyPr>
          <a:lstStyle>
            <a:lvl1pPr marL="0" indent="0" algn="l">
              <a:buNone/>
              <a:defRPr sz="4800" cap="all" spc="100" baseline="0">
                <a:ln w="12700">
                  <a:solidFill>
                    <a:schemeClr val="accent1">
                      <a:lumMod val="60000"/>
                      <a:lumOff val="40000"/>
                    </a:schemeClr>
                  </a:solidFill>
                </a:ln>
                <a:noFill/>
                <a:effectLst>
                  <a:glow rad="88900">
                    <a:schemeClr val="accent1">
                      <a:alpha val="50000"/>
                    </a:schemeClr>
                  </a:glow>
                </a:effectLst>
              </a:defRPr>
            </a:lvl1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914400" y="548640"/>
            <a:ext cx="3886200" cy="2697480"/>
          </a:xfrm>
        </p:spPr>
        <p:txBody>
          <a:bodyPr/>
          <a:lstStyle>
            <a:lvl1pPr marL="228600" indent="-365760">
              <a:lnSpc>
                <a:spcPts val="2800"/>
              </a:lnSpc>
              <a:buClr>
                <a:schemeClr val="accent1"/>
              </a:buClr>
              <a:buFont typeface="Avenir Next LT Pro" panose="020B0504020202020204" pitchFamily="34" charset="0"/>
              <a:buChar char="+"/>
              <a:defRPr sz="1400">
                <a:solidFill>
                  <a:schemeClr val="bg1"/>
                </a:solidFill>
              </a:defRPr>
            </a:lvl1pPr>
            <a:lvl2pPr marL="685800" indent="-283464">
              <a:lnSpc>
                <a:spcPts val="2800"/>
              </a:lnSpc>
              <a:buClr>
                <a:schemeClr val="accent1"/>
              </a:buClr>
              <a:buFont typeface="Avenir Next LT Pro" panose="020B0504020202020204" pitchFamily="34" charset="0"/>
              <a:buChar char="+"/>
              <a:defRPr sz="1200">
                <a:solidFill>
                  <a:schemeClr val="bg1"/>
                </a:solidFill>
              </a:defRPr>
            </a:lvl2pPr>
            <a:lvl3pPr marL="1143000" indent="-283464">
              <a:lnSpc>
                <a:spcPts val="2800"/>
              </a:lnSpc>
              <a:buClr>
                <a:schemeClr val="accent1"/>
              </a:buClr>
              <a:buFont typeface="Avenir Next LT Pro" panose="020B0504020202020204" pitchFamily="34" charset="0"/>
              <a:buChar char="+"/>
              <a:defRPr sz="1100">
                <a:solidFill>
                  <a:schemeClr val="bg1"/>
                </a:solidFill>
              </a:defRPr>
            </a:lvl3pPr>
            <a:lvl4pPr marL="1600200" indent="-283464">
              <a:lnSpc>
                <a:spcPts val="2800"/>
              </a:lnSpc>
              <a:buClr>
                <a:schemeClr val="accent1"/>
              </a:buClr>
              <a:buFont typeface="Avenir Next LT Pro" panose="020B0504020202020204" pitchFamily="34" charset="0"/>
              <a:buChar char="+"/>
              <a:defRPr sz="1050">
                <a:solidFill>
                  <a:schemeClr val="bg1"/>
                </a:solidFill>
              </a:defRPr>
            </a:lvl4pPr>
            <a:lvl5pPr marL="2057400" indent="-283464">
              <a:lnSpc>
                <a:spcPts val="2800"/>
              </a:lnSpc>
              <a:buClr>
                <a:schemeClr val="accent1"/>
              </a:buClr>
              <a:buFont typeface="Avenir Next LT Pro" panose="020B0504020202020204" pitchFamily="34" charset="0"/>
              <a:buChar char="+"/>
              <a:defRPr sz="105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914400" y="3611880"/>
            <a:ext cx="3886200" cy="2633471"/>
          </a:xfrm>
        </p:spPr>
        <p:txBody>
          <a:bodyPr/>
          <a:lstStyle>
            <a:lvl1pPr marL="228600" indent="-365760">
              <a:lnSpc>
                <a:spcPts val="2800"/>
              </a:lnSpc>
              <a:buClr>
                <a:schemeClr val="accent1"/>
              </a:buClr>
              <a:buFont typeface="Avenir Next LT Pro" panose="020B0504020202020204" pitchFamily="34" charset="0"/>
              <a:buChar char="+"/>
              <a:defRPr sz="1400">
                <a:solidFill>
                  <a:schemeClr val="bg1"/>
                </a:solidFill>
              </a:defRPr>
            </a:lvl1pPr>
            <a:lvl2pPr marL="685800" indent="-283464">
              <a:lnSpc>
                <a:spcPts val="2800"/>
              </a:lnSpc>
              <a:buClr>
                <a:schemeClr val="accent1"/>
              </a:buClr>
              <a:buFont typeface="Avenir Next LT Pro" panose="020B0504020202020204" pitchFamily="34" charset="0"/>
              <a:buChar char="+"/>
              <a:defRPr sz="1200">
                <a:solidFill>
                  <a:schemeClr val="bg1"/>
                </a:solidFill>
              </a:defRPr>
            </a:lvl2pPr>
            <a:lvl3pPr marL="1143000" indent="-283464">
              <a:lnSpc>
                <a:spcPts val="2800"/>
              </a:lnSpc>
              <a:buClr>
                <a:schemeClr val="accent1"/>
              </a:buClr>
              <a:buFont typeface="Avenir Next LT Pro" panose="020B0504020202020204" pitchFamily="34" charset="0"/>
              <a:buChar char="+"/>
              <a:defRPr sz="1100">
                <a:solidFill>
                  <a:schemeClr val="bg1"/>
                </a:solidFill>
              </a:defRPr>
            </a:lvl3pPr>
            <a:lvl4pPr marL="1600200" indent="-283464">
              <a:lnSpc>
                <a:spcPts val="2800"/>
              </a:lnSpc>
              <a:buClr>
                <a:schemeClr val="accent1"/>
              </a:buClr>
              <a:buFont typeface="Avenir Next LT Pro" panose="020B0504020202020204" pitchFamily="34" charset="0"/>
              <a:buChar char="+"/>
              <a:defRPr sz="1050">
                <a:solidFill>
                  <a:schemeClr val="bg1"/>
                </a:solidFill>
              </a:defRPr>
            </a:lvl4pPr>
            <a:lvl5pPr marL="2057400" indent="-283464">
              <a:lnSpc>
                <a:spcPts val="2800"/>
              </a:lnSpc>
              <a:buClr>
                <a:schemeClr val="accent1"/>
              </a:buClr>
              <a:buFont typeface="Avenir Next LT Pro" panose="020B0504020202020204" pitchFamily="34" charset="0"/>
              <a:buChar char="+"/>
              <a:defRPr sz="105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a:extLst>
              <a:ext uri="{FF2B5EF4-FFF2-40B4-BE49-F238E27FC236}">
                <a16:creationId xmlns:a16="http://schemas.microsoft.com/office/drawing/2014/main" id="{DBEB95C8-426C-0490-8130-02BB6F5EA2A1}"/>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ooter Placeholder 12">
            <a:extLst>
              <a:ext uri="{FF2B5EF4-FFF2-40B4-BE49-F238E27FC236}">
                <a16:creationId xmlns:a16="http://schemas.microsoft.com/office/drawing/2014/main" id="{67D3F671-77D0-3C9C-51CF-810B180EAF65}"/>
              </a:ext>
            </a:extLst>
          </p:cNvPr>
          <p:cNvSpPr>
            <a:spLocks noGrp="1"/>
          </p:cNvSpPr>
          <p:nvPr>
            <p:ph type="ftr" sz="quarter" idx="10"/>
          </p:nvPr>
        </p:nvSpPr>
        <p:spPr/>
        <p:txBody>
          <a:bodyPr/>
          <a:lstStyle/>
          <a:p>
            <a:r>
              <a:rPr lang="en-US" dirty="0"/>
              <a:t>Artist portfolio</a:t>
            </a:r>
          </a:p>
        </p:txBody>
      </p:sp>
      <p:sp>
        <p:nvSpPr>
          <p:cNvPr id="14" name="Slide Number Placeholder 13">
            <a:extLst>
              <a:ext uri="{FF2B5EF4-FFF2-40B4-BE49-F238E27FC236}">
                <a16:creationId xmlns:a16="http://schemas.microsoft.com/office/drawing/2014/main" id="{CA3E91D8-0DEC-C5E5-EBF8-391C9C961F33}"/>
              </a:ext>
            </a:extLst>
          </p:cNvPr>
          <p:cNvSpPr>
            <a:spLocks noGrp="1"/>
          </p:cNvSpPr>
          <p:nvPr>
            <p:ph type="sldNum" sz="quarter" idx="11"/>
          </p:nvPr>
        </p:nvSpPr>
        <p:spPr/>
        <p:txBody>
          <a:bodyPr/>
          <a:lstStyle/>
          <a:p>
            <a:fld id="{0FF9F32E-65A7-074C-AFA1-DE0771000F54}" type="slidenum">
              <a:rPr lang="en-US" smtClean="0"/>
              <a:pPr/>
              <a:t>‹#›</a:t>
            </a:fld>
            <a:endParaRPr lang="en-US" dirty="0"/>
          </a:p>
        </p:txBody>
      </p:sp>
    </p:spTree>
    <p:extLst>
      <p:ext uri="{BB962C8B-B14F-4D97-AF65-F5344CB8AC3E}">
        <p14:creationId xmlns:p14="http://schemas.microsoft.com/office/powerpoint/2010/main" val="294756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descr="A picture containing night, star, dark, outdoor object&#10;&#10;Description automatically generated">
            <a:extLst>
              <a:ext uri="{FF2B5EF4-FFF2-40B4-BE49-F238E27FC236}">
                <a16:creationId xmlns:a16="http://schemas.microsoft.com/office/drawing/2014/main" id="{05B2FEEE-1C5D-9FDF-452D-CB9425426F68}"/>
              </a:ext>
            </a:extLst>
          </p:cNvPr>
          <p:cNvPicPr>
            <a:picLocks/>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3" name="Rectangle 2">
            <a:extLst>
              <a:ext uri="{FF2B5EF4-FFF2-40B4-BE49-F238E27FC236}">
                <a16:creationId xmlns:a16="http://schemas.microsoft.com/office/drawing/2014/main" id="{A87D7004-0584-D090-556D-73C53443760A}"/>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C29E8555-3BC8-73C0-C3AC-19EE0781C971}"/>
              </a:ext>
            </a:extLst>
          </p:cNvPr>
          <p:cNvSpPr>
            <a:spLocks noGrp="1"/>
          </p:cNvSpPr>
          <p:nvPr>
            <p:ph type="ftr" sz="quarter" idx="10"/>
          </p:nvPr>
        </p:nvSpPr>
        <p:spPr/>
        <p:txBody>
          <a:bodyPr/>
          <a:lstStyle/>
          <a:p>
            <a:r>
              <a:rPr lang="en-US" dirty="0"/>
              <a:t>Artist portfolio</a:t>
            </a:r>
          </a:p>
        </p:txBody>
      </p:sp>
      <p:sp>
        <p:nvSpPr>
          <p:cNvPr id="10" name="Slide Number Placeholder 9">
            <a:extLst>
              <a:ext uri="{FF2B5EF4-FFF2-40B4-BE49-F238E27FC236}">
                <a16:creationId xmlns:a16="http://schemas.microsoft.com/office/drawing/2014/main" id="{E5D336DD-CA5C-B12D-238E-E2104F6EB91A}"/>
              </a:ext>
            </a:extLst>
          </p:cNvPr>
          <p:cNvSpPr>
            <a:spLocks noGrp="1"/>
          </p:cNvSpPr>
          <p:nvPr>
            <p:ph type="sldNum" sz="quarter" idx="11"/>
          </p:nvPr>
        </p:nvSpPr>
        <p:spPr/>
        <p:txBody>
          <a:bodyPr/>
          <a:lstStyle/>
          <a:p>
            <a:fld id="{0FF9F32E-65A7-074C-AFA1-DE0771000F54}" type="slidenum">
              <a:rPr lang="en-US" smtClean="0"/>
              <a:pPr/>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4" descr="A picture containing night, star, dark, outdoor object&#10;&#10;Description automatically generated">
            <a:extLst>
              <a:ext uri="{FF2B5EF4-FFF2-40B4-BE49-F238E27FC236}">
                <a16:creationId xmlns:a16="http://schemas.microsoft.com/office/drawing/2014/main" id="{E1860D7C-3702-B8DC-9B16-9FDE43D8D7AD}"/>
              </a:ext>
            </a:extLst>
          </p:cNvPr>
          <p:cNvPicPr>
            <a:picLocks/>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6" name="Rectangle 5">
            <a:extLst>
              <a:ext uri="{FF2B5EF4-FFF2-40B4-BE49-F238E27FC236}">
                <a16:creationId xmlns:a16="http://schemas.microsoft.com/office/drawing/2014/main" id="{5B006D7C-712C-7577-2A17-2AB9B4BCA14C}"/>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Footer Placeholder 11">
            <a:extLst>
              <a:ext uri="{FF2B5EF4-FFF2-40B4-BE49-F238E27FC236}">
                <a16:creationId xmlns:a16="http://schemas.microsoft.com/office/drawing/2014/main" id="{460CB609-0175-36CB-134B-6529A325A43F}"/>
              </a:ext>
            </a:extLst>
          </p:cNvPr>
          <p:cNvSpPr>
            <a:spLocks noGrp="1"/>
          </p:cNvSpPr>
          <p:nvPr>
            <p:ph type="ftr" sz="quarter" idx="10"/>
          </p:nvPr>
        </p:nvSpPr>
        <p:spPr/>
        <p:txBody>
          <a:bodyPr/>
          <a:lstStyle/>
          <a:p>
            <a:r>
              <a:rPr lang="en-US" dirty="0"/>
              <a:t>Artist portfolio</a:t>
            </a:r>
          </a:p>
        </p:txBody>
      </p:sp>
      <p:sp>
        <p:nvSpPr>
          <p:cNvPr id="13" name="Slide Number Placeholder 12">
            <a:extLst>
              <a:ext uri="{FF2B5EF4-FFF2-40B4-BE49-F238E27FC236}">
                <a16:creationId xmlns:a16="http://schemas.microsoft.com/office/drawing/2014/main" id="{D08DD3E3-3CB6-ECAB-A862-EC06A87E11E1}"/>
              </a:ext>
            </a:extLst>
          </p:cNvPr>
          <p:cNvSpPr>
            <a:spLocks noGrp="1"/>
          </p:cNvSpPr>
          <p:nvPr>
            <p:ph type="sldNum" sz="quarter" idx="11"/>
          </p:nvPr>
        </p:nvSpPr>
        <p:spPr/>
        <p:txBody>
          <a:bodyPr/>
          <a:lstStyle/>
          <a:p>
            <a:fld id="{0FF9F32E-65A7-074C-AFA1-DE0771000F54}"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5" name="Picture 4" descr="A picture containing night, star, dark, outdoor object&#10;&#10;Description automatically generated">
            <a:extLst>
              <a:ext uri="{FF2B5EF4-FFF2-40B4-BE49-F238E27FC236}">
                <a16:creationId xmlns:a16="http://schemas.microsoft.com/office/drawing/2014/main" id="{19C4C0E2-F58A-83A2-2361-BE48D936EAE7}"/>
              </a:ext>
            </a:extLst>
          </p:cNvPr>
          <p:cNvPicPr>
            <a:picLocks/>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6" name="Rectangle 5">
            <a:extLst>
              <a:ext uri="{FF2B5EF4-FFF2-40B4-BE49-F238E27FC236}">
                <a16:creationId xmlns:a16="http://schemas.microsoft.com/office/drawing/2014/main" id="{9381F0BD-382D-E072-EB84-EDB0B989735A}"/>
              </a:ext>
            </a:extLst>
          </p:cNvPr>
          <p:cNvSpPr/>
          <p:nvPr userDrawn="1"/>
        </p:nvSpPr>
        <p:spPr>
          <a:xfrm>
            <a:off x="11506200" y="0"/>
            <a:ext cx="685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Footer Placeholder 12">
            <a:extLst>
              <a:ext uri="{FF2B5EF4-FFF2-40B4-BE49-F238E27FC236}">
                <a16:creationId xmlns:a16="http://schemas.microsoft.com/office/drawing/2014/main" id="{C8CD48E9-A9FB-AF82-1ACF-AFCEAFBF8143}"/>
              </a:ext>
            </a:extLst>
          </p:cNvPr>
          <p:cNvSpPr>
            <a:spLocks noGrp="1"/>
          </p:cNvSpPr>
          <p:nvPr>
            <p:ph type="ftr" sz="quarter" idx="10"/>
          </p:nvPr>
        </p:nvSpPr>
        <p:spPr/>
        <p:txBody>
          <a:bodyPr/>
          <a:lstStyle/>
          <a:p>
            <a:r>
              <a:rPr lang="en-US" dirty="0"/>
              <a:t>Artist portfolio</a:t>
            </a:r>
          </a:p>
        </p:txBody>
      </p:sp>
      <p:sp>
        <p:nvSpPr>
          <p:cNvPr id="14" name="Slide Number Placeholder 13">
            <a:extLst>
              <a:ext uri="{FF2B5EF4-FFF2-40B4-BE49-F238E27FC236}">
                <a16:creationId xmlns:a16="http://schemas.microsoft.com/office/drawing/2014/main" id="{F93B4D78-1A75-AE0C-74E1-5BEE61ECF08C}"/>
              </a:ext>
            </a:extLst>
          </p:cNvPr>
          <p:cNvSpPr>
            <a:spLocks noGrp="1"/>
          </p:cNvSpPr>
          <p:nvPr>
            <p:ph type="sldNum" sz="quarter" idx="11"/>
          </p:nvPr>
        </p:nvSpPr>
        <p:spPr/>
        <p:txBody>
          <a:bodyPr/>
          <a:lstStyle/>
          <a:p>
            <a:fld id="{0FF9F32E-65A7-074C-AFA1-DE0771000F54}" type="slidenum">
              <a:rPr lang="en-US" smtClean="0"/>
              <a:pPr/>
              <a:t>‹#›</a:t>
            </a:fld>
            <a:endParaRPr lang="en-US" dirty="0"/>
          </a:p>
        </p:txBody>
      </p:sp>
      <p:sp>
        <p:nvSpPr>
          <p:cNvPr id="2" name="Title 1">
            <a:extLst>
              <a:ext uri="{FF2B5EF4-FFF2-40B4-BE49-F238E27FC236}">
                <a16:creationId xmlns:a16="http://schemas.microsoft.com/office/drawing/2014/main" id="{40401023-7E51-85AD-1F06-8C42D0BA6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rot="16200000">
            <a:off x="-1725011" y="2569794"/>
            <a:ext cx="5747854" cy="1325563"/>
          </a:xfrm>
          <a:prstGeom prst="rect">
            <a:avLst/>
          </a:prstGeom>
        </p:spPr>
        <p:txBody>
          <a:bodyPr vert="horz" lIns="0" tIns="0" rIns="0" bIns="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981691" y="1825625"/>
            <a:ext cx="6794464" cy="443401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10">
            <a:extLst>
              <a:ext uri="{FF2B5EF4-FFF2-40B4-BE49-F238E27FC236}">
                <a16:creationId xmlns:a16="http://schemas.microsoft.com/office/drawing/2014/main" id="{BA7408A5-8309-0BCD-292D-A76529B1922E}"/>
              </a:ext>
            </a:extLst>
          </p:cNvPr>
          <p:cNvSpPr>
            <a:spLocks noGrp="1"/>
          </p:cNvSpPr>
          <p:nvPr>
            <p:ph type="sldNum" sz="quarter" idx="4"/>
          </p:nvPr>
        </p:nvSpPr>
        <p:spPr>
          <a:xfrm>
            <a:off x="11506200" y="305844"/>
            <a:ext cx="685800" cy="564397"/>
          </a:xfrm>
          <a:prstGeom prst="rect">
            <a:avLst/>
          </a:prstGeom>
          <a:effectLst/>
        </p:spPr>
        <p:txBody>
          <a:bodyPr vert="horz" lIns="0" tIns="0" rIns="0" bIns="0" rtlCol="0" anchor="ctr">
            <a:noAutofit/>
          </a:bodyPr>
          <a:lstStyle>
            <a:lvl1pPr algn="ctr">
              <a:defRPr sz="1800" b="1" i="0" cap="all" baseline="0">
                <a:ln w="12700">
                  <a:noFill/>
                </a:ln>
                <a:solidFill>
                  <a:schemeClr val="accent3">
                    <a:lumMod val="50000"/>
                  </a:schemeClr>
                </a:solidFill>
                <a:effectLst/>
                <a:latin typeface="+mn-lt"/>
              </a:defRPr>
            </a:lvl1pPr>
          </a:lstStyle>
          <a:p>
            <a:fld id="{0FF9F32E-65A7-074C-AFA1-DE0771000F54}" type="slidenum">
              <a:rPr lang="en-US" smtClean="0"/>
              <a:pPr/>
              <a:t>‹#›</a:t>
            </a:fld>
            <a:endParaRPr lang="en-US" dirty="0"/>
          </a:p>
        </p:txBody>
      </p:sp>
      <p:sp>
        <p:nvSpPr>
          <p:cNvPr id="12" name="Footer Placeholder 11">
            <a:extLst>
              <a:ext uri="{FF2B5EF4-FFF2-40B4-BE49-F238E27FC236}">
                <a16:creationId xmlns:a16="http://schemas.microsoft.com/office/drawing/2014/main" id="{70A6D44E-73A1-6D20-9BFD-A3697AAECC35}"/>
              </a:ext>
            </a:extLst>
          </p:cNvPr>
          <p:cNvSpPr>
            <a:spLocks noGrp="1"/>
          </p:cNvSpPr>
          <p:nvPr>
            <p:ph type="ftr" sz="quarter" idx="3"/>
          </p:nvPr>
        </p:nvSpPr>
        <p:spPr>
          <a:xfrm rot="16200000">
            <a:off x="9923322" y="4264223"/>
            <a:ext cx="3851557" cy="365125"/>
          </a:xfrm>
          <a:prstGeom prst="rect">
            <a:avLst/>
          </a:prstGeom>
        </p:spPr>
        <p:txBody>
          <a:bodyPr vert="horz" lIns="0" tIns="0" rIns="0" bIns="0" rtlCol="0" anchor="ctr">
            <a:noAutofit/>
          </a:bodyPr>
          <a:lstStyle>
            <a:lvl1pPr algn="l">
              <a:defRPr sz="1200" b="1" i="0" cap="all" spc="200" baseline="0">
                <a:solidFill>
                  <a:schemeClr val="accent3">
                    <a:lumMod val="50000"/>
                  </a:schemeClr>
                </a:solidFill>
                <a:latin typeface="+mn-lt"/>
              </a:defRPr>
            </a:lvl1pPr>
          </a:lstStyle>
          <a:p>
            <a:r>
              <a:rPr lang="en-US" dirty="0"/>
              <a:t>Artist portfolio</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53" r:id="rId11"/>
    <p:sldLayoutId id="2147483668" r:id="rId12"/>
    <p:sldLayoutId id="2147483669" r:id="rId13"/>
    <p:sldLayoutId id="2147483670" r:id="rId14"/>
    <p:sldLayoutId id="2147483654" r:id="rId15"/>
    <p:sldLayoutId id="2147483671"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8000" b="1" i="0" kern="1200" cap="all" spc="100"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i="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i="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i="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hyperlink" Target="http://www.reallygreatsite.com" TargetMode="External"/><Relationship Id="rId2" Type="http://schemas.openxmlformats.org/officeDocument/2006/relationships/image" Target="../media/image39.png"/><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4021-DA9E-6DD5-775D-994CD81B41A2}"/>
              </a:ext>
            </a:extLst>
          </p:cNvPr>
          <p:cNvSpPr>
            <a:spLocks noGrp="1"/>
          </p:cNvSpPr>
          <p:nvPr>
            <p:ph type="title"/>
          </p:nvPr>
        </p:nvSpPr>
        <p:spPr/>
        <p:txBody>
          <a:bodyPr/>
          <a:lstStyle/>
          <a:p>
            <a:r>
              <a:rPr lang="en-US" dirty="0"/>
              <a:t>artist</a:t>
            </a:r>
          </a:p>
        </p:txBody>
      </p:sp>
      <p:sp>
        <p:nvSpPr>
          <p:cNvPr id="10" name="Subtitle 9">
            <a:extLst>
              <a:ext uri="{FF2B5EF4-FFF2-40B4-BE49-F238E27FC236}">
                <a16:creationId xmlns:a16="http://schemas.microsoft.com/office/drawing/2014/main" id="{D57F819F-8E60-16E3-41C9-6B442BD1CCC5}"/>
              </a:ext>
            </a:extLst>
          </p:cNvPr>
          <p:cNvSpPr>
            <a:spLocks noGrp="1"/>
          </p:cNvSpPr>
          <p:nvPr>
            <p:ph type="subTitle" idx="1"/>
          </p:nvPr>
        </p:nvSpPr>
        <p:spPr/>
        <p:txBody>
          <a:bodyPr/>
          <a:lstStyle/>
          <a:p>
            <a:r>
              <a:rPr lang="en-US" sz="2400" cap="all" spc="300" dirty="0">
                <a:solidFill>
                  <a:schemeClr val="bg1"/>
                </a:solidFill>
              </a:rPr>
              <a:t>ELECTRONIC DANCE MUSIC BY DANIEL MELAMEd</a:t>
            </a:r>
          </a:p>
        </p:txBody>
      </p:sp>
      <p:sp>
        <p:nvSpPr>
          <p:cNvPr id="3" name="Text Placeholder 2">
            <a:extLst>
              <a:ext uri="{FF2B5EF4-FFF2-40B4-BE49-F238E27FC236}">
                <a16:creationId xmlns:a16="http://schemas.microsoft.com/office/drawing/2014/main" id="{BA00733E-6D59-C9C2-BA71-36F1BA68C77D}"/>
              </a:ext>
            </a:extLst>
          </p:cNvPr>
          <p:cNvSpPr>
            <a:spLocks noGrp="1"/>
          </p:cNvSpPr>
          <p:nvPr>
            <p:ph type="body" sz="quarter" idx="12"/>
          </p:nvPr>
        </p:nvSpPr>
        <p:spPr/>
        <p:txBody>
          <a:bodyPr/>
          <a:lstStyle/>
          <a:p>
            <a:r>
              <a:rPr lang="en-US" dirty="0"/>
              <a:t>Portfolio </a:t>
            </a:r>
          </a:p>
        </p:txBody>
      </p:sp>
      <p:pic>
        <p:nvPicPr>
          <p:cNvPr id="15" name="Picture Placeholder 14" descr="Man with braids in golden sweater">
            <a:extLst>
              <a:ext uri="{FF2B5EF4-FFF2-40B4-BE49-F238E27FC236}">
                <a16:creationId xmlns:a16="http://schemas.microsoft.com/office/drawing/2014/main" id="{337AEA21-7AB3-9601-62CD-3057922357C2}"/>
              </a:ext>
            </a:extLst>
          </p:cNvPr>
          <p:cNvPicPr>
            <a:picLocks noGrp="1" noChangeAspect="1"/>
          </p:cNvPicPr>
          <p:nvPr>
            <p:ph type="pic" sz="quarter" idx="13"/>
          </p:nvPr>
        </p:nvPicPr>
        <p:blipFill rotWithShape="1">
          <a:blip r:embed="rId2">
            <a:duotone>
              <a:prstClr val="black"/>
              <a:schemeClr val="accent6">
                <a:tint val="45000"/>
                <a:satMod val="400000"/>
              </a:schemeClr>
            </a:duotone>
            <a:extLst>
              <a:ext uri="{BEBA8EAE-BF5A-486C-A8C5-ECC9F3942E4B}">
                <a14:imgProps xmlns:a14="http://schemas.microsoft.com/office/drawing/2010/main">
                  <a14:imgLayer r:embed="rId3">
                    <a14:imgEffect>
                      <a14:sharpenSoften amount="46000"/>
                    </a14:imgEffect>
                    <a14:imgEffect>
                      <a14:colorTemperature colorTemp="11500"/>
                    </a14:imgEffect>
                    <a14:imgEffect>
                      <a14:saturation sat="289000"/>
                    </a14:imgEffect>
                    <a14:imgEffect>
                      <a14:brightnessContrast bright="18000"/>
                    </a14:imgEffect>
                  </a14:imgLayer>
                </a14:imgProps>
              </a:ext>
              <a:ext uri="{28A0092B-C50C-407E-A947-70E740481C1C}">
                <a14:useLocalDpi xmlns:a14="http://schemas.microsoft.com/office/drawing/2010/main" val="0"/>
              </a:ext>
            </a:extLst>
          </a:blip>
          <a:srcRect l="-190" t="10745" r="8472" b="7302"/>
          <a:stretch/>
        </p:blipFill>
        <p:spPr>
          <a:xfrm>
            <a:off x="4767263" y="0"/>
            <a:ext cx="7424737" cy="6858000"/>
          </a:xfrm>
          <a:prstGeom prst="rect">
            <a:avLst/>
          </a:prstGeom>
          <a:effectLst>
            <a:glow rad="127000">
              <a:schemeClr val="accent3">
                <a:lumMod val="50000"/>
                <a:alpha val="12000"/>
              </a:schemeClr>
            </a:glow>
          </a:effectLst>
        </p:spPr>
      </p:pic>
      <p:sp>
        <p:nvSpPr>
          <p:cNvPr id="16" name="Rectangle 15">
            <a:extLst>
              <a:ext uri="{FF2B5EF4-FFF2-40B4-BE49-F238E27FC236}">
                <a16:creationId xmlns:a16="http://schemas.microsoft.com/office/drawing/2014/main" id="{70653732-B97D-B798-4946-2CC0E298FF2C}"/>
              </a:ext>
              <a:ext uri="{C183D7F6-B498-43B3-948B-1728B52AA6E4}">
                <adec:decorative xmlns:adec="http://schemas.microsoft.com/office/drawing/2017/decorative" val="1"/>
              </a:ext>
            </a:extLst>
          </p:cNvPr>
          <p:cNvSpPr/>
          <p:nvPr/>
        </p:nvSpPr>
        <p:spPr>
          <a:xfrm flipH="1">
            <a:off x="9170126" y="18288"/>
            <a:ext cx="3021874" cy="6858000"/>
          </a:xfrm>
          <a:prstGeom prst="rect">
            <a:avLst/>
          </a:prstGeom>
          <a:gradFill flip="none" rotWithShape="1">
            <a:gsLst>
              <a:gs pos="0">
                <a:schemeClr val="tx1">
                  <a:alpha val="0"/>
                </a:schemeClr>
              </a:gs>
              <a:gs pos="84000">
                <a:schemeClr val="tx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90BCDC90-DB42-F4A7-9C94-DF9E61B98BA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9285514" y="4974594"/>
            <a:ext cx="2906486" cy="1883406"/>
          </a:xfrm>
          <a:custGeom>
            <a:avLst/>
            <a:gdLst>
              <a:gd name="connsiteX0" fmla="*/ 1693362 w 2730432"/>
              <a:gd name="connsiteY0" fmla="*/ 0 h 1769323"/>
              <a:gd name="connsiteX1" fmla="*/ 2640138 w 2730432"/>
              <a:gd name="connsiteY1" fmla="*/ 289200 h 1769323"/>
              <a:gd name="connsiteX2" fmla="*/ 2730432 w 2730432"/>
              <a:gd name="connsiteY2" fmla="*/ 356721 h 1769323"/>
              <a:gd name="connsiteX3" fmla="*/ 2730432 w 2730432"/>
              <a:gd name="connsiteY3" fmla="*/ 1769323 h 1769323"/>
              <a:gd name="connsiteX4" fmla="*/ 3836 w 2730432"/>
              <a:gd name="connsiteY4" fmla="*/ 1769323 h 1769323"/>
              <a:gd name="connsiteX5" fmla="*/ 0 w 2730432"/>
              <a:gd name="connsiteY5" fmla="*/ 1693363 h 1769323"/>
              <a:gd name="connsiteX6" fmla="*/ 1693362 w 2730432"/>
              <a:gd name="connsiteY6" fmla="*/ 0 h 176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0432" h="1769323">
                <a:moveTo>
                  <a:pt x="1693362" y="0"/>
                </a:moveTo>
                <a:cubicBezTo>
                  <a:pt x="2044069" y="0"/>
                  <a:pt x="2369875" y="106614"/>
                  <a:pt x="2640138" y="289200"/>
                </a:cubicBezTo>
                <a:lnTo>
                  <a:pt x="2730432" y="356721"/>
                </a:lnTo>
                <a:lnTo>
                  <a:pt x="2730432" y="1769323"/>
                </a:lnTo>
                <a:lnTo>
                  <a:pt x="3836" y="1769323"/>
                </a:lnTo>
                <a:lnTo>
                  <a:pt x="0" y="1693363"/>
                </a:lnTo>
                <a:cubicBezTo>
                  <a:pt x="0" y="758144"/>
                  <a:pt x="758144" y="0"/>
                  <a:pt x="1693362" y="0"/>
                </a:cubicBezTo>
                <a:close/>
              </a:path>
            </a:pathLst>
          </a:custGeom>
        </p:spPr>
      </p:pic>
    </p:spTree>
    <p:extLst>
      <p:ext uri="{BB962C8B-B14F-4D97-AF65-F5344CB8AC3E}">
        <p14:creationId xmlns:p14="http://schemas.microsoft.com/office/powerpoint/2010/main" val="4029361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Placeholder 43" descr="Woman in hoodie dancing on neon background">
            <a:extLst>
              <a:ext uri="{FF2B5EF4-FFF2-40B4-BE49-F238E27FC236}">
                <a16:creationId xmlns:a16="http://schemas.microsoft.com/office/drawing/2014/main" id="{4A388B0F-F612-7554-040A-2E592E43A9F7}"/>
              </a:ext>
            </a:extLst>
          </p:cNvPr>
          <p:cNvPicPr>
            <a:picLocks noGrp="1" noChangeAspect="1"/>
          </p:cNvPicPr>
          <p:nvPr>
            <p:ph type="pic" sz="quarter" idx="13"/>
          </p:nvPr>
        </p:nvPicPr>
        <p:blipFill>
          <a:blip r:embed="rId2"/>
          <a:srcRect t="541" b="541"/>
          <a:stretch>
            <a:fillRect/>
          </a:stretch>
        </p:blipFill>
        <p:spPr/>
      </p:pic>
      <p:sp>
        <p:nvSpPr>
          <p:cNvPr id="11" name="Rectangle 10">
            <a:extLst>
              <a:ext uri="{FF2B5EF4-FFF2-40B4-BE49-F238E27FC236}">
                <a16:creationId xmlns:a16="http://schemas.microsoft.com/office/drawing/2014/main" id="{C962E043-E8CC-5BC0-3509-B27ACF5B53BC}"/>
              </a:ext>
              <a:ext uri="{C183D7F6-B498-43B3-948B-1728B52AA6E4}">
                <adec:decorative xmlns:adec="http://schemas.microsoft.com/office/drawing/2017/decorative" val="1"/>
              </a:ext>
            </a:extLst>
          </p:cNvPr>
          <p:cNvSpPr/>
          <p:nvPr/>
        </p:nvSpPr>
        <p:spPr>
          <a:xfrm>
            <a:off x="-1" y="-14990"/>
            <a:ext cx="4828527" cy="6858000"/>
          </a:xfrm>
          <a:prstGeom prst="rect">
            <a:avLst/>
          </a:prstGeom>
          <a:gradFill flip="none" rotWithShape="1">
            <a:gsLst>
              <a:gs pos="33000">
                <a:schemeClr val="tx1">
                  <a:alpha val="0"/>
                </a:schemeClr>
              </a:gs>
              <a:gs pos="100000">
                <a:schemeClr val="tx1">
                  <a:alpha val="8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13239E9-6C2F-0D7A-050D-CD1A5D8CE44F}"/>
              </a:ext>
            </a:extLst>
          </p:cNvPr>
          <p:cNvSpPr>
            <a:spLocks noGrp="1"/>
          </p:cNvSpPr>
          <p:nvPr>
            <p:ph type="title"/>
          </p:nvPr>
        </p:nvSpPr>
        <p:spPr/>
        <p:txBody>
          <a:bodyPr/>
          <a:lstStyle/>
          <a:p>
            <a:r>
              <a:rPr lang="en-US" dirty="0"/>
              <a:t>CONTENTS</a:t>
            </a:r>
          </a:p>
        </p:txBody>
      </p:sp>
      <p:sp>
        <p:nvSpPr>
          <p:cNvPr id="5" name="Text Placeholder 4">
            <a:extLst>
              <a:ext uri="{FF2B5EF4-FFF2-40B4-BE49-F238E27FC236}">
                <a16:creationId xmlns:a16="http://schemas.microsoft.com/office/drawing/2014/main" id="{AB25C3C7-E6FA-3C62-FB2D-B48CB3849C35}"/>
              </a:ext>
            </a:extLst>
          </p:cNvPr>
          <p:cNvSpPr>
            <a:spLocks noGrp="1"/>
          </p:cNvSpPr>
          <p:nvPr>
            <p:ph type="body" sz="quarter" idx="12"/>
          </p:nvPr>
        </p:nvSpPr>
        <p:spPr/>
        <p:txBody>
          <a:bodyPr/>
          <a:lstStyle/>
          <a:p>
            <a:r>
              <a:rPr lang="en-US" dirty="0"/>
              <a:t>About Me </a:t>
            </a:r>
          </a:p>
          <a:p>
            <a:r>
              <a:rPr lang="en-US" dirty="0"/>
              <a:t>Streaming Stats</a:t>
            </a:r>
          </a:p>
          <a:p>
            <a:r>
              <a:rPr lang="en-US" dirty="0"/>
              <a:t>Meet our team</a:t>
            </a:r>
          </a:p>
          <a:p>
            <a:r>
              <a:rPr lang="en-US" dirty="0"/>
              <a:t>Products &amp; Services</a:t>
            </a:r>
          </a:p>
          <a:p>
            <a:r>
              <a:rPr lang="en-US" dirty="0"/>
              <a:t>Tour Dates</a:t>
            </a:r>
          </a:p>
        </p:txBody>
      </p:sp>
      <p:sp>
        <p:nvSpPr>
          <p:cNvPr id="3" name="Slide Number Placeholder 2">
            <a:extLst>
              <a:ext uri="{FF2B5EF4-FFF2-40B4-BE49-F238E27FC236}">
                <a16:creationId xmlns:a16="http://schemas.microsoft.com/office/drawing/2014/main" id="{3407691E-494B-78A8-2BB1-780F4111EB1C}"/>
              </a:ext>
            </a:extLst>
          </p:cNvPr>
          <p:cNvSpPr>
            <a:spLocks noGrp="1"/>
          </p:cNvSpPr>
          <p:nvPr>
            <p:ph type="sldNum" sz="quarter" idx="10"/>
          </p:nvPr>
        </p:nvSpPr>
        <p:spPr/>
        <p:txBody>
          <a:bodyPr/>
          <a:lstStyle/>
          <a:p>
            <a:fld id="{0FF9F32E-65A7-074C-AFA1-DE0771000F54}" type="slidenum">
              <a:rPr lang="en-US" smtClean="0"/>
              <a:pPr/>
              <a:t>2</a:t>
            </a:fld>
            <a:endParaRPr lang="en-US" dirty="0"/>
          </a:p>
        </p:txBody>
      </p:sp>
      <p:sp>
        <p:nvSpPr>
          <p:cNvPr id="4" name="Footer Placeholder 3">
            <a:extLst>
              <a:ext uri="{FF2B5EF4-FFF2-40B4-BE49-F238E27FC236}">
                <a16:creationId xmlns:a16="http://schemas.microsoft.com/office/drawing/2014/main" id="{9DD0FCE1-0E8E-E28B-F7DD-B2BFE77E7154}"/>
              </a:ext>
            </a:extLst>
          </p:cNvPr>
          <p:cNvSpPr>
            <a:spLocks noGrp="1"/>
          </p:cNvSpPr>
          <p:nvPr>
            <p:ph type="ftr" sz="quarter" idx="11"/>
          </p:nvPr>
        </p:nvSpPr>
        <p:spPr/>
        <p:txBody>
          <a:bodyPr/>
          <a:lstStyle/>
          <a:p>
            <a:r>
              <a:rPr lang="en-US" dirty="0"/>
              <a:t>Artist portfolio</a:t>
            </a:r>
          </a:p>
        </p:txBody>
      </p:sp>
    </p:spTree>
    <p:extLst>
      <p:ext uri="{BB962C8B-B14F-4D97-AF65-F5344CB8AC3E}">
        <p14:creationId xmlns:p14="http://schemas.microsoft.com/office/powerpoint/2010/main" val="3652319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F08FE-51E8-FFCF-C7F0-7478EEFC6CC1}"/>
              </a:ext>
            </a:extLst>
          </p:cNvPr>
          <p:cNvSpPr>
            <a:spLocks noGrp="1"/>
          </p:cNvSpPr>
          <p:nvPr>
            <p:ph type="title"/>
          </p:nvPr>
        </p:nvSpPr>
        <p:spPr/>
        <p:txBody>
          <a:bodyPr/>
          <a:lstStyle/>
          <a:p>
            <a:r>
              <a:rPr lang="en-US" sz="6000" dirty="0">
                <a:ln w="12700">
                  <a:solidFill>
                    <a:schemeClr val="accent1">
                      <a:lumMod val="60000"/>
                      <a:lumOff val="40000"/>
                    </a:schemeClr>
                  </a:solidFill>
                </a:ln>
                <a:noFill/>
                <a:effectLst>
                  <a:glow rad="88900">
                    <a:schemeClr val="accent1">
                      <a:alpha val="50000"/>
                    </a:schemeClr>
                  </a:glow>
                </a:effectLst>
              </a:rPr>
              <a:t>ABOUT ME </a:t>
            </a:r>
            <a:endParaRPr lang="en-US" dirty="0"/>
          </a:p>
        </p:txBody>
      </p:sp>
      <p:sp>
        <p:nvSpPr>
          <p:cNvPr id="5" name="Text Placeholder 4">
            <a:extLst>
              <a:ext uri="{FF2B5EF4-FFF2-40B4-BE49-F238E27FC236}">
                <a16:creationId xmlns:a16="http://schemas.microsoft.com/office/drawing/2014/main" id="{91891EFA-AEC5-5C95-4C23-3F4B15360843}"/>
              </a:ext>
            </a:extLst>
          </p:cNvPr>
          <p:cNvSpPr>
            <a:spLocks noGrp="1"/>
          </p:cNvSpPr>
          <p:nvPr>
            <p:ph type="body" sz="quarter" idx="12"/>
          </p:nvPr>
        </p:nvSpPr>
        <p:spPr/>
        <p:txBody>
          <a:bodyPr/>
          <a:lstStyle/>
          <a:p>
            <a:r>
              <a:rPr lang="en-US" sz="1400" dirty="0">
                <a:solidFill>
                  <a:schemeClr val="bg1"/>
                </a:solidFill>
                <a:ea typeface="+mn-lt"/>
                <a:cs typeface="+mn-lt"/>
              </a:rPr>
              <a:t>As an EDM artist, I'm inspired by my fans to think constantly about the future landscape of electronic music and where I fit in</a:t>
            </a:r>
            <a:r>
              <a:rPr lang="en-US" sz="1400">
                <a:solidFill>
                  <a:schemeClr val="bg1"/>
                </a:solidFill>
                <a:ea typeface="+mn-lt"/>
                <a:cs typeface="+mn-lt"/>
              </a:rPr>
              <a:t>. By </a:t>
            </a:r>
            <a:r>
              <a:rPr lang="en-US" sz="1400" dirty="0">
                <a:solidFill>
                  <a:schemeClr val="bg1"/>
                </a:solidFill>
                <a:ea typeface="+mn-lt"/>
                <a:cs typeface="+mn-lt"/>
              </a:rPr>
              <a:t>staying involved with the festival circuit and maintaining an active presence on social media, I'm able to create organically for me and my fans which helps me foster a genuine creator-listener relationship.</a:t>
            </a:r>
            <a:endParaRPr lang="en-US" sz="1400" dirty="0">
              <a:solidFill>
                <a:schemeClr val="bg1"/>
              </a:solidFill>
              <a:cs typeface="Calibri" panose="020F0502020204030204"/>
            </a:endParaRPr>
          </a:p>
        </p:txBody>
      </p:sp>
      <p:sp>
        <p:nvSpPr>
          <p:cNvPr id="3" name="Slide Number Placeholder 2">
            <a:extLst>
              <a:ext uri="{FF2B5EF4-FFF2-40B4-BE49-F238E27FC236}">
                <a16:creationId xmlns:a16="http://schemas.microsoft.com/office/drawing/2014/main" id="{AE7F3499-1657-1696-5CEE-9306136EDADA}"/>
              </a:ext>
            </a:extLst>
          </p:cNvPr>
          <p:cNvSpPr>
            <a:spLocks noGrp="1"/>
          </p:cNvSpPr>
          <p:nvPr>
            <p:ph type="sldNum" sz="quarter" idx="10"/>
          </p:nvPr>
        </p:nvSpPr>
        <p:spPr/>
        <p:txBody>
          <a:bodyPr/>
          <a:lstStyle/>
          <a:p>
            <a:fld id="{0FF9F32E-65A7-074C-AFA1-DE0771000F54}" type="slidenum">
              <a:rPr lang="en-US" smtClean="0"/>
              <a:pPr/>
              <a:t>3</a:t>
            </a:fld>
            <a:endParaRPr lang="en-US" dirty="0"/>
          </a:p>
        </p:txBody>
      </p:sp>
      <p:sp>
        <p:nvSpPr>
          <p:cNvPr id="4" name="Footer Placeholder 3">
            <a:extLst>
              <a:ext uri="{FF2B5EF4-FFF2-40B4-BE49-F238E27FC236}">
                <a16:creationId xmlns:a16="http://schemas.microsoft.com/office/drawing/2014/main" id="{51C84A50-8CE3-3542-EF58-6104415DD2BA}"/>
              </a:ext>
            </a:extLst>
          </p:cNvPr>
          <p:cNvSpPr>
            <a:spLocks noGrp="1"/>
          </p:cNvSpPr>
          <p:nvPr>
            <p:ph type="ftr" sz="quarter" idx="11"/>
          </p:nvPr>
        </p:nvSpPr>
        <p:spPr/>
        <p:txBody>
          <a:bodyPr/>
          <a:lstStyle/>
          <a:p>
            <a:r>
              <a:rPr lang="en-US" dirty="0"/>
              <a:t>Artist portfolio</a:t>
            </a:r>
          </a:p>
        </p:txBody>
      </p:sp>
    </p:spTree>
    <p:extLst>
      <p:ext uri="{BB962C8B-B14F-4D97-AF65-F5344CB8AC3E}">
        <p14:creationId xmlns:p14="http://schemas.microsoft.com/office/powerpoint/2010/main" val="3468389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04C58-CFAB-4E0B-3F1C-F9B438A2A888}"/>
              </a:ext>
            </a:extLst>
          </p:cNvPr>
          <p:cNvSpPr>
            <a:spLocks noGrp="1"/>
          </p:cNvSpPr>
          <p:nvPr>
            <p:ph type="title"/>
          </p:nvPr>
        </p:nvSpPr>
        <p:spPr/>
        <p:txBody>
          <a:bodyPr/>
          <a:lstStyle/>
          <a:p>
            <a:r>
              <a:rPr lang="en-US" sz="10000" dirty="0"/>
              <a:t>stats</a:t>
            </a:r>
            <a:endParaRPr lang="en-US" dirty="0"/>
          </a:p>
        </p:txBody>
      </p:sp>
      <p:sp>
        <p:nvSpPr>
          <p:cNvPr id="5" name="Subtitle 4">
            <a:extLst>
              <a:ext uri="{FF2B5EF4-FFF2-40B4-BE49-F238E27FC236}">
                <a16:creationId xmlns:a16="http://schemas.microsoft.com/office/drawing/2014/main" id="{513022F7-1E60-F6A7-77FC-5843526C8F29}"/>
              </a:ext>
            </a:extLst>
          </p:cNvPr>
          <p:cNvSpPr>
            <a:spLocks noGrp="1"/>
          </p:cNvSpPr>
          <p:nvPr>
            <p:ph type="subTitle" idx="1"/>
          </p:nvPr>
        </p:nvSpPr>
        <p:spPr/>
        <p:txBody>
          <a:bodyPr/>
          <a:lstStyle/>
          <a:p>
            <a:r>
              <a:rPr lang="en-US" cap="all" dirty="0">
                <a:solidFill>
                  <a:schemeClr val="bg1"/>
                </a:solidFill>
              </a:rPr>
              <a:t>1.3 million streams globally</a:t>
            </a:r>
          </a:p>
        </p:txBody>
      </p:sp>
      <p:sp>
        <p:nvSpPr>
          <p:cNvPr id="3" name="Text Placeholder 2">
            <a:extLst>
              <a:ext uri="{FF2B5EF4-FFF2-40B4-BE49-F238E27FC236}">
                <a16:creationId xmlns:a16="http://schemas.microsoft.com/office/drawing/2014/main" id="{1F46CD6A-62A7-904C-280C-4B0876CC15F6}"/>
              </a:ext>
            </a:extLst>
          </p:cNvPr>
          <p:cNvSpPr>
            <a:spLocks noGrp="1"/>
          </p:cNvSpPr>
          <p:nvPr>
            <p:ph type="body" sz="quarter" idx="12"/>
          </p:nvPr>
        </p:nvSpPr>
        <p:spPr/>
        <p:txBody>
          <a:bodyPr/>
          <a:lstStyle/>
          <a:p>
            <a:r>
              <a:rPr lang="en-US" sz="4800" dirty="0">
                <a:ln w="12700">
                  <a:solidFill>
                    <a:schemeClr val="accent1">
                      <a:lumMod val="60000"/>
                      <a:lumOff val="40000"/>
                    </a:schemeClr>
                  </a:solidFill>
                </a:ln>
                <a:noFill/>
                <a:effectLst>
                  <a:glow rad="88900">
                    <a:schemeClr val="accent1">
                      <a:alpha val="50000"/>
                    </a:schemeClr>
                  </a:glow>
                </a:effectLst>
              </a:rPr>
              <a:t>Streaming</a:t>
            </a:r>
            <a:endParaRPr lang="en-US" dirty="0"/>
          </a:p>
        </p:txBody>
      </p:sp>
      <p:pic>
        <p:nvPicPr>
          <p:cNvPr id="6" name="Picture Placeholder 5" descr="Woman with pink hair wearing sunglasses and holding jacket">
            <a:extLst>
              <a:ext uri="{FF2B5EF4-FFF2-40B4-BE49-F238E27FC236}">
                <a16:creationId xmlns:a16="http://schemas.microsoft.com/office/drawing/2014/main" id="{89D0D014-6839-B98F-5873-20DD7BCD34B9}"/>
              </a:ext>
            </a:extLst>
          </p:cNvPr>
          <p:cNvPicPr>
            <a:picLocks noGrp="1" noChangeAspect="1"/>
          </p:cNvPicPr>
          <p:nvPr>
            <p:ph type="pic" sz="quarter" idx="13"/>
          </p:nvPr>
        </p:nvPicPr>
        <p:blipFill rotWithShape="1">
          <a:blip r:embed="rId2"/>
          <a:srcRect l="1188" t="1084" r="2261" b="2763"/>
          <a:stretch/>
        </p:blipFill>
        <p:spPr>
          <a:xfrm>
            <a:off x="5148072" y="1143000"/>
            <a:ext cx="6318504" cy="5715000"/>
          </a:xfrm>
          <a:prstGeom prst="rect">
            <a:avLst/>
          </a:prstGeom>
        </p:spPr>
      </p:pic>
    </p:spTree>
    <p:extLst>
      <p:ext uri="{BB962C8B-B14F-4D97-AF65-F5344CB8AC3E}">
        <p14:creationId xmlns:p14="http://schemas.microsoft.com/office/powerpoint/2010/main" val="2611157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E4F67A-1271-5E7D-CD34-DF3D80A3F967}"/>
              </a:ext>
            </a:extLst>
          </p:cNvPr>
          <p:cNvSpPr>
            <a:spLocks noGrp="1"/>
          </p:cNvSpPr>
          <p:nvPr>
            <p:ph type="title"/>
          </p:nvPr>
        </p:nvSpPr>
        <p:spPr/>
        <p:txBody>
          <a:bodyPr/>
          <a:lstStyle/>
          <a:p>
            <a:r>
              <a:rPr lang="en-US" sz="4800" dirty="0">
                <a:ln w="12700">
                  <a:solidFill>
                    <a:schemeClr val="accent1">
                      <a:lumMod val="60000"/>
                      <a:lumOff val="40000"/>
                    </a:schemeClr>
                  </a:solidFill>
                </a:ln>
                <a:noFill/>
                <a:effectLst>
                  <a:glow rad="88900">
                    <a:schemeClr val="accent1">
                      <a:alpha val="50000"/>
                    </a:schemeClr>
                  </a:glow>
                </a:effectLst>
              </a:rPr>
              <a:t>INTERNATIONAL STREAMING</a:t>
            </a:r>
            <a:endParaRPr lang="en-US" dirty="0"/>
          </a:p>
        </p:txBody>
      </p:sp>
      <p:graphicFrame>
        <p:nvGraphicFramePr>
          <p:cNvPr id="6" name="Table 4">
            <a:extLst>
              <a:ext uri="{FF2B5EF4-FFF2-40B4-BE49-F238E27FC236}">
                <a16:creationId xmlns:a16="http://schemas.microsoft.com/office/drawing/2014/main" id="{5B3E8CB0-3760-B745-72D7-E3441ACDAC31}"/>
              </a:ext>
            </a:extLst>
          </p:cNvPr>
          <p:cNvGraphicFramePr>
            <a:graphicFrameLocks noGrp="1"/>
          </p:cNvGraphicFramePr>
          <p:nvPr>
            <p:ph sz="quarter" idx="12"/>
            <p:extLst>
              <p:ext uri="{D42A27DB-BD31-4B8C-83A1-F6EECF244321}">
                <p14:modId xmlns:p14="http://schemas.microsoft.com/office/powerpoint/2010/main" val="4033954951"/>
              </p:ext>
            </p:extLst>
          </p:nvPr>
        </p:nvGraphicFramePr>
        <p:xfrm>
          <a:off x="2438400" y="1874520"/>
          <a:ext cx="7315200" cy="43434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1689330750"/>
                    </a:ext>
                  </a:extLst>
                </a:gridCol>
                <a:gridCol w="1463040">
                  <a:extLst>
                    <a:ext uri="{9D8B030D-6E8A-4147-A177-3AD203B41FA5}">
                      <a16:colId xmlns:a16="http://schemas.microsoft.com/office/drawing/2014/main" val="2660631934"/>
                    </a:ext>
                  </a:extLst>
                </a:gridCol>
                <a:gridCol w="1463040">
                  <a:extLst>
                    <a:ext uri="{9D8B030D-6E8A-4147-A177-3AD203B41FA5}">
                      <a16:colId xmlns:a16="http://schemas.microsoft.com/office/drawing/2014/main" val="3909717689"/>
                    </a:ext>
                  </a:extLst>
                </a:gridCol>
                <a:gridCol w="1463040">
                  <a:extLst>
                    <a:ext uri="{9D8B030D-6E8A-4147-A177-3AD203B41FA5}">
                      <a16:colId xmlns:a16="http://schemas.microsoft.com/office/drawing/2014/main" val="1603189107"/>
                    </a:ext>
                  </a:extLst>
                </a:gridCol>
                <a:gridCol w="1463040">
                  <a:extLst>
                    <a:ext uri="{9D8B030D-6E8A-4147-A177-3AD203B41FA5}">
                      <a16:colId xmlns:a16="http://schemas.microsoft.com/office/drawing/2014/main" val="2755691855"/>
                    </a:ext>
                  </a:extLst>
                </a:gridCol>
              </a:tblGrid>
              <a:tr h="868680">
                <a:tc>
                  <a:txBody>
                    <a:bodyPr/>
                    <a:lstStyle/>
                    <a:p>
                      <a:pPr algn="ctr"/>
                      <a:endParaRPr lang="en-US" sz="1400" b="1" i="0" cap="all" baseline="0" dirty="0">
                        <a:solidFill>
                          <a:schemeClr val="accent1">
                            <a:lumMod val="60000"/>
                            <a:lumOff val="40000"/>
                          </a:schemeClr>
                        </a:solidFill>
                        <a:latin typeface="Avenir Next LT Pro" panose="020B0504020202020204" pitchFamily="34" charset="77"/>
                      </a:endParaRPr>
                    </a:p>
                  </a:txBody>
                  <a:tcPr marL="81482" marR="81482" marT="40741" marB="40741" anchor="ctr">
                    <a:lnL w="76200" cap="flat" cmpd="sng" algn="ctr">
                      <a:noFill/>
                      <a:prstDash val="solid"/>
                      <a:round/>
                      <a:headEnd type="none" w="med" len="med"/>
                      <a:tailEnd type="none" w="med" len="med"/>
                    </a:lnL>
                    <a:lnR w="38100" cap="flat" cmpd="sng" algn="ctr">
                      <a:solidFill>
                        <a:schemeClr val="accent4"/>
                      </a:solidFill>
                      <a:prstDash val="solid"/>
                      <a:round/>
                      <a:headEnd type="none" w="med" len="med"/>
                      <a:tailEnd type="none" w="med" len="med"/>
                    </a:lnR>
                    <a:lnT w="76200" cap="flat" cmpd="sng" algn="ctr">
                      <a:no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400" b="1" i="0" cap="all" baseline="0" dirty="0">
                          <a:solidFill>
                            <a:schemeClr val="bg1"/>
                          </a:solidFill>
                          <a:latin typeface="Avenir Next LT Pro" panose="020B0504020202020204" pitchFamily="34" charset="77"/>
                        </a:rPr>
                        <a:t>Platform Red</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76200" cap="flat" cmpd="sng" algn="ctr">
                      <a:no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400" b="1" i="0" cap="all" baseline="0" dirty="0">
                          <a:solidFill>
                            <a:schemeClr val="bg1"/>
                          </a:solidFill>
                          <a:latin typeface="Avenir Next LT Pro" panose="020B0504020202020204" pitchFamily="34" charset="77"/>
                        </a:rPr>
                        <a:t>Platform Green</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76200" cap="flat" cmpd="sng" algn="ctr">
                      <a:no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400" b="1" i="0" cap="all" baseline="0" dirty="0">
                          <a:solidFill>
                            <a:schemeClr val="bg1"/>
                          </a:solidFill>
                          <a:latin typeface="Avenir Next LT Pro" panose="020B0504020202020204" pitchFamily="34" charset="77"/>
                        </a:rPr>
                        <a:t>Platform Blue</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76200" cap="flat" cmpd="sng" algn="ctr">
                      <a:no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400" b="1" i="0" cap="all" baseline="0" dirty="0">
                          <a:solidFill>
                            <a:schemeClr val="bg1"/>
                          </a:solidFill>
                          <a:latin typeface="Avenir Next LT Pro" panose="020B0504020202020204" pitchFamily="34" charset="77"/>
                        </a:rPr>
                        <a:t>Platform Purple</a:t>
                      </a:r>
                    </a:p>
                  </a:txBody>
                  <a:tcPr marL="81482" marR="81482" marT="40741" marB="40741" anchor="ctr">
                    <a:lnL w="38100" cap="flat" cmpd="sng" algn="ctr">
                      <a:solidFill>
                        <a:schemeClr val="accent4"/>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9928716"/>
                  </a:ext>
                </a:extLst>
              </a:tr>
              <a:tr h="868680">
                <a:tc>
                  <a:txBody>
                    <a:bodyPr/>
                    <a:lstStyle/>
                    <a:p>
                      <a:pPr lvl="0" algn="ctr">
                        <a:buNone/>
                      </a:pPr>
                      <a:r>
                        <a:rPr lang="en-US" sz="1400" b="1" i="0" cap="all" baseline="0" dirty="0">
                          <a:solidFill>
                            <a:schemeClr val="bg1"/>
                          </a:solidFill>
                          <a:latin typeface="Avenir Next LT Pro" panose="020B0504020202020204" pitchFamily="34" charset="77"/>
                        </a:rPr>
                        <a:t>N. &amp; S. AMERICAS</a:t>
                      </a:r>
                    </a:p>
                  </a:txBody>
                  <a:tcPr marL="81482" marR="81482" marT="40741" marB="40741" anchor="ctr">
                    <a:lnL w="76200" cap="flat" cmpd="sng" algn="ctr">
                      <a:no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4.5</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2.3</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1.7</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5.0</a:t>
                      </a:r>
                    </a:p>
                  </a:txBody>
                  <a:tcPr marL="81482" marR="81482" marT="40741" marB="40741" anchor="ctr">
                    <a:lnL w="38100" cap="flat" cmpd="sng" algn="ctr">
                      <a:solidFill>
                        <a:schemeClr val="accent4"/>
                      </a:solidFill>
                      <a:prstDash val="solid"/>
                      <a:round/>
                      <a:headEnd type="none" w="med" len="med"/>
                      <a:tailEnd type="none" w="med" len="med"/>
                    </a:lnL>
                    <a:lnR w="76200" cap="flat" cmpd="sng" algn="ctr">
                      <a:no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0208656"/>
                  </a:ext>
                </a:extLst>
              </a:tr>
              <a:tr h="868680">
                <a:tc>
                  <a:txBody>
                    <a:bodyPr/>
                    <a:lstStyle/>
                    <a:p>
                      <a:pPr lvl="0" algn="ctr">
                        <a:buNone/>
                      </a:pPr>
                      <a:r>
                        <a:rPr lang="en-US" sz="1400" b="1" i="0" cap="all" baseline="0" dirty="0">
                          <a:solidFill>
                            <a:schemeClr val="bg1"/>
                          </a:solidFill>
                          <a:latin typeface="Avenir Next LT Pro" panose="020B0504020202020204" pitchFamily="34" charset="77"/>
                        </a:rPr>
                        <a:t>EUROPE</a:t>
                      </a:r>
                    </a:p>
                  </a:txBody>
                  <a:tcPr marL="81482" marR="81482" marT="40741" marB="40741" anchor="ctr">
                    <a:lnL w="76200" cap="flat" cmpd="sng" algn="ctr">
                      <a:no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3.2</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5.1</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4.4</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3.0</a:t>
                      </a:r>
                    </a:p>
                  </a:txBody>
                  <a:tcPr marL="81482" marR="81482" marT="40741" marB="40741" anchor="ctr">
                    <a:lnL w="38100" cap="flat" cmpd="sng" algn="ctr">
                      <a:solidFill>
                        <a:schemeClr val="accent4"/>
                      </a:solidFill>
                      <a:prstDash val="solid"/>
                      <a:round/>
                      <a:headEnd type="none" w="med" len="med"/>
                      <a:tailEnd type="none" w="med" len="med"/>
                    </a:lnL>
                    <a:lnR w="76200" cap="flat" cmpd="sng" algn="ctr">
                      <a:no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4243071"/>
                  </a:ext>
                </a:extLst>
              </a:tr>
              <a:tr h="868680">
                <a:tc>
                  <a:txBody>
                    <a:bodyPr/>
                    <a:lstStyle/>
                    <a:p>
                      <a:pPr lvl="0" algn="ctr">
                        <a:buNone/>
                      </a:pPr>
                      <a:r>
                        <a:rPr lang="en-US" sz="1400" b="1" i="0" cap="all" baseline="0" dirty="0">
                          <a:solidFill>
                            <a:schemeClr val="bg1"/>
                          </a:solidFill>
                          <a:latin typeface="Avenir Next LT Pro" panose="020B0504020202020204" pitchFamily="34" charset="77"/>
                        </a:rPr>
                        <a:t>ASIA</a:t>
                      </a:r>
                    </a:p>
                  </a:txBody>
                  <a:tcPr marL="81482" marR="81482" marT="40741" marB="40741" anchor="ctr">
                    <a:lnL w="76200" cap="flat" cmpd="sng" algn="ctr">
                      <a:no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2.1</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1.7</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2.5</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2.8</a:t>
                      </a:r>
                    </a:p>
                  </a:txBody>
                  <a:tcPr marL="81482" marR="81482" marT="40741" marB="40741" anchor="ctr">
                    <a:lnL w="38100" cap="flat" cmpd="sng" algn="ctr">
                      <a:solidFill>
                        <a:schemeClr val="accent4"/>
                      </a:solidFill>
                      <a:prstDash val="solid"/>
                      <a:round/>
                      <a:headEnd type="none" w="med" len="med"/>
                      <a:tailEnd type="none" w="med" len="med"/>
                    </a:lnL>
                    <a:lnR w="76200" cap="flat" cmpd="sng" algn="ctr">
                      <a:noFill/>
                      <a:prstDash val="solid"/>
                      <a:round/>
                      <a:headEnd type="none" w="med" len="med"/>
                      <a:tailEnd type="none" w="med" len="med"/>
                    </a:lnR>
                    <a:lnT w="38100" cap="flat" cmpd="sng" algn="ctr">
                      <a:solidFill>
                        <a:schemeClr val="accent4"/>
                      </a:solidFill>
                      <a:prstDash val="solid"/>
                      <a:round/>
                      <a:headEnd type="none" w="med" len="med"/>
                      <a:tailEnd type="none" w="med" len="med"/>
                    </a:lnT>
                    <a:lnB w="381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808797"/>
                  </a:ext>
                </a:extLst>
              </a:tr>
              <a:tr h="868680">
                <a:tc>
                  <a:txBody>
                    <a:bodyPr/>
                    <a:lstStyle/>
                    <a:p>
                      <a:pPr lvl="0" algn="ctr">
                        <a:buNone/>
                      </a:pPr>
                      <a:r>
                        <a:rPr lang="en-US" sz="1400" b="1" i="0" cap="all" baseline="0" dirty="0">
                          <a:solidFill>
                            <a:schemeClr val="bg1"/>
                          </a:solidFill>
                          <a:latin typeface="Avenir Next LT Pro" panose="020B0504020202020204" pitchFamily="34" charset="77"/>
                        </a:rPr>
                        <a:t>AFRICA</a:t>
                      </a:r>
                    </a:p>
                  </a:txBody>
                  <a:tcPr marL="81482" marR="81482" marT="40741" marB="40741" anchor="ctr">
                    <a:lnL w="76200" cap="flat" cmpd="sng" algn="ctr">
                      <a:no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4.5</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2.2</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1.7</a:t>
                      </a:r>
                    </a:p>
                  </a:txBody>
                  <a:tcPr marL="81482" marR="81482" marT="40741" marB="40741" anchor="ctr">
                    <a:lnL w="38100" cap="flat" cmpd="sng" algn="ctr">
                      <a:solidFill>
                        <a:schemeClr val="accent4"/>
                      </a:solidFill>
                      <a:prstDash val="solid"/>
                      <a:round/>
                      <a:headEnd type="none" w="med" len="med"/>
                      <a:tailEnd type="none" w="med" len="med"/>
                    </a:lnL>
                    <a:lnR w="38100" cap="flat" cmpd="sng" algn="ctr">
                      <a:solidFill>
                        <a:schemeClr val="accent4"/>
                      </a:solidFill>
                      <a:prstDash val="solid"/>
                      <a:round/>
                      <a:headEnd type="none" w="med" len="med"/>
                      <a:tailEnd type="none" w="med" len="med"/>
                    </a:lnR>
                    <a:lnT w="38100" cap="flat" cmpd="sng" algn="ctr">
                      <a:solidFill>
                        <a:schemeClr val="accent4"/>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cap="all" baseline="0" dirty="0">
                          <a:solidFill>
                            <a:schemeClr val="accent5">
                              <a:lumMod val="90000"/>
                            </a:schemeClr>
                          </a:solidFill>
                          <a:latin typeface="Avenir Next LT Pro" panose="020B0504020202020204" pitchFamily="34" charset="77"/>
                        </a:rPr>
                        <a:t>7.0</a:t>
                      </a:r>
                    </a:p>
                  </a:txBody>
                  <a:tcPr marL="81482" marR="81482" marT="40741" marB="40741" anchor="ctr">
                    <a:lnL w="38100" cap="flat" cmpd="sng" algn="ctr">
                      <a:solidFill>
                        <a:schemeClr val="accent4"/>
                      </a:solidFill>
                      <a:prstDash val="solid"/>
                      <a:round/>
                      <a:headEnd type="none" w="med" len="med"/>
                      <a:tailEnd type="none" w="med" len="med"/>
                    </a:lnL>
                    <a:lnR w="76200" cap="flat" cmpd="sng" algn="ctr">
                      <a:noFill/>
                      <a:prstDash val="solid"/>
                      <a:round/>
                      <a:headEnd type="none" w="med" len="med"/>
                      <a:tailEnd type="none" w="med" len="med"/>
                    </a:lnR>
                    <a:lnT w="38100" cap="flat" cmpd="sng" algn="ctr">
                      <a:solidFill>
                        <a:schemeClr val="accent4"/>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950325"/>
                  </a:ext>
                </a:extLst>
              </a:tr>
            </a:tbl>
          </a:graphicData>
        </a:graphic>
      </p:graphicFrame>
      <p:sp>
        <p:nvSpPr>
          <p:cNvPr id="3" name="Footer Placeholder 2">
            <a:extLst>
              <a:ext uri="{FF2B5EF4-FFF2-40B4-BE49-F238E27FC236}">
                <a16:creationId xmlns:a16="http://schemas.microsoft.com/office/drawing/2014/main" id="{BB5D7B0F-71DB-9B31-04AE-1E6C35ED3370}"/>
              </a:ext>
            </a:extLst>
          </p:cNvPr>
          <p:cNvSpPr>
            <a:spLocks noGrp="1"/>
          </p:cNvSpPr>
          <p:nvPr>
            <p:ph type="ftr" sz="quarter" idx="11"/>
          </p:nvPr>
        </p:nvSpPr>
        <p:spPr/>
        <p:txBody>
          <a:bodyPr/>
          <a:lstStyle/>
          <a:p>
            <a:r>
              <a:rPr lang="en-US" dirty="0"/>
              <a:t>Artist portfolio</a:t>
            </a:r>
          </a:p>
        </p:txBody>
      </p:sp>
      <p:sp>
        <p:nvSpPr>
          <p:cNvPr id="2" name="Slide Number Placeholder 1">
            <a:extLst>
              <a:ext uri="{FF2B5EF4-FFF2-40B4-BE49-F238E27FC236}">
                <a16:creationId xmlns:a16="http://schemas.microsoft.com/office/drawing/2014/main" id="{A481C0AF-C99E-0101-BE93-A11184BD55F4}"/>
              </a:ext>
            </a:extLst>
          </p:cNvPr>
          <p:cNvSpPr>
            <a:spLocks noGrp="1"/>
          </p:cNvSpPr>
          <p:nvPr>
            <p:ph type="sldNum" sz="quarter" idx="10"/>
          </p:nvPr>
        </p:nvSpPr>
        <p:spPr/>
        <p:txBody>
          <a:bodyPr/>
          <a:lstStyle/>
          <a:p>
            <a:fld id="{0FF9F32E-65A7-074C-AFA1-DE0771000F54}" type="slidenum">
              <a:rPr lang="en-US" smtClean="0"/>
              <a:pPr/>
              <a:t>5</a:t>
            </a:fld>
            <a:endParaRPr lang="en-US" dirty="0"/>
          </a:p>
        </p:txBody>
      </p:sp>
    </p:spTree>
    <p:extLst>
      <p:ext uri="{BB962C8B-B14F-4D97-AF65-F5344CB8AC3E}">
        <p14:creationId xmlns:p14="http://schemas.microsoft.com/office/powerpoint/2010/main" val="1323106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F672A6D-58C4-B31B-75E1-06C0AAEF3911}"/>
              </a:ext>
            </a:extLst>
          </p:cNvPr>
          <p:cNvSpPr>
            <a:spLocks noGrp="1"/>
          </p:cNvSpPr>
          <p:nvPr>
            <p:ph type="title"/>
          </p:nvPr>
        </p:nvSpPr>
        <p:spPr/>
        <p:txBody>
          <a:bodyPr/>
          <a:lstStyle/>
          <a:p>
            <a:r>
              <a:rPr lang="en-US" dirty="0"/>
              <a:t>Where words fail,</a:t>
            </a:r>
            <a:br>
              <a:rPr lang="en-US" dirty="0"/>
            </a:br>
            <a:r>
              <a:rPr lang="en-US" dirty="0"/>
              <a:t>Music speaks.</a:t>
            </a:r>
          </a:p>
        </p:txBody>
      </p:sp>
      <p:sp>
        <p:nvSpPr>
          <p:cNvPr id="8" name="Text Placeholder 7">
            <a:extLst>
              <a:ext uri="{FF2B5EF4-FFF2-40B4-BE49-F238E27FC236}">
                <a16:creationId xmlns:a16="http://schemas.microsoft.com/office/drawing/2014/main" id="{C2F2AC41-BF42-25C1-73D0-B53A0EB6A18B}"/>
              </a:ext>
            </a:extLst>
          </p:cNvPr>
          <p:cNvSpPr>
            <a:spLocks noGrp="1"/>
          </p:cNvSpPr>
          <p:nvPr>
            <p:ph type="body" sz="quarter" idx="12"/>
          </p:nvPr>
        </p:nvSpPr>
        <p:spPr/>
        <p:txBody>
          <a:bodyPr/>
          <a:lstStyle/>
          <a:p>
            <a:r>
              <a:rPr lang="en-US" dirty="0"/>
              <a:t>Hans Christian Andersen</a:t>
            </a:r>
          </a:p>
        </p:txBody>
      </p:sp>
    </p:spTree>
    <p:extLst>
      <p:ext uri="{BB962C8B-B14F-4D97-AF65-F5344CB8AC3E}">
        <p14:creationId xmlns:p14="http://schemas.microsoft.com/office/powerpoint/2010/main" val="612832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8CA9D-CDE3-38D4-E477-4393EE96564E}"/>
              </a:ext>
            </a:extLst>
          </p:cNvPr>
          <p:cNvSpPr>
            <a:spLocks noGrp="1"/>
          </p:cNvSpPr>
          <p:nvPr>
            <p:ph type="title"/>
          </p:nvPr>
        </p:nvSpPr>
        <p:spPr/>
        <p:txBody>
          <a:bodyPr/>
          <a:lstStyle/>
          <a:p>
            <a:r>
              <a:rPr lang="en-US" sz="6000" dirty="0">
                <a:cs typeface="Calibri Light"/>
              </a:rPr>
              <a:t>team</a:t>
            </a:r>
            <a:br>
              <a:rPr lang="en-US" sz="6000" dirty="0">
                <a:cs typeface="Calibri Light"/>
              </a:rPr>
            </a:br>
            <a:endParaRPr lang="en-US" dirty="0"/>
          </a:p>
        </p:txBody>
      </p:sp>
      <p:pic>
        <p:nvPicPr>
          <p:cNvPr id="18" name="Picture Placeholder 17" descr="Team member head shot">
            <a:extLst>
              <a:ext uri="{FF2B5EF4-FFF2-40B4-BE49-F238E27FC236}">
                <a16:creationId xmlns:a16="http://schemas.microsoft.com/office/drawing/2014/main" id="{A7AEC282-8CA8-026D-E809-BB905CA27149}"/>
              </a:ext>
            </a:extLst>
          </p:cNvPr>
          <p:cNvPicPr>
            <a:picLocks noGrp="1" noChangeAspect="1"/>
          </p:cNvPicPr>
          <p:nvPr>
            <p:ph type="pic" sz="quarter" idx="13"/>
          </p:nvPr>
        </p:nvPicPr>
        <p:blipFill rotWithShape="1">
          <a:blip r:embed="rId2"/>
          <a:srcRect/>
          <a:stretch/>
        </p:blipFill>
        <p:spPr>
          <a:prstGeom prst="rect">
            <a:avLst/>
          </a:prstGeom>
        </p:spPr>
      </p:pic>
      <p:sp>
        <p:nvSpPr>
          <p:cNvPr id="10" name="Text Placeholder 9">
            <a:extLst>
              <a:ext uri="{FF2B5EF4-FFF2-40B4-BE49-F238E27FC236}">
                <a16:creationId xmlns:a16="http://schemas.microsoft.com/office/drawing/2014/main" id="{58D60EED-7030-C17E-A198-D37A392AF219}"/>
              </a:ext>
            </a:extLst>
          </p:cNvPr>
          <p:cNvSpPr>
            <a:spLocks noGrp="1"/>
          </p:cNvSpPr>
          <p:nvPr>
            <p:ph type="body" sz="quarter" idx="17"/>
          </p:nvPr>
        </p:nvSpPr>
        <p:spPr/>
        <p:txBody>
          <a:bodyPr/>
          <a:lstStyle/>
          <a:p>
            <a:r>
              <a:rPr lang="en-US" sz="1400" u="none" strike="noStrike" cap="all" spc="0" dirty="0">
                <a:solidFill>
                  <a:schemeClr val="accent6"/>
                </a:solidFill>
                <a:effectLst/>
                <a:latin typeface="Avenir Next LT Pro" panose="020B0504020202020204" pitchFamily="34" charset="77"/>
              </a:rPr>
              <a:t>Takuma Hayashi</a:t>
            </a:r>
            <a:r>
              <a:rPr lang="en-US" sz="1400" cap="all" spc="0" dirty="0">
                <a:solidFill>
                  <a:schemeClr val="accent6"/>
                </a:solidFill>
                <a:effectLst/>
                <a:latin typeface="Avenir Next LT Pro" panose="020B0504020202020204" pitchFamily="34" charset="77"/>
              </a:rPr>
              <a:t>​</a:t>
            </a:r>
          </a:p>
        </p:txBody>
      </p:sp>
      <p:sp>
        <p:nvSpPr>
          <p:cNvPr id="11" name="Text Placeholder 10">
            <a:extLst>
              <a:ext uri="{FF2B5EF4-FFF2-40B4-BE49-F238E27FC236}">
                <a16:creationId xmlns:a16="http://schemas.microsoft.com/office/drawing/2014/main" id="{83678E60-CF3B-3C31-213D-5B1DE5A68D94}"/>
              </a:ext>
            </a:extLst>
          </p:cNvPr>
          <p:cNvSpPr>
            <a:spLocks noGrp="1"/>
          </p:cNvSpPr>
          <p:nvPr>
            <p:ph type="body" sz="quarter" idx="18"/>
          </p:nvPr>
        </p:nvSpPr>
        <p:spPr/>
        <p:txBody>
          <a:bodyPr/>
          <a:lstStyle/>
          <a:p>
            <a:r>
              <a:rPr lang="en-US" sz="1200" b="1" spc="0" dirty="0">
                <a:solidFill>
                  <a:schemeClr val="bg1"/>
                </a:solidFill>
                <a:latin typeface="Avenir Next LT Pro" panose="020B0504020202020204" pitchFamily="34" charset="77"/>
                <a:cs typeface="Calibri"/>
              </a:rPr>
              <a:t>Manager</a:t>
            </a:r>
          </a:p>
        </p:txBody>
      </p:sp>
      <p:pic>
        <p:nvPicPr>
          <p:cNvPr id="19" name="Picture Placeholder 18" descr="Team member head shot">
            <a:extLst>
              <a:ext uri="{FF2B5EF4-FFF2-40B4-BE49-F238E27FC236}">
                <a16:creationId xmlns:a16="http://schemas.microsoft.com/office/drawing/2014/main" id="{798D0EFC-D64A-03AC-76B9-00DAD94A3D09}"/>
              </a:ext>
            </a:extLst>
          </p:cNvPr>
          <p:cNvPicPr>
            <a:picLocks noGrp="1" noChangeAspect="1"/>
          </p:cNvPicPr>
          <p:nvPr>
            <p:ph type="pic" sz="quarter" idx="14"/>
          </p:nvPr>
        </p:nvPicPr>
        <p:blipFill rotWithShape="1">
          <a:blip r:embed="rId3"/>
          <a:srcRect t="820" b="820"/>
          <a:stretch/>
        </p:blipFill>
        <p:spPr>
          <a:prstGeom prst="rect">
            <a:avLst/>
          </a:prstGeom>
        </p:spPr>
      </p:pic>
      <p:sp>
        <p:nvSpPr>
          <p:cNvPr id="12" name="Text Placeholder 11">
            <a:extLst>
              <a:ext uri="{FF2B5EF4-FFF2-40B4-BE49-F238E27FC236}">
                <a16:creationId xmlns:a16="http://schemas.microsoft.com/office/drawing/2014/main" id="{1A35D933-4DCF-2C3D-4B70-9779E48CBD25}"/>
              </a:ext>
            </a:extLst>
          </p:cNvPr>
          <p:cNvSpPr>
            <a:spLocks noGrp="1"/>
          </p:cNvSpPr>
          <p:nvPr>
            <p:ph type="body" sz="quarter" idx="19"/>
          </p:nvPr>
        </p:nvSpPr>
        <p:spPr/>
        <p:txBody>
          <a:bodyPr/>
          <a:lstStyle/>
          <a:p>
            <a:r>
              <a:rPr lang="en-US" sz="1400" u="none" strike="noStrike" cap="all" spc="0" dirty="0">
                <a:solidFill>
                  <a:schemeClr val="accent6"/>
                </a:solidFill>
                <a:effectLst/>
                <a:latin typeface="Avenir Next LT Pro" panose="020B0504020202020204" pitchFamily="34" charset="77"/>
              </a:rPr>
              <a:t>Mirjam Nilsson</a:t>
            </a:r>
            <a:r>
              <a:rPr lang="en-US" sz="1400" cap="all" spc="0" dirty="0">
                <a:solidFill>
                  <a:schemeClr val="accent6"/>
                </a:solidFill>
                <a:effectLst/>
                <a:latin typeface="Avenir Next LT Pro" panose="020B0504020202020204" pitchFamily="34" charset="77"/>
              </a:rPr>
              <a:t>​</a:t>
            </a:r>
          </a:p>
        </p:txBody>
      </p:sp>
      <p:sp>
        <p:nvSpPr>
          <p:cNvPr id="13" name="Text Placeholder 12">
            <a:extLst>
              <a:ext uri="{FF2B5EF4-FFF2-40B4-BE49-F238E27FC236}">
                <a16:creationId xmlns:a16="http://schemas.microsoft.com/office/drawing/2014/main" id="{F0358258-0077-A190-3876-6C46361796B7}"/>
              </a:ext>
            </a:extLst>
          </p:cNvPr>
          <p:cNvSpPr>
            <a:spLocks noGrp="1"/>
          </p:cNvSpPr>
          <p:nvPr>
            <p:ph type="body" sz="quarter" idx="20"/>
          </p:nvPr>
        </p:nvSpPr>
        <p:spPr/>
        <p:txBody>
          <a:bodyPr/>
          <a:lstStyle/>
          <a:p>
            <a:r>
              <a:rPr lang="en-US" sz="1200" b="1" spc="0" dirty="0">
                <a:solidFill>
                  <a:schemeClr val="bg1"/>
                </a:solidFill>
                <a:latin typeface="Avenir Next LT Pro" panose="020B0504020202020204" pitchFamily="34" charset="77"/>
                <a:cs typeface="Calibri"/>
              </a:rPr>
              <a:t>Public Relations</a:t>
            </a:r>
            <a:endParaRPr lang="en-US" sz="1200" b="1" spc="0" dirty="0">
              <a:solidFill>
                <a:schemeClr val="bg1"/>
              </a:solidFill>
              <a:latin typeface="Avenir Next LT Pro" panose="020B0504020202020204" pitchFamily="34" charset="77"/>
            </a:endParaRPr>
          </a:p>
        </p:txBody>
      </p:sp>
      <p:sp>
        <p:nvSpPr>
          <p:cNvPr id="3" name="Text Placeholder 2">
            <a:extLst>
              <a:ext uri="{FF2B5EF4-FFF2-40B4-BE49-F238E27FC236}">
                <a16:creationId xmlns:a16="http://schemas.microsoft.com/office/drawing/2014/main" id="{76F90B7F-6F5A-6593-8F35-02BCD8706C42}"/>
              </a:ext>
            </a:extLst>
          </p:cNvPr>
          <p:cNvSpPr>
            <a:spLocks noGrp="1"/>
          </p:cNvSpPr>
          <p:nvPr>
            <p:ph type="body" sz="quarter" idx="12"/>
          </p:nvPr>
        </p:nvSpPr>
        <p:spPr/>
        <p:txBody>
          <a:bodyPr/>
          <a:lstStyle/>
          <a:p>
            <a:r>
              <a:rPr lang="en-US" sz="4800" dirty="0">
                <a:ln w="12700">
                  <a:solidFill>
                    <a:schemeClr val="accent1">
                      <a:lumMod val="60000"/>
                      <a:lumOff val="40000"/>
                    </a:schemeClr>
                  </a:solidFill>
                </a:ln>
                <a:noFill/>
                <a:effectLst>
                  <a:glow rad="88900">
                    <a:schemeClr val="accent1">
                      <a:alpha val="50000"/>
                    </a:schemeClr>
                  </a:glow>
                </a:effectLst>
                <a:cs typeface="Calibri Light"/>
              </a:rPr>
              <a:t>Meet our</a:t>
            </a:r>
            <a:endParaRPr lang="en-US" dirty="0"/>
          </a:p>
        </p:txBody>
      </p:sp>
      <p:pic>
        <p:nvPicPr>
          <p:cNvPr id="20" name="Picture Placeholder 19" descr="Team member head shot">
            <a:extLst>
              <a:ext uri="{FF2B5EF4-FFF2-40B4-BE49-F238E27FC236}">
                <a16:creationId xmlns:a16="http://schemas.microsoft.com/office/drawing/2014/main" id="{B6411ADC-2585-DD27-5F78-C4CDFC2EB127}"/>
              </a:ext>
            </a:extLst>
          </p:cNvPr>
          <p:cNvPicPr>
            <a:picLocks noGrp="1" noChangeAspect="1"/>
          </p:cNvPicPr>
          <p:nvPr>
            <p:ph type="pic" sz="quarter" idx="15"/>
          </p:nvPr>
        </p:nvPicPr>
        <p:blipFill rotWithShape="1">
          <a:blip r:embed="rId4"/>
          <a:srcRect t="331" b="331"/>
          <a:stretch/>
        </p:blipFill>
        <p:spPr>
          <a:prstGeom prst="rect">
            <a:avLst/>
          </a:prstGeom>
        </p:spPr>
      </p:pic>
      <p:sp>
        <p:nvSpPr>
          <p:cNvPr id="14" name="Text Placeholder 13">
            <a:extLst>
              <a:ext uri="{FF2B5EF4-FFF2-40B4-BE49-F238E27FC236}">
                <a16:creationId xmlns:a16="http://schemas.microsoft.com/office/drawing/2014/main" id="{AA6F0924-07FE-24A8-46D1-B2D6E1706527}"/>
              </a:ext>
            </a:extLst>
          </p:cNvPr>
          <p:cNvSpPr>
            <a:spLocks noGrp="1"/>
          </p:cNvSpPr>
          <p:nvPr>
            <p:ph type="body" sz="quarter" idx="21"/>
          </p:nvPr>
        </p:nvSpPr>
        <p:spPr/>
        <p:txBody>
          <a:bodyPr/>
          <a:lstStyle/>
          <a:p>
            <a:r>
              <a:rPr lang="en-US" dirty="0"/>
              <a:t>Flora Berggren​</a:t>
            </a:r>
          </a:p>
        </p:txBody>
      </p:sp>
      <p:sp>
        <p:nvSpPr>
          <p:cNvPr id="15" name="Text Placeholder 14">
            <a:extLst>
              <a:ext uri="{FF2B5EF4-FFF2-40B4-BE49-F238E27FC236}">
                <a16:creationId xmlns:a16="http://schemas.microsoft.com/office/drawing/2014/main" id="{7BC515EE-DF8A-7AD9-6F7F-90EBCF2625DD}"/>
              </a:ext>
            </a:extLst>
          </p:cNvPr>
          <p:cNvSpPr>
            <a:spLocks noGrp="1"/>
          </p:cNvSpPr>
          <p:nvPr>
            <p:ph type="body" sz="quarter" idx="22"/>
          </p:nvPr>
        </p:nvSpPr>
        <p:spPr/>
        <p:txBody>
          <a:bodyPr/>
          <a:lstStyle/>
          <a:p>
            <a:r>
              <a:rPr lang="en-US" sz="1200" b="1" spc="0" dirty="0">
                <a:solidFill>
                  <a:schemeClr val="bg1"/>
                </a:solidFill>
                <a:latin typeface="Avenir Next LT Pro" panose="020B0504020202020204" pitchFamily="34" charset="77"/>
                <a:cs typeface="Calibri"/>
              </a:rPr>
              <a:t>Producer</a:t>
            </a:r>
            <a:endParaRPr lang="en-US" sz="1200" b="1" spc="0" dirty="0">
              <a:solidFill>
                <a:schemeClr val="bg1"/>
              </a:solidFill>
              <a:latin typeface="Avenir Next LT Pro" panose="020B0504020202020204" pitchFamily="34" charset="77"/>
            </a:endParaRPr>
          </a:p>
        </p:txBody>
      </p:sp>
      <p:pic>
        <p:nvPicPr>
          <p:cNvPr id="21" name="Picture Placeholder 20" descr="Team member head shot">
            <a:extLst>
              <a:ext uri="{FF2B5EF4-FFF2-40B4-BE49-F238E27FC236}">
                <a16:creationId xmlns:a16="http://schemas.microsoft.com/office/drawing/2014/main" id="{883A6617-F014-5571-BA25-17E8D1EFA342}"/>
              </a:ext>
            </a:extLst>
          </p:cNvPr>
          <p:cNvPicPr>
            <a:picLocks noGrp="1" noChangeAspect="1"/>
          </p:cNvPicPr>
          <p:nvPr>
            <p:ph type="pic" sz="quarter" idx="16"/>
          </p:nvPr>
        </p:nvPicPr>
        <p:blipFill rotWithShape="1">
          <a:blip r:embed="rId5"/>
          <a:srcRect/>
          <a:stretch/>
        </p:blipFill>
        <p:spPr>
          <a:prstGeom prst="rect">
            <a:avLst/>
          </a:prstGeom>
        </p:spPr>
      </p:pic>
      <p:sp>
        <p:nvSpPr>
          <p:cNvPr id="16" name="Text Placeholder 15">
            <a:extLst>
              <a:ext uri="{FF2B5EF4-FFF2-40B4-BE49-F238E27FC236}">
                <a16:creationId xmlns:a16="http://schemas.microsoft.com/office/drawing/2014/main" id="{CC5A8C50-ED9C-298F-FA77-4F45054C5480}"/>
              </a:ext>
            </a:extLst>
          </p:cNvPr>
          <p:cNvSpPr>
            <a:spLocks noGrp="1"/>
          </p:cNvSpPr>
          <p:nvPr>
            <p:ph type="body" sz="quarter" idx="23"/>
          </p:nvPr>
        </p:nvSpPr>
        <p:spPr/>
        <p:txBody>
          <a:bodyPr/>
          <a:lstStyle/>
          <a:p>
            <a:r>
              <a:rPr lang="en-US" dirty="0"/>
              <a:t>Rajesh Santoshi​</a:t>
            </a:r>
          </a:p>
        </p:txBody>
      </p:sp>
      <p:sp>
        <p:nvSpPr>
          <p:cNvPr id="17" name="Text Placeholder 16">
            <a:extLst>
              <a:ext uri="{FF2B5EF4-FFF2-40B4-BE49-F238E27FC236}">
                <a16:creationId xmlns:a16="http://schemas.microsoft.com/office/drawing/2014/main" id="{68AEC5D3-591C-79E8-F1F4-E403D80C1B9B}"/>
              </a:ext>
            </a:extLst>
          </p:cNvPr>
          <p:cNvSpPr>
            <a:spLocks noGrp="1"/>
          </p:cNvSpPr>
          <p:nvPr>
            <p:ph type="body" sz="quarter" idx="24"/>
          </p:nvPr>
        </p:nvSpPr>
        <p:spPr/>
        <p:txBody>
          <a:bodyPr/>
          <a:lstStyle/>
          <a:p>
            <a:r>
              <a:rPr lang="en-US" sz="1200" b="1" spc="0" dirty="0">
                <a:solidFill>
                  <a:schemeClr val="bg1"/>
                </a:solidFill>
                <a:latin typeface="Avenir Next LT Pro" panose="020B0504020202020204" pitchFamily="34" charset="77"/>
                <a:cs typeface="Calibri"/>
              </a:rPr>
              <a:t>Assistant Producer</a:t>
            </a:r>
            <a:endParaRPr lang="en-US" sz="1200" b="1" spc="0" dirty="0">
              <a:solidFill>
                <a:schemeClr val="bg1"/>
              </a:solidFill>
              <a:latin typeface="Avenir Next LT Pro" panose="020B0504020202020204" pitchFamily="34" charset="77"/>
            </a:endParaRPr>
          </a:p>
        </p:txBody>
      </p:sp>
      <p:sp>
        <p:nvSpPr>
          <p:cNvPr id="5" name="Slide Number Placeholder 4">
            <a:extLst>
              <a:ext uri="{FF2B5EF4-FFF2-40B4-BE49-F238E27FC236}">
                <a16:creationId xmlns:a16="http://schemas.microsoft.com/office/drawing/2014/main" id="{A0A0A862-D035-B74E-994E-6A78C96BE63E}"/>
              </a:ext>
            </a:extLst>
          </p:cNvPr>
          <p:cNvSpPr>
            <a:spLocks noGrp="1"/>
          </p:cNvSpPr>
          <p:nvPr>
            <p:ph type="sldNum" sz="quarter" idx="10"/>
          </p:nvPr>
        </p:nvSpPr>
        <p:spPr/>
        <p:txBody>
          <a:bodyPr/>
          <a:lstStyle/>
          <a:p>
            <a:fld id="{0FF9F32E-65A7-074C-AFA1-DE0771000F54}" type="slidenum">
              <a:rPr lang="en-US" smtClean="0"/>
              <a:pPr/>
              <a:t>7</a:t>
            </a:fld>
            <a:endParaRPr lang="en-US" dirty="0"/>
          </a:p>
        </p:txBody>
      </p:sp>
      <p:sp>
        <p:nvSpPr>
          <p:cNvPr id="6" name="Footer Placeholder 5">
            <a:extLst>
              <a:ext uri="{FF2B5EF4-FFF2-40B4-BE49-F238E27FC236}">
                <a16:creationId xmlns:a16="http://schemas.microsoft.com/office/drawing/2014/main" id="{06D3ECE7-2554-58B9-5EEE-41F7375EB770}"/>
              </a:ext>
            </a:extLst>
          </p:cNvPr>
          <p:cNvSpPr>
            <a:spLocks noGrp="1"/>
          </p:cNvSpPr>
          <p:nvPr>
            <p:ph type="ftr" sz="quarter" idx="11"/>
          </p:nvPr>
        </p:nvSpPr>
        <p:spPr/>
        <p:txBody>
          <a:bodyPr/>
          <a:lstStyle/>
          <a:p>
            <a:r>
              <a:rPr lang="en-US" dirty="0"/>
              <a:t>Artist portfolio</a:t>
            </a:r>
          </a:p>
        </p:txBody>
      </p:sp>
    </p:spTree>
    <p:extLst>
      <p:ext uri="{BB962C8B-B14F-4D97-AF65-F5344CB8AC3E}">
        <p14:creationId xmlns:p14="http://schemas.microsoft.com/office/powerpoint/2010/main" val="837704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56">
            <a:extLst>
              <a:ext uri="{FF2B5EF4-FFF2-40B4-BE49-F238E27FC236}">
                <a16:creationId xmlns:a16="http://schemas.microsoft.com/office/drawing/2014/main" id="{0437B361-1E19-913D-4E76-3337DDAE7426}"/>
              </a:ext>
            </a:extLst>
          </p:cNvPr>
          <p:cNvSpPr>
            <a:spLocks noGrp="1"/>
          </p:cNvSpPr>
          <p:nvPr>
            <p:ph type="title"/>
          </p:nvPr>
        </p:nvSpPr>
        <p:spPr/>
        <p:txBody>
          <a:bodyPr/>
          <a:lstStyle/>
          <a:p>
            <a:r>
              <a:rPr lang="en-US" dirty="0"/>
              <a:t>MEET OUR EXTENDED TEAM</a:t>
            </a:r>
          </a:p>
        </p:txBody>
      </p:sp>
      <p:pic>
        <p:nvPicPr>
          <p:cNvPr id="82" name="Picture Placeholder 81" descr="Team member head shot">
            <a:extLst>
              <a:ext uri="{FF2B5EF4-FFF2-40B4-BE49-F238E27FC236}">
                <a16:creationId xmlns:a16="http://schemas.microsoft.com/office/drawing/2014/main" id="{41115F04-7CA3-B365-1FB5-D3693D4CC086}"/>
              </a:ext>
            </a:extLst>
          </p:cNvPr>
          <p:cNvPicPr>
            <a:picLocks noGrp="1" noChangeAspect="1"/>
          </p:cNvPicPr>
          <p:nvPr>
            <p:ph type="pic" sz="quarter" idx="13"/>
          </p:nvPr>
        </p:nvPicPr>
        <p:blipFill rotWithShape="1">
          <a:blip r:embed="rId2"/>
          <a:srcRect/>
          <a:stretch/>
        </p:blipFill>
        <p:spPr/>
      </p:pic>
      <p:sp>
        <p:nvSpPr>
          <p:cNvPr id="62" name="Text Placeholder 61">
            <a:extLst>
              <a:ext uri="{FF2B5EF4-FFF2-40B4-BE49-F238E27FC236}">
                <a16:creationId xmlns:a16="http://schemas.microsoft.com/office/drawing/2014/main" id="{600CD87C-70E2-06C7-2312-5CCDD3239288}"/>
              </a:ext>
            </a:extLst>
          </p:cNvPr>
          <p:cNvSpPr>
            <a:spLocks noGrp="1"/>
          </p:cNvSpPr>
          <p:nvPr>
            <p:ph type="body" sz="quarter" idx="17"/>
          </p:nvPr>
        </p:nvSpPr>
        <p:spPr/>
        <p:txBody>
          <a:bodyPr/>
          <a:lstStyle/>
          <a:p>
            <a:r>
              <a:rPr lang="en-US" dirty="0"/>
              <a:t>Takuma Hayashi</a:t>
            </a:r>
          </a:p>
        </p:txBody>
      </p:sp>
      <p:sp>
        <p:nvSpPr>
          <p:cNvPr id="63" name="Text Placeholder 62">
            <a:extLst>
              <a:ext uri="{FF2B5EF4-FFF2-40B4-BE49-F238E27FC236}">
                <a16:creationId xmlns:a16="http://schemas.microsoft.com/office/drawing/2014/main" id="{68DC071D-4E83-C168-C519-813BA4432277}"/>
              </a:ext>
            </a:extLst>
          </p:cNvPr>
          <p:cNvSpPr>
            <a:spLocks noGrp="1"/>
          </p:cNvSpPr>
          <p:nvPr>
            <p:ph type="body" sz="quarter" idx="18"/>
          </p:nvPr>
        </p:nvSpPr>
        <p:spPr/>
        <p:txBody>
          <a:bodyPr/>
          <a:lstStyle/>
          <a:p>
            <a:r>
              <a:rPr lang="en-US" dirty="0"/>
              <a:t>Manager</a:t>
            </a:r>
          </a:p>
        </p:txBody>
      </p:sp>
      <p:pic>
        <p:nvPicPr>
          <p:cNvPr id="86" name="Picture Placeholder 85" descr="Team member head shot">
            <a:extLst>
              <a:ext uri="{FF2B5EF4-FFF2-40B4-BE49-F238E27FC236}">
                <a16:creationId xmlns:a16="http://schemas.microsoft.com/office/drawing/2014/main" id="{0CBE844B-5666-DB2D-1C75-FA124D237FF3}"/>
              </a:ext>
            </a:extLst>
          </p:cNvPr>
          <p:cNvPicPr>
            <a:picLocks noGrp="1" noChangeAspect="1"/>
          </p:cNvPicPr>
          <p:nvPr>
            <p:ph type="pic" sz="quarter" idx="25"/>
          </p:nvPr>
        </p:nvPicPr>
        <p:blipFill rotWithShape="1">
          <a:blip r:embed="rId3"/>
          <a:srcRect l="330" r="330"/>
          <a:stretch/>
        </p:blipFill>
        <p:spPr/>
      </p:pic>
      <p:sp>
        <p:nvSpPr>
          <p:cNvPr id="74" name="Text Placeholder 73">
            <a:extLst>
              <a:ext uri="{FF2B5EF4-FFF2-40B4-BE49-F238E27FC236}">
                <a16:creationId xmlns:a16="http://schemas.microsoft.com/office/drawing/2014/main" id="{7269D622-2F71-B4AD-5B00-A8D6EB3E6482}"/>
              </a:ext>
            </a:extLst>
          </p:cNvPr>
          <p:cNvSpPr>
            <a:spLocks noGrp="1"/>
          </p:cNvSpPr>
          <p:nvPr>
            <p:ph type="body" sz="quarter" idx="29"/>
          </p:nvPr>
        </p:nvSpPr>
        <p:spPr/>
        <p:txBody>
          <a:bodyPr/>
          <a:lstStyle/>
          <a:p>
            <a:r>
              <a:rPr lang="en-US" dirty="0"/>
              <a:t>Graham Barnes</a:t>
            </a:r>
          </a:p>
        </p:txBody>
      </p:sp>
      <p:sp>
        <p:nvSpPr>
          <p:cNvPr id="75" name="Text Placeholder 74">
            <a:extLst>
              <a:ext uri="{FF2B5EF4-FFF2-40B4-BE49-F238E27FC236}">
                <a16:creationId xmlns:a16="http://schemas.microsoft.com/office/drawing/2014/main" id="{94460F5B-92E3-0C33-04B8-D7219C3863D7}"/>
              </a:ext>
            </a:extLst>
          </p:cNvPr>
          <p:cNvSpPr>
            <a:spLocks noGrp="1"/>
          </p:cNvSpPr>
          <p:nvPr>
            <p:ph type="body" sz="quarter" idx="30"/>
          </p:nvPr>
        </p:nvSpPr>
        <p:spPr/>
        <p:txBody>
          <a:bodyPr/>
          <a:lstStyle/>
          <a:p>
            <a:r>
              <a:rPr lang="en-US" dirty="0"/>
              <a:t>Sound Engineer</a:t>
            </a:r>
          </a:p>
        </p:txBody>
      </p:sp>
      <p:pic>
        <p:nvPicPr>
          <p:cNvPr id="83" name="Picture Placeholder 82" descr="Team member head shot">
            <a:extLst>
              <a:ext uri="{FF2B5EF4-FFF2-40B4-BE49-F238E27FC236}">
                <a16:creationId xmlns:a16="http://schemas.microsoft.com/office/drawing/2014/main" id="{704FDCFA-20E0-4D1D-5856-3F372716A985}"/>
              </a:ext>
            </a:extLst>
          </p:cNvPr>
          <p:cNvPicPr>
            <a:picLocks noGrp="1" noChangeAspect="1"/>
          </p:cNvPicPr>
          <p:nvPr>
            <p:ph type="pic" sz="quarter" idx="14"/>
          </p:nvPr>
        </p:nvPicPr>
        <p:blipFill rotWithShape="1">
          <a:blip r:embed="rId4"/>
          <a:srcRect/>
          <a:stretch/>
        </p:blipFill>
        <p:spPr/>
      </p:pic>
      <p:sp>
        <p:nvSpPr>
          <p:cNvPr id="64" name="Text Placeholder 63">
            <a:extLst>
              <a:ext uri="{FF2B5EF4-FFF2-40B4-BE49-F238E27FC236}">
                <a16:creationId xmlns:a16="http://schemas.microsoft.com/office/drawing/2014/main" id="{CECBEBC2-DA1D-B62E-3F3D-3AE14FF312FA}"/>
              </a:ext>
            </a:extLst>
          </p:cNvPr>
          <p:cNvSpPr>
            <a:spLocks noGrp="1"/>
          </p:cNvSpPr>
          <p:nvPr>
            <p:ph type="body" sz="quarter" idx="19"/>
          </p:nvPr>
        </p:nvSpPr>
        <p:spPr/>
        <p:txBody>
          <a:bodyPr/>
          <a:lstStyle/>
          <a:p>
            <a:r>
              <a:rPr lang="en-US" dirty="0"/>
              <a:t>Mirjam Nilsson​</a:t>
            </a:r>
          </a:p>
        </p:txBody>
      </p:sp>
      <p:sp>
        <p:nvSpPr>
          <p:cNvPr id="65" name="Text Placeholder 64">
            <a:extLst>
              <a:ext uri="{FF2B5EF4-FFF2-40B4-BE49-F238E27FC236}">
                <a16:creationId xmlns:a16="http://schemas.microsoft.com/office/drawing/2014/main" id="{C3B58BC2-F274-85B5-38EA-18C9F81D492F}"/>
              </a:ext>
            </a:extLst>
          </p:cNvPr>
          <p:cNvSpPr>
            <a:spLocks noGrp="1"/>
          </p:cNvSpPr>
          <p:nvPr>
            <p:ph type="body" sz="quarter" idx="20"/>
          </p:nvPr>
        </p:nvSpPr>
        <p:spPr/>
        <p:txBody>
          <a:bodyPr/>
          <a:lstStyle/>
          <a:p>
            <a:r>
              <a:rPr lang="en-US" dirty="0"/>
              <a:t>Public Relations</a:t>
            </a:r>
          </a:p>
        </p:txBody>
      </p:sp>
      <p:pic>
        <p:nvPicPr>
          <p:cNvPr id="87" name="Picture Placeholder 86" descr="Team member head shot">
            <a:extLst>
              <a:ext uri="{FF2B5EF4-FFF2-40B4-BE49-F238E27FC236}">
                <a16:creationId xmlns:a16="http://schemas.microsoft.com/office/drawing/2014/main" id="{0E65ABD3-E959-B654-B881-E92FA913E534}"/>
              </a:ext>
            </a:extLst>
          </p:cNvPr>
          <p:cNvPicPr>
            <a:picLocks noGrp="1" noChangeAspect="1"/>
          </p:cNvPicPr>
          <p:nvPr>
            <p:ph type="pic" sz="quarter" idx="26"/>
          </p:nvPr>
        </p:nvPicPr>
        <p:blipFill rotWithShape="1">
          <a:blip r:embed="rId5"/>
          <a:srcRect l="330" r="330"/>
          <a:stretch/>
        </p:blipFill>
        <p:spPr/>
      </p:pic>
      <p:sp>
        <p:nvSpPr>
          <p:cNvPr id="76" name="Text Placeholder 75">
            <a:extLst>
              <a:ext uri="{FF2B5EF4-FFF2-40B4-BE49-F238E27FC236}">
                <a16:creationId xmlns:a16="http://schemas.microsoft.com/office/drawing/2014/main" id="{00DE58A9-EB0E-60E6-2A6F-6BFBA76EACC2}"/>
              </a:ext>
            </a:extLst>
          </p:cNvPr>
          <p:cNvSpPr>
            <a:spLocks noGrp="1"/>
          </p:cNvSpPr>
          <p:nvPr>
            <p:ph type="body" sz="quarter" idx="31"/>
          </p:nvPr>
        </p:nvSpPr>
        <p:spPr/>
        <p:txBody>
          <a:bodyPr/>
          <a:lstStyle/>
          <a:p>
            <a:r>
              <a:rPr lang="en-US" dirty="0"/>
              <a:t>Rowan Murphy</a:t>
            </a:r>
          </a:p>
        </p:txBody>
      </p:sp>
      <p:sp>
        <p:nvSpPr>
          <p:cNvPr id="77" name="Text Placeholder 76">
            <a:extLst>
              <a:ext uri="{FF2B5EF4-FFF2-40B4-BE49-F238E27FC236}">
                <a16:creationId xmlns:a16="http://schemas.microsoft.com/office/drawing/2014/main" id="{91EA93A9-E832-3DB4-4826-1F76C9789885}"/>
              </a:ext>
            </a:extLst>
          </p:cNvPr>
          <p:cNvSpPr>
            <a:spLocks noGrp="1"/>
          </p:cNvSpPr>
          <p:nvPr>
            <p:ph type="body" sz="quarter" idx="32"/>
          </p:nvPr>
        </p:nvSpPr>
        <p:spPr/>
        <p:txBody>
          <a:bodyPr/>
          <a:lstStyle/>
          <a:p>
            <a:r>
              <a:rPr lang="en-US" dirty="0"/>
              <a:t>Lighting Engineer</a:t>
            </a:r>
          </a:p>
        </p:txBody>
      </p:sp>
      <p:pic>
        <p:nvPicPr>
          <p:cNvPr id="84" name="Picture Placeholder 83" descr="Team member head shot">
            <a:extLst>
              <a:ext uri="{FF2B5EF4-FFF2-40B4-BE49-F238E27FC236}">
                <a16:creationId xmlns:a16="http://schemas.microsoft.com/office/drawing/2014/main" id="{259F20D9-6255-8309-CF68-3C5B21FB884F}"/>
              </a:ext>
            </a:extLst>
          </p:cNvPr>
          <p:cNvPicPr>
            <a:picLocks noGrp="1" noChangeAspect="1"/>
          </p:cNvPicPr>
          <p:nvPr>
            <p:ph type="pic" sz="quarter" idx="15"/>
          </p:nvPr>
        </p:nvPicPr>
        <p:blipFill rotWithShape="1">
          <a:blip r:embed="rId6"/>
          <a:srcRect/>
          <a:stretch/>
        </p:blipFill>
        <p:spPr/>
      </p:pic>
      <p:sp>
        <p:nvSpPr>
          <p:cNvPr id="66" name="Text Placeholder 65">
            <a:extLst>
              <a:ext uri="{FF2B5EF4-FFF2-40B4-BE49-F238E27FC236}">
                <a16:creationId xmlns:a16="http://schemas.microsoft.com/office/drawing/2014/main" id="{1AEDB2A6-26F5-E2B1-0CB2-450EFEEACAB5}"/>
              </a:ext>
            </a:extLst>
          </p:cNvPr>
          <p:cNvSpPr>
            <a:spLocks noGrp="1"/>
          </p:cNvSpPr>
          <p:nvPr>
            <p:ph type="body" sz="quarter" idx="21"/>
          </p:nvPr>
        </p:nvSpPr>
        <p:spPr/>
        <p:txBody>
          <a:bodyPr/>
          <a:lstStyle/>
          <a:p>
            <a:r>
              <a:rPr lang="en-US" dirty="0"/>
              <a:t>Flora Berggren​</a:t>
            </a:r>
          </a:p>
        </p:txBody>
      </p:sp>
      <p:sp>
        <p:nvSpPr>
          <p:cNvPr id="67" name="Text Placeholder 66">
            <a:extLst>
              <a:ext uri="{FF2B5EF4-FFF2-40B4-BE49-F238E27FC236}">
                <a16:creationId xmlns:a16="http://schemas.microsoft.com/office/drawing/2014/main" id="{F2270686-BA9E-58AD-2094-FFFFB0DB15EF}"/>
              </a:ext>
            </a:extLst>
          </p:cNvPr>
          <p:cNvSpPr>
            <a:spLocks noGrp="1"/>
          </p:cNvSpPr>
          <p:nvPr>
            <p:ph type="body" sz="quarter" idx="22"/>
          </p:nvPr>
        </p:nvSpPr>
        <p:spPr/>
        <p:txBody>
          <a:bodyPr/>
          <a:lstStyle/>
          <a:p>
            <a:r>
              <a:rPr lang="en-US" dirty="0"/>
              <a:t>Producer</a:t>
            </a:r>
          </a:p>
        </p:txBody>
      </p:sp>
      <p:pic>
        <p:nvPicPr>
          <p:cNvPr id="88" name="Picture Placeholder 87" descr="Team member head shot">
            <a:extLst>
              <a:ext uri="{FF2B5EF4-FFF2-40B4-BE49-F238E27FC236}">
                <a16:creationId xmlns:a16="http://schemas.microsoft.com/office/drawing/2014/main" id="{892FEC85-DFB4-2DB5-A686-08F5A16D1CF7}"/>
              </a:ext>
            </a:extLst>
          </p:cNvPr>
          <p:cNvPicPr>
            <a:picLocks noGrp="1" noChangeAspect="1"/>
          </p:cNvPicPr>
          <p:nvPr>
            <p:ph type="pic" sz="quarter" idx="27"/>
          </p:nvPr>
        </p:nvPicPr>
        <p:blipFill rotWithShape="1">
          <a:blip r:embed="rId7"/>
          <a:srcRect l="330" r="330"/>
          <a:stretch/>
        </p:blipFill>
        <p:spPr/>
      </p:pic>
      <p:sp>
        <p:nvSpPr>
          <p:cNvPr id="78" name="Text Placeholder 77">
            <a:extLst>
              <a:ext uri="{FF2B5EF4-FFF2-40B4-BE49-F238E27FC236}">
                <a16:creationId xmlns:a16="http://schemas.microsoft.com/office/drawing/2014/main" id="{F3E1C533-D873-6266-910F-F0278C66C9BE}"/>
              </a:ext>
            </a:extLst>
          </p:cNvPr>
          <p:cNvSpPr>
            <a:spLocks noGrp="1"/>
          </p:cNvSpPr>
          <p:nvPr>
            <p:ph type="body" sz="quarter" idx="33"/>
          </p:nvPr>
        </p:nvSpPr>
        <p:spPr/>
        <p:txBody>
          <a:bodyPr/>
          <a:lstStyle/>
          <a:p>
            <a:r>
              <a:rPr lang="en-US" dirty="0"/>
              <a:t>Elizabeth Moore</a:t>
            </a:r>
          </a:p>
        </p:txBody>
      </p:sp>
      <p:sp>
        <p:nvSpPr>
          <p:cNvPr id="79" name="Text Placeholder 78">
            <a:extLst>
              <a:ext uri="{FF2B5EF4-FFF2-40B4-BE49-F238E27FC236}">
                <a16:creationId xmlns:a16="http://schemas.microsoft.com/office/drawing/2014/main" id="{66727E69-921C-B67B-0CCE-AAF67E9DBBE6}"/>
              </a:ext>
            </a:extLst>
          </p:cNvPr>
          <p:cNvSpPr>
            <a:spLocks noGrp="1"/>
          </p:cNvSpPr>
          <p:nvPr>
            <p:ph type="body" sz="quarter" idx="34"/>
          </p:nvPr>
        </p:nvSpPr>
        <p:spPr/>
        <p:txBody>
          <a:bodyPr/>
          <a:lstStyle/>
          <a:p>
            <a:r>
              <a:rPr lang="en-US" dirty="0"/>
              <a:t>Photographer</a:t>
            </a:r>
          </a:p>
        </p:txBody>
      </p:sp>
      <p:pic>
        <p:nvPicPr>
          <p:cNvPr id="85" name="Picture Placeholder 84" descr="Team member head shot">
            <a:extLst>
              <a:ext uri="{FF2B5EF4-FFF2-40B4-BE49-F238E27FC236}">
                <a16:creationId xmlns:a16="http://schemas.microsoft.com/office/drawing/2014/main" id="{14B9135E-1F14-D6BD-FFDB-C5948345BB86}"/>
              </a:ext>
            </a:extLst>
          </p:cNvPr>
          <p:cNvPicPr>
            <a:picLocks noGrp="1" noChangeAspect="1"/>
          </p:cNvPicPr>
          <p:nvPr>
            <p:ph type="pic" sz="quarter" idx="16"/>
          </p:nvPr>
        </p:nvPicPr>
        <p:blipFill rotWithShape="1">
          <a:blip r:embed="rId8"/>
          <a:srcRect/>
          <a:stretch/>
        </p:blipFill>
        <p:spPr/>
      </p:pic>
      <p:sp>
        <p:nvSpPr>
          <p:cNvPr id="68" name="Text Placeholder 67">
            <a:extLst>
              <a:ext uri="{FF2B5EF4-FFF2-40B4-BE49-F238E27FC236}">
                <a16:creationId xmlns:a16="http://schemas.microsoft.com/office/drawing/2014/main" id="{2781E06C-9AF4-474C-24D2-8222ED8BB271}"/>
              </a:ext>
            </a:extLst>
          </p:cNvPr>
          <p:cNvSpPr>
            <a:spLocks noGrp="1"/>
          </p:cNvSpPr>
          <p:nvPr>
            <p:ph type="body" sz="quarter" idx="23"/>
          </p:nvPr>
        </p:nvSpPr>
        <p:spPr/>
        <p:txBody>
          <a:bodyPr/>
          <a:lstStyle/>
          <a:p>
            <a:r>
              <a:rPr lang="en-US" dirty="0"/>
              <a:t>Rajesh Santoshi​</a:t>
            </a:r>
          </a:p>
        </p:txBody>
      </p:sp>
      <p:sp>
        <p:nvSpPr>
          <p:cNvPr id="69" name="Text Placeholder 68">
            <a:extLst>
              <a:ext uri="{FF2B5EF4-FFF2-40B4-BE49-F238E27FC236}">
                <a16:creationId xmlns:a16="http://schemas.microsoft.com/office/drawing/2014/main" id="{A8821D2E-F754-AAD4-951B-24EF64C0D811}"/>
              </a:ext>
            </a:extLst>
          </p:cNvPr>
          <p:cNvSpPr>
            <a:spLocks noGrp="1"/>
          </p:cNvSpPr>
          <p:nvPr>
            <p:ph type="body" sz="quarter" idx="24"/>
          </p:nvPr>
        </p:nvSpPr>
        <p:spPr/>
        <p:txBody>
          <a:bodyPr/>
          <a:lstStyle/>
          <a:p>
            <a:r>
              <a:rPr lang="en-US" dirty="0"/>
              <a:t>Assistant Producer</a:t>
            </a:r>
          </a:p>
        </p:txBody>
      </p:sp>
      <p:pic>
        <p:nvPicPr>
          <p:cNvPr id="89" name="Picture Placeholder 88" descr="Team member head shot">
            <a:extLst>
              <a:ext uri="{FF2B5EF4-FFF2-40B4-BE49-F238E27FC236}">
                <a16:creationId xmlns:a16="http://schemas.microsoft.com/office/drawing/2014/main" id="{33F2E5F3-B960-BC90-D22B-6CB2718E8ECC}"/>
              </a:ext>
            </a:extLst>
          </p:cNvPr>
          <p:cNvPicPr>
            <a:picLocks noGrp="1" noChangeAspect="1"/>
          </p:cNvPicPr>
          <p:nvPr>
            <p:ph type="pic" sz="quarter" idx="28"/>
          </p:nvPr>
        </p:nvPicPr>
        <p:blipFill rotWithShape="1">
          <a:blip r:embed="rId9"/>
          <a:srcRect l="330" r="330"/>
          <a:stretch/>
        </p:blipFill>
        <p:spPr/>
      </p:pic>
      <p:sp>
        <p:nvSpPr>
          <p:cNvPr id="80" name="Text Placeholder 79">
            <a:extLst>
              <a:ext uri="{FF2B5EF4-FFF2-40B4-BE49-F238E27FC236}">
                <a16:creationId xmlns:a16="http://schemas.microsoft.com/office/drawing/2014/main" id="{1F526C48-67CE-4F59-D8FF-D12B2D807836}"/>
              </a:ext>
            </a:extLst>
          </p:cNvPr>
          <p:cNvSpPr>
            <a:spLocks noGrp="1"/>
          </p:cNvSpPr>
          <p:nvPr>
            <p:ph type="body" sz="quarter" idx="35"/>
          </p:nvPr>
        </p:nvSpPr>
        <p:spPr/>
        <p:txBody>
          <a:bodyPr/>
          <a:lstStyle/>
          <a:p>
            <a:r>
              <a:rPr lang="en-US" dirty="0"/>
              <a:t>Robin Kline</a:t>
            </a:r>
          </a:p>
        </p:txBody>
      </p:sp>
      <p:sp>
        <p:nvSpPr>
          <p:cNvPr id="81" name="Text Placeholder 80">
            <a:extLst>
              <a:ext uri="{FF2B5EF4-FFF2-40B4-BE49-F238E27FC236}">
                <a16:creationId xmlns:a16="http://schemas.microsoft.com/office/drawing/2014/main" id="{F9C872E6-FD5A-B5B3-445D-B40F21B74C0A}"/>
              </a:ext>
            </a:extLst>
          </p:cNvPr>
          <p:cNvSpPr>
            <a:spLocks noGrp="1"/>
          </p:cNvSpPr>
          <p:nvPr>
            <p:ph type="body" sz="quarter" idx="36"/>
          </p:nvPr>
        </p:nvSpPr>
        <p:spPr/>
        <p:txBody>
          <a:bodyPr/>
          <a:lstStyle/>
          <a:p>
            <a:r>
              <a:rPr lang="en-US" dirty="0"/>
              <a:t>Videographer</a:t>
            </a:r>
          </a:p>
        </p:txBody>
      </p:sp>
      <p:sp>
        <p:nvSpPr>
          <p:cNvPr id="168" name="Slide Number Placeholder 167">
            <a:extLst>
              <a:ext uri="{FF2B5EF4-FFF2-40B4-BE49-F238E27FC236}">
                <a16:creationId xmlns:a16="http://schemas.microsoft.com/office/drawing/2014/main" id="{A846F52B-9496-0B01-D7B9-3758429A68B0}"/>
              </a:ext>
            </a:extLst>
          </p:cNvPr>
          <p:cNvSpPr>
            <a:spLocks noGrp="1"/>
          </p:cNvSpPr>
          <p:nvPr>
            <p:ph type="sldNum" sz="quarter" idx="10"/>
          </p:nvPr>
        </p:nvSpPr>
        <p:spPr/>
        <p:txBody>
          <a:bodyPr/>
          <a:lstStyle/>
          <a:p>
            <a:fld id="{0FF9F32E-65A7-074C-AFA1-DE0771000F54}" type="slidenum">
              <a:rPr lang="en-US" smtClean="0"/>
              <a:pPr/>
              <a:t>8</a:t>
            </a:fld>
            <a:endParaRPr lang="en-US" dirty="0"/>
          </a:p>
        </p:txBody>
      </p:sp>
      <p:sp>
        <p:nvSpPr>
          <p:cNvPr id="167" name="Footer Placeholder 166">
            <a:extLst>
              <a:ext uri="{FF2B5EF4-FFF2-40B4-BE49-F238E27FC236}">
                <a16:creationId xmlns:a16="http://schemas.microsoft.com/office/drawing/2014/main" id="{80097C47-40A8-0E1E-14C6-BDF2825FA70D}"/>
              </a:ext>
            </a:extLst>
          </p:cNvPr>
          <p:cNvSpPr>
            <a:spLocks noGrp="1"/>
          </p:cNvSpPr>
          <p:nvPr>
            <p:ph type="ftr" sz="quarter" idx="11"/>
          </p:nvPr>
        </p:nvSpPr>
        <p:spPr/>
        <p:txBody>
          <a:bodyPr/>
          <a:lstStyle/>
          <a:p>
            <a:r>
              <a:rPr lang="en-US" dirty="0"/>
              <a:t>Artist portfolio</a:t>
            </a:r>
          </a:p>
        </p:txBody>
      </p:sp>
    </p:spTree>
    <p:extLst>
      <p:ext uri="{BB962C8B-B14F-4D97-AF65-F5344CB8AC3E}">
        <p14:creationId xmlns:p14="http://schemas.microsoft.com/office/powerpoint/2010/main" val="3033944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CCDBB9-25CA-2843-D7F1-96D5F461EF7C}"/>
              </a:ext>
            </a:extLst>
          </p:cNvPr>
          <p:cNvSpPr>
            <a:spLocks noGrp="1"/>
          </p:cNvSpPr>
          <p:nvPr>
            <p:ph type="title"/>
          </p:nvPr>
        </p:nvSpPr>
        <p:spPr/>
        <p:txBody>
          <a:bodyPr/>
          <a:lstStyle/>
          <a:p>
            <a:r>
              <a:rPr lang="en-US" sz="6000" dirty="0"/>
              <a:t>Products </a:t>
            </a:r>
            <a:endParaRPr lang="en-US" dirty="0"/>
          </a:p>
        </p:txBody>
      </p:sp>
      <p:sp>
        <p:nvSpPr>
          <p:cNvPr id="6" name="Text Placeholder 5">
            <a:extLst>
              <a:ext uri="{FF2B5EF4-FFF2-40B4-BE49-F238E27FC236}">
                <a16:creationId xmlns:a16="http://schemas.microsoft.com/office/drawing/2014/main" id="{262E4928-F26C-B85F-5677-F8520B0E788F}"/>
              </a:ext>
            </a:extLst>
          </p:cNvPr>
          <p:cNvSpPr>
            <a:spLocks noGrp="1"/>
          </p:cNvSpPr>
          <p:nvPr>
            <p:ph type="body" sz="quarter" idx="13"/>
          </p:nvPr>
        </p:nvSpPr>
        <p:spPr/>
        <p:txBody>
          <a:bodyPr/>
          <a:lstStyle/>
          <a:p>
            <a:r>
              <a:rPr lang="en-US" sz="4800" dirty="0">
                <a:ln w="12700">
                  <a:solidFill>
                    <a:schemeClr val="accent1">
                      <a:lumMod val="60000"/>
                      <a:lumOff val="40000"/>
                    </a:schemeClr>
                  </a:solidFill>
                </a:ln>
                <a:noFill/>
                <a:effectLst>
                  <a:glow rad="88900">
                    <a:schemeClr val="accent1">
                      <a:alpha val="50000"/>
                    </a:schemeClr>
                  </a:glow>
                </a:effectLst>
              </a:rPr>
              <a:t>And services</a:t>
            </a:r>
          </a:p>
          <a:p>
            <a:endParaRPr lang="en-US" dirty="0"/>
          </a:p>
        </p:txBody>
      </p:sp>
      <p:graphicFrame>
        <p:nvGraphicFramePr>
          <p:cNvPr id="7" name="Content Placeholder 3" descr="Timeline Placeholder ">
            <a:extLst>
              <a:ext uri="{FF2B5EF4-FFF2-40B4-BE49-F238E27FC236}">
                <a16:creationId xmlns:a16="http://schemas.microsoft.com/office/drawing/2014/main" id="{68CC0761-8E9E-4F81-06B7-C2E0B0560BDB}"/>
              </a:ext>
            </a:extLst>
          </p:cNvPr>
          <p:cNvGraphicFramePr>
            <a:graphicFrameLocks noGrp="1"/>
          </p:cNvGraphicFramePr>
          <p:nvPr>
            <p:ph sz="quarter" idx="12"/>
            <p:extLst>
              <p:ext uri="{D42A27DB-BD31-4B8C-83A1-F6EECF244321}">
                <p14:modId xmlns:p14="http://schemas.microsoft.com/office/powerpoint/2010/main" val="3837830185"/>
              </p:ext>
            </p:extLst>
          </p:nvPr>
        </p:nvGraphicFramePr>
        <p:xfrm>
          <a:off x="6172200" y="576263"/>
          <a:ext cx="5029200" cy="571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33517014-0236-EA80-8ABB-3DF0D3706386}"/>
              </a:ext>
            </a:extLst>
          </p:cNvPr>
          <p:cNvSpPr>
            <a:spLocks noGrp="1"/>
          </p:cNvSpPr>
          <p:nvPr>
            <p:ph type="sldNum" sz="quarter" idx="10"/>
          </p:nvPr>
        </p:nvSpPr>
        <p:spPr/>
        <p:txBody>
          <a:bodyPr/>
          <a:lstStyle/>
          <a:p>
            <a:fld id="{0FF9F32E-65A7-074C-AFA1-DE0771000F54}" type="slidenum">
              <a:rPr lang="en-US" smtClean="0"/>
              <a:pPr/>
              <a:t>9</a:t>
            </a:fld>
            <a:endParaRPr lang="en-US" dirty="0"/>
          </a:p>
        </p:txBody>
      </p:sp>
      <p:sp>
        <p:nvSpPr>
          <p:cNvPr id="3" name="Footer Placeholder 2">
            <a:extLst>
              <a:ext uri="{FF2B5EF4-FFF2-40B4-BE49-F238E27FC236}">
                <a16:creationId xmlns:a16="http://schemas.microsoft.com/office/drawing/2014/main" id="{AF1817FD-E8E8-5B71-4CAB-95944CCD2F63}"/>
              </a:ext>
            </a:extLst>
          </p:cNvPr>
          <p:cNvSpPr>
            <a:spLocks noGrp="1"/>
          </p:cNvSpPr>
          <p:nvPr>
            <p:ph type="ftr" sz="quarter" idx="11"/>
          </p:nvPr>
        </p:nvSpPr>
        <p:spPr/>
        <p:txBody>
          <a:bodyPr/>
          <a:lstStyle/>
          <a:p>
            <a:r>
              <a:rPr lang="en-US" dirty="0"/>
              <a:t>Artist portfolio</a:t>
            </a:r>
          </a:p>
        </p:txBody>
      </p:sp>
    </p:spTree>
    <p:extLst>
      <p:ext uri="{BB962C8B-B14F-4D97-AF65-F5344CB8AC3E}">
        <p14:creationId xmlns:p14="http://schemas.microsoft.com/office/powerpoint/2010/main" val="757559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24FB5A-876C-7BC7-3C37-DD7F95A2F140}"/>
              </a:ext>
            </a:extLst>
          </p:cNvPr>
          <p:cNvSpPr>
            <a:spLocks noGrp="1"/>
          </p:cNvSpPr>
          <p:nvPr>
            <p:ph type="title"/>
          </p:nvPr>
        </p:nvSpPr>
        <p:spPr/>
        <p:txBody>
          <a:bodyPr/>
          <a:lstStyle/>
          <a:p>
            <a:r>
              <a:rPr lang="en-US" sz="4800" dirty="0">
                <a:ln w="12700">
                  <a:solidFill>
                    <a:schemeClr val="accent1">
                      <a:lumMod val="60000"/>
                      <a:lumOff val="40000"/>
                    </a:schemeClr>
                  </a:solidFill>
                </a:ln>
                <a:noFill/>
                <a:effectLst>
                  <a:glow rad="88900">
                    <a:schemeClr val="accent1">
                      <a:alpha val="50000"/>
                    </a:schemeClr>
                  </a:glow>
                </a:effectLst>
              </a:rPr>
              <a:t>TOUR DATES</a:t>
            </a:r>
            <a:endParaRPr lang="en-US" dirty="0"/>
          </a:p>
        </p:txBody>
      </p:sp>
      <p:graphicFrame>
        <p:nvGraphicFramePr>
          <p:cNvPr id="6" name="Diagram 2" descr="Timeline SmartArt">
            <a:extLst>
              <a:ext uri="{FF2B5EF4-FFF2-40B4-BE49-F238E27FC236}">
                <a16:creationId xmlns:a16="http://schemas.microsoft.com/office/drawing/2014/main" id="{3DD719ED-79E1-212C-C1EF-53B450ADEE6F}"/>
              </a:ext>
            </a:extLst>
          </p:cNvPr>
          <p:cNvGraphicFramePr>
            <a:graphicFrameLocks noGrp="1"/>
          </p:cNvGraphicFramePr>
          <p:nvPr>
            <p:ph sz="quarter" idx="12"/>
            <p:extLst>
              <p:ext uri="{D42A27DB-BD31-4B8C-83A1-F6EECF244321}">
                <p14:modId xmlns:p14="http://schemas.microsoft.com/office/powerpoint/2010/main" val="3363701248"/>
              </p:ext>
            </p:extLst>
          </p:nvPr>
        </p:nvGraphicFramePr>
        <p:xfrm>
          <a:off x="1066800" y="1143000"/>
          <a:ext cx="10058400"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6EFE28D4-A896-70AE-A264-70B8ADE34E31}"/>
              </a:ext>
            </a:extLst>
          </p:cNvPr>
          <p:cNvSpPr>
            <a:spLocks noGrp="1"/>
          </p:cNvSpPr>
          <p:nvPr>
            <p:ph type="sldNum" sz="quarter" idx="10"/>
          </p:nvPr>
        </p:nvSpPr>
        <p:spPr/>
        <p:txBody>
          <a:bodyPr/>
          <a:lstStyle/>
          <a:p>
            <a:fld id="{0FF9F32E-65A7-074C-AFA1-DE0771000F54}" type="slidenum">
              <a:rPr lang="en-US" smtClean="0"/>
              <a:pPr/>
              <a:t>10</a:t>
            </a:fld>
            <a:endParaRPr lang="en-US" dirty="0"/>
          </a:p>
        </p:txBody>
      </p:sp>
      <p:sp>
        <p:nvSpPr>
          <p:cNvPr id="3" name="Footer Placeholder 2">
            <a:extLst>
              <a:ext uri="{FF2B5EF4-FFF2-40B4-BE49-F238E27FC236}">
                <a16:creationId xmlns:a16="http://schemas.microsoft.com/office/drawing/2014/main" id="{321F52FA-813C-C515-2B2B-163BA6E048F8}"/>
              </a:ext>
            </a:extLst>
          </p:cNvPr>
          <p:cNvSpPr>
            <a:spLocks noGrp="1"/>
          </p:cNvSpPr>
          <p:nvPr>
            <p:ph type="ftr" sz="quarter" idx="11"/>
          </p:nvPr>
        </p:nvSpPr>
        <p:spPr/>
        <p:txBody>
          <a:bodyPr/>
          <a:lstStyle/>
          <a:p>
            <a:r>
              <a:rPr lang="en-US" dirty="0"/>
              <a:t>Artist portfolio</a:t>
            </a:r>
          </a:p>
        </p:txBody>
      </p:sp>
    </p:spTree>
    <p:extLst>
      <p:ext uri="{BB962C8B-B14F-4D97-AF65-F5344CB8AC3E}">
        <p14:creationId xmlns:p14="http://schemas.microsoft.com/office/powerpoint/2010/main" val="326529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96B40-EABE-602D-8AF1-E3DE34402604}"/>
              </a:ext>
            </a:extLst>
          </p:cNvPr>
          <p:cNvSpPr>
            <a:spLocks noGrp="1"/>
          </p:cNvSpPr>
          <p:nvPr>
            <p:ph type="title"/>
          </p:nvPr>
        </p:nvSpPr>
        <p:spPr/>
        <p:txBody>
          <a:bodyPr/>
          <a:lstStyle/>
          <a:p>
            <a:r>
              <a:rPr lang="en-US" dirty="0"/>
              <a:t>Tour</a:t>
            </a:r>
          </a:p>
        </p:txBody>
      </p:sp>
      <p:sp>
        <p:nvSpPr>
          <p:cNvPr id="6" name="Text Placeholder 5">
            <a:extLst>
              <a:ext uri="{FF2B5EF4-FFF2-40B4-BE49-F238E27FC236}">
                <a16:creationId xmlns:a16="http://schemas.microsoft.com/office/drawing/2014/main" id="{81D5F404-C058-2EB7-084A-DE2679002B07}"/>
              </a:ext>
            </a:extLst>
          </p:cNvPr>
          <p:cNvSpPr>
            <a:spLocks noGrp="1"/>
          </p:cNvSpPr>
          <p:nvPr>
            <p:ph type="body" idx="1"/>
          </p:nvPr>
        </p:nvSpPr>
        <p:spPr/>
        <p:txBody>
          <a:bodyPr/>
          <a:lstStyle/>
          <a:p>
            <a:r>
              <a:rPr lang="en-US" dirty="0"/>
              <a:t>Opening bands</a:t>
            </a:r>
          </a:p>
        </p:txBody>
      </p:sp>
      <p:sp>
        <p:nvSpPr>
          <p:cNvPr id="7" name="Content Placeholder 6">
            <a:extLst>
              <a:ext uri="{FF2B5EF4-FFF2-40B4-BE49-F238E27FC236}">
                <a16:creationId xmlns:a16="http://schemas.microsoft.com/office/drawing/2014/main" id="{1C8105AC-3B09-5FEC-E729-40F10634BF57}"/>
              </a:ext>
            </a:extLst>
          </p:cNvPr>
          <p:cNvSpPr>
            <a:spLocks noGrp="1"/>
          </p:cNvSpPr>
          <p:nvPr>
            <p:ph sz="half" idx="2"/>
          </p:nvPr>
        </p:nvSpPr>
        <p:spPr/>
        <p:txBody>
          <a:bodyPr/>
          <a:lstStyle/>
          <a:p>
            <a:r>
              <a:rPr lang="en-US" dirty="0"/>
              <a:t>Trash Panda and the Garbage Bags</a:t>
            </a:r>
          </a:p>
          <a:p>
            <a:r>
              <a:rPr lang="en-US" dirty="0"/>
              <a:t>Hearts and a Bottle</a:t>
            </a:r>
          </a:p>
          <a:p>
            <a:r>
              <a:rPr lang="en-US" dirty="0"/>
              <a:t>My Gazer Romance</a:t>
            </a:r>
          </a:p>
          <a:p>
            <a:endParaRPr lang="en-US" dirty="0"/>
          </a:p>
        </p:txBody>
      </p:sp>
      <p:sp>
        <p:nvSpPr>
          <p:cNvPr id="8" name="Text Placeholder 7">
            <a:extLst>
              <a:ext uri="{FF2B5EF4-FFF2-40B4-BE49-F238E27FC236}">
                <a16:creationId xmlns:a16="http://schemas.microsoft.com/office/drawing/2014/main" id="{6F08F7EA-B4AC-48F4-150E-E595F8618BEA}"/>
              </a:ext>
            </a:extLst>
          </p:cNvPr>
          <p:cNvSpPr>
            <a:spLocks noGrp="1"/>
          </p:cNvSpPr>
          <p:nvPr>
            <p:ph type="body" sz="quarter" idx="3"/>
          </p:nvPr>
        </p:nvSpPr>
        <p:spPr/>
        <p:txBody>
          <a:bodyPr/>
          <a:lstStyle/>
          <a:p>
            <a:r>
              <a:rPr lang="en-US" dirty="0"/>
              <a:t>Featured artists</a:t>
            </a:r>
          </a:p>
        </p:txBody>
      </p:sp>
      <p:sp>
        <p:nvSpPr>
          <p:cNvPr id="9" name="Content Placeholder 8">
            <a:extLst>
              <a:ext uri="{FF2B5EF4-FFF2-40B4-BE49-F238E27FC236}">
                <a16:creationId xmlns:a16="http://schemas.microsoft.com/office/drawing/2014/main" id="{D53FE2AA-2558-A9CC-D669-1BD1E13238EF}"/>
              </a:ext>
            </a:extLst>
          </p:cNvPr>
          <p:cNvSpPr>
            <a:spLocks noGrp="1"/>
          </p:cNvSpPr>
          <p:nvPr>
            <p:ph sz="quarter" idx="4"/>
          </p:nvPr>
        </p:nvSpPr>
        <p:spPr/>
        <p:txBody>
          <a:bodyPr/>
          <a:lstStyle/>
          <a:p>
            <a:r>
              <a:rPr lang="en-US" dirty="0"/>
              <a:t>Hailey Clark</a:t>
            </a:r>
          </a:p>
          <a:p>
            <a:r>
              <a:rPr lang="en-US" dirty="0"/>
              <a:t>Juan Morgan</a:t>
            </a:r>
          </a:p>
          <a:p>
            <a:r>
              <a:rPr lang="en-US" dirty="0"/>
              <a:t>Nikola Janu</a:t>
            </a:r>
          </a:p>
        </p:txBody>
      </p:sp>
      <p:sp>
        <p:nvSpPr>
          <p:cNvPr id="5" name="Text Placeholder 4">
            <a:extLst>
              <a:ext uri="{FF2B5EF4-FFF2-40B4-BE49-F238E27FC236}">
                <a16:creationId xmlns:a16="http://schemas.microsoft.com/office/drawing/2014/main" id="{7312C443-8BE5-7F78-BBAA-F4BED9166439}"/>
              </a:ext>
            </a:extLst>
          </p:cNvPr>
          <p:cNvSpPr>
            <a:spLocks noGrp="1"/>
          </p:cNvSpPr>
          <p:nvPr>
            <p:ph type="body" sz="quarter" idx="13"/>
          </p:nvPr>
        </p:nvSpPr>
        <p:spPr/>
        <p:txBody>
          <a:bodyPr/>
          <a:lstStyle/>
          <a:p>
            <a:r>
              <a:rPr lang="en-US" dirty="0"/>
              <a:t>Details</a:t>
            </a:r>
          </a:p>
          <a:p>
            <a:endParaRPr lang="en-US" dirty="0"/>
          </a:p>
        </p:txBody>
      </p:sp>
      <p:sp>
        <p:nvSpPr>
          <p:cNvPr id="3" name="Slide Number Placeholder 2">
            <a:extLst>
              <a:ext uri="{FF2B5EF4-FFF2-40B4-BE49-F238E27FC236}">
                <a16:creationId xmlns:a16="http://schemas.microsoft.com/office/drawing/2014/main" id="{35F9EBA2-350A-D5F0-008A-DDA60D58AAF7}"/>
              </a:ext>
            </a:extLst>
          </p:cNvPr>
          <p:cNvSpPr>
            <a:spLocks noGrp="1"/>
          </p:cNvSpPr>
          <p:nvPr>
            <p:ph type="sldNum" sz="quarter" idx="11"/>
          </p:nvPr>
        </p:nvSpPr>
        <p:spPr/>
        <p:txBody>
          <a:bodyPr/>
          <a:lstStyle/>
          <a:p>
            <a:fld id="{0FF9F32E-65A7-074C-AFA1-DE0771000F54}" type="slidenum">
              <a:rPr lang="en-US" smtClean="0"/>
              <a:pPr/>
              <a:t>11</a:t>
            </a:fld>
            <a:endParaRPr lang="en-US" dirty="0"/>
          </a:p>
        </p:txBody>
      </p:sp>
      <p:sp>
        <p:nvSpPr>
          <p:cNvPr id="2" name="Footer Placeholder 1">
            <a:extLst>
              <a:ext uri="{FF2B5EF4-FFF2-40B4-BE49-F238E27FC236}">
                <a16:creationId xmlns:a16="http://schemas.microsoft.com/office/drawing/2014/main" id="{2FA82EBB-202B-584A-022D-56BCC21AFB63}"/>
              </a:ext>
            </a:extLst>
          </p:cNvPr>
          <p:cNvSpPr>
            <a:spLocks noGrp="1"/>
          </p:cNvSpPr>
          <p:nvPr>
            <p:ph type="ftr" sz="quarter" idx="10"/>
          </p:nvPr>
        </p:nvSpPr>
        <p:spPr/>
        <p:txBody>
          <a:bodyPr/>
          <a:lstStyle/>
          <a:p>
            <a:r>
              <a:rPr lang="en-US" dirty="0"/>
              <a:t>Artist portfolio</a:t>
            </a:r>
          </a:p>
        </p:txBody>
      </p:sp>
    </p:spTree>
    <p:extLst>
      <p:ext uri="{BB962C8B-B14F-4D97-AF65-F5344CB8AC3E}">
        <p14:creationId xmlns:p14="http://schemas.microsoft.com/office/powerpoint/2010/main" val="3117931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33E1E3-A5F5-9776-B116-F7C9F91D3689}"/>
              </a:ext>
            </a:extLst>
          </p:cNvPr>
          <p:cNvSpPr>
            <a:spLocks noGrp="1"/>
          </p:cNvSpPr>
          <p:nvPr>
            <p:ph type="title"/>
          </p:nvPr>
        </p:nvSpPr>
        <p:spPr/>
        <p:txBody>
          <a:bodyPr/>
          <a:lstStyle/>
          <a:p>
            <a:r>
              <a:rPr lang="en-US" dirty="0"/>
              <a:t>How to</a:t>
            </a:r>
          </a:p>
        </p:txBody>
      </p:sp>
      <p:sp>
        <p:nvSpPr>
          <p:cNvPr id="5" name="Text Placeholder 4">
            <a:extLst>
              <a:ext uri="{FF2B5EF4-FFF2-40B4-BE49-F238E27FC236}">
                <a16:creationId xmlns:a16="http://schemas.microsoft.com/office/drawing/2014/main" id="{202EE5EA-F3D7-B599-00CC-1601FB5A5A18}"/>
              </a:ext>
            </a:extLst>
          </p:cNvPr>
          <p:cNvSpPr>
            <a:spLocks noGrp="1"/>
          </p:cNvSpPr>
          <p:nvPr>
            <p:ph type="body" sz="quarter" idx="13"/>
          </p:nvPr>
        </p:nvSpPr>
        <p:spPr/>
        <p:txBody>
          <a:bodyPr/>
          <a:lstStyle/>
          <a:p>
            <a:r>
              <a:rPr lang="en-US" dirty="0"/>
              <a:t>get your tix</a:t>
            </a:r>
          </a:p>
          <a:p>
            <a:endParaRPr lang="en-US" dirty="0"/>
          </a:p>
        </p:txBody>
      </p:sp>
      <p:pic>
        <p:nvPicPr>
          <p:cNvPr id="79" name="Picture Placeholder 78" descr="Laptop icon">
            <a:extLst>
              <a:ext uri="{FF2B5EF4-FFF2-40B4-BE49-F238E27FC236}">
                <a16:creationId xmlns:a16="http://schemas.microsoft.com/office/drawing/2014/main" id="{5B91861F-850F-9090-BA68-D40F4E6E3228}"/>
              </a:ext>
            </a:extLst>
          </p:cNvPr>
          <p:cNvPicPr>
            <a:picLocks noGrp="1" noChangeAspect="1"/>
          </p:cNvPicPr>
          <p:nvPr>
            <p:ph type="pic" sz="quarter" idx="16"/>
          </p:nvPr>
        </p:nvPicPr>
        <p:blipFill>
          <a:blip r:embed="rId2"/>
          <a:srcRect t="925" b="925"/>
          <a:stretch>
            <a:fillRect/>
          </a:stretch>
        </p:blipFill>
        <p:spPr>
          <a:prstGeom prst="rect">
            <a:avLst/>
          </a:prstGeom>
        </p:spPr>
      </p:pic>
      <p:sp>
        <p:nvSpPr>
          <p:cNvPr id="6" name="Text Placeholder 5">
            <a:extLst>
              <a:ext uri="{FF2B5EF4-FFF2-40B4-BE49-F238E27FC236}">
                <a16:creationId xmlns:a16="http://schemas.microsoft.com/office/drawing/2014/main" id="{8D05967E-466B-FA08-269A-129E97784B24}"/>
              </a:ext>
            </a:extLst>
          </p:cNvPr>
          <p:cNvSpPr>
            <a:spLocks noGrp="1"/>
          </p:cNvSpPr>
          <p:nvPr>
            <p:ph type="body" idx="1"/>
          </p:nvPr>
        </p:nvSpPr>
        <p:spPr/>
        <p:txBody>
          <a:bodyPr/>
          <a:lstStyle/>
          <a:p>
            <a:r>
              <a:rPr lang="en-US" dirty="0"/>
              <a:t>Online</a:t>
            </a:r>
          </a:p>
        </p:txBody>
      </p:sp>
      <p:sp>
        <p:nvSpPr>
          <p:cNvPr id="7" name="Content Placeholder 6">
            <a:extLst>
              <a:ext uri="{FF2B5EF4-FFF2-40B4-BE49-F238E27FC236}">
                <a16:creationId xmlns:a16="http://schemas.microsoft.com/office/drawing/2014/main" id="{DFBDEB2F-F422-2B64-559F-D28C7915B5DC}"/>
              </a:ext>
            </a:extLst>
          </p:cNvPr>
          <p:cNvSpPr>
            <a:spLocks noGrp="1"/>
          </p:cNvSpPr>
          <p:nvPr>
            <p:ph sz="half" idx="2"/>
          </p:nvPr>
        </p:nvSpPr>
        <p:spPr/>
        <p:txBody>
          <a:bodyPr/>
          <a:lstStyle/>
          <a:p>
            <a:r>
              <a:rPr lang="en-US" dirty="0"/>
              <a:t>Visit www.</a:t>
            </a:r>
            <a:r>
              <a:rPr lang="en-US" dirty="0">
                <a:hlinkClick r:id="rId3">
                  <a:extLst>
                    <a:ext uri="{A12FA001-AC4F-418D-AE19-62706E023703}">
                      <ahyp:hlinkClr xmlns:ahyp="http://schemas.microsoft.com/office/drawing/2018/hyperlinkcolor" val="tx"/>
                    </a:ext>
                  </a:extLst>
                </a:hlinkClick>
              </a:rPr>
              <a:t>greatsiteaddress.com</a:t>
            </a:r>
            <a:r>
              <a:rPr lang="en-US" dirty="0"/>
              <a:t> to buy your tickets​</a:t>
            </a:r>
          </a:p>
          <a:p>
            <a:r>
              <a:rPr lang="en-US" dirty="0"/>
              <a:t>Create a username and password​</a:t>
            </a:r>
          </a:p>
          <a:p>
            <a:r>
              <a:rPr lang="en-US" dirty="0"/>
              <a:t>Select from general, floor, or box seats</a:t>
            </a:r>
          </a:p>
          <a:p>
            <a:endParaRPr lang="en-US" dirty="0"/>
          </a:p>
        </p:txBody>
      </p:sp>
      <p:pic>
        <p:nvPicPr>
          <p:cNvPr id="80" name="Picture Placeholder 79" descr="Ticket icon">
            <a:extLst>
              <a:ext uri="{FF2B5EF4-FFF2-40B4-BE49-F238E27FC236}">
                <a16:creationId xmlns:a16="http://schemas.microsoft.com/office/drawing/2014/main" id="{47C46A84-EB85-FEC8-012F-5B0C4597258E}"/>
              </a:ext>
            </a:extLst>
          </p:cNvPr>
          <p:cNvPicPr>
            <a:picLocks noGrp="1" noChangeAspect="1"/>
          </p:cNvPicPr>
          <p:nvPr>
            <p:ph type="pic" sz="quarter" idx="17"/>
          </p:nvPr>
        </p:nvPicPr>
        <p:blipFill>
          <a:blip r:embed="rId4"/>
          <a:srcRect t="192" b="192"/>
          <a:stretch>
            <a:fillRect/>
          </a:stretch>
        </p:blipFill>
        <p:spPr>
          <a:prstGeom prst="rect">
            <a:avLst/>
          </a:prstGeom>
        </p:spPr>
      </p:pic>
      <p:sp>
        <p:nvSpPr>
          <p:cNvPr id="8" name="Text Placeholder 7">
            <a:extLst>
              <a:ext uri="{FF2B5EF4-FFF2-40B4-BE49-F238E27FC236}">
                <a16:creationId xmlns:a16="http://schemas.microsoft.com/office/drawing/2014/main" id="{A9D6A4D6-144E-E85B-6657-8C4307E335FB}"/>
              </a:ext>
            </a:extLst>
          </p:cNvPr>
          <p:cNvSpPr>
            <a:spLocks noGrp="1"/>
          </p:cNvSpPr>
          <p:nvPr>
            <p:ph type="body" idx="19"/>
          </p:nvPr>
        </p:nvSpPr>
        <p:spPr/>
        <p:txBody>
          <a:bodyPr/>
          <a:lstStyle/>
          <a:p>
            <a:r>
              <a:rPr lang="en-US" dirty="0"/>
              <a:t>Box Office</a:t>
            </a:r>
          </a:p>
        </p:txBody>
      </p:sp>
      <p:sp>
        <p:nvSpPr>
          <p:cNvPr id="9" name="Content Placeholder 8">
            <a:extLst>
              <a:ext uri="{FF2B5EF4-FFF2-40B4-BE49-F238E27FC236}">
                <a16:creationId xmlns:a16="http://schemas.microsoft.com/office/drawing/2014/main" id="{F86DF4A8-1905-D1B8-E624-21550D480263}"/>
              </a:ext>
            </a:extLst>
          </p:cNvPr>
          <p:cNvSpPr>
            <a:spLocks noGrp="1"/>
          </p:cNvSpPr>
          <p:nvPr>
            <p:ph sz="quarter" idx="4"/>
          </p:nvPr>
        </p:nvSpPr>
        <p:spPr/>
        <p:txBody>
          <a:bodyPr/>
          <a:lstStyle/>
          <a:p>
            <a:r>
              <a:rPr lang="en-US" dirty="0"/>
              <a:t>Visit your local box office to purchase your tickets</a:t>
            </a:r>
          </a:p>
          <a:p>
            <a:r>
              <a:rPr lang="en-US" dirty="0"/>
              <a:t>Use code DANMEL at the window for 10% off</a:t>
            </a:r>
          </a:p>
          <a:p>
            <a:endParaRPr lang="en-US" dirty="0"/>
          </a:p>
        </p:txBody>
      </p:sp>
      <p:pic>
        <p:nvPicPr>
          <p:cNvPr id="81" name="Picture Placeholder 80" descr="Cell phone icon">
            <a:extLst>
              <a:ext uri="{FF2B5EF4-FFF2-40B4-BE49-F238E27FC236}">
                <a16:creationId xmlns:a16="http://schemas.microsoft.com/office/drawing/2014/main" id="{FE4F2CAD-72CB-157A-4DF4-0AA1076B37FC}"/>
              </a:ext>
            </a:extLst>
          </p:cNvPr>
          <p:cNvPicPr>
            <a:picLocks noGrp="1" noChangeAspect="1"/>
          </p:cNvPicPr>
          <p:nvPr>
            <p:ph type="pic" sz="quarter" idx="18"/>
          </p:nvPr>
        </p:nvPicPr>
        <p:blipFill>
          <a:blip r:embed="rId5"/>
          <a:srcRect t="192" b="192"/>
          <a:stretch>
            <a:fillRect/>
          </a:stretch>
        </p:blipFill>
        <p:spPr>
          <a:prstGeom prst="rect">
            <a:avLst/>
          </a:prstGeom>
        </p:spPr>
      </p:pic>
      <p:sp>
        <p:nvSpPr>
          <p:cNvPr id="10" name="Text Placeholder 9">
            <a:extLst>
              <a:ext uri="{FF2B5EF4-FFF2-40B4-BE49-F238E27FC236}">
                <a16:creationId xmlns:a16="http://schemas.microsoft.com/office/drawing/2014/main" id="{BF4EDA31-E39E-D164-20A3-68757AA77E41}"/>
              </a:ext>
            </a:extLst>
          </p:cNvPr>
          <p:cNvSpPr>
            <a:spLocks noGrp="1"/>
          </p:cNvSpPr>
          <p:nvPr>
            <p:ph type="body" idx="20"/>
          </p:nvPr>
        </p:nvSpPr>
        <p:spPr/>
        <p:txBody>
          <a:bodyPr/>
          <a:lstStyle/>
          <a:p>
            <a:r>
              <a:rPr lang="en-US" dirty="0"/>
              <a:t>Sweepstakes</a:t>
            </a:r>
          </a:p>
        </p:txBody>
      </p:sp>
      <p:sp>
        <p:nvSpPr>
          <p:cNvPr id="11" name="Content Placeholder 10">
            <a:extLst>
              <a:ext uri="{FF2B5EF4-FFF2-40B4-BE49-F238E27FC236}">
                <a16:creationId xmlns:a16="http://schemas.microsoft.com/office/drawing/2014/main" id="{17EA9621-3A90-234E-9D5F-BF16A55D264C}"/>
              </a:ext>
            </a:extLst>
          </p:cNvPr>
          <p:cNvSpPr>
            <a:spLocks noGrp="1"/>
          </p:cNvSpPr>
          <p:nvPr>
            <p:ph sz="quarter" idx="15"/>
          </p:nvPr>
        </p:nvSpPr>
        <p:spPr/>
        <p:txBody>
          <a:bodyPr/>
          <a:lstStyle/>
          <a:p>
            <a:r>
              <a:rPr lang="en-US" dirty="0"/>
              <a:t>Follow all our social media accounts</a:t>
            </a:r>
          </a:p>
          <a:p>
            <a:r>
              <a:rPr lang="en-US" dirty="0"/>
              <a:t>Post a video of you singing one of our songs</a:t>
            </a:r>
          </a:p>
          <a:p>
            <a:r>
              <a:rPr lang="en-US" dirty="0"/>
              <a:t>Tag our accounts for a chance to win free tickets</a:t>
            </a:r>
          </a:p>
          <a:p>
            <a:endParaRPr lang="en-US" dirty="0"/>
          </a:p>
        </p:txBody>
      </p:sp>
      <p:sp>
        <p:nvSpPr>
          <p:cNvPr id="2" name="Slide Number Placeholder 1">
            <a:extLst>
              <a:ext uri="{FF2B5EF4-FFF2-40B4-BE49-F238E27FC236}">
                <a16:creationId xmlns:a16="http://schemas.microsoft.com/office/drawing/2014/main" id="{03FC5373-3ABF-7379-93C4-42803E341992}"/>
              </a:ext>
            </a:extLst>
          </p:cNvPr>
          <p:cNvSpPr>
            <a:spLocks noGrp="1"/>
          </p:cNvSpPr>
          <p:nvPr>
            <p:ph type="sldNum" sz="quarter" idx="10"/>
          </p:nvPr>
        </p:nvSpPr>
        <p:spPr/>
        <p:txBody>
          <a:bodyPr/>
          <a:lstStyle/>
          <a:p>
            <a:fld id="{0FF9F32E-65A7-074C-AFA1-DE0771000F54}" type="slidenum">
              <a:rPr lang="en-US" smtClean="0"/>
              <a:pPr/>
              <a:t>12</a:t>
            </a:fld>
            <a:endParaRPr lang="en-US" dirty="0"/>
          </a:p>
        </p:txBody>
      </p:sp>
      <p:sp>
        <p:nvSpPr>
          <p:cNvPr id="3" name="Footer Placeholder 2">
            <a:extLst>
              <a:ext uri="{FF2B5EF4-FFF2-40B4-BE49-F238E27FC236}">
                <a16:creationId xmlns:a16="http://schemas.microsoft.com/office/drawing/2014/main" id="{89F1461B-1FB0-4D48-77DC-9E414E54C9C9}"/>
              </a:ext>
            </a:extLst>
          </p:cNvPr>
          <p:cNvSpPr>
            <a:spLocks noGrp="1"/>
          </p:cNvSpPr>
          <p:nvPr>
            <p:ph type="ftr" sz="quarter" idx="11"/>
          </p:nvPr>
        </p:nvSpPr>
        <p:spPr/>
        <p:txBody>
          <a:bodyPr/>
          <a:lstStyle/>
          <a:p>
            <a:r>
              <a:rPr lang="en-US" dirty="0"/>
              <a:t>Artist portfolio</a:t>
            </a:r>
          </a:p>
        </p:txBody>
      </p:sp>
    </p:spTree>
    <p:extLst>
      <p:ext uri="{BB962C8B-B14F-4D97-AF65-F5344CB8AC3E}">
        <p14:creationId xmlns:p14="http://schemas.microsoft.com/office/powerpoint/2010/main" val="2548953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38B79F-6299-D0CB-F32E-D2874E589D45}"/>
              </a:ext>
            </a:extLst>
          </p:cNvPr>
          <p:cNvSpPr>
            <a:spLocks noGrp="1"/>
          </p:cNvSpPr>
          <p:nvPr>
            <p:ph type="title"/>
          </p:nvPr>
        </p:nvSpPr>
        <p:spPr/>
        <p:txBody>
          <a:bodyPr/>
          <a:lstStyle/>
          <a:p>
            <a:r>
              <a:rPr lang="en-US" sz="6000" dirty="0">
                <a:cs typeface="Calibri Light"/>
              </a:rPr>
              <a:t>YOUR CITY</a:t>
            </a:r>
            <a:br>
              <a:rPr lang="en-US" sz="6000" dirty="0">
                <a:cs typeface="Calibri Light"/>
              </a:rPr>
            </a:br>
            <a:endParaRPr lang="en-US" dirty="0"/>
          </a:p>
        </p:txBody>
      </p:sp>
      <p:sp>
        <p:nvSpPr>
          <p:cNvPr id="6" name="Text Placeholder 5">
            <a:extLst>
              <a:ext uri="{FF2B5EF4-FFF2-40B4-BE49-F238E27FC236}">
                <a16:creationId xmlns:a16="http://schemas.microsoft.com/office/drawing/2014/main" id="{FEABAF45-6C44-2031-F817-00E1E51DF83D}"/>
              </a:ext>
            </a:extLst>
          </p:cNvPr>
          <p:cNvSpPr>
            <a:spLocks noGrp="1"/>
          </p:cNvSpPr>
          <p:nvPr>
            <p:ph type="body" sz="quarter" idx="13"/>
          </p:nvPr>
        </p:nvSpPr>
        <p:spPr/>
        <p:txBody>
          <a:bodyPr/>
          <a:lstStyle/>
          <a:p>
            <a:pPr marL="0" indent="0">
              <a:lnSpc>
                <a:spcPts val="2800"/>
              </a:lnSpc>
              <a:buNone/>
            </a:pPr>
            <a:r>
              <a:rPr lang="en-US" sz="1400" dirty="0">
                <a:solidFill>
                  <a:schemeClr val="bg1"/>
                </a:solidFill>
                <a:cs typeface="Calibri"/>
              </a:rPr>
              <a:t>Make sure to follow </a:t>
            </a:r>
            <a:r>
              <a:rPr lang="en-US" sz="1400" b="1" i="1" dirty="0">
                <a:solidFill>
                  <a:schemeClr val="bg1"/>
                </a:solidFill>
                <a:cs typeface="Calibri"/>
              </a:rPr>
              <a:t>Daniel Melamed</a:t>
            </a:r>
            <a:r>
              <a:rPr lang="en-US" sz="1400" dirty="0">
                <a:solidFill>
                  <a:schemeClr val="bg1"/>
                </a:solidFill>
                <a:cs typeface="Calibri"/>
              </a:rPr>
              <a:t> on social media to catch all the newest updates on tours, new music, and more. </a:t>
            </a:r>
          </a:p>
          <a:p>
            <a:pPr marL="0" indent="0">
              <a:lnSpc>
                <a:spcPts val="2800"/>
              </a:lnSpc>
              <a:buNone/>
            </a:pPr>
            <a:endParaRPr lang="en-US" sz="1400" dirty="0">
              <a:solidFill>
                <a:schemeClr val="bg1"/>
              </a:solidFill>
              <a:cs typeface="Calibri"/>
            </a:endParaRPr>
          </a:p>
          <a:p>
            <a:pPr marL="0" indent="0">
              <a:lnSpc>
                <a:spcPts val="2800"/>
              </a:lnSpc>
              <a:buNone/>
            </a:pPr>
            <a:r>
              <a:rPr lang="en-US" sz="1400" dirty="0">
                <a:solidFill>
                  <a:schemeClr val="bg1"/>
                </a:solidFill>
                <a:cs typeface="Calibri"/>
              </a:rPr>
              <a:t>Thanks for checking out my site and can't wait to see you at the next show!</a:t>
            </a:r>
            <a:endParaRPr lang="en-US" dirty="0"/>
          </a:p>
        </p:txBody>
      </p:sp>
      <p:sp>
        <p:nvSpPr>
          <p:cNvPr id="5" name="Text Placeholder 4">
            <a:extLst>
              <a:ext uri="{FF2B5EF4-FFF2-40B4-BE49-F238E27FC236}">
                <a16:creationId xmlns:a16="http://schemas.microsoft.com/office/drawing/2014/main" id="{13012716-8D60-CFBF-08C3-3F94C51A24D2}"/>
              </a:ext>
            </a:extLst>
          </p:cNvPr>
          <p:cNvSpPr>
            <a:spLocks noGrp="1"/>
          </p:cNvSpPr>
          <p:nvPr>
            <p:ph type="body" sz="quarter" idx="12"/>
          </p:nvPr>
        </p:nvSpPr>
        <p:spPr/>
        <p:txBody>
          <a:bodyPr/>
          <a:lstStyle/>
          <a:p>
            <a:r>
              <a:rPr lang="en-US" sz="4800" dirty="0">
                <a:ln w="12700">
                  <a:solidFill>
                    <a:schemeClr val="accent1">
                      <a:lumMod val="60000"/>
                      <a:lumOff val="40000"/>
                    </a:schemeClr>
                  </a:solidFill>
                </a:ln>
                <a:noFill/>
                <a:effectLst>
                  <a:glow rad="88900">
                    <a:schemeClr val="accent1">
                      <a:alpha val="50000"/>
                    </a:schemeClr>
                  </a:glow>
                </a:effectLst>
                <a:cs typeface="Calibri Light"/>
              </a:rPr>
              <a:t>COMING TO</a:t>
            </a:r>
            <a:endParaRPr lang="en-US" dirty="0"/>
          </a:p>
        </p:txBody>
      </p:sp>
      <p:sp>
        <p:nvSpPr>
          <p:cNvPr id="2" name="Slide Number Placeholder 1">
            <a:extLst>
              <a:ext uri="{FF2B5EF4-FFF2-40B4-BE49-F238E27FC236}">
                <a16:creationId xmlns:a16="http://schemas.microsoft.com/office/drawing/2014/main" id="{989C4D78-9700-9D1F-6F8D-4DB446A0EE65}"/>
              </a:ext>
            </a:extLst>
          </p:cNvPr>
          <p:cNvSpPr>
            <a:spLocks noGrp="1"/>
          </p:cNvSpPr>
          <p:nvPr>
            <p:ph type="sldNum" sz="quarter" idx="10"/>
          </p:nvPr>
        </p:nvSpPr>
        <p:spPr/>
        <p:txBody>
          <a:bodyPr/>
          <a:lstStyle/>
          <a:p>
            <a:fld id="{0FF9F32E-65A7-074C-AFA1-DE0771000F54}" type="slidenum">
              <a:rPr lang="en-US" smtClean="0"/>
              <a:pPr/>
              <a:t>13</a:t>
            </a:fld>
            <a:endParaRPr lang="en-US" dirty="0"/>
          </a:p>
        </p:txBody>
      </p:sp>
      <p:sp>
        <p:nvSpPr>
          <p:cNvPr id="3" name="Footer Placeholder 2">
            <a:extLst>
              <a:ext uri="{FF2B5EF4-FFF2-40B4-BE49-F238E27FC236}">
                <a16:creationId xmlns:a16="http://schemas.microsoft.com/office/drawing/2014/main" id="{DB659CB4-23A9-6ECD-CF15-23A7D3352F43}"/>
              </a:ext>
            </a:extLst>
          </p:cNvPr>
          <p:cNvSpPr>
            <a:spLocks noGrp="1"/>
          </p:cNvSpPr>
          <p:nvPr>
            <p:ph type="ftr" sz="quarter" idx="11"/>
          </p:nvPr>
        </p:nvSpPr>
        <p:spPr/>
        <p:txBody>
          <a:bodyPr/>
          <a:lstStyle/>
          <a:p>
            <a:r>
              <a:rPr lang="en-US" dirty="0"/>
              <a:t>Artist portfolio</a:t>
            </a:r>
          </a:p>
        </p:txBody>
      </p:sp>
    </p:spTree>
    <p:extLst>
      <p:ext uri="{BB962C8B-B14F-4D97-AF65-F5344CB8AC3E}">
        <p14:creationId xmlns:p14="http://schemas.microsoft.com/office/powerpoint/2010/main" val="2250814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1B7E5-7B99-74C7-F195-1B754D901FAE}"/>
              </a:ext>
            </a:extLst>
          </p:cNvPr>
          <p:cNvSpPr>
            <a:spLocks noGrp="1"/>
          </p:cNvSpPr>
          <p:nvPr>
            <p:ph type="title"/>
          </p:nvPr>
        </p:nvSpPr>
        <p:spPr/>
        <p:txBody>
          <a:bodyPr/>
          <a:lstStyle/>
          <a:p>
            <a:r>
              <a:rPr lang="en-US" dirty="0">
                <a:ln w="12700">
                  <a:solidFill>
                    <a:schemeClr val="accent1">
                      <a:lumMod val="60000"/>
                      <a:lumOff val="40000"/>
                    </a:schemeClr>
                  </a:solidFill>
                </a:ln>
                <a:noFill/>
                <a:effectLst>
                  <a:glow rad="88900">
                    <a:schemeClr val="accent1">
                      <a:alpha val="50000"/>
                    </a:schemeClr>
                  </a:glow>
                </a:effectLst>
              </a:rPr>
              <a:t>Contact</a:t>
            </a:r>
            <a:endParaRPr lang="en-US" dirty="0"/>
          </a:p>
        </p:txBody>
      </p:sp>
      <p:sp>
        <p:nvSpPr>
          <p:cNvPr id="4" name="Subtitle 3">
            <a:extLst>
              <a:ext uri="{FF2B5EF4-FFF2-40B4-BE49-F238E27FC236}">
                <a16:creationId xmlns:a16="http://schemas.microsoft.com/office/drawing/2014/main" id="{DA51018D-C716-46B5-F5AE-3E65ABD62577}"/>
              </a:ext>
            </a:extLst>
          </p:cNvPr>
          <p:cNvSpPr>
            <a:spLocks noGrp="1"/>
          </p:cNvSpPr>
          <p:nvPr>
            <p:ph type="subTitle" idx="1"/>
          </p:nvPr>
        </p:nvSpPr>
        <p:spPr/>
        <p:txBody>
          <a:bodyPr/>
          <a:lstStyle/>
          <a:p>
            <a:r>
              <a:rPr lang="en-US" sz="2400" cap="all" spc="300" dirty="0">
                <a:solidFill>
                  <a:schemeClr val="bg1"/>
                </a:solidFill>
              </a:rPr>
              <a:t>Daniel Melamed daniel@greatsiteaddress.comwww.greatsiteaddress.com</a:t>
            </a:r>
            <a:endParaRPr lang="en-US" sz="2400" cap="all" spc="300" dirty="0">
              <a:solidFill>
                <a:schemeClr val="bg1"/>
              </a:solidFill>
              <a:cs typeface="Calibri" panose="020F0502020204030204"/>
            </a:endParaRPr>
          </a:p>
        </p:txBody>
      </p:sp>
      <p:pic>
        <p:nvPicPr>
          <p:cNvPr id="10" name="Picture Placeholder 9" descr="Man with braids in golden sweater">
            <a:extLst>
              <a:ext uri="{FF2B5EF4-FFF2-40B4-BE49-F238E27FC236}">
                <a16:creationId xmlns:a16="http://schemas.microsoft.com/office/drawing/2014/main" id="{BA895D38-BE6F-6C39-BF6E-E9BC3DE4A10C}"/>
              </a:ext>
            </a:extLst>
          </p:cNvPr>
          <p:cNvPicPr>
            <a:picLocks noGrp="1" noChangeAspect="1"/>
          </p:cNvPicPr>
          <p:nvPr>
            <p:ph type="pic" sz="quarter" idx="13"/>
          </p:nvPr>
        </p:nvPicPr>
        <p:blipFill rotWithShape="1">
          <a:blip r:embed="rId2"/>
          <a:srcRect l="2823" t="2542" r="3088" b="1116"/>
          <a:stretch/>
        </p:blipFill>
        <p:spPr>
          <a:xfrm>
            <a:off x="8305800" y="649224"/>
            <a:ext cx="3886200" cy="6208776"/>
          </a:xfrm>
          <a:prstGeom prst="rect">
            <a:avLst/>
          </a:prstGeom>
        </p:spPr>
      </p:pic>
    </p:spTree>
    <p:extLst>
      <p:ext uri="{BB962C8B-B14F-4D97-AF65-F5344CB8AC3E}">
        <p14:creationId xmlns:p14="http://schemas.microsoft.com/office/powerpoint/2010/main" val="862152590"/>
      </p:ext>
    </p:extLst>
  </p:cSld>
  <p:clrMapOvr>
    <a:masterClrMapping/>
  </p:clrMapOvr>
</p:sld>
</file>

<file path=ppt/theme/theme1.xml><?xml version="1.0" encoding="utf-8"?>
<a:theme xmlns:a="http://schemas.openxmlformats.org/drawingml/2006/main" name="Office Theme">
  <a:themeElements>
    <a:clrScheme name="Artist Portfolio">
      <a:dk1>
        <a:srgbClr val="000000"/>
      </a:dk1>
      <a:lt1>
        <a:srgbClr val="FFFFFF"/>
      </a:lt1>
      <a:dk2>
        <a:srgbClr val="44546A"/>
      </a:dk2>
      <a:lt2>
        <a:srgbClr val="E7E6E6"/>
      </a:lt2>
      <a:accent1>
        <a:srgbClr val="01E100"/>
      </a:accent1>
      <a:accent2>
        <a:srgbClr val="0A2965"/>
      </a:accent2>
      <a:accent3>
        <a:srgbClr val="FF8BE3"/>
      </a:accent3>
      <a:accent4>
        <a:srgbClr val="005AFF"/>
      </a:accent4>
      <a:accent5>
        <a:srgbClr val="C2F3FE"/>
      </a:accent5>
      <a:accent6>
        <a:srgbClr val="AB63F9"/>
      </a:accent6>
      <a:hlink>
        <a:srgbClr val="0563C1"/>
      </a:hlink>
      <a:folHlink>
        <a:srgbClr val="954F72"/>
      </a:folHlink>
    </a:clrScheme>
    <a:fontScheme name="Custom 4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B1032B-3266-49E0-955D-06CFE9E2198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67184A1-71A5-4945-B1A1-43FE0CE17A89}">
  <ds:schemaRefs>
    <ds:schemaRef ds:uri="http://schemas.microsoft.com/sharepoint/v3/contenttype/forms"/>
  </ds:schemaRefs>
</ds:datastoreItem>
</file>

<file path=customXml/itemProps3.xml><?xml version="1.0" encoding="utf-8"?>
<ds:datastoreItem xmlns:ds="http://schemas.openxmlformats.org/officeDocument/2006/customXml" ds:itemID="{D0B8E2D0-6FB9-4EF9-8111-3420756DAF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{4DB2C6C5-40E0-B843-B323-8C403F383D79}tf10001073</Template>
  <TotalTime>0</TotalTime>
  <Words>464</Words>
  <Application>Microsoft Office PowerPoint</Application>
  <PresentationFormat>Widescreen</PresentationFormat>
  <Paragraphs>151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artist</vt:lpstr>
      <vt:lpstr>CONTENTS</vt:lpstr>
      <vt:lpstr>ABOUT ME </vt:lpstr>
      <vt:lpstr>stats</vt:lpstr>
      <vt:lpstr>INTERNATIONAL STREAMING</vt:lpstr>
      <vt:lpstr>Where words fail, Music speaks.</vt:lpstr>
      <vt:lpstr>team </vt:lpstr>
      <vt:lpstr>MEET OUR EXTENDED TEAM</vt:lpstr>
      <vt:lpstr>Products </vt:lpstr>
      <vt:lpstr>TOUR DATES</vt:lpstr>
      <vt:lpstr>Tour</vt:lpstr>
      <vt:lpstr>How to</vt:lpstr>
      <vt:lpstr>YOUR CITY </vt:lpstr>
      <vt:lpstr>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2026-07-16T05:53:10Z</dcterms:created>
  <dcterms:modified xsi:type="dcterms:W3CDTF">2026-07-16T05:53:16Z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