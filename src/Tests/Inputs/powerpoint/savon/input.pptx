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Lst>
  <p:notesMasterIdLst>
    <p:notesMasterId r:id="rId17"/>
  </p:notesMasterIdLst>
  <p:handoutMasterIdLst>
    <p:handoutMasterId r:id="rId18"/>
  </p:handoutMasterIdLst>
  <p:sldIdLst>
    <p:sldId id="256" r:id="rId5"/>
    <p:sldId id="336" r:id="rId6"/>
    <p:sldId id="337" r:id="rId7"/>
    <p:sldId id="338" r:id="rId8"/>
    <p:sldId id="260" r:id="rId9"/>
    <p:sldId id="339" r:id="rId10"/>
    <p:sldId id="340" r:id="rId11"/>
    <p:sldId id="264" r:id="rId12"/>
    <p:sldId id="265" r:id="rId13"/>
    <p:sldId id="266" r:id="rId14"/>
    <p:sldId id="341" r:id="rId15"/>
    <p:sldId id="342"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9" autoAdjust="0"/>
    <p:restoredTop sz="95934"/>
  </p:normalViewPr>
  <p:slideViewPr>
    <p:cSldViewPr snapToGrid="0">
      <p:cViewPr>
        <p:scale>
          <a:sx n="100" d="100"/>
          <a:sy n="100" d="100"/>
        </p:scale>
        <p:origin x="-53" y="-485"/>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65" d="100"/>
          <a:sy n="65" d="100"/>
        </p:scale>
        <p:origin x="315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604873E-34D9-4011-B823-45C4AD2A9FC6}" type="doc">
      <dgm:prSet loTypeId="urn:microsoft.com/office/officeart/2017/3/layout/HorizontalPathTimeline" loCatId="other" qsTypeId="urn:microsoft.com/office/officeart/2005/8/quickstyle/simple1" qsCatId="simple" csTypeId="urn:microsoft.com/office/officeart/2005/8/colors/accent5_2" csCatId="accent5" phldr="1"/>
      <dgm:spPr/>
      <dgm:t>
        <a:bodyPr/>
        <a:lstStyle/>
        <a:p>
          <a:endParaRPr lang="en-US"/>
        </a:p>
      </dgm:t>
    </dgm:pt>
    <dgm:pt modelId="{D0C06EB0-D7EF-45E3-95AD-C3986984C27E}">
      <dgm:prSet phldrT="[Text]" phldr="0"/>
      <dgm:spPr/>
      <dgm:t>
        <a:bodyPr/>
        <a:lstStyle/>
        <a:p>
          <a:pPr>
            <a:defRPr b="1"/>
          </a:pPr>
          <a:r>
            <a:rPr lang="en-US" dirty="0"/>
            <a:t>Title</a:t>
          </a:r>
        </a:p>
      </dgm:t>
    </dgm:pt>
    <dgm:pt modelId="{0BB155BD-DA20-44C2-8CB4-CB3D3770A527}" type="parTrans" cxnId="{97993EA3-CE7B-4009-B7CE-BFB111FBE521}">
      <dgm:prSet/>
      <dgm:spPr/>
      <dgm:t>
        <a:bodyPr/>
        <a:lstStyle/>
        <a:p>
          <a:endParaRPr lang="en-US"/>
        </a:p>
      </dgm:t>
    </dgm:pt>
    <dgm:pt modelId="{6F918279-79F1-4A08-BB84-2DE055676D74}" type="sibTrans" cxnId="{97993EA3-CE7B-4009-B7CE-BFB111FBE521}">
      <dgm:prSet/>
      <dgm:spPr/>
      <dgm:t>
        <a:bodyPr/>
        <a:lstStyle/>
        <a:p>
          <a:endParaRPr lang="en-US"/>
        </a:p>
      </dgm:t>
    </dgm:pt>
    <dgm:pt modelId="{4E599684-CBE7-4BF6-B041-7B59A5AE3CF2}">
      <dgm:prSet phldrT="[Text]" custT="1"/>
      <dgm:spPr/>
      <dgm:t>
        <a:bodyPr/>
        <a:lstStyle/>
        <a:p>
          <a:r>
            <a:rPr lang="en-US" sz="1200" b="0" i="0" u="none" dirty="0"/>
            <a:t>To start a presentation, go to the Slide Show tab, and select From Beginning</a:t>
          </a:r>
          <a:endParaRPr lang="en-US" sz="1200" dirty="0"/>
        </a:p>
      </dgm:t>
    </dgm:pt>
    <dgm:pt modelId="{A8AAC60B-A805-4BF6-9EA5-E87AC2902868}" type="parTrans" cxnId="{841D665D-B707-471F-BD09-964D3951145A}">
      <dgm:prSet/>
      <dgm:spPr/>
      <dgm:t>
        <a:bodyPr/>
        <a:lstStyle/>
        <a:p>
          <a:endParaRPr lang="en-US"/>
        </a:p>
      </dgm:t>
    </dgm:pt>
    <dgm:pt modelId="{BF909935-A6E2-4FB3-A57D-3F1AE3109B2D}" type="sibTrans" cxnId="{841D665D-B707-471F-BD09-964D3951145A}">
      <dgm:prSet/>
      <dgm:spPr/>
      <dgm:t>
        <a:bodyPr/>
        <a:lstStyle/>
        <a:p>
          <a:endParaRPr lang="en-US"/>
        </a:p>
      </dgm:t>
    </dgm:pt>
    <dgm:pt modelId="{4B3BEF5E-080D-4FEE-B522-70B46FFD0660}">
      <dgm:prSet phldrT="[Text]" phldr="0"/>
      <dgm:spPr/>
      <dgm:t>
        <a:bodyPr/>
        <a:lstStyle/>
        <a:p>
          <a:pPr>
            <a:defRPr b="1"/>
          </a:pPr>
          <a:r>
            <a:rPr lang="en-US" dirty="0"/>
            <a:t>Title</a:t>
          </a:r>
        </a:p>
      </dgm:t>
    </dgm:pt>
    <dgm:pt modelId="{06017295-6984-41E0-8693-8EB293EF8566}" type="parTrans" cxnId="{9A613993-1976-4C90-B719-959774EC46C8}">
      <dgm:prSet/>
      <dgm:spPr/>
      <dgm:t>
        <a:bodyPr/>
        <a:lstStyle/>
        <a:p>
          <a:endParaRPr lang="en-US"/>
        </a:p>
      </dgm:t>
    </dgm:pt>
    <dgm:pt modelId="{39F905D4-BCDD-42A3-91CF-0746D3124C5E}" type="sibTrans" cxnId="{9A613993-1976-4C90-B719-959774EC46C8}">
      <dgm:prSet/>
      <dgm:spPr/>
      <dgm:t>
        <a:bodyPr/>
        <a:lstStyle/>
        <a:p>
          <a:endParaRPr lang="en-US"/>
        </a:p>
      </dgm:t>
    </dgm:pt>
    <dgm:pt modelId="{DB8AF9DD-B1C3-4C20-BD21-C6C7FF671A92}">
      <dgm:prSet phldrT="[Text]" custT="1"/>
      <dgm:spPr/>
      <dgm:t>
        <a:bodyPr/>
        <a:lstStyle/>
        <a:p>
          <a:r>
            <a:rPr lang="en-US" sz="1200" b="0" i="0" u="none" dirty="0"/>
            <a:t>To display Presenter view, in Slide Show view, on the control bar at the bottom left select the three dots, and then Show Presenter View</a:t>
          </a:r>
          <a:endParaRPr lang="en-US" sz="1200" dirty="0"/>
        </a:p>
      </dgm:t>
    </dgm:pt>
    <dgm:pt modelId="{DF70DEA5-E7DD-4AA9-B1CC-992432C16744}" type="parTrans" cxnId="{D6373D48-D8B0-4539-A4A4-81DB907C07C1}">
      <dgm:prSet/>
      <dgm:spPr/>
      <dgm:t>
        <a:bodyPr/>
        <a:lstStyle/>
        <a:p>
          <a:endParaRPr lang="en-US"/>
        </a:p>
      </dgm:t>
    </dgm:pt>
    <dgm:pt modelId="{428A9B80-64FA-44ED-87FF-F7A0D539842F}" type="sibTrans" cxnId="{D6373D48-D8B0-4539-A4A4-81DB907C07C1}">
      <dgm:prSet/>
      <dgm:spPr/>
      <dgm:t>
        <a:bodyPr/>
        <a:lstStyle/>
        <a:p>
          <a:endParaRPr lang="en-US"/>
        </a:p>
      </dgm:t>
    </dgm:pt>
    <dgm:pt modelId="{406B4493-A90D-40A8-B02D-BA06CB04BF3C}">
      <dgm:prSet phldrT="[Text]" phldr="0"/>
      <dgm:spPr/>
      <dgm:t>
        <a:bodyPr/>
        <a:lstStyle/>
        <a:p>
          <a:pPr>
            <a:defRPr b="1"/>
          </a:pPr>
          <a:r>
            <a:rPr lang="en-US" dirty="0"/>
            <a:t>Title</a:t>
          </a:r>
        </a:p>
      </dgm:t>
    </dgm:pt>
    <dgm:pt modelId="{2E2A0F75-F224-4A80-ACB5-1C4956E37E23}" type="parTrans" cxnId="{F712E336-0730-4454-AAED-A8EC704ECFC8}">
      <dgm:prSet/>
      <dgm:spPr/>
      <dgm:t>
        <a:bodyPr/>
        <a:lstStyle/>
        <a:p>
          <a:endParaRPr lang="en-US"/>
        </a:p>
      </dgm:t>
    </dgm:pt>
    <dgm:pt modelId="{B6B5896F-38E7-450F-A826-9964A8F0DE0E}" type="sibTrans" cxnId="{F712E336-0730-4454-AAED-A8EC704ECFC8}">
      <dgm:prSet/>
      <dgm:spPr/>
      <dgm:t>
        <a:bodyPr/>
        <a:lstStyle/>
        <a:p>
          <a:endParaRPr lang="en-US"/>
        </a:p>
      </dgm:t>
    </dgm:pt>
    <dgm:pt modelId="{20D34FCC-0F35-496C-B2E7-3FBCA3E29C37}">
      <dgm:prSet phldrT="[Text]" custT="1"/>
      <dgm:spPr/>
      <dgm:t>
        <a:bodyPr/>
        <a:lstStyle/>
        <a:p>
          <a:r>
            <a:rPr lang="en-US" sz="1200" b="0" i="0" u="none" dirty="0"/>
            <a:t>During your presentation, the speaker notes are visible on your monitor, but aren't visible to the audience. </a:t>
          </a:r>
          <a:endParaRPr lang="en-US" sz="1200" dirty="0"/>
        </a:p>
      </dgm:t>
    </dgm:pt>
    <dgm:pt modelId="{CE74B72C-B89D-46FE-831F-2D7619996546}" type="parTrans" cxnId="{8F51CEF3-D7F7-4496-8E39-A74D3407581F}">
      <dgm:prSet/>
      <dgm:spPr/>
      <dgm:t>
        <a:bodyPr/>
        <a:lstStyle/>
        <a:p>
          <a:endParaRPr lang="en-US"/>
        </a:p>
      </dgm:t>
    </dgm:pt>
    <dgm:pt modelId="{927D4900-D936-4E0F-AEA8-71096C4E0FED}" type="sibTrans" cxnId="{8F51CEF3-D7F7-4496-8E39-A74D3407581F}">
      <dgm:prSet/>
      <dgm:spPr/>
      <dgm:t>
        <a:bodyPr/>
        <a:lstStyle/>
        <a:p>
          <a:endParaRPr lang="en-US"/>
        </a:p>
      </dgm:t>
    </dgm:pt>
    <dgm:pt modelId="{71A30621-5A5F-43B0-84EC-C33507890165}">
      <dgm:prSet phldrT="[Text]" phldr="0"/>
      <dgm:spPr/>
      <dgm:t>
        <a:bodyPr/>
        <a:lstStyle/>
        <a:p>
          <a:pPr>
            <a:defRPr b="1"/>
          </a:pPr>
          <a:r>
            <a:rPr lang="en-US" dirty="0"/>
            <a:t>Title</a:t>
          </a:r>
        </a:p>
      </dgm:t>
    </dgm:pt>
    <dgm:pt modelId="{F93F53F9-4EA9-4B69-AEBB-EC08A304AE3E}" type="parTrans" cxnId="{1802D984-EB76-4C48-AC3B-94BA8DFE0C3F}">
      <dgm:prSet/>
      <dgm:spPr/>
      <dgm:t>
        <a:bodyPr/>
        <a:lstStyle/>
        <a:p>
          <a:endParaRPr lang="en-US"/>
        </a:p>
      </dgm:t>
    </dgm:pt>
    <dgm:pt modelId="{BC9647A5-897E-4509-8E60-0A1FA7E561EE}" type="sibTrans" cxnId="{1802D984-EB76-4C48-AC3B-94BA8DFE0C3F}">
      <dgm:prSet/>
      <dgm:spPr/>
      <dgm:t>
        <a:bodyPr/>
        <a:lstStyle/>
        <a:p>
          <a:endParaRPr lang="en-US"/>
        </a:p>
      </dgm:t>
    </dgm:pt>
    <dgm:pt modelId="{09823A41-36EE-4ED8-8E4C-1FC3E9B9DA38}">
      <dgm:prSet phldrT="[Text]" phldr="0" custT="1"/>
      <dgm:spPr/>
      <dgm:t>
        <a:bodyPr/>
        <a:lstStyle/>
        <a:p>
          <a:r>
            <a:rPr lang="en-US" sz="1200" b="0" i="0" u="none" dirty="0"/>
            <a:t>The Notes pane is a box that appears below each slide. Tap it to add notes. </a:t>
          </a:r>
          <a:endParaRPr lang="en-US" sz="1200" dirty="0"/>
        </a:p>
      </dgm:t>
    </dgm:pt>
    <dgm:pt modelId="{F244D039-067D-4FE3-9A79-1977435DEDCA}" type="parTrans" cxnId="{4123380D-BF06-47D5-BB37-27F94B9CD2B5}">
      <dgm:prSet/>
      <dgm:spPr/>
      <dgm:t>
        <a:bodyPr/>
        <a:lstStyle/>
        <a:p>
          <a:endParaRPr lang="en-US"/>
        </a:p>
      </dgm:t>
    </dgm:pt>
    <dgm:pt modelId="{8919468E-A735-45AD-9C8C-4DD1ED80DA14}" type="sibTrans" cxnId="{4123380D-BF06-47D5-BB37-27F94B9CD2B5}">
      <dgm:prSet/>
      <dgm:spPr/>
      <dgm:t>
        <a:bodyPr/>
        <a:lstStyle/>
        <a:p>
          <a:endParaRPr lang="en-US"/>
        </a:p>
      </dgm:t>
    </dgm:pt>
    <dgm:pt modelId="{4971AC50-A88E-4E33-87F8-FCEAC805564B}">
      <dgm:prSet phldrT="[Text]" phldr="0"/>
      <dgm:spPr/>
      <dgm:t>
        <a:bodyPr/>
        <a:lstStyle/>
        <a:p>
          <a:pPr>
            <a:defRPr b="1"/>
          </a:pPr>
          <a:r>
            <a:rPr lang="en-US" dirty="0"/>
            <a:t>Title</a:t>
          </a:r>
        </a:p>
      </dgm:t>
    </dgm:pt>
    <dgm:pt modelId="{C9196550-5E95-4357-8451-1D9A3E9B9887}" type="parTrans" cxnId="{D3F6A62A-6459-4BFC-82C1-B194A64DAEF0}">
      <dgm:prSet/>
      <dgm:spPr/>
      <dgm:t>
        <a:bodyPr/>
        <a:lstStyle/>
        <a:p>
          <a:endParaRPr lang="en-US"/>
        </a:p>
      </dgm:t>
    </dgm:pt>
    <dgm:pt modelId="{5851B56B-AA5B-4350-B325-A26109F66599}" type="sibTrans" cxnId="{D3F6A62A-6459-4BFC-82C1-B194A64DAEF0}">
      <dgm:prSet/>
      <dgm:spPr/>
      <dgm:t>
        <a:bodyPr/>
        <a:lstStyle/>
        <a:p>
          <a:endParaRPr lang="en-US"/>
        </a:p>
      </dgm:t>
    </dgm:pt>
    <dgm:pt modelId="{B70A8EE9-B04A-475F-A55E-C7EC9716492A}">
      <dgm:prSet custT="1"/>
      <dgm:spPr/>
      <dgm:t>
        <a:bodyPr/>
        <a:lstStyle/>
        <a:p>
          <a:r>
            <a:rPr lang="en-US" sz="1200" b="0" i="0" u="none" dirty="0"/>
            <a:t>If you don’t see the Notes pane or it is completely minimized, click Notes on the task bar across the bottom of the PowerPoint window. </a:t>
          </a:r>
          <a:endParaRPr lang="en-US" sz="1200" dirty="0"/>
        </a:p>
      </dgm:t>
    </dgm:pt>
    <dgm:pt modelId="{827B8979-53B0-4D04-AFD4-E95ECE158F29}" type="parTrans" cxnId="{974143E5-F97B-46EC-BF8B-1BE68E1266DC}">
      <dgm:prSet/>
      <dgm:spPr/>
      <dgm:t>
        <a:bodyPr/>
        <a:lstStyle/>
        <a:p>
          <a:endParaRPr lang="en-US"/>
        </a:p>
      </dgm:t>
    </dgm:pt>
    <dgm:pt modelId="{EF80220B-B1BA-4812-A85D-99163E525C87}" type="sibTrans" cxnId="{974143E5-F97B-46EC-BF8B-1BE68E1266DC}">
      <dgm:prSet/>
      <dgm:spPr/>
      <dgm:t>
        <a:bodyPr/>
        <a:lstStyle/>
        <a:p>
          <a:endParaRPr lang="en-US"/>
        </a:p>
      </dgm:t>
    </dgm:pt>
    <dgm:pt modelId="{932CA750-36C5-4FBB-923A-29DF7B5A91E5}" type="pres">
      <dgm:prSet presAssocID="{E604873E-34D9-4011-B823-45C4AD2A9FC6}" presName="root" presStyleCnt="0">
        <dgm:presLayoutVars>
          <dgm:chMax/>
          <dgm:chPref/>
          <dgm:animLvl val="lvl"/>
        </dgm:presLayoutVars>
      </dgm:prSet>
      <dgm:spPr/>
    </dgm:pt>
    <dgm:pt modelId="{C5D1BC48-B762-488E-BF7E-9CDA82DFACEE}" type="pres">
      <dgm:prSet presAssocID="{E604873E-34D9-4011-B823-45C4AD2A9FC6}" presName="divider" presStyleLbl="node1" presStyleIdx="0" presStyleCnt="1"/>
      <dgm:spPr>
        <a:solidFill>
          <a:schemeClr val="accent2"/>
        </a:solidFill>
        <a:ln>
          <a:noFill/>
        </a:ln>
      </dgm:spPr>
    </dgm:pt>
    <dgm:pt modelId="{03618986-EF2F-440D-8403-283058C2987B}" type="pres">
      <dgm:prSet presAssocID="{E604873E-34D9-4011-B823-45C4AD2A9FC6}" presName="nodes" presStyleCnt="0">
        <dgm:presLayoutVars>
          <dgm:chMax/>
          <dgm:chPref/>
          <dgm:animLvl val="lvl"/>
        </dgm:presLayoutVars>
      </dgm:prSet>
      <dgm:spPr/>
    </dgm:pt>
    <dgm:pt modelId="{3B7C76B3-9A15-41E9-ABC3-698AB66EEDEB}" type="pres">
      <dgm:prSet presAssocID="{D0C06EB0-D7EF-45E3-95AD-C3986984C27E}" presName="composite" presStyleCnt="0"/>
      <dgm:spPr/>
    </dgm:pt>
    <dgm:pt modelId="{0A2DB98E-12CB-44AC-A271-FA81A963AC9D}" type="pres">
      <dgm:prSet presAssocID="{D0C06EB0-D7EF-45E3-95AD-C3986984C27E}" presName="L1TextContainer" presStyleLbl="revTx" presStyleIdx="0" presStyleCnt="5">
        <dgm:presLayoutVars>
          <dgm:chMax val="1"/>
          <dgm:chPref val="1"/>
          <dgm:bulletEnabled val="1"/>
        </dgm:presLayoutVars>
      </dgm:prSet>
      <dgm:spPr/>
    </dgm:pt>
    <dgm:pt modelId="{27709FD2-3216-4BCF-9F74-FD4CEFA3A9ED}" type="pres">
      <dgm:prSet presAssocID="{D0C06EB0-D7EF-45E3-95AD-C3986984C27E}" presName="L2TextContainerWrapper" presStyleCnt="0">
        <dgm:presLayoutVars>
          <dgm:chMax val="0"/>
          <dgm:chPref val="0"/>
          <dgm:bulletEnabled val="1"/>
        </dgm:presLayoutVars>
      </dgm:prSet>
      <dgm:spPr/>
    </dgm:pt>
    <dgm:pt modelId="{CD7A980D-5441-4C5A-B155-C2A021C3D0DD}" type="pres">
      <dgm:prSet presAssocID="{D0C06EB0-D7EF-45E3-95AD-C3986984C27E}" presName="L2TextContainer" presStyleLbl="bgAccFollowNode1" presStyleIdx="0" presStyleCnt="5"/>
      <dgm:spPr/>
    </dgm:pt>
    <dgm:pt modelId="{EC43CE52-5C8B-407E-A382-D1268E523743}" type="pres">
      <dgm:prSet presAssocID="{D0C06EB0-D7EF-45E3-95AD-C3986984C27E}" presName="FlexibleEmptyPlaceHolder" presStyleCnt="0"/>
      <dgm:spPr/>
    </dgm:pt>
    <dgm:pt modelId="{87C15291-AEBC-4F1E-BB11-F23971968E4A}" type="pres">
      <dgm:prSet presAssocID="{D0C06EB0-D7EF-45E3-95AD-C3986984C27E}" presName="ConnectLine" presStyleLbl="alignNode1" presStyleIdx="0" presStyleCnt="5"/>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gm:spPr>
    </dgm:pt>
    <dgm:pt modelId="{4E6C086A-07A1-49AA-A5A9-2A0B949C7E99}" type="pres">
      <dgm:prSet presAssocID="{D0C06EB0-D7EF-45E3-95AD-C3986984C27E}" presName="ConnectorPoint" presStyleLbl="fgAcc1" presStyleIdx="0" presStyleCnt="5"/>
      <dgm:spPr>
        <a:solidFill>
          <a:schemeClr val="lt1">
            <a:alpha val="90000"/>
            <a:hueOff val="0"/>
            <a:satOff val="0"/>
            <a:lumOff val="0"/>
            <a:alphaOff val="0"/>
          </a:schemeClr>
        </a:solidFill>
        <a:ln w="12700" cap="flat" cmpd="sng" algn="ctr">
          <a:noFill/>
          <a:prstDash val="solid"/>
          <a:miter lim="800000"/>
        </a:ln>
        <a:effectLst/>
      </dgm:spPr>
    </dgm:pt>
    <dgm:pt modelId="{CCF0635D-7E1B-4FF0-B23E-6E3FFAF0187C}" type="pres">
      <dgm:prSet presAssocID="{D0C06EB0-D7EF-45E3-95AD-C3986984C27E}" presName="EmptyPlaceHolder" presStyleCnt="0"/>
      <dgm:spPr/>
    </dgm:pt>
    <dgm:pt modelId="{53BBE295-ADA1-45B2-9B2A-E4439C63A887}" type="pres">
      <dgm:prSet presAssocID="{6F918279-79F1-4A08-BB84-2DE055676D74}" presName="spaceBetweenRectangles" presStyleCnt="0"/>
      <dgm:spPr/>
    </dgm:pt>
    <dgm:pt modelId="{E3013DA7-D413-41BE-9E81-B2A45F6CDF77}" type="pres">
      <dgm:prSet presAssocID="{4B3BEF5E-080D-4FEE-B522-70B46FFD0660}" presName="composite" presStyleCnt="0"/>
      <dgm:spPr/>
    </dgm:pt>
    <dgm:pt modelId="{E7F88204-0CA2-4C46-B02A-29D432AB1EB7}" type="pres">
      <dgm:prSet presAssocID="{4B3BEF5E-080D-4FEE-B522-70B46FFD0660}" presName="L1TextContainer" presStyleLbl="revTx" presStyleIdx="1" presStyleCnt="5">
        <dgm:presLayoutVars>
          <dgm:chMax val="1"/>
          <dgm:chPref val="1"/>
          <dgm:bulletEnabled val="1"/>
        </dgm:presLayoutVars>
      </dgm:prSet>
      <dgm:spPr/>
    </dgm:pt>
    <dgm:pt modelId="{8CAAB770-0AB9-4D31-A1B1-5A675C95D664}" type="pres">
      <dgm:prSet presAssocID="{4B3BEF5E-080D-4FEE-B522-70B46FFD0660}" presName="L2TextContainerWrapper" presStyleCnt="0">
        <dgm:presLayoutVars>
          <dgm:chMax val="0"/>
          <dgm:chPref val="0"/>
          <dgm:bulletEnabled val="1"/>
        </dgm:presLayoutVars>
      </dgm:prSet>
      <dgm:spPr/>
    </dgm:pt>
    <dgm:pt modelId="{51FEFD34-D680-431C-AC44-012B4D99C277}" type="pres">
      <dgm:prSet presAssocID="{4B3BEF5E-080D-4FEE-B522-70B46FFD0660}" presName="L2TextContainer" presStyleLbl="bgAccFollowNode1" presStyleIdx="1" presStyleCnt="5"/>
      <dgm:spPr/>
    </dgm:pt>
    <dgm:pt modelId="{3AB85E24-E56F-4866-BA4C-2F61045077CD}" type="pres">
      <dgm:prSet presAssocID="{4B3BEF5E-080D-4FEE-B522-70B46FFD0660}" presName="FlexibleEmptyPlaceHolder" presStyleCnt="0"/>
      <dgm:spPr/>
    </dgm:pt>
    <dgm:pt modelId="{CF581527-BD03-46E2-B01B-848601BE686D}" type="pres">
      <dgm:prSet presAssocID="{4B3BEF5E-080D-4FEE-B522-70B46FFD0660}" presName="ConnectLine" presStyleLbl="alignNode1" presStyleIdx="1" presStyleCnt="5"/>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gm:spPr>
    </dgm:pt>
    <dgm:pt modelId="{87CBBACC-C115-48BD-9563-4AD8F5A27234}" type="pres">
      <dgm:prSet presAssocID="{4B3BEF5E-080D-4FEE-B522-70B46FFD0660}" presName="ConnectorPoint" presStyleLbl="fgAcc1" presStyleIdx="1" presStyleCnt="5"/>
      <dgm:spPr>
        <a:solidFill>
          <a:schemeClr val="lt1">
            <a:alpha val="90000"/>
            <a:hueOff val="0"/>
            <a:satOff val="0"/>
            <a:lumOff val="0"/>
            <a:alphaOff val="0"/>
          </a:schemeClr>
        </a:solidFill>
        <a:ln w="12700" cap="flat" cmpd="sng" algn="ctr">
          <a:noFill/>
          <a:prstDash val="solid"/>
          <a:miter lim="800000"/>
        </a:ln>
        <a:effectLst/>
      </dgm:spPr>
    </dgm:pt>
    <dgm:pt modelId="{D151CB89-C46B-4A54-8445-270B818297F5}" type="pres">
      <dgm:prSet presAssocID="{4B3BEF5E-080D-4FEE-B522-70B46FFD0660}" presName="EmptyPlaceHolder" presStyleCnt="0"/>
      <dgm:spPr/>
    </dgm:pt>
    <dgm:pt modelId="{14644381-51A3-47DC-BD53-718253873CE3}" type="pres">
      <dgm:prSet presAssocID="{39F905D4-BCDD-42A3-91CF-0746D3124C5E}" presName="spaceBetweenRectangles" presStyleCnt="0"/>
      <dgm:spPr/>
    </dgm:pt>
    <dgm:pt modelId="{A19490FE-2862-4FAC-9536-B0E8D029F478}" type="pres">
      <dgm:prSet presAssocID="{406B4493-A90D-40A8-B02D-BA06CB04BF3C}" presName="composite" presStyleCnt="0"/>
      <dgm:spPr/>
    </dgm:pt>
    <dgm:pt modelId="{503E2E0C-528D-4B96-B61D-1C3F44FFC164}" type="pres">
      <dgm:prSet presAssocID="{406B4493-A90D-40A8-B02D-BA06CB04BF3C}" presName="L1TextContainer" presStyleLbl="revTx" presStyleIdx="2" presStyleCnt="5">
        <dgm:presLayoutVars>
          <dgm:chMax val="1"/>
          <dgm:chPref val="1"/>
          <dgm:bulletEnabled val="1"/>
        </dgm:presLayoutVars>
      </dgm:prSet>
      <dgm:spPr/>
    </dgm:pt>
    <dgm:pt modelId="{DC1D6388-D73A-489E-9F74-BB24DA3C2895}" type="pres">
      <dgm:prSet presAssocID="{406B4493-A90D-40A8-B02D-BA06CB04BF3C}" presName="L2TextContainerWrapper" presStyleCnt="0">
        <dgm:presLayoutVars>
          <dgm:chMax val="0"/>
          <dgm:chPref val="0"/>
          <dgm:bulletEnabled val="1"/>
        </dgm:presLayoutVars>
      </dgm:prSet>
      <dgm:spPr/>
    </dgm:pt>
    <dgm:pt modelId="{341D02C6-3F64-4DF2-AFB2-F620E7B389D9}" type="pres">
      <dgm:prSet presAssocID="{406B4493-A90D-40A8-B02D-BA06CB04BF3C}" presName="L2TextContainer" presStyleLbl="bgAccFollowNode1" presStyleIdx="2" presStyleCnt="5"/>
      <dgm:spPr/>
    </dgm:pt>
    <dgm:pt modelId="{148856CE-7B6D-4A68-9C6D-A741925B1D54}" type="pres">
      <dgm:prSet presAssocID="{406B4493-A90D-40A8-B02D-BA06CB04BF3C}" presName="FlexibleEmptyPlaceHolder" presStyleCnt="0"/>
      <dgm:spPr/>
    </dgm:pt>
    <dgm:pt modelId="{733145A9-EE86-4C22-9A0B-D61094480CC8}" type="pres">
      <dgm:prSet presAssocID="{406B4493-A90D-40A8-B02D-BA06CB04BF3C}" presName="ConnectLine" presStyleLbl="alignNode1" presStyleIdx="2" presStyleCnt="5"/>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gm:spPr>
    </dgm:pt>
    <dgm:pt modelId="{78513766-A46C-4A38-9E06-613A95A26840}" type="pres">
      <dgm:prSet presAssocID="{406B4493-A90D-40A8-B02D-BA06CB04BF3C}" presName="ConnectorPoint" presStyleLbl="fgAcc1" presStyleIdx="2" presStyleCnt="5"/>
      <dgm:spPr>
        <a:solidFill>
          <a:schemeClr val="lt1">
            <a:alpha val="90000"/>
            <a:hueOff val="0"/>
            <a:satOff val="0"/>
            <a:lumOff val="0"/>
            <a:alphaOff val="0"/>
          </a:schemeClr>
        </a:solidFill>
        <a:ln w="12700" cap="flat" cmpd="sng" algn="ctr">
          <a:noFill/>
          <a:prstDash val="solid"/>
          <a:miter lim="800000"/>
        </a:ln>
        <a:effectLst/>
      </dgm:spPr>
    </dgm:pt>
    <dgm:pt modelId="{818BF487-7F84-4EF9-A6DA-FA2F2DE9F454}" type="pres">
      <dgm:prSet presAssocID="{406B4493-A90D-40A8-B02D-BA06CB04BF3C}" presName="EmptyPlaceHolder" presStyleCnt="0"/>
      <dgm:spPr/>
    </dgm:pt>
    <dgm:pt modelId="{8E0EE725-6F39-42B5-9FA1-51BFA67C2005}" type="pres">
      <dgm:prSet presAssocID="{B6B5896F-38E7-450F-A826-9964A8F0DE0E}" presName="spaceBetweenRectangles" presStyleCnt="0"/>
      <dgm:spPr/>
    </dgm:pt>
    <dgm:pt modelId="{10709CC8-CC03-4ECE-9F23-072F5C5D91CF}" type="pres">
      <dgm:prSet presAssocID="{71A30621-5A5F-43B0-84EC-C33507890165}" presName="composite" presStyleCnt="0"/>
      <dgm:spPr/>
    </dgm:pt>
    <dgm:pt modelId="{49FF60A5-1B23-4767-A7F1-0C76CBEFCF2F}" type="pres">
      <dgm:prSet presAssocID="{71A30621-5A5F-43B0-84EC-C33507890165}" presName="L1TextContainer" presStyleLbl="revTx" presStyleIdx="3" presStyleCnt="5">
        <dgm:presLayoutVars>
          <dgm:chMax val="1"/>
          <dgm:chPref val="1"/>
          <dgm:bulletEnabled val="1"/>
        </dgm:presLayoutVars>
      </dgm:prSet>
      <dgm:spPr/>
    </dgm:pt>
    <dgm:pt modelId="{14973EE5-851E-4165-9791-5C726729CA90}" type="pres">
      <dgm:prSet presAssocID="{71A30621-5A5F-43B0-84EC-C33507890165}" presName="L2TextContainerWrapper" presStyleCnt="0">
        <dgm:presLayoutVars>
          <dgm:chMax val="0"/>
          <dgm:chPref val="0"/>
          <dgm:bulletEnabled val="1"/>
        </dgm:presLayoutVars>
      </dgm:prSet>
      <dgm:spPr/>
    </dgm:pt>
    <dgm:pt modelId="{24AF13D8-CAD0-4821-9259-B5AD2BBD2D9A}" type="pres">
      <dgm:prSet presAssocID="{71A30621-5A5F-43B0-84EC-C33507890165}" presName="L2TextContainer" presStyleLbl="bgAccFollowNode1" presStyleIdx="3" presStyleCnt="5"/>
      <dgm:spPr/>
    </dgm:pt>
    <dgm:pt modelId="{9FD7890F-0988-49CF-A992-BF84EE254AF3}" type="pres">
      <dgm:prSet presAssocID="{71A30621-5A5F-43B0-84EC-C33507890165}" presName="FlexibleEmptyPlaceHolder" presStyleCnt="0"/>
      <dgm:spPr/>
    </dgm:pt>
    <dgm:pt modelId="{826D19AB-7674-4339-AC6A-3554A3285C8F}" type="pres">
      <dgm:prSet presAssocID="{71A30621-5A5F-43B0-84EC-C33507890165}" presName="ConnectLine" presStyleLbl="alignNode1" presStyleIdx="3" presStyleCnt="5"/>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gm:spPr>
    </dgm:pt>
    <dgm:pt modelId="{43227ABF-0709-40F4-9DAE-D680F9F11751}" type="pres">
      <dgm:prSet presAssocID="{71A30621-5A5F-43B0-84EC-C33507890165}" presName="ConnectorPoint" presStyleLbl="fgAcc1" presStyleIdx="3" presStyleCnt="5"/>
      <dgm:spPr>
        <a:solidFill>
          <a:schemeClr val="lt1">
            <a:alpha val="90000"/>
            <a:hueOff val="0"/>
            <a:satOff val="0"/>
            <a:lumOff val="0"/>
            <a:alphaOff val="0"/>
          </a:schemeClr>
        </a:solidFill>
        <a:ln w="12700" cap="flat" cmpd="sng" algn="ctr">
          <a:noFill/>
          <a:prstDash val="solid"/>
          <a:miter lim="800000"/>
        </a:ln>
        <a:effectLst/>
      </dgm:spPr>
    </dgm:pt>
    <dgm:pt modelId="{79A56AB1-47A5-420B-B39C-4A233C5A68B2}" type="pres">
      <dgm:prSet presAssocID="{71A30621-5A5F-43B0-84EC-C33507890165}" presName="EmptyPlaceHolder" presStyleCnt="0"/>
      <dgm:spPr/>
    </dgm:pt>
    <dgm:pt modelId="{A75AE161-E159-4EED-8525-A2C04059D73E}" type="pres">
      <dgm:prSet presAssocID="{BC9647A5-897E-4509-8E60-0A1FA7E561EE}" presName="spaceBetweenRectangles" presStyleCnt="0"/>
      <dgm:spPr/>
    </dgm:pt>
    <dgm:pt modelId="{D5F4082D-07BA-4A58-B3FE-0D27F36A7B49}" type="pres">
      <dgm:prSet presAssocID="{4971AC50-A88E-4E33-87F8-FCEAC805564B}" presName="composite" presStyleCnt="0"/>
      <dgm:spPr/>
    </dgm:pt>
    <dgm:pt modelId="{50410BE5-37F4-425C-A9B7-BB5BB0CFC24E}" type="pres">
      <dgm:prSet presAssocID="{4971AC50-A88E-4E33-87F8-FCEAC805564B}" presName="L1TextContainer" presStyleLbl="revTx" presStyleIdx="4" presStyleCnt="5">
        <dgm:presLayoutVars>
          <dgm:chMax val="1"/>
          <dgm:chPref val="1"/>
          <dgm:bulletEnabled val="1"/>
        </dgm:presLayoutVars>
      </dgm:prSet>
      <dgm:spPr/>
    </dgm:pt>
    <dgm:pt modelId="{B5259F40-CA88-4AE8-B27C-029CA34ED9E1}" type="pres">
      <dgm:prSet presAssocID="{4971AC50-A88E-4E33-87F8-FCEAC805564B}" presName="L2TextContainerWrapper" presStyleCnt="0">
        <dgm:presLayoutVars>
          <dgm:chMax val="0"/>
          <dgm:chPref val="0"/>
          <dgm:bulletEnabled val="1"/>
        </dgm:presLayoutVars>
      </dgm:prSet>
      <dgm:spPr/>
    </dgm:pt>
    <dgm:pt modelId="{F8CBB33A-901D-4476-BB4D-3BBA0095A6AF}" type="pres">
      <dgm:prSet presAssocID="{4971AC50-A88E-4E33-87F8-FCEAC805564B}" presName="L2TextContainer" presStyleLbl="bgAccFollowNode1" presStyleIdx="4" presStyleCnt="5"/>
      <dgm:spPr/>
    </dgm:pt>
    <dgm:pt modelId="{CE6AFF2F-6E4E-41AE-8042-FD172986B3C4}" type="pres">
      <dgm:prSet presAssocID="{4971AC50-A88E-4E33-87F8-FCEAC805564B}" presName="FlexibleEmptyPlaceHolder" presStyleCnt="0"/>
      <dgm:spPr/>
    </dgm:pt>
    <dgm:pt modelId="{8677116F-B78F-436F-B7FA-3681FDB781CA}" type="pres">
      <dgm:prSet presAssocID="{4971AC50-A88E-4E33-87F8-FCEAC805564B}" presName="ConnectLine" presStyleLbl="alignNode1" presStyleIdx="4" presStyleCnt="5"/>
      <dgm:spPr>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gm:spPr>
    </dgm:pt>
    <dgm:pt modelId="{A95AF550-DC6B-424A-B700-8C6432E1A3FF}" type="pres">
      <dgm:prSet presAssocID="{4971AC50-A88E-4E33-87F8-FCEAC805564B}" presName="ConnectorPoint" presStyleLbl="fgAcc1" presStyleIdx="4" presStyleCnt="5"/>
      <dgm:spPr>
        <a:solidFill>
          <a:schemeClr val="lt1">
            <a:alpha val="90000"/>
            <a:hueOff val="0"/>
            <a:satOff val="0"/>
            <a:lumOff val="0"/>
            <a:alphaOff val="0"/>
          </a:schemeClr>
        </a:solidFill>
        <a:ln w="12700" cap="flat" cmpd="sng" algn="ctr">
          <a:noFill/>
          <a:prstDash val="solid"/>
          <a:miter lim="800000"/>
        </a:ln>
        <a:effectLst/>
      </dgm:spPr>
    </dgm:pt>
    <dgm:pt modelId="{D53410A6-E5AD-4DAB-8C5A-DC516AEF7B00}" type="pres">
      <dgm:prSet presAssocID="{4971AC50-A88E-4E33-87F8-FCEAC805564B}" presName="EmptyPlaceHolder" presStyleCnt="0"/>
      <dgm:spPr/>
    </dgm:pt>
  </dgm:ptLst>
  <dgm:cxnLst>
    <dgm:cxn modelId="{B128A003-3BB1-4A67-9604-8D987F9A69CB}" type="presOf" srcId="{E604873E-34D9-4011-B823-45C4AD2A9FC6}" destId="{932CA750-36C5-4FBB-923A-29DF7B5A91E5}" srcOrd="0" destOrd="0" presId="urn:microsoft.com/office/officeart/2017/3/layout/HorizontalPathTimeline"/>
    <dgm:cxn modelId="{DD3E540B-5BFE-4F05-B1A6-61D6E0168317}" type="presOf" srcId="{4B3BEF5E-080D-4FEE-B522-70B46FFD0660}" destId="{E7F88204-0CA2-4C46-B02A-29D432AB1EB7}" srcOrd="0" destOrd="0" presId="urn:microsoft.com/office/officeart/2017/3/layout/HorizontalPathTimeline"/>
    <dgm:cxn modelId="{4123380D-BF06-47D5-BB37-27F94B9CD2B5}" srcId="{71A30621-5A5F-43B0-84EC-C33507890165}" destId="{09823A41-36EE-4ED8-8E4C-1FC3E9B9DA38}" srcOrd="0" destOrd="0" parTransId="{F244D039-067D-4FE3-9A79-1977435DEDCA}" sibTransId="{8919468E-A735-45AD-9C8C-4DD1ED80DA14}"/>
    <dgm:cxn modelId="{D3F6A62A-6459-4BFC-82C1-B194A64DAEF0}" srcId="{E604873E-34D9-4011-B823-45C4AD2A9FC6}" destId="{4971AC50-A88E-4E33-87F8-FCEAC805564B}" srcOrd="4" destOrd="0" parTransId="{C9196550-5E95-4357-8451-1D9A3E9B9887}" sibTransId="{5851B56B-AA5B-4350-B325-A26109F66599}"/>
    <dgm:cxn modelId="{F712E336-0730-4454-AAED-A8EC704ECFC8}" srcId="{E604873E-34D9-4011-B823-45C4AD2A9FC6}" destId="{406B4493-A90D-40A8-B02D-BA06CB04BF3C}" srcOrd="2" destOrd="0" parTransId="{2E2A0F75-F224-4A80-ACB5-1C4956E37E23}" sibTransId="{B6B5896F-38E7-450F-A826-9964A8F0DE0E}"/>
    <dgm:cxn modelId="{841D665D-B707-471F-BD09-964D3951145A}" srcId="{D0C06EB0-D7EF-45E3-95AD-C3986984C27E}" destId="{4E599684-CBE7-4BF6-B041-7B59A5AE3CF2}" srcOrd="0" destOrd="0" parTransId="{A8AAC60B-A805-4BF6-9EA5-E87AC2902868}" sibTransId="{BF909935-A6E2-4FB3-A57D-3F1AE3109B2D}"/>
    <dgm:cxn modelId="{B4DE7762-0819-419B-90A2-242C7570ED08}" type="presOf" srcId="{DB8AF9DD-B1C3-4C20-BD21-C6C7FF671A92}" destId="{51FEFD34-D680-431C-AC44-012B4D99C277}" srcOrd="0" destOrd="0" presId="urn:microsoft.com/office/officeart/2017/3/layout/HorizontalPathTimeline"/>
    <dgm:cxn modelId="{D6373D48-D8B0-4539-A4A4-81DB907C07C1}" srcId="{4B3BEF5E-080D-4FEE-B522-70B46FFD0660}" destId="{DB8AF9DD-B1C3-4C20-BD21-C6C7FF671A92}" srcOrd="0" destOrd="0" parTransId="{DF70DEA5-E7DD-4AA9-B1CC-992432C16744}" sibTransId="{428A9B80-64FA-44ED-87FF-F7A0D539842F}"/>
    <dgm:cxn modelId="{773DC670-107F-4556-BA1C-7B2B3D860452}" type="presOf" srcId="{09823A41-36EE-4ED8-8E4C-1FC3E9B9DA38}" destId="{24AF13D8-CAD0-4821-9259-B5AD2BBD2D9A}" srcOrd="0" destOrd="0" presId="urn:microsoft.com/office/officeart/2017/3/layout/HorizontalPathTimeline"/>
    <dgm:cxn modelId="{B049127A-3FE5-433E-AD97-408418A75555}" type="presOf" srcId="{4971AC50-A88E-4E33-87F8-FCEAC805564B}" destId="{50410BE5-37F4-425C-A9B7-BB5BB0CFC24E}" srcOrd="0" destOrd="0" presId="urn:microsoft.com/office/officeart/2017/3/layout/HorizontalPathTimeline"/>
    <dgm:cxn modelId="{1802D984-EB76-4C48-AC3B-94BA8DFE0C3F}" srcId="{E604873E-34D9-4011-B823-45C4AD2A9FC6}" destId="{71A30621-5A5F-43B0-84EC-C33507890165}" srcOrd="3" destOrd="0" parTransId="{F93F53F9-4EA9-4B69-AEBB-EC08A304AE3E}" sibTransId="{BC9647A5-897E-4509-8E60-0A1FA7E561EE}"/>
    <dgm:cxn modelId="{69424B8D-D3D9-468B-87D9-01EA38B6F892}" type="presOf" srcId="{B70A8EE9-B04A-475F-A55E-C7EC9716492A}" destId="{F8CBB33A-901D-4476-BB4D-3BBA0095A6AF}" srcOrd="0" destOrd="0" presId="urn:microsoft.com/office/officeart/2017/3/layout/HorizontalPathTimeline"/>
    <dgm:cxn modelId="{9A613993-1976-4C90-B719-959774EC46C8}" srcId="{E604873E-34D9-4011-B823-45C4AD2A9FC6}" destId="{4B3BEF5E-080D-4FEE-B522-70B46FFD0660}" srcOrd="1" destOrd="0" parTransId="{06017295-6984-41E0-8693-8EB293EF8566}" sibTransId="{39F905D4-BCDD-42A3-91CF-0746D3124C5E}"/>
    <dgm:cxn modelId="{97993EA3-CE7B-4009-B7CE-BFB111FBE521}" srcId="{E604873E-34D9-4011-B823-45C4AD2A9FC6}" destId="{D0C06EB0-D7EF-45E3-95AD-C3986984C27E}" srcOrd="0" destOrd="0" parTransId="{0BB155BD-DA20-44C2-8CB4-CB3D3770A527}" sibTransId="{6F918279-79F1-4A08-BB84-2DE055676D74}"/>
    <dgm:cxn modelId="{0F8DA3AE-2A16-4C39-B03C-0FB45A292463}" type="presOf" srcId="{20D34FCC-0F35-496C-B2E7-3FBCA3E29C37}" destId="{341D02C6-3F64-4DF2-AFB2-F620E7B389D9}" srcOrd="0" destOrd="0" presId="urn:microsoft.com/office/officeart/2017/3/layout/HorizontalPathTimeline"/>
    <dgm:cxn modelId="{115F02B4-DF01-4874-97C2-9819878AE354}" type="presOf" srcId="{4E599684-CBE7-4BF6-B041-7B59A5AE3CF2}" destId="{CD7A980D-5441-4C5A-B155-C2A021C3D0DD}" srcOrd="0" destOrd="0" presId="urn:microsoft.com/office/officeart/2017/3/layout/HorizontalPathTimeline"/>
    <dgm:cxn modelId="{C931F5B5-6F06-4AF4-A0DC-AB8D417B42C1}" type="presOf" srcId="{406B4493-A90D-40A8-B02D-BA06CB04BF3C}" destId="{503E2E0C-528D-4B96-B61D-1C3F44FFC164}" srcOrd="0" destOrd="0" presId="urn:microsoft.com/office/officeart/2017/3/layout/HorizontalPathTimeline"/>
    <dgm:cxn modelId="{C530BBCC-D021-4C14-865B-BFFA68AD6ABB}" type="presOf" srcId="{71A30621-5A5F-43B0-84EC-C33507890165}" destId="{49FF60A5-1B23-4767-A7F1-0C76CBEFCF2F}" srcOrd="0" destOrd="0" presId="urn:microsoft.com/office/officeart/2017/3/layout/HorizontalPathTimeline"/>
    <dgm:cxn modelId="{CB7784D7-7141-4F9C-9060-E94BAFC05B4C}" type="presOf" srcId="{D0C06EB0-D7EF-45E3-95AD-C3986984C27E}" destId="{0A2DB98E-12CB-44AC-A271-FA81A963AC9D}" srcOrd="0" destOrd="0" presId="urn:microsoft.com/office/officeart/2017/3/layout/HorizontalPathTimeline"/>
    <dgm:cxn modelId="{974143E5-F97B-46EC-BF8B-1BE68E1266DC}" srcId="{4971AC50-A88E-4E33-87F8-FCEAC805564B}" destId="{B70A8EE9-B04A-475F-A55E-C7EC9716492A}" srcOrd="0" destOrd="0" parTransId="{827B8979-53B0-4D04-AFD4-E95ECE158F29}" sibTransId="{EF80220B-B1BA-4812-A85D-99163E525C87}"/>
    <dgm:cxn modelId="{8F51CEF3-D7F7-4496-8E39-A74D3407581F}" srcId="{406B4493-A90D-40A8-B02D-BA06CB04BF3C}" destId="{20D34FCC-0F35-496C-B2E7-3FBCA3E29C37}" srcOrd="0" destOrd="0" parTransId="{CE74B72C-B89D-46FE-831F-2D7619996546}" sibTransId="{927D4900-D936-4E0F-AEA8-71096C4E0FED}"/>
    <dgm:cxn modelId="{C5C366F6-1B1A-4444-8A08-73E9FBB53AF5}" type="presParOf" srcId="{932CA750-36C5-4FBB-923A-29DF7B5A91E5}" destId="{C5D1BC48-B762-488E-BF7E-9CDA82DFACEE}" srcOrd="0" destOrd="0" presId="urn:microsoft.com/office/officeart/2017/3/layout/HorizontalPathTimeline"/>
    <dgm:cxn modelId="{5956317D-1537-4496-A8FF-49A18B022E1E}" type="presParOf" srcId="{932CA750-36C5-4FBB-923A-29DF7B5A91E5}" destId="{03618986-EF2F-440D-8403-283058C2987B}" srcOrd="1" destOrd="0" presId="urn:microsoft.com/office/officeart/2017/3/layout/HorizontalPathTimeline"/>
    <dgm:cxn modelId="{7EE51424-4236-41EE-BD01-53AB5481EEB1}" type="presParOf" srcId="{03618986-EF2F-440D-8403-283058C2987B}" destId="{3B7C76B3-9A15-41E9-ABC3-698AB66EEDEB}" srcOrd="0" destOrd="0" presId="urn:microsoft.com/office/officeart/2017/3/layout/HorizontalPathTimeline"/>
    <dgm:cxn modelId="{0162E4A7-A94F-49BA-956A-51096D0314EA}" type="presParOf" srcId="{3B7C76B3-9A15-41E9-ABC3-698AB66EEDEB}" destId="{0A2DB98E-12CB-44AC-A271-FA81A963AC9D}" srcOrd="0" destOrd="0" presId="urn:microsoft.com/office/officeart/2017/3/layout/HorizontalPathTimeline"/>
    <dgm:cxn modelId="{D47AE975-037B-474D-A426-B9E26E2973E9}" type="presParOf" srcId="{3B7C76B3-9A15-41E9-ABC3-698AB66EEDEB}" destId="{27709FD2-3216-4BCF-9F74-FD4CEFA3A9ED}" srcOrd="1" destOrd="0" presId="urn:microsoft.com/office/officeart/2017/3/layout/HorizontalPathTimeline"/>
    <dgm:cxn modelId="{9F39018C-92B0-41D6-A005-5BF26E4D749E}" type="presParOf" srcId="{27709FD2-3216-4BCF-9F74-FD4CEFA3A9ED}" destId="{CD7A980D-5441-4C5A-B155-C2A021C3D0DD}" srcOrd="0" destOrd="0" presId="urn:microsoft.com/office/officeart/2017/3/layout/HorizontalPathTimeline"/>
    <dgm:cxn modelId="{3D294CF4-39D3-46EA-B8CF-304746E85D65}" type="presParOf" srcId="{27709FD2-3216-4BCF-9F74-FD4CEFA3A9ED}" destId="{EC43CE52-5C8B-407E-A382-D1268E523743}" srcOrd="1" destOrd="0" presId="urn:microsoft.com/office/officeart/2017/3/layout/HorizontalPathTimeline"/>
    <dgm:cxn modelId="{319DB9FF-D032-4E56-B9D0-49966EC5D5DE}" type="presParOf" srcId="{3B7C76B3-9A15-41E9-ABC3-698AB66EEDEB}" destId="{87C15291-AEBC-4F1E-BB11-F23971968E4A}" srcOrd="2" destOrd="0" presId="urn:microsoft.com/office/officeart/2017/3/layout/HorizontalPathTimeline"/>
    <dgm:cxn modelId="{F3616E46-85A5-40E2-BF1C-5C50EB95CBD8}" type="presParOf" srcId="{3B7C76B3-9A15-41E9-ABC3-698AB66EEDEB}" destId="{4E6C086A-07A1-49AA-A5A9-2A0B949C7E99}" srcOrd="3" destOrd="0" presId="urn:microsoft.com/office/officeart/2017/3/layout/HorizontalPathTimeline"/>
    <dgm:cxn modelId="{2DE1C32E-281B-4473-8ADD-821017B6B0E4}" type="presParOf" srcId="{3B7C76B3-9A15-41E9-ABC3-698AB66EEDEB}" destId="{CCF0635D-7E1B-4FF0-B23E-6E3FFAF0187C}" srcOrd="4" destOrd="0" presId="urn:microsoft.com/office/officeart/2017/3/layout/HorizontalPathTimeline"/>
    <dgm:cxn modelId="{80068234-E2A1-45C1-99A3-7E94A6668E2F}" type="presParOf" srcId="{03618986-EF2F-440D-8403-283058C2987B}" destId="{53BBE295-ADA1-45B2-9B2A-E4439C63A887}" srcOrd="1" destOrd="0" presId="urn:microsoft.com/office/officeart/2017/3/layout/HorizontalPathTimeline"/>
    <dgm:cxn modelId="{00FA0602-5A50-4C63-9792-7F9489C9222E}" type="presParOf" srcId="{03618986-EF2F-440D-8403-283058C2987B}" destId="{E3013DA7-D413-41BE-9E81-B2A45F6CDF77}" srcOrd="2" destOrd="0" presId="urn:microsoft.com/office/officeart/2017/3/layout/HorizontalPathTimeline"/>
    <dgm:cxn modelId="{781920B1-BD23-4FC8-A7AE-86740C4FCF1B}" type="presParOf" srcId="{E3013DA7-D413-41BE-9E81-B2A45F6CDF77}" destId="{E7F88204-0CA2-4C46-B02A-29D432AB1EB7}" srcOrd="0" destOrd="0" presId="urn:microsoft.com/office/officeart/2017/3/layout/HorizontalPathTimeline"/>
    <dgm:cxn modelId="{C2B4C584-3EE6-42BF-93D7-04C0F74CFF46}" type="presParOf" srcId="{E3013DA7-D413-41BE-9E81-B2A45F6CDF77}" destId="{8CAAB770-0AB9-4D31-A1B1-5A675C95D664}" srcOrd="1" destOrd="0" presId="urn:microsoft.com/office/officeart/2017/3/layout/HorizontalPathTimeline"/>
    <dgm:cxn modelId="{E080502C-F1BD-4322-BA34-FFE8A2CB4E0D}" type="presParOf" srcId="{8CAAB770-0AB9-4D31-A1B1-5A675C95D664}" destId="{51FEFD34-D680-431C-AC44-012B4D99C277}" srcOrd="0" destOrd="0" presId="urn:microsoft.com/office/officeart/2017/3/layout/HorizontalPathTimeline"/>
    <dgm:cxn modelId="{FBF0BC2B-630D-45D7-A432-8FC2F703814F}" type="presParOf" srcId="{8CAAB770-0AB9-4D31-A1B1-5A675C95D664}" destId="{3AB85E24-E56F-4866-BA4C-2F61045077CD}" srcOrd="1" destOrd="0" presId="urn:microsoft.com/office/officeart/2017/3/layout/HorizontalPathTimeline"/>
    <dgm:cxn modelId="{CE2E00B6-D6DE-4EC1-983F-E1B459573449}" type="presParOf" srcId="{E3013DA7-D413-41BE-9E81-B2A45F6CDF77}" destId="{CF581527-BD03-46E2-B01B-848601BE686D}" srcOrd="2" destOrd="0" presId="urn:microsoft.com/office/officeart/2017/3/layout/HorizontalPathTimeline"/>
    <dgm:cxn modelId="{3DE01CEB-C598-4E38-8B2D-21C45B5AA87A}" type="presParOf" srcId="{E3013DA7-D413-41BE-9E81-B2A45F6CDF77}" destId="{87CBBACC-C115-48BD-9563-4AD8F5A27234}" srcOrd="3" destOrd="0" presId="urn:microsoft.com/office/officeart/2017/3/layout/HorizontalPathTimeline"/>
    <dgm:cxn modelId="{38118654-0AA3-40E5-B4DE-2C0A248854B1}" type="presParOf" srcId="{E3013DA7-D413-41BE-9E81-B2A45F6CDF77}" destId="{D151CB89-C46B-4A54-8445-270B818297F5}" srcOrd="4" destOrd="0" presId="urn:microsoft.com/office/officeart/2017/3/layout/HorizontalPathTimeline"/>
    <dgm:cxn modelId="{117BDC21-0B79-447D-BD21-2D92504EC489}" type="presParOf" srcId="{03618986-EF2F-440D-8403-283058C2987B}" destId="{14644381-51A3-47DC-BD53-718253873CE3}" srcOrd="3" destOrd="0" presId="urn:microsoft.com/office/officeart/2017/3/layout/HorizontalPathTimeline"/>
    <dgm:cxn modelId="{9D6A5E33-BFF9-4E7B-B7E8-BE1531C50738}" type="presParOf" srcId="{03618986-EF2F-440D-8403-283058C2987B}" destId="{A19490FE-2862-4FAC-9536-B0E8D029F478}" srcOrd="4" destOrd="0" presId="urn:microsoft.com/office/officeart/2017/3/layout/HorizontalPathTimeline"/>
    <dgm:cxn modelId="{EFBAAFB8-469D-4F69-8ABD-ADB36956272D}" type="presParOf" srcId="{A19490FE-2862-4FAC-9536-B0E8D029F478}" destId="{503E2E0C-528D-4B96-B61D-1C3F44FFC164}" srcOrd="0" destOrd="0" presId="urn:microsoft.com/office/officeart/2017/3/layout/HorizontalPathTimeline"/>
    <dgm:cxn modelId="{79F39EC0-2CBF-4C24-9B8C-06D99944179A}" type="presParOf" srcId="{A19490FE-2862-4FAC-9536-B0E8D029F478}" destId="{DC1D6388-D73A-489E-9F74-BB24DA3C2895}" srcOrd="1" destOrd="0" presId="urn:microsoft.com/office/officeart/2017/3/layout/HorizontalPathTimeline"/>
    <dgm:cxn modelId="{75755499-7153-4C6D-AC80-9A3FFCA17AF3}" type="presParOf" srcId="{DC1D6388-D73A-489E-9F74-BB24DA3C2895}" destId="{341D02C6-3F64-4DF2-AFB2-F620E7B389D9}" srcOrd="0" destOrd="0" presId="urn:microsoft.com/office/officeart/2017/3/layout/HorizontalPathTimeline"/>
    <dgm:cxn modelId="{5BF055C0-5DC8-45CC-AD06-5F5F8C1776BF}" type="presParOf" srcId="{DC1D6388-D73A-489E-9F74-BB24DA3C2895}" destId="{148856CE-7B6D-4A68-9C6D-A741925B1D54}" srcOrd="1" destOrd="0" presId="urn:microsoft.com/office/officeart/2017/3/layout/HorizontalPathTimeline"/>
    <dgm:cxn modelId="{89D6BA27-9BC2-45D7-84B3-BACE7F4E8571}" type="presParOf" srcId="{A19490FE-2862-4FAC-9536-B0E8D029F478}" destId="{733145A9-EE86-4C22-9A0B-D61094480CC8}" srcOrd="2" destOrd="0" presId="urn:microsoft.com/office/officeart/2017/3/layout/HorizontalPathTimeline"/>
    <dgm:cxn modelId="{984D310C-7088-4441-8498-0532172D63F0}" type="presParOf" srcId="{A19490FE-2862-4FAC-9536-B0E8D029F478}" destId="{78513766-A46C-4A38-9E06-613A95A26840}" srcOrd="3" destOrd="0" presId="urn:microsoft.com/office/officeart/2017/3/layout/HorizontalPathTimeline"/>
    <dgm:cxn modelId="{8006E845-204C-43A1-AB93-7EBA605EB848}" type="presParOf" srcId="{A19490FE-2862-4FAC-9536-B0E8D029F478}" destId="{818BF487-7F84-4EF9-A6DA-FA2F2DE9F454}" srcOrd="4" destOrd="0" presId="urn:microsoft.com/office/officeart/2017/3/layout/HorizontalPathTimeline"/>
    <dgm:cxn modelId="{71B7AC0D-D68D-4075-9D58-C9211D45DC90}" type="presParOf" srcId="{03618986-EF2F-440D-8403-283058C2987B}" destId="{8E0EE725-6F39-42B5-9FA1-51BFA67C2005}" srcOrd="5" destOrd="0" presId="urn:microsoft.com/office/officeart/2017/3/layout/HorizontalPathTimeline"/>
    <dgm:cxn modelId="{42CBD424-E9AD-4F80-8B7C-6AD0C86F7A3E}" type="presParOf" srcId="{03618986-EF2F-440D-8403-283058C2987B}" destId="{10709CC8-CC03-4ECE-9F23-072F5C5D91CF}" srcOrd="6" destOrd="0" presId="urn:microsoft.com/office/officeart/2017/3/layout/HorizontalPathTimeline"/>
    <dgm:cxn modelId="{DDFA488A-3E93-4823-943A-D71947A63E8D}" type="presParOf" srcId="{10709CC8-CC03-4ECE-9F23-072F5C5D91CF}" destId="{49FF60A5-1B23-4767-A7F1-0C76CBEFCF2F}" srcOrd="0" destOrd="0" presId="urn:microsoft.com/office/officeart/2017/3/layout/HorizontalPathTimeline"/>
    <dgm:cxn modelId="{7FE0C6E7-EA1E-4201-8874-70C4A3D3A89D}" type="presParOf" srcId="{10709CC8-CC03-4ECE-9F23-072F5C5D91CF}" destId="{14973EE5-851E-4165-9791-5C726729CA90}" srcOrd="1" destOrd="0" presId="urn:microsoft.com/office/officeart/2017/3/layout/HorizontalPathTimeline"/>
    <dgm:cxn modelId="{07275A12-6CCF-4803-B8A6-27955396563E}" type="presParOf" srcId="{14973EE5-851E-4165-9791-5C726729CA90}" destId="{24AF13D8-CAD0-4821-9259-B5AD2BBD2D9A}" srcOrd="0" destOrd="0" presId="urn:microsoft.com/office/officeart/2017/3/layout/HorizontalPathTimeline"/>
    <dgm:cxn modelId="{AF47B3D0-E62C-4BA0-BB8C-FF1446F64E93}" type="presParOf" srcId="{14973EE5-851E-4165-9791-5C726729CA90}" destId="{9FD7890F-0988-49CF-A992-BF84EE254AF3}" srcOrd="1" destOrd="0" presId="urn:microsoft.com/office/officeart/2017/3/layout/HorizontalPathTimeline"/>
    <dgm:cxn modelId="{CE02D696-AC36-48BE-967E-F95C5D359D1E}" type="presParOf" srcId="{10709CC8-CC03-4ECE-9F23-072F5C5D91CF}" destId="{826D19AB-7674-4339-AC6A-3554A3285C8F}" srcOrd="2" destOrd="0" presId="urn:microsoft.com/office/officeart/2017/3/layout/HorizontalPathTimeline"/>
    <dgm:cxn modelId="{75C516CD-AE9B-426A-9805-33691B75A12C}" type="presParOf" srcId="{10709CC8-CC03-4ECE-9F23-072F5C5D91CF}" destId="{43227ABF-0709-40F4-9DAE-D680F9F11751}" srcOrd="3" destOrd="0" presId="urn:microsoft.com/office/officeart/2017/3/layout/HorizontalPathTimeline"/>
    <dgm:cxn modelId="{500A90D4-88FC-49AB-A7FA-DA8559C095A8}" type="presParOf" srcId="{10709CC8-CC03-4ECE-9F23-072F5C5D91CF}" destId="{79A56AB1-47A5-420B-B39C-4A233C5A68B2}" srcOrd="4" destOrd="0" presId="urn:microsoft.com/office/officeart/2017/3/layout/HorizontalPathTimeline"/>
    <dgm:cxn modelId="{9CCAC250-AB19-43D3-B777-7DD267AE1210}" type="presParOf" srcId="{03618986-EF2F-440D-8403-283058C2987B}" destId="{A75AE161-E159-4EED-8525-A2C04059D73E}" srcOrd="7" destOrd="0" presId="urn:microsoft.com/office/officeart/2017/3/layout/HorizontalPathTimeline"/>
    <dgm:cxn modelId="{26CA7715-324E-491A-BF38-ECCEDCB3B9F0}" type="presParOf" srcId="{03618986-EF2F-440D-8403-283058C2987B}" destId="{D5F4082D-07BA-4A58-B3FE-0D27F36A7B49}" srcOrd="8" destOrd="0" presId="urn:microsoft.com/office/officeart/2017/3/layout/HorizontalPathTimeline"/>
    <dgm:cxn modelId="{6086E5B5-F5AD-483B-86D9-0FB3D98274B4}" type="presParOf" srcId="{D5F4082D-07BA-4A58-B3FE-0D27F36A7B49}" destId="{50410BE5-37F4-425C-A9B7-BB5BB0CFC24E}" srcOrd="0" destOrd="0" presId="urn:microsoft.com/office/officeart/2017/3/layout/HorizontalPathTimeline"/>
    <dgm:cxn modelId="{F6BA5EAD-341F-43CF-ACE9-3915173B42D3}" type="presParOf" srcId="{D5F4082D-07BA-4A58-B3FE-0D27F36A7B49}" destId="{B5259F40-CA88-4AE8-B27C-029CA34ED9E1}" srcOrd="1" destOrd="0" presId="urn:microsoft.com/office/officeart/2017/3/layout/HorizontalPathTimeline"/>
    <dgm:cxn modelId="{5C4E43FF-7ADA-41F8-A6C4-E8D48AC81C2D}" type="presParOf" srcId="{B5259F40-CA88-4AE8-B27C-029CA34ED9E1}" destId="{F8CBB33A-901D-4476-BB4D-3BBA0095A6AF}" srcOrd="0" destOrd="0" presId="urn:microsoft.com/office/officeart/2017/3/layout/HorizontalPathTimeline"/>
    <dgm:cxn modelId="{479D18C1-1FF2-4ACA-97F9-17D9F648E672}" type="presParOf" srcId="{B5259F40-CA88-4AE8-B27C-029CA34ED9E1}" destId="{CE6AFF2F-6E4E-41AE-8042-FD172986B3C4}" srcOrd="1" destOrd="0" presId="urn:microsoft.com/office/officeart/2017/3/layout/HorizontalPathTimeline"/>
    <dgm:cxn modelId="{DDDFCAD4-3811-4428-AC9A-F9DD039734BE}" type="presParOf" srcId="{D5F4082D-07BA-4A58-B3FE-0D27F36A7B49}" destId="{8677116F-B78F-436F-B7FA-3681FDB781CA}" srcOrd="2" destOrd="0" presId="urn:microsoft.com/office/officeart/2017/3/layout/HorizontalPathTimeline"/>
    <dgm:cxn modelId="{73198E56-085F-420A-84BA-BE178DA8C5CA}" type="presParOf" srcId="{D5F4082D-07BA-4A58-B3FE-0D27F36A7B49}" destId="{A95AF550-DC6B-424A-B700-8C6432E1A3FF}" srcOrd="3" destOrd="0" presId="urn:microsoft.com/office/officeart/2017/3/layout/HorizontalPathTimeline"/>
    <dgm:cxn modelId="{CB5DD3C4-EDC3-4E98-A09B-E59783389359}" type="presParOf" srcId="{D5F4082D-07BA-4A58-B3FE-0D27F36A7B49}" destId="{D53410A6-E5AD-4DAB-8C5A-DC516AEF7B00}"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2DB98E-12CB-44AC-A271-FA81A963AC9D}">
      <dsp:nvSpPr>
        <dsp:cNvPr id="0" name=""/>
        <dsp:cNvSpPr/>
      </dsp:nvSpPr>
      <dsp:spPr>
        <a:xfrm>
          <a:off x="339863" y="2067281"/>
          <a:ext cx="2679620" cy="435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t>Title</a:t>
          </a:r>
        </a:p>
      </dsp:txBody>
      <dsp:txXfrm>
        <a:off x="339863" y="2067281"/>
        <a:ext cx="2679620" cy="435014"/>
      </dsp:txXfrm>
    </dsp:sp>
    <dsp:sp modelId="{C5D1BC48-B762-488E-BF7E-9CDA82DFACEE}">
      <dsp:nvSpPr>
        <dsp:cNvPr id="0" name=""/>
        <dsp:cNvSpPr/>
      </dsp:nvSpPr>
      <dsp:spPr>
        <a:xfrm>
          <a:off x="0" y="1847849"/>
          <a:ext cx="10058399" cy="153987"/>
        </a:xfrm>
        <a:prstGeom prst="rect">
          <a:avLst/>
        </a:prstGeom>
        <a:solidFill>
          <a:schemeClr val="accent2"/>
        </a:solid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D7A980D-5441-4C5A-B155-C2A021C3D0DD}">
      <dsp:nvSpPr>
        <dsp:cNvPr id="0" name=""/>
        <dsp:cNvSpPr/>
      </dsp:nvSpPr>
      <dsp:spPr>
        <a:xfrm>
          <a:off x="205882" y="639589"/>
          <a:ext cx="2947582" cy="553813"/>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To start a presentation, go to the Slide Show tab, and select From Beginning</a:t>
          </a:r>
          <a:endParaRPr lang="en-US" sz="1200" kern="1200" dirty="0"/>
        </a:p>
      </dsp:txBody>
      <dsp:txXfrm>
        <a:off x="205882" y="639589"/>
        <a:ext cx="2947582" cy="553813"/>
      </dsp:txXfrm>
    </dsp:sp>
    <dsp:sp modelId="{87C15291-AEBC-4F1E-BB11-F23971968E4A}">
      <dsp:nvSpPr>
        <dsp:cNvPr id="0" name=""/>
        <dsp:cNvSpPr/>
      </dsp:nvSpPr>
      <dsp:spPr>
        <a:xfrm>
          <a:off x="1679674" y="1193402"/>
          <a:ext cx="0" cy="654446"/>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E7F88204-0CA2-4C46-B02A-29D432AB1EB7}">
      <dsp:nvSpPr>
        <dsp:cNvPr id="0" name=""/>
        <dsp:cNvSpPr/>
      </dsp:nvSpPr>
      <dsp:spPr>
        <a:xfrm>
          <a:off x="2014626" y="1347390"/>
          <a:ext cx="2679620" cy="435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t>Title</a:t>
          </a:r>
        </a:p>
      </dsp:txBody>
      <dsp:txXfrm>
        <a:off x="2014626" y="1347390"/>
        <a:ext cx="2679620" cy="435014"/>
      </dsp:txXfrm>
    </dsp:sp>
    <dsp:sp modelId="{51FEFD34-D680-431C-AC44-012B4D99C277}">
      <dsp:nvSpPr>
        <dsp:cNvPr id="0" name=""/>
        <dsp:cNvSpPr/>
      </dsp:nvSpPr>
      <dsp:spPr>
        <a:xfrm>
          <a:off x="1880645" y="2656284"/>
          <a:ext cx="2947582" cy="704853"/>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To display Presenter view, in Slide Show view, on the control bar at the bottom left select the three dots, and then Show Presenter View</a:t>
          </a:r>
          <a:endParaRPr lang="en-US" sz="1200" kern="1200" dirty="0"/>
        </a:p>
      </dsp:txBody>
      <dsp:txXfrm>
        <a:off x="1880645" y="2656284"/>
        <a:ext cx="2947582" cy="704853"/>
      </dsp:txXfrm>
    </dsp:sp>
    <dsp:sp modelId="{CF581527-BD03-46E2-B01B-848601BE686D}">
      <dsp:nvSpPr>
        <dsp:cNvPr id="0" name=""/>
        <dsp:cNvSpPr/>
      </dsp:nvSpPr>
      <dsp:spPr>
        <a:xfrm>
          <a:off x="3354437" y="2001837"/>
          <a:ext cx="0" cy="654446"/>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E6C086A-07A1-49AA-A5A9-2A0B949C7E99}">
      <dsp:nvSpPr>
        <dsp:cNvPr id="0" name=""/>
        <dsp:cNvSpPr/>
      </dsp:nvSpPr>
      <dsp:spPr>
        <a:xfrm>
          <a:off x="1631553" y="1876722"/>
          <a:ext cx="96242" cy="96242"/>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87CBBACC-C115-48BD-9563-4AD8F5A27234}">
      <dsp:nvSpPr>
        <dsp:cNvPr id="0" name=""/>
        <dsp:cNvSpPr/>
      </dsp:nvSpPr>
      <dsp:spPr>
        <a:xfrm>
          <a:off x="3306316" y="1876722"/>
          <a:ext cx="96242" cy="96242"/>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503E2E0C-528D-4B96-B61D-1C3F44FFC164}">
      <dsp:nvSpPr>
        <dsp:cNvPr id="0" name=""/>
        <dsp:cNvSpPr/>
      </dsp:nvSpPr>
      <dsp:spPr>
        <a:xfrm>
          <a:off x="3689389" y="2067281"/>
          <a:ext cx="2679620" cy="435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t>Title</a:t>
          </a:r>
        </a:p>
      </dsp:txBody>
      <dsp:txXfrm>
        <a:off x="3689389" y="2067281"/>
        <a:ext cx="2679620" cy="435014"/>
      </dsp:txXfrm>
    </dsp:sp>
    <dsp:sp modelId="{341D02C6-3F64-4DF2-AFB2-F620E7B389D9}">
      <dsp:nvSpPr>
        <dsp:cNvPr id="0" name=""/>
        <dsp:cNvSpPr/>
      </dsp:nvSpPr>
      <dsp:spPr>
        <a:xfrm>
          <a:off x="3555408" y="488549"/>
          <a:ext cx="2947582" cy="704853"/>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During your presentation, the speaker notes are visible on your monitor, but aren't visible to the audience. </a:t>
          </a:r>
          <a:endParaRPr lang="en-US" sz="1200" kern="1200" dirty="0"/>
        </a:p>
      </dsp:txBody>
      <dsp:txXfrm>
        <a:off x="3555408" y="488549"/>
        <a:ext cx="2947582" cy="704853"/>
      </dsp:txXfrm>
    </dsp:sp>
    <dsp:sp modelId="{733145A9-EE86-4C22-9A0B-D61094480CC8}">
      <dsp:nvSpPr>
        <dsp:cNvPr id="0" name=""/>
        <dsp:cNvSpPr/>
      </dsp:nvSpPr>
      <dsp:spPr>
        <a:xfrm>
          <a:off x="5029199" y="1193402"/>
          <a:ext cx="0" cy="654446"/>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9FF60A5-1B23-4767-A7F1-0C76CBEFCF2F}">
      <dsp:nvSpPr>
        <dsp:cNvPr id="0" name=""/>
        <dsp:cNvSpPr/>
      </dsp:nvSpPr>
      <dsp:spPr>
        <a:xfrm>
          <a:off x="5364152" y="1347390"/>
          <a:ext cx="2679620" cy="435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t>Title</a:t>
          </a:r>
        </a:p>
      </dsp:txBody>
      <dsp:txXfrm>
        <a:off x="5364152" y="1347390"/>
        <a:ext cx="2679620" cy="435014"/>
      </dsp:txXfrm>
    </dsp:sp>
    <dsp:sp modelId="{24AF13D8-CAD0-4821-9259-B5AD2BBD2D9A}">
      <dsp:nvSpPr>
        <dsp:cNvPr id="0" name=""/>
        <dsp:cNvSpPr/>
      </dsp:nvSpPr>
      <dsp:spPr>
        <a:xfrm>
          <a:off x="5230171" y="2656284"/>
          <a:ext cx="2947582" cy="553813"/>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The Notes pane is a box that appears below each slide. Tap it to add notes. </a:t>
          </a:r>
          <a:endParaRPr lang="en-US" sz="1200" kern="1200" dirty="0"/>
        </a:p>
      </dsp:txBody>
      <dsp:txXfrm>
        <a:off x="5230171" y="2656284"/>
        <a:ext cx="2947582" cy="553813"/>
      </dsp:txXfrm>
    </dsp:sp>
    <dsp:sp modelId="{826D19AB-7674-4339-AC6A-3554A3285C8F}">
      <dsp:nvSpPr>
        <dsp:cNvPr id="0" name=""/>
        <dsp:cNvSpPr/>
      </dsp:nvSpPr>
      <dsp:spPr>
        <a:xfrm>
          <a:off x="6703962" y="2001837"/>
          <a:ext cx="0" cy="654446"/>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78513766-A46C-4A38-9E06-613A95A26840}">
      <dsp:nvSpPr>
        <dsp:cNvPr id="0" name=""/>
        <dsp:cNvSpPr/>
      </dsp:nvSpPr>
      <dsp:spPr>
        <a:xfrm>
          <a:off x="4981078" y="1876722"/>
          <a:ext cx="96242" cy="96242"/>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43227ABF-0709-40F4-9DAE-D680F9F11751}">
      <dsp:nvSpPr>
        <dsp:cNvPr id="0" name=""/>
        <dsp:cNvSpPr/>
      </dsp:nvSpPr>
      <dsp:spPr>
        <a:xfrm>
          <a:off x="6655841" y="1876722"/>
          <a:ext cx="96242" cy="96242"/>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 modelId="{50410BE5-37F4-425C-A9B7-BB5BB0CFC24E}">
      <dsp:nvSpPr>
        <dsp:cNvPr id="0" name=""/>
        <dsp:cNvSpPr/>
      </dsp:nvSpPr>
      <dsp:spPr>
        <a:xfrm>
          <a:off x="7038915" y="2067281"/>
          <a:ext cx="2679620" cy="435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t>Title</a:t>
          </a:r>
        </a:p>
      </dsp:txBody>
      <dsp:txXfrm>
        <a:off x="7038915" y="2067281"/>
        <a:ext cx="2679620" cy="435014"/>
      </dsp:txXfrm>
    </dsp:sp>
    <dsp:sp modelId="{F8CBB33A-901D-4476-BB4D-3BBA0095A6AF}">
      <dsp:nvSpPr>
        <dsp:cNvPr id="0" name=""/>
        <dsp:cNvSpPr/>
      </dsp:nvSpPr>
      <dsp:spPr>
        <a:xfrm>
          <a:off x="6904934" y="337509"/>
          <a:ext cx="2947582" cy="855893"/>
        </a:xfrm>
        <a:prstGeom prst="rect">
          <a:avLst/>
        </a:prstGeom>
        <a:solidFill>
          <a:schemeClr val="accent5">
            <a:alpha val="90000"/>
            <a:tint val="40000"/>
            <a:hueOff val="0"/>
            <a:satOff val="0"/>
            <a:lumOff val="0"/>
            <a:alphaOff val="0"/>
          </a:schemeClr>
        </a:solidFill>
        <a:ln w="1270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l" defTabSz="533400">
            <a:lnSpc>
              <a:spcPct val="90000"/>
            </a:lnSpc>
            <a:spcBef>
              <a:spcPct val="0"/>
            </a:spcBef>
            <a:spcAft>
              <a:spcPct val="35000"/>
            </a:spcAft>
            <a:buNone/>
          </a:pPr>
          <a:r>
            <a:rPr lang="en-US" sz="1200" b="0" i="0" u="none" kern="1200" dirty="0"/>
            <a:t>If you don’t see the Notes pane or it is completely minimized, click Notes on the task bar across the bottom of the PowerPoint window. </a:t>
          </a:r>
          <a:endParaRPr lang="en-US" sz="1200" kern="1200" dirty="0"/>
        </a:p>
      </dsp:txBody>
      <dsp:txXfrm>
        <a:off x="6904934" y="337509"/>
        <a:ext cx="2947582" cy="855893"/>
      </dsp:txXfrm>
    </dsp:sp>
    <dsp:sp modelId="{8677116F-B78F-436F-B7FA-3681FDB781CA}">
      <dsp:nvSpPr>
        <dsp:cNvPr id="0" name=""/>
        <dsp:cNvSpPr/>
      </dsp:nvSpPr>
      <dsp:spPr>
        <a:xfrm>
          <a:off x="8378725" y="1193402"/>
          <a:ext cx="0" cy="654446"/>
        </a:xfrm>
        <a:prstGeom prst="line">
          <a:avLst/>
        </a:prstGeom>
        <a:solidFill>
          <a:schemeClr val="accent5">
            <a:hueOff val="0"/>
            <a:satOff val="0"/>
            <a:lumOff val="0"/>
            <a:alphaOff val="0"/>
          </a:schemeClr>
        </a:solidFill>
        <a:ln w="6350" cap="flat" cmpd="sng" algn="ctr">
          <a:solidFill>
            <a:schemeClr val="accent5">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A95AF550-DC6B-424A-B700-8C6432E1A3FF}">
      <dsp:nvSpPr>
        <dsp:cNvPr id="0" name=""/>
        <dsp:cNvSpPr/>
      </dsp:nvSpPr>
      <dsp:spPr>
        <a:xfrm>
          <a:off x="8330604" y="1876722"/>
          <a:ext cx="96242" cy="96242"/>
        </a:xfrm>
        <a:prstGeom prst="ellipse">
          <a:avLst/>
        </a:prstGeom>
        <a:solidFill>
          <a:schemeClr val="lt1">
            <a:alpha val="90000"/>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BF03B4C-7222-461B-BA71-2B563A4495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6015D50-859B-4A21-BBA7-D227472F19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B51ED0-8724-4321-9903-1B6C4397769A}" type="datetimeFigureOut">
              <a:rPr lang="en-US" smtClean="0"/>
              <a:t>7/15/2026</a:t>
            </a:fld>
            <a:endParaRPr lang="en-US" dirty="0"/>
          </a:p>
        </p:txBody>
      </p:sp>
      <p:sp>
        <p:nvSpPr>
          <p:cNvPr id="4" name="Footer Placeholder 3">
            <a:extLst>
              <a:ext uri="{FF2B5EF4-FFF2-40B4-BE49-F238E27FC236}">
                <a16:creationId xmlns:a16="http://schemas.microsoft.com/office/drawing/2014/main" id="{B414EAD1-5CAB-421B-B5BB-2FAE33EA58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83925FF-73DD-4112-9C15-8EAFF2E8C9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E6D71AD-4225-439B-B0AF-FF523CEDEDCF}" type="slidenum">
              <a:rPr lang="en-US" smtClean="0"/>
              <a:t>‹#›</a:t>
            </a:fld>
            <a:endParaRPr lang="en-US" dirty="0"/>
          </a:p>
        </p:txBody>
      </p:sp>
    </p:spTree>
    <p:extLst>
      <p:ext uri="{BB962C8B-B14F-4D97-AF65-F5344CB8AC3E}">
        <p14:creationId xmlns:p14="http://schemas.microsoft.com/office/powerpoint/2010/main" val="19060384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14778D-F34E-4BE4-9B6B-598D2E739C81}"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553C36-AE66-42A1-BA56-51FF7F8C862C}" type="slidenum">
              <a:rPr lang="en-US" smtClean="0"/>
              <a:t>‹#›</a:t>
            </a:fld>
            <a:endParaRPr lang="en-US" dirty="0"/>
          </a:p>
        </p:txBody>
      </p:sp>
    </p:spTree>
    <p:extLst>
      <p:ext uri="{BB962C8B-B14F-4D97-AF65-F5344CB8AC3E}">
        <p14:creationId xmlns:p14="http://schemas.microsoft.com/office/powerpoint/2010/main" val="194638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E97784-7039-4228-BFF4-3B8CC884FDB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117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553C36-AE66-42A1-BA56-51FF7F8C862C}" type="slidenum">
              <a:rPr lang="en-US" smtClean="0"/>
              <a:t>3</a:t>
            </a:fld>
            <a:endParaRPr lang="en-US" dirty="0"/>
          </a:p>
        </p:txBody>
      </p:sp>
    </p:spTree>
    <p:extLst>
      <p:ext uri="{BB962C8B-B14F-4D97-AF65-F5344CB8AC3E}">
        <p14:creationId xmlns:p14="http://schemas.microsoft.com/office/powerpoint/2010/main" val="14018068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1629103" y="2244830"/>
            <a:ext cx="8933796" cy="2437232"/>
          </a:xfrm>
        </p:spPr>
        <p:txBody>
          <a:bodyPr tIns="45720" bIns="45720" anchor="ctr">
            <a:normAutofit/>
          </a:bodyPr>
          <a:lstStyle>
            <a:lvl1pPr algn="ctr">
              <a:lnSpc>
                <a:spcPct val="83000"/>
              </a:lnSpc>
              <a:defRPr lang="en-US" sz="6800" b="0" kern="1200" cap="none" spc="-100" baseline="0" dirty="0">
                <a:solidFill>
                  <a:schemeClr val="tx1">
                    <a:lumMod val="85000"/>
                    <a:lumOff val="15000"/>
                  </a:schemeClr>
                </a:solidFill>
                <a:effectLst/>
                <a:latin typeface="+mj-lt"/>
                <a:ea typeface="+mn-ea"/>
                <a:cs typeface="+mn-cs"/>
              </a:defRPr>
            </a:lvl1pPr>
          </a:lstStyle>
          <a:p>
            <a:r>
              <a:rPr lang="en-US" dirty="0"/>
              <a:t>Click to edit master title style</a:t>
            </a:r>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r>
              <a:rPr lang="en-US"/>
              <a:t>20XX</a:t>
            </a:r>
            <a:endParaRPr lang="en-US" dirty="0"/>
          </a:p>
        </p:txBody>
      </p:sp>
    </p:spTree>
    <p:extLst>
      <p:ext uri="{BB962C8B-B14F-4D97-AF65-F5344CB8AC3E}">
        <p14:creationId xmlns:p14="http://schemas.microsoft.com/office/powerpoint/2010/main" val="1593465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91E8DE-0B9D-43A1-8977-59BEEC2C354B}"/>
              </a:ext>
              <a:ext uri="{C183D7F6-B498-43B3-948B-1728B52AA6E4}">
                <adec:decorative xmlns:adec="http://schemas.microsoft.com/office/drawing/2017/decorative" val="1"/>
              </a:ext>
            </a:extLst>
          </p:cNvPr>
          <p:cNvSpPr/>
          <p:nvPr userDrawn="1"/>
        </p:nvSpPr>
        <p:spPr>
          <a:xfrm>
            <a:off x="643337" y="643464"/>
            <a:ext cx="6269159" cy="5571072"/>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243631" y="1621998"/>
            <a:ext cx="5068567" cy="1301390"/>
          </a:xfrm>
        </p:spPr>
        <p:txBody>
          <a:bodyPr anchor="b"/>
          <a:lstStyle>
            <a:lvl1pPr algn="ctr">
              <a:defRPr>
                <a:solidFill>
                  <a:schemeClr val="bg1"/>
                </a:solidFill>
              </a:defRPr>
            </a:lvl1pPr>
          </a:lstStyle>
          <a:p>
            <a:r>
              <a:rPr lang="en-US" dirty="0"/>
              <a:t>Click to edit</a:t>
            </a:r>
          </a:p>
        </p:txBody>
      </p:sp>
      <p:sp>
        <p:nvSpPr>
          <p:cNvPr id="9" name="Subtitle 2" descr="Tag=AccentColor&#10;Flavor=Light&#10;Target=Text">
            <a:extLst>
              <a:ext uri="{FF2B5EF4-FFF2-40B4-BE49-F238E27FC236}">
                <a16:creationId xmlns:a16="http://schemas.microsoft.com/office/drawing/2014/main" id="{4CCFCCCF-0AEA-4D36-8B54-4C03F88D74AE}"/>
              </a:ext>
            </a:extLst>
          </p:cNvPr>
          <p:cNvSpPr>
            <a:spLocks noGrp="1"/>
          </p:cNvSpPr>
          <p:nvPr>
            <p:ph type="subTitle" idx="1"/>
          </p:nvPr>
        </p:nvSpPr>
        <p:spPr>
          <a:xfrm>
            <a:off x="1243633" y="3109652"/>
            <a:ext cx="5068567" cy="2395623"/>
          </a:xfrm>
        </p:spPr>
        <p:txBody>
          <a:bodyPr anchor="ctr">
            <a:normAutofit/>
          </a:bodyPr>
          <a:lstStyle>
            <a:lvl1pPr marL="0" indent="0" algn="ctr">
              <a:buNone/>
              <a:defRPr>
                <a:solidFill>
                  <a:schemeClr val="bg1"/>
                </a:solidFill>
              </a:defRPr>
            </a:lvl1pPr>
          </a:lstStyle>
          <a:p>
            <a:pPr>
              <a:lnSpc>
                <a:spcPct val="150000"/>
              </a:lnSpc>
            </a:pPr>
            <a:r>
              <a:rPr lang="en-US" dirty="0">
                <a:cs typeface="Calibri"/>
              </a:rPr>
              <a:t>Topic one</a:t>
            </a:r>
          </a:p>
          <a:p>
            <a:pPr>
              <a:lnSpc>
                <a:spcPct val="150000"/>
              </a:lnSpc>
            </a:pPr>
            <a:r>
              <a:rPr lang="en-US" dirty="0">
                <a:cs typeface="Calibri"/>
              </a:rPr>
              <a:t>Topic two</a:t>
            </a:r>
          </a:p>
          <a:p>
            <a:pPr>
              <a:lnSpc>
                <a:spcPct val="150000"/>
              </a:lnSpc>
            </a:pPr>
            <a:r>
              <a:rPr lang="en-US" dirty="0">
                <a:cs typeface="Calibri"/>
              </a:rPr>
              <a:t>Topic three</a:t>
            </a:r>
          </a:p>
          <a:p>
            <a:pPr>
              <a:lnSpc>
                <a:spcPct val="150000"/>
              </a:lnSpc>
            </a:pPr>
            <a:r>
              <a:rPr lang="en-US" dirty="0">
                <a:cs typeface="Calibri"/>
              </a:rPr>
              <a:t>Topic four</a:t>
            </a:r>
          </a:p>
          <a:p>
            <a:endParaRPr lang="en-US" dirty="0">
              <a:solidFill>
                <a:schemeClr val="tx1"/>
              </a:solidFill>
            </a:endParaRP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556500" y="641350"/>
            <a:ext cx="3998913" cy="2626784"/>
          </a:xfrm>
        </p:spPr>
        <p:txBody>
          <a:bodyPr/>
          <a:lstStyle/>
          <a:p>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554913" y="3606263"/>
            <a:ext cx="4000500" cy="2608269"/>
          </a:xfrm>
        </p:spPr>
        <p:txBody>
          <a:bodyPr/>
          <a:lstStyle/>
          <a:p>
            <a:endParaRPr lang="en-US" dirty="0"/>
          </a:p>
        </p:txBody>
      </p:sp>
      <p:sp>
        <p:nvSpPr>
          <p:cNvPr id="7" name="Rectangle 6">
            <a:extLst>
              <a:ext uri="{FF2B5EF4-FFF2-40B4-BE49-F238E27FC236}">
                <a16:creationId xmlns:a16="http://schemas.microsoft.com/office/drawing/2014/main" id="{9C304C15-0285-4F2C-8EFE-569AD8088EBA}"/>
              </a:ext>
              <a:ext uri="{C183D7F6-B498-43B3-948B-1728B52AA6E4}">
                <adec:decorative xmlns:adec="http://schemas.microsoft.com/office/drawing/2017/decorative" val="1"/>
              </a:ext>
            </a:extLst>
          </p:cNvPr>
          <p:cNvSpPr/>
          <p:nvPr userDrawn="1"/>
        </p:nvSpPr>
        <p:spPr>
          <a:xfrm>
            <a:off x="806116" y="809244"/>
            <a:ext cx="5943600" cy="5239512"/>
          </a:xfrm>
          <a:prstGeom prst="rect">
            <a:avLst/>
          </a:prstGeom>
          <a:noFill/>
          <a:ln w="6350" cap="sq" cmpd="sng" algn="ctr">
            <a:solidFill>
              <a:schemeClr val="bg1"/>
            </a:solidFill>
            <a:prstDash val="solid"/>
            <a:miter lim="800000"/>
          </a:ln>
          <a:effectLst/>
        </p:spPr>
      </p:sp>
      <p:sp>
        <p:nvSpPr>
          <p:cNvPr id="10" name="Rectangle 9">
            <a:extLst>
              <a:ext uri="{FF2B5EF4-FFF2-40B4-BE49-F238E27FC236}">
                <a16:creationId xmlns:a16="http://schemas.microsoft.com/office/drawing/2014/main" id="{C5A88504-58DC-4D6A-A3A2-46BBE92E4E08}"/>
              </a:ext>
              <a:ext uri="{C183D7F6-B498-43B3-948B-1728B52AA6E4}">
                <adec:decorative xmlns:adec="http://schemas.microsoft.com/office/drawing/2017/decorative" val="1"/>
              </a:ext>
            </a:extLst>
          </p:cNvPr>
          <p:cNvSpPr/>
          <p:nvPr userDrawn="1"/>
        </p:nvSpPr>
        <p:spPr>
          <a:xfrm>
            <a:off x="2817796" y="640856"/>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Date Placeholder 17">
            <a:extLst>
              <a:ext uri="{FF2B5EF4-FFF2-40B4-BE49-F238E27FC236}">
                <a16:creationId xmlns:a16="http://schemas.microsoft.com/office/drawing/2014/main" id="{A7F1F606-F241-4665-957D-1EA108900290}"/>
              </a:ext>
            </a:extLst>
          </p:cNvPr>
          <p:cNvSpPr txBox="1">
            <a:spLocks/>
          </p:cNvSpPr>
          <p:nvPr userDrawn="1"/>
        </p:nvSpPr>
        <p:spPr>
          <a:xfrm>
            <a:off x="3000676" y="687140"/>
            <a:ext cx="1554480" cy="527213"/>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grpSp>
        <p:nvGrpSpPr>
          <p:cNvPr id="3" name="Group 2">
            <a:extLst>
              <a:ext uri="{FF2B5EF4-FFF2-40B4-BE49-F238E27FC236}">
                <a16:creationId xmlns:a16="http://schemas.microsoft.com/office/drawing/2014/main" id="{86EAC8BD-D27F-41DF-AA93-5F96758285A5}"/>
              </a:ext>
              <a:ext uri="{C183D7F6-B498-43B3-948B-1728B52AA6E4}">
                <adec:decorative xmlns:adec="http://schemas.microsoft.com/office/drawing/2017/decorative" val="1"/>
              </a:ext>
            </a:extLst>
          </p:cNvPr>
          <p:cNvGrpSpPr/>
          <p:nvPr userDrawn="1"/>
        </p:nvGrpSpPr>
        <p:grpSpPr>
          <a:xfrm>
            <a:off x="2932096" y="640855"/>
            <a:ext cx="1691640" cy="645295"/>
            <a:chOff x="2932096" y="640855"/>
            <a:chExt cx="1691640" cy="645295"/>
          </a:xfrm>
        </p:grpSpPr>
        <p:cxnSp>
          <p:nvCxnSpPr>
            <p:cNvPr id="11" name="Straight Connector 10">
              <a:extLst>
                <a:ext uri="{FF2B5EF4-FFF2-40B4-BE49-F238E27FC236}">
                  <a16:creationId xmlns:a16="http://schemas.microsoft.com/office/drawing/2014/main" id="{29CEAE44-9527-4308-A77C-6C47315AD3A5}"/>
                </a:ext>
                <a:ext uri="{C183D7F6-B498-43B3-948B-1728B52AA6E4}">
                  <adec:decorative xmlns:adec="http://schemas.microsoft.com/office/drawing/2017/decorative" val="1"/>
                </a:ext>
              </a:extLst>
            </p:cNvPr>
            <p:cNvCxnSpPr/>
            <p:nvPr userDrawn="1"/>
          </p:nvCxnSpPr>
          <p:spPr>
            <a:xfrm>
              <a:off x="293209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BD50130-2E7D-4DC0-8382-B3958A945077}"/>
                </a:ext>
                <a:ext uri="{C183D7F6-B498-43B3-948B-1728B52AA6E4}">
                  <adec:decorative xmlns:adec="http://schemas.microsoft.com/office/drawing/2017/decorative" val="1"/>
                </a:ext>
              </a:extLst>
            </p:cNvPr>
            <p:cNvCxnSpPr/>
            <p:nvPr userDrawn="1"/>
          </p:nvCxnSpPr>
          <p:spPr>
            <a:xfrm>
              <a:off x="4623736" y="640855"/>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955D961-339B-49BE-9281-3A8E81953FBD}"/>
                </a:ext>
                <a:ext uri="{C183D7F6-B498-43B3-948B-1728B52AA6E4}">
                  <adec:decorative xmlns:adec="http://schemas.microsoft.com/office/drawing/2017/decorative" val="1"/>
                </a:ext>
              </a:extLst>
            </p:cNvPr>
            <p:cNvCxnSpPr/>
            <p:nvPr userDrawn="1"/>
          </p:nvCxnSpPr>
          <p:spPr>
            <a:xfrm>
              <a:off x="2932096" y="1286150"/>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dirty="0">
                <a:solidFill>
                  <a:schemeClr val="bg1"/>
                </a:solidFill>
              </a:rPr>
              <a:t>Sample Footer Text</a:t>
            </a:r>
          </a:p>
        </p:txBody>
      </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676324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4" name="Date Placeholder 3"/>
          <p:cNvSpPr>
            <a:spLocks noGrp="1"/>
          </p:cNvSpPr>
          <p:nvPr>
            <p:ph type="dt" sz="half" idx="10"/>
          </p:nvPr>
        </p:nvSpPr>
        <p:spPr/>
        <p:txBody>
          <a:bodyPr/>
          <a:lstStyle>
            <a:lvl1pPr>
              <a:defRPr/>
            </a:lvl1pPr>
          </a:lstStyle>
          <a:p>
            <a:r>
              <a:rPr lang="en-US"/>
              <a:t>20XX</a:t>
            </a:r>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574202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eam">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5B0C2F6-1B8C-43CC-92A5-2D5502929FC9}"/>
              </a:ext>
              <a:ext uri="{C183D7F6-B498-43B3-948B-1728B52AA6E4}">
                <adec:decorative xmlns:adec="http://schemas.microsoft.com/office/drawing/2017/decorative" val="1"/>
              </a:ext>
            </a:extLst>
          </p:cNvPr>
          <p:cNvSpPr/>
          <p:nvPr userDrawn="1"/>
        </p:nvSpPr>
        <p:spPr>
          <a:xfrm>
            <a:off x="643349" y="648230"/>
            <a:ext cx="10905302" cy="1997060"/>
          </a:xfrm>
          <a:prstGeom prst="rect">
            <a:avLst/>
          </a:prstGeom>
          <a:solidFill>
            <a:schemeClr val="tx1">
              <a:lumMod val="75000"/>
              <a:lumOff val="25000"/>
            </a:schemeClr>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16983D5E-8A96-4276-9D60-66D16276D065}"/>
              </a:ext>
            </a:extLst>
          </p:cNvPr>
          <p:cNvSpPr>
            <a:spLocks noGrp="1"/>
          </p:cNvSpPr>
          <p:nvPr>
            <p:ph type="title"/>
          </p:nvPr>
        </p:nvSpPr>
        <p:spPr>
          <a:xfrm>
            <a:off x="912628" y="1057275"/>
            <a:ext cx="10366743" cy="1235895"/>
          </a:xfrm>
        </p:spPr>
        <p:txBody>
          <a:bodyPr/>
          <a:lstStyle>
            <a:lvl1pPr algn="ctr">
              <a:defRPr>
                <a:solidFill>
                  <a:schemeClr val="bg1"/>
                </a:solidFill>
              </a:defRPr>
            </a:lvl1pPr>
          </a:lstStyle>
          <a:p>
            <a:r>
              <a:rPr lang="en-US" dirty="0"/>
              <a:t>Click to edit Master title style</a:t>
            </a:r>
          </a:p>
        </p:txBody>
      </p:sp>
      <p:sp>
        <p:nvSpPr>
          <p:cNvPr id="7" name="Rectangle 6">
            <a:extLst>
              <a:ext uri="{FF2B5EF4-FFF2-40B4-BE49-F238E27FC236}">
                <a16:creationId xmlns:a16="http://schemas.microsoft.com/office/drawing/2014/main" id="{FC4707CC-694D-4162-B68A-B7D9345B3F32}"/>
              </a:ext>
              <a:ext uri="{C183D7F6-B498-43B3-948B-1728B52AA6E4}">
                <adec:decorative xmlns:adec="http://schemas.microsoft.com/office/drawing/2017/decorative" val="1"/>
              </a:ext>
            </a:extLst>
          </p:cNvPr>
          <p:cNvSpPr/>
          <p:nvPr userDrawn="1"/>
        </p:nvSpPr>
        <p:spPr>
          <a:xfrm>
            <a:off x="806196" y="814657"/>
            <a:ext cx="10579608" cy="1664208"/>
          </a:xfrm>
          <a:prstGeom prst="rect">
            <a:avLst/>
          </a:prstGeom>
          <a:noFill/>
          <a:ln w="6350" cap="sq" cmpd="sng" algn="ctr">
            <a:solidFill>
              <a:schemeClr val="bg1"/>
            </a:solidFill>
            <a:prstDash val="solid"/>
            <a:miter lim="800000"/>
          </a:ln>
          <a:effectLst/>
        </p:spPr>
      </p:sp>
      <p:sp>
        <p:nvSpPr>
          <p:cNvPr id="21" name="Picture Placeholder 20">
            <a:extLst>
              <a:ext uri="{FF2B5EF4-FFF2-40B4-BE49-F238E27FC236}">
                <a16:creationId xmlns:a16="http://schemas.microsoft.com/office/drawing/2014/main" id="{079F8F29-0E9E-49F7-93F4-FCC8C82EE115}"/>
              </a:ext>
            </a:extLst>
          </p:cNvPr>
          <p:cNvSpPr>
            <a:spLocks noGrp="1"/>
          </p:cNvSpPr>
          <p:nvPr>
            <p:ph type="pic" sz="quarter" idx="13"/>
          </p:nvPr>
        </p:nvSpPr>
        <p:spPr>
          <a:xfrm>
            <a:off x="609600" y="2884815"/>
            <a:ext cx="2279650" cy="2552700"/>
          </a:xfrm>
        </p:spPr>
        <p:txBody>
          <a:bodyPr/>
          <a:lstStyle/>
          <a:p>
            <a:endParaRPr lang="en-US" dirty="0"/>
          </a:p>
        </p:txBody>
      </p:sp>
      <p:sp>
        <p:nvSpPr>
          <p:cNvPr id="25" name="Text Placeholder 27">
            <a:extLst>
              <a:ext uri="{FF2B5EF4-FFF2-40B4-BE49-F238E27FC236}">
                <a16:creationId xmlns:a16="http://schemas.microsoft.com/office/drawing/2014/main" id="{9925214F-17A5-4C60-AADE-6A1BC129895C}"/>
              </a:ext>
            </a:extLst>
          </p:cNvPr>
          <p:cNvSpPr>
            <a:spLocks noGrp="1"/>
          </p:cNvSpPr>
          <p:nvPr>
            <p:ph type="body" sz="quarter" idx="17"/>
          </p:nvPr>
        </p:nvSpPr>
        <p:spPr>
          <a:xfrm>
            <a:off x="609599"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6" name="Text Placeholder 27">
            <a:extLst>
              <a:ext uri="{FF2B5EF4-FFF2-40B4-BE49-F238E27FC236}">
                <a16:creationId xmlns:a16="http://schemas.microsoft.com/office/drawing/2014/main" id="{10700E3A-7CD7-4A3D-BA94-0E5BCAC92A8A}"/>
              </a:ext>
            </a:extLst>
          </p:cNvPr>
          <p:cNvSpPr>
            <a:spLocks noGrp="1"/>
          </p:cNvSpPr>
          <p:nvPr>
            <p:ph type="body" sz="quarter" idx="18"/>
          </p:nvPr>
        </p:nvSpPr>
        <p:spPr>
          <a:xfrm>
            <a:off x="609599"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2" name="Picture Placeholder 20">
            <a:extLst>
              <a:ext uri="{FF2B5EF4-FFF2-40B4-BE49-F238E27FC236}">
                <a16:creationId xmlns:a16="http://schemas.microsoft.com/office/drawing/2014/main" id="{2E6EB481-2A99-4088-95C0-0D5BAFDFF02F}"/>
              </a:ext>
            </a:extLst>
          </p:cNvPr>
          <p:cNvSpPr>
            <a:spLocks noGrp="1"/>
          </p:cNvSpPr>
          <p:nvPr>
            <p:ph type="pic" sz="quarter" idx="14"/>
          </p:nvPr>
        </p:nvSpPr>
        <p:spPr>
          <a:xfrm>
            <a:off x="3496066" y="2884815"/>
            <a:ext cx="2279650" cy="2552700"/>
          </a:xfrm>
        </p:spPr>
        <p:txBody>
          <a:bodyPr/>
          <a:lstStyle/>
          <a:p>
            <a:endParaRPr lang="en-US" dirty="0"/>
          </a:p>
        </p:txBody>
      </p:sp>
      <p:sp>
        <p:nvSpPr>
          <p:cNvPr id="27" name="Text Placeholder 27">
            <a:extLst>
              <a:ext uri="{FF2B5EF4-FFF2-40B4-BE49-F238E27FC236}">
                <a16:creationId xmlns:a16="http://schemas.microsoft.com/office/drawing/2014/main" id="{4097BC1F-331F-4D57-993D-EFBB792275DD}"/>
              </a:ext>
            </a:extLst>
          </p:cNvPr>
          <p:cNvSpPr>
            <a:spLocks noGrp="1"/>
          </p:cNvSpPr>
          <p:nvPr>
            <p:ph type="body" sz="quarter" idx="19"/>
          </p:nvPr>
        </p:nvSpPr>
        <p:spPr>
          <a:xfrm>
            <a:off x="3496067"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8" name="Text Placeholder 27">
            <a:extLst>
              <a:ext uri="{FF2B5EF4-FFF2-40B4-BE49-F238E27FC236}">
                <a16:creationId xmlns:a16="http://schemas.microsoft.com/office/drawing/2014/main" id="{DCC61962-73A1-4768-8408-43E07ED2C1AB}"/>
              </a:ext>
            </a:extLst>
          </p:cNvPr>
          <p:cNvSpPr>
            <a:spLocks noGrp="1"/>
          </p:cNvSpPr>
          <p:nvPr>
            <p:ph type="body" sz="quarter" idx="20"/>
          </p:nvPr>
        </p:nvSpPr>
        <p:spPr>
          <a:xfrm>
            <a:off x="3496067"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36" name="Footer Placeholder 4">
            <a:extLst>
              <a:ext uri="{FF2B5EF4-FFF2-40B4-BE49-F238E27FC236}">
                <a16:creationId xmlns:a16="http://schemas.microsoft.com/office/drawing/2014/main" id="{8013A142-804D-471C-B2DD-DEC1B8C58502}"/>
              </a:ext>
            </a:extLst>
          </p:cNvPr>
          <p:cNvSpPr>
            <a:spLocks noGrp="1"/>
          </p:cNvSpPr>
          <p:nvPr>
            <p:ph type="ftr" sz="quarter" idx="11"/>
          </p:nvPr>
        </p:nvSpPr>
        <p:spPr>
          <a:xfrm>
            <a:off x="639095" y="6296388"/>
            <a:ext cx="5816600" cy="365760"/>
          </a:xfrm>
        </p:spPr>
        <p:txBody>
          <a:bodyPr/>
          <a:lstStyle/>
          <a:p>
            <a:r>
              <a:rPr lang="en-US"/>
              <a:t>Sample Footer Text</a:t>
            </a:r>
            <a:endParaRPr lang="en-US" dirty="0"/>
          </a:p>
        </p:txBody>
      </p:sp>
      <p:sp>
        <p:nvSpPr>
          <p:cNvPr id="23" name="Picture Placeholder 20">
            <a:extLst>
              <a:ext uri="{FF2B5EF4-FFF2-40B4-BE49-F238E27FC236}">
                <a16:creationId xmlns:a16="http://schemas.microsoft.com/office/drawing/2014/main" id="{A231814F-4139-4547-9058-18BF9C9E8833}"/>
              </a:ext>
            </a:extLst>
          </p:cNvPr>
          <p:cNvSpPr>
            <a:spLocks noGrp="1"/>
          </p:cNvSpPr>
          <p:nvPr>
            <p:ph type="pic" sz="quarter" idx="15"/>
          </p:nvPr>
        </p:nvSpPr>
        <p:spPr>
          <a:xfrm>
            <a:off x="6382532" y="2884815"/>
            <a:ext cx="2279650" cy="2552700"/>
          </a:xfrm>
        </p:spPr>
        <p:txBody>
          <a:bodyPr/>
          <a:lstStyle/>
          <a:p>
            <a:endParaRPr lang="en-US" dirty="0"/>
          </a:p>
        </p:txBody>
      </p:sp>
      <p:sp>
        <p:nvSpPr>
          <p:cNvPr id="29" name="Text Placeholder 27">
            <a:extLst>
              <a:ext uri="{FF2B5EF4-FFF2-40B4-BE49-F238E27FC236}">
                <a16:creationId xmlns:a16="http://schemas.microsoft.com/office/drawing/2014/main" id="{A6CD17BC-BF82-4EF5-8F4B-8D615A2FD248}"/>
              </a:ext>
            </a:extLst>
          </p:cNvPr>
          <p:cNvSpPr>
            <a:spLocks noGrp="1"/>
          </p:cNvSpPr>
          <p:nvPr>
            <p:ph type="body" sz="quarter" idx="21"/>
          </p:nvPr>
        </p:nvSpPr>
        <p:spPr>
          <a:xfrm>
            <a:off x="6382535"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30" name="Text Placeholder 27">
            <a:extLst>
              <a:ext uri="{FF2B5EF4-FFF2-40B4-BE49-F238E27FC236}">
                <a16:creationId xmlns:a16="http://schemas.microsoft.com/office/drawing/2014/main" id="{CA5F4D35-7EF1-463D-8005-F3950B654127}"/>
              </a:ext>
            </a:extLst>
          </p:cNvPr>
          <p:cNvSpPr>
            <a:spLocks noGrp="1"/>
          </p:cNvSpPr>
          <p:nvPr>
            <p:ph type="body" sz="quarter" idx="22"/>
          </p:nvPr>
        </p:nvSpPr>
        <p:spPr>
          <a:xfrm>
            <a:off x="6382535"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24" name="Picture Placeholder 20">
            <a:extLst>
              <a:ext uri="{FF2B5EF4-FFF2-40B4-BE49-F238E27FC236}">
                <a16:creationId xmlns:a16="http://schemas.microsoft.com/office/drawing/2014/main" id="{6CDB3226-AAE1-4106-A166-12BCFA73DA18}"/>
              </a:ext>
            </a:extLst>
          </p:cNvPr>
          <p:cNvSpPr>
            <a:spLocks noGrp="1"/>
          </p:cNvSpPr>
          <p:nvPr>
            <p:ph type="pic" sz="quarter" idx="16"/>
          </p:nvPr>
        </p:nvSpPr>
        <p:spPr>
          <a:xfrm>
            <a:off x="9269001" y="2884815"/>
            <a:ext cx="2279650" cy="2552700"/>
          </a:xfrm>
        </p:spPr>
        <p:txBody>
          <a:bodyPr/>
          <a:lstStyle/>
          <a:p>
            <a:endParaRPr lang="en-US" dirty="0"/>
          </a:p>
        </p:txBody>
      </p:sp>
      <p:sp>
        <p:nvSpPr>
          <p:cNvPr id="31" name="Text Placeholder 27">
            <a:extLst>
              <a:ext uri="{FF2B5EF4-FFF2-40B4-BE49-F238E27FC236}">
                <a16:creationId xmlns:a16="http://schemas.microsoft.com/office/drawing/2014/main" id="{C3CD8083-90C5-4685-A286-1A99E5DC3125}"/>
              </a:ext>
            </a:extLst>
          </p:cNvPr>
          <p:cNvSpPr>
            <a:spLocks noGrp="1"/>
          </p:cNvSpPr>
          <p:nvPr>
            <p:ph type="body" sz="quarter" idx="23"/>
          </p:nvPr>
        </p:nvSpPr>
        <p:spPr>
          <a:xfrm>
            <a:off x="9269002" y="5635244"/>
            <a:ext cx="2279649" cy="350292"/>
          </a:xfrm>
        </p:spPr>
        <p:txBody>
          <a:bodyPr>
            <a:normAutofit/>
          </a:bodyPr>
          <a:lstStyle>
            <a:lvl1pPr marL="0" indent="0" algn="ctr">
              <a:buNone/>
              <a:defRPr lang="en-US" sz="1800" kern="1200" dirty="0" smtClean="0">
                <a:solidFill>
                  <a:schemeClr val="tx1"/>
                </a:solidFill>
                <a:latin typeface="+mn-lt"/>
                <a:ea typeface="+mn-ea"/>
                <a:cs typeface="+mn-cs"/>
              </a:defRPr>
            </a:lvl1pPr>
            <a:lvl2pPr marL="0" indent="0">
              <a:buNone/>
              <a:defRPr/>
            </a:lvl2pPr>
          </a:lstStyle>
          <a:p>
            <a:pPr lvl="0"/>
            <a:r>
              <a:rPr lang="en-US" dirty="0"/>
              <a:t>Click to edit</a:t>
            </a:r>
          </a:p>
        </p:txBody>
      </p:sp>
      <p:sp>
        <p:nvSpPr>
          <p:cNvPr id="32" name="Text Placeholder 27">
            <a:extLst>
              <a:ext uri="{FF2B5EF4-FFF2-40B4-BE49-F238E27FC236}">
                <a16:creationId xmlns:a16="http://schemas.microsoft.com/office/drawing/2014/main" id="{5FB222BC-D05B-4E76-A0DC-25657322AF84}"/>
              </a:ext>
            </a:extLst>
          </p:cNvPr>
          <p:cNvSpPr>
            <a:spLocks noGrp="1"/>
          </p:cNvSpPr>
          <p:nvPr>
            <p:ph type="body" sz="quarter" idx="24"/>
          </p:nvPr>
        </p:nvSpPr>
        <p:spPr>
          <a:xfrm>
            <a:off x="9269002" y="5912412"/>
            <a:ext cx="2279649" cy="350292"/>
          </a:xfrm>
        </p:spPr>
        <p:txBody>
          <a:bodyPr>
            <a:noAutofit/>
          </a:bodyPr>
          <a:lstStyle>
            <a:lvl1pPr marL="0" indent="0" algn="ctr">
              <a:buNone/>
              <a:defRPr lang="en-US" sz="1400" kern="1200" dirty="0" smtClean="0">
                <a:solidFill>
                  <a:schemeClr val="tx1"/>
                </a:solidFill>
                <a:latin typeface="+mn-lt"/>
                <a:ea typeface="+mn-ea"/>
                <a:cs typeface="+mn-cs"/>
              </a:defRPr>
            </a:lvl1pPr>
            <a:lvl2pPr marL="0" indent="0">
              <a:buNone/>
              <a:defRPr/>
            </a:lvl2pPr>
          </a:lstStyle>
          <a:p>
            <a:pPr lvl="0"/>
            <a:r>
              <a:rPr lang="en-US" dirty="0"/>
              <a:t>Click to edit</a:t>
            </a:r>
          </a:p>
        </p:txBody>
      </p:sp>
      <p:cxnSp>
        <p:nvCxnSpPr>
          <p:cNvPr id="9" name="Straight Connector 8">
            <a:extLst>
              <a:ext uri="{FF2B5EF4-FFF2-40B4-BE49-F238E27FC236}">
                <a16:creationId xmlns:a16="http://schemas.microsoft.com/office/drawing/2014/main" id="{4D6FBB75-8D79-4225-A448-37C04F053D3B}"/>
              </a:ext>
              <a:ext uri="{C183D7F6-B498-43B3-948B-1728B52AA6E4}">
                <adec:decorative xmlns:adec="http://schemas.microsoft.com/office/drawing/2017/decorative" val="1"/>
              </a:ext>
            </a:extLst>
          </p:cNvPr>
          <p:cNvCxnSpPr/>
          <p:nvPr userDrawn="1"/>
        </p:nvCxnSpPr>
        <p:spPr>
          <a:xfrm>
            <a:off x="3192658"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4C41CC5-2A7C-4774-98CE-C7212DFDCC08}"/>
              </a:ext>
              <a:ext uri="{C183D7F6-B498-43B3-948B-1728B52AA6E4}">
                <adec:decorative xmlns:adec="http://schemas.microsoft.com/office/drawing/2017/decorative" val="1"/>
              </a:ext>
            </a:extLst>
          </p:cNvPr>
          <p:cNvCxnSpPr/>
          <p:nvPr userDrawn="1"/>
        </p:nvCxnSpPr>
        <p:spPr>
          <a:xfrm>
            <a:off x="6079124"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861725-0EF3-4133-B06C-063F42B11115}"/>
              </a:ext>
              <a:ext uri="{C183D7F6-B498-43B3-948B-1728B52AA6E4}">
                <adec:decorative xmlns:adec="http://schemas.microsoft.com/office/drawing/2017/decorative" val="1"/>
              </a:ext>
            </a:extLst>
          </p:cNvPr>
          <p:cNvCxnSpPr/>
          <p:nvPr userDrawn="1"/>
        </p:nvCxnSpPr>
        <p:spPr>
          <a:xfrm>
            <a:off x="8965590" y="3310653"/>
            <a:ext cx="0" cy="1747157"/>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5" name="Date Placeholder 3">
            <a:extLst>
              <a:ext uri="{FF2B5EF4-FFF2-40B4-BE49-F238E27FC236}">
                <a16:creationId xmlns:a16="http://schemas.microsoft.com/office/drawing/2014/main" id="{7FDBCC4A-1C49-4C93-AD45-AD78087E23D6}"/>
              </a:ext>
            </a:extLst>
          </p:cNvPr>
          <p:cNvSpPr txBox="1">
            <a:spLocks/>
          </p:cNvSpPr>
          <p:nvPr userDrawn="1"/>
        </p:nvSpPr>
        <p:spPr>
          <a:xfrm>
            <a:off x="7684497" y="6296388"/>
            <a:ext cx="2893045" cy="36576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20XX</a:t>
            </a:r>
          </a:p>
        </p:txBody>
      </p:sp>
      <p:sp>
        <p:nvSpPr>
          <p:cNvPr id="37" name="Slide Number Placeholder 5">
            <a:extLst>
              <a:ext uri="{FF2B5EF4-FFF2-40B4-BE49-F238E27FC236}">
                <a16:creationId xmlns:a16="http://schemas.microsoft.com/office/drawing/2014/main" id="{5EB09A52-50AB-4593-BCB7-23D4AEC88507}"/>
              </a:ext>
            </a:extLst>
          </p:cNvPr>
          <p:cNvSpPr>
            <a:spLocks noGrp="1"/>
          </p:cNvSpPr>
          <p:nvPr userDrawn="1">
            <p:ph type="sldNum" sz="quarter" idx="12"/>
          </p:nvPr>
        </p:nvSpPr>
        <p:spPr>
          <a:xfrm>
            <a:off x="10537721" y="6286556"/>
            <a:ext cx="838200" cy="365760"/>
          </a:xfrm>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837551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C4A46BB-9B50-4F09-9059-DA78048129D4}"/>
              </a:ext>
            </a:extLst>
          </p:cNvPr>
          <p:cNvSpPr/>
          <p:nvPr userDrawn="1"/>
        </p:nvSpPr>
        <p:spPr>
          <a:xfrm>
            <a:off x="5695067" y="1808532"/>
            <a:ext cx="5452527" cy="324093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6033793" y="2735221"/>
            <a:ext cx="4775075" cy="851219"/>
          </a:xfrm>
        </p:spPr>
        <p:txBody>
          <a:bodyPr/>
          <a:lstStyle>
            <a:lvl1pPr algn="ctr">
              <a:defRPr>
                <a:solidFill>
                  <a:schemeClr val="bg1"/>
                </a:solidFill>
              </a:defRPr>
            </a:lvl1pPr>
          </a:lstStyle>
          <a:p>
            <a:r>
              <a:rPr lang="en-US" dirty="0"/>
              <a:t>Click to edit</a:t>
            </a:r>
          </a:p>
        </p:txBody>
      </p:sp>
      <p:sp>
        <p:nvSpPr>
          <p:cNvPr id="7" name="Rectangle 6">
            <a:extLst>
              <a:ext uri="{FF2B5EF4-FFF2-40B4-BE49-F238E27FC236}">
                <a16:creationId xmlns:a16="http://schemas.microsoft.com/office/drawing/2014/main" id="{7DDF1FF2-5B9A-4BE9-AD3C-F215F0D25F7A}"/>
              </a:ext>
            </a:extLst>
          </p:cNvPr>
          <p:cNvSpPr/>
          <p:nvPr userDrawn="1"/>
        </p:nvSpPr>
        <p:spPr>
          <a:xfrm>
            <a:off x="5861010" y="1975104"/>
            <a:ext cx="5120640" cy="2907792"/>
          </a:xfrm>
          <a:prstGeom prst="rect">
            <a:avLst/>
          </a:prstGeom>
          <a:noFill/>
          <a:ln w="6350" cap="sq" cmpd="sng" algn="ctr">
            <a:solidFill>
              <a:schemeClr val="bg1"/>
            </a:solidFill>
            <a:prstDash val="solid"/>
            <a:miter lim="800000"/>
          </a:ln>
          <a:effectLst>
            <a:softEdge rad="0"/>
          </a:effectLst>
        </p:spPr>
      </p:sp>
      <p:sp>
        <p:nvSpPr>
          <p:cNvPr id="9" name="Subtitle 2">
            <a:extLst>
              <a:ext uri="{FF2B5EF4-FFF2-40B4-BE49-F238E27FC236}">
                <a16:creationId xmlns:a16="http://schemas.microsoft.com/office/drawing/2014/main" id="{04FC6A22-F9EC-4E20-B9CC-F012FA8E4C27}"/>
              </a:ext>
            </a:extLst>
          </p:cNvPr>
          <p:cNvSpPr>
            <a:spLocks noGrp="1"/>
          </p:cNvSpPr>
          <p:nvPr>
            <p:ph type="subTitle" idx="1"/>
          </p:nvPr>
        </p:nvSpPr>
        <p:spPr>
          <a:xfrm>
            <a:off x="6033793" y="3995988"/>
            <a:ext cx="4775075" cy="559656"/>
          </a:xfrm>
        </p:spPr>
        <p:txBody>
          <a:bodyPr/>
          <a:lstStyle>
            <a:lvl1pPr marL="0" indent="0" algn="ctr">
              <a:buNone/>
              <a:defRPr>
                <a:solidFill>
                  <a:schemeClr val="bg1"/>
                </a:solidFill>
              </a:defRPr>
            </a:lvl1pPr>
          </a:lstStyle>
          <a:p>
            <a:r>
              <a:rPr lang="en-US" dirty="0">
                <a:solidFill>
                  <a:schemeClr val="tx1"/>
                </a:solidFill>
              </a:rPr>
              <a:t>Subtitle</a:t>
            </a:r>
          </a:p>
        </p:txBody>
      </p:sp>
      <p:sp>
        <p:nvSpPr>
          <p:cNvPr id="10" name="Date Placeholder 17">
            <a:extLst>
              <a:ext uri="{FF2B5EF4-FFF2-40B4-BE49-F238E27FC236}">
                <a16:creationId xmlns:a16="http://schemas.microsoft.com/office/drawing/2014/main" id="{ABF19E1F-D7E9-4D44-9873-8D8DDC338F7E}"/>
              </a:ext>
            </a:extLst>
          </p:cNvPr>
          <p:cNvSpPr txBox="1">
            <a:spLocks/>
          </p:cNvSpPr>
          <p:nvPr userDrawn="1"/>
        </p:nvSpPr>
        <p:spPr>
          <a:xfrm>
            <a:off x="7369770" y="2040249"/>
            <a:ext cx="2103120" cy="315209"/>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defRPr/>
            </a:pPr>
            <a:r>
              <a:rPr lang="en-US" sz="1300" dirty="0">
                <a:solidFill>
                  <a:schemeClr val="bg1"/>
                </a:solidFill>
              </a:rPr>
              <a:t>20XX</a:t>
            </a:r>
          </a:p>
        </p:txBody>
      </p:sp>
      <p:sp>
        <p:nvSpPr>
          <p:cNvPr id="22" name="Picture Placeholder 21">
            <a:extLst>
              <a:ext uri="{FF2B5EF4-FFF2-40B4-BE49-F238E27FC236}">
                <a16:creationId xmlns:a16="http://schemas.microsoft.com/office/drawing/2014/main" id="{93C72E99-B7BE-4F82-AD93-38765570DB39}"/>
              </a:ext>
            </a:extLst>
          </p:cNvPr>
          <p:cNvSpPr>
            <a:spLocks noGrp="1"/>
          </p:cNvSpPr>
          <p:nvPr>
            <p:ph type="pic" sz="quarter" idx="10"/>
          </p:nvPr>
        </p:nvSpPr>
        <p:spPr>
          <a:xfrm>
            <a:off x="0" y="0"/>
            <a:ext cx="12192000" cy="6858000"/>
          </a:xfrm>
          <a:custGeom>
            <a:avLst/>
            <a:gdLst>
              <a:gd name="connsiteX0" fmla="*/ 5695067 w 12192000"/>
              <a:gd name="connsiteY0" fmla="*/ 1808532 h 6858000"/>
              <a:gd name="connsiteX1" fmla="*/ 5695067 w 12192000"/>
              <a:gd name="connsiteY1" fmla="*/ 5049468 h 6858000"/>
              <a:gd name="connsiteX2" fmla="*/ 11147594 w 12192000"/>
              <a:gd name="connsiteY2" fmla="*/ 5049468 h 6858000"/>
              <a:gd name="connsiteX3" fmla="*/ 11147594 w 12192000"/>
              <a:gd name="connsiteY3" fmla="*/ 1808532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695067" y="1808532"/>
                </a:moveTo>
                <a:lnTo>
                  <a:pt x="5695067" y="5049468"/>
                </a:lnTo>
                <a:lnTo>
                  <a:pt x="11147594" y="5049468"/>
                </a:lnTo>
                <a:lnTo>
                  <a:pt x="11147594" y="1808532"/>
                </a:lnTo>
                <a:close/>
                <a:moveTo>
                  <a:pt x="0" y="0"/>
                </a:moveTo>
                <a:lnTo>
                  <a:pt x="12192000" y="0"/>
                </a:lnTo>
                <a:lnTo>
                  <a:pt x="12192000" y="6858000"/>
                </a:lnTo>
                <a:lnTo>
                  <a:pt x="0" y="6858000"/>
                </a:lnTo>
                <a:close/>
              </a:path>
            </a:pathLst>
          </a:custGeom>
        </p:spPr>
        <p:txBody>
          <a:bodyPr wrap="square">
            <a:noAutofit/>
          </a:bodyPr>
          <a:lstStyle/>
          <a:p>
            <a:endParaRPr lang="en-US" dirty="0"/>
          </a:p>
        </p:txBody>
      </p:sp>
    </p:spTree>
    <p:extLst>
      <p:ext uri="{BB962C8B-B14F-4D97-AF65-F5344CB8AC3E}">
        <p14:creationId xmlns:p14="http://schemas.microsoft.com/office/powerpoint/2010/main" val="264654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ummary">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9982C2-1320-41E5-A31C-D8DA5C8A462F}"/>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EC563FB1-76A9-4E53-9493-2B8680D68662}"/>
              </a:ext>
              <a:ext uri="{C183D7F6-B498-43B3-948B-1728B52AA6E4}">
                <adec:decorative xmlns:adec="http://schemas.microsoft.com/office/drawing/2017/decorative" val="1"/>
              </a:ext>
            </a:extLst>
          </p:cNvPr>
          <p:cNvSpPr/>
          <p:nvPr userDrawn="1"/>
        </p:nvSpPr>
        <p:spPr>
          <a:xfrm>
            <a:off x="4448" y="0"/>
            <a:ext cx="4651122" cy="6858000"/>
          </a:xfrm>
          <a:prstGeom prst="rect">
            <a:avLst/>
          </a:prstGeom>
          <a:solidFill>
            <a:schemeClr val="tx1"/>
          </a:solidFill>
          <a:ln>
            <a:noFill/>
          </a:ln>
          <a:effectLst>
            <a:innerShdw blurRad="63500" dist="31750">
              <a:prstClr val="black">
                <a:alpha val="4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C8F116A-4F5C-40E2-836F-919B8B939AD2}"/>
              </a:ext>
              <a:ext uri="{C183D7F6-B498-43B3-948B-1728B52AA6E4}">
                <adec:decorative xmlns:adec="http://schemas.microsoft.com/office/drawing/2017/decorative" val="1"/>
              </a:ext>
            </a:extLst>
          </p:cNvPr>
          <p:cNvSpPr/>
          <p:nvPr userDrawn="1"/>
        </p:nvSpPr>
        <p:spPr>
          <a:xfrm>
            <a:off x="1272" y="4123592"/>
            <a:ext cx="4654296"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027D978-81FB-4612-81AA-B7123E0D5B0C}"/>
              </a:ext>
              <a:ext uri="{C183D7F6-B498-43B3-948B-1728B52AA6E4}">
                <adec:decorative xmlns:adec="http://schemas.microsoft.com/office/drawing/2017/decorative" val="1"/>
              </a:ext>
            </a:extLst>
          </p:cNvPr>
          <p:cNvSpPr/>
          <p:nvPr userDrawn="1"/>
        </p:nvSpPr>
        <p:spPr>
          <a:xfrm>
            <a:off x="2284289" y="0"/>
            <a:ext cx="91440" cy="4206240"/>
          </a:xfrm>
          <a:prstGeom prst="rect">
            <a:avLst/>
          </a:prstGeom>
          <a:solidFill>
            <a:schemeClr val="bg1">
              <a:lumMod val="75000"/>
              <a:lumOff val="25000"/>
            </a:schemeClr>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00DC717-7560-4850-A68A-A881C97F3711}"/>
              </a:ext>
              <a:ext uri="{C183D7F6-B498-43B3-948B-1728B52AA6E4}">
                <adec:decorative xmlns:adec="http://schemas.microsoft.com/office/drawing/2017/decorative" val="1"/>
              </a:ext>
            </a:extLst>
          </p:cNvPr>
          <p:cNvSpPr/>
          <p:nvPr userDrawn="1"/>
        </p:nvSpPr>
        <p:spPr>
          <a:xfrm>
            <a:off x="2284289" y="2057400"/>
            <a:ext cx="2377440" cy="91440"/>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9F22527-F181-4C80-9977-C9894355CA8D}"/>
              </a:ext>
              <a:ext uri="{C183D7F6-B498-43B3-948B-1728B52AA6E4}">
                <adec:decorative xmlns:adec="http://schemas.microsoft.com/office/drawing/2017/decorative" val="1"/>
              </a:ext>
            </a:extLst>
          </p:cNvPr>
          <p:cNvSpPr/>
          <p:nvPr userDrawn="1"/>
        </p:nvSpPr>
        <p:spPr>
          <a:xfrm>
            <a:off x="5614028" y="971453"/>
            <a:ext cx="5623560" cy="4910328"/>
          </a:xfrm>
          <a:prstGeom prst="rect">
            <a:avLst/>
          </a:prstGeom>
          <a:noFill/>
          <a:ln w="6350" cap="sq" cmpd="sng" algn="ctr">
            <a:solidFill>
              <a:schemeClr val="bg1">
                <a:lumMod val="75000"/>
                <a:lumOff val="25000"/>
              </a:schemeClr>
            </a:solidFill>
            <a:prstDash val="solid"/>
            <a:miter lim="800000"/>
          </a:ln>
          <a:effectLst/>
        </p:spPr>
      </p:sp>
      <p:sp>
        <p:nvSpPr>
          <p:cNvPr id="16" name="Rectangle 15">
            <a:extLst>
              <a:ext uri="{FF2B5EF4-FFF2-40B4-BE49-F238E27FC236}">
                <a16:creationId xmlns:a16="http://schemas.microsoft.com/office/drawing/2014/main" id="{7CABAC30-6A2F-4907-8502-17DF9AEEE9CD}"/>
              </a:ext>
              <a:ext uri="{C183D7F6-B498-43B3-948B-1728B52AA6E4}">
                <adec:decorative xmlns:adec="http://schemas.microsoft.com/office/drawing/2017/decorative" val="1"/>
              </a:ext>
            </a:extLst>
          </p:cNvPr>
          <p:cNvSpPr/>
          <p:nvPr userDrawn="1"/>
        </p:nvSpPr>
        <p:spPr>
          <a:xfrm>
            <a:off x="5448300" y="806861"/>
            <a:ext cx="5955017" cy="5239512"/>
          </a:xfrm>
          <a:prstGeom prst="rect">
            <a:avLst/>
          </a:prstGeom>
          <a:solidFill>
            <a:schemeClr val="tx1"/>
          </a:solidFill>
          <a:ln w="6350" cap="flat" cmpd="sng" algn="ctr">
            <a:noFill/>
            <a:prstDash val="solid"/>
          </a:ln>
          <a:effectLst>
            <a:outerShdw blurRad="50800" algn="ctr" rotWithShape="0">
              <a:prstClr val="black">
                <a:alpha val="66000"/>
              </a:prstClr>
            </a:outerShdw>
            <a:softEdge rad="0"/>
          </a:effectLst>
        </p:spPr>
      </p:sp>
      <p:sp>
        <p:nvSpPr>
          <p:cNvPr id="2" name="Title 1">
            <a:extLst>
              <a:ext uri="{FF2B5EF4-FFF2-40B4-BE49-F238E27FC236}">
                <a16:creationId xmlns:a16="http://schemas.microsoft.com/office/drawing/2014/main" id="{603C9F96-79A7-44FA-A7FE-C0675B9967FC}"/>
              </a:ext>
            </a:extLst>
          </p:cNvPr>
          <p:cNvSpPr>
            <a:spLocks noGrp="1"/>
          </p:cNvSpPr>
          <p:nvPr>
            <p:ph type="title"/>
          </p:nvPr>
        </p:nvSpPr>
        <p:spPr>
          <a:xfrm>
            <a:off x="5867401" y="1290294"/>
            <a:ext cx="5116286" cy="1371600"/>
          </a:xfrm>
        </p:spPr>
        <p:txBody>
          <a:bodyPr/>
          <a:lstStyle>
            <a:lvl1pPr algn="ctr">
              <a:defRPr>
                <a:solidFill>
                  <a:schemeClr val="bg1"/>
                </a:solidFill>
              </a:defRPr>
            </a:lvl1pPr>
          </a:lstStyle>
          <a:p>
            <a:r>
              <a:rPr lang="en-US" dirty="0"/>
              <a:t>Click to edit Master title style</a:t>
            </a:r>
          </a:p>
        </p:txBody>
      </p:sp>
      <p:sp>
        <p:nvSpPr>
          <p:cNvPr id="18" name="Subtitle 2">
            <a:extLst>
              <a:ext uri="{FF2B5EF4-FFF2-40B4-BE49-F238E27FC236}">
                <a16:creationId xmlns:a16="http://schemas.microsoft.com/office/drawing/2014/main" id="{D72D6334-ED49-4D79-AAC2-10DCFF6D6651}"/>
              </a:ext>
            </a:extLst>
          </p:cNvPr>
          <p:cNvSpPr>
            <a:spLocks noGrp="1"/>
          </p:cNvSpPr>
          <p:nvPr>
            <p:ph type="subTitle" idx="1"/>
          </p:nvPr>
        </p:nvSpPr>
        <p:spPr>
          <a:xfrm>
            <a:off x="5867401" y="2980736"/>
            <a:ext cx="5116286" cy="2712494"/>
          </a:xfrm>
        </p:spPr>
        <p:txBody>
          <a:bodyPr>
            <a:normAutofit/>
          </a:bodyPr>
          <a:lstStyle>
            <a:lvl1pPr marL="0" indent="0" algn="ctr">
              <a:buNone/>
              <a:defRPr>
                <a:solidFill>
                  <a:schemeClr val="bg1">
                    <a:lumMod val="85000"/>
                    <a:lumOff val="15000"/>
                  </a:schemeClr>
                </a:solidFill>
              </a:defRPr>
            </a:lvl1pPr>
          </a:lstStyle>
          <a:p>
            <a:endParaRPr lang="en-US" sz="1800" dirty="0">
              <a:solidFill>
                <a:schemeClr val="bg1">
                  <a:lumMod val="85000"/>
                  <a:lumOff val="15000"/>
                </a:schemeClr>
              </a:solidFill>
            </a:endParaRPr>
          </a:p>
        </p:txBody>
      </p:sp>
      <p:sp>
        <p:nvSpPr>
          <p:cNvPr id="12" name="Date Placeholder 3">
            <a:extLst>
              <a:ext uri="{FF2B5EF4-FFF2-40B4-BE49-F238E27FC236}">
                <a16:creationId xmlns:a16="http://schemas.microsoft.com/office/drawing/2014/main" id="{0FE3A1CC-4DE8-4FC6-839D-CD3607B8D426}"/>
              </a:ext>
            </a:extLst>
          </p:cNvPr>
          <p:cNvSpPr txBox="1">
            <a:spLocks/>
          </p:cNvSpPr>
          <p:nvPr userDrawn="1"/>
        </p:nvSpPr>
        <p:spPr>
          <a:xfrm>
            <a:off x="7048099" y="302355"/>
            <a:ext cx="2743200" cy="350785"/>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t>20XX</a:t>
            </a:r>
          </a:p>
        </p:txBody>
      </p:sp>
      <p:sp>
        <p:nvSpPr>
          <p:cNvPr id="22" name="Picture Placeholder 21">
            <a:extLst>
              <a:ext uri="{FF2B5EF4-FFF2-40B4-BE49-F238E27FC236}">
                <a16:creationId xmlns:a16="http://schemas.microsoft.com/office/drawing/2014/main" id="{C9E9A7CA-EE9C-4648-8016-1852440461F5}"/>
              </a:ext>
            </a:extLst>
          </p:cNvPr>
          <p:cNvSpPr>
            <a:spLocks noGrp="1"/>
          </p:cNvSpPr>
          <p:nvPr>
            <p:ph type="pic" sz="quarter" idx="13"/>
          </p:nvPr>
        </p:nvSpPr>
        <p:spPr>
          <a:xfrm>
            <a:off x="325438" y="326697"/>
            <a:ext cx="1636712" cy="3475163"/>
          </a:xfrm>
        </p:spPr>
        <p:txBody>
          <a:bodyPr/>
          <a:lstStyle/>
          <a:p>
            <a:endParaRPr lang="en-US" dirty="0"/>
          </a:p>
        </p:txBody>
      </p:sp>
      <p:sp>
        <p:nvSpPr>
          <p:cNvPr id="26" name="Picture Placeholder 25">
            <a:extLst>
              <a:ext uri="{FF2B5EF4-FFF2-40B4-BE49-F238E27FC236}">
                <a16:creationId xmlns:a16="http://schemas.microsoft.com/office/drawing/2014/main" id="{F4561B6B-E204-4CF0-AD12-ED21B3940F53}"/>
              </a:ext>
            </a:extLst>
          </p:cNvPr>
          <p:cNvSpPr>
            <a:spLocks noGrp="1"/>
          </p:cNvSpPr>
          <p:nvPr>
            <p:ph type="pic" sz="quarter" idx="15"/>
          </p:nvPr>
        </p:nvSpPr>
        <p:spPr>
          <a:xfrm>
            <a:off x="2709863" y="329773"/>
            <a:ext cx="1614487" cy="1394251"/>
          </a:xfrm>
        </p:spPr>
        <p:txBody>
          <a:bodyPr/>
          <a:lstStyle/>
          <a:p>
            <a:endParaRPr lang="en-US" dirty="0"/>
          </a:p>
        </p:txBody>
      </p:sp>
      <p:sp>
        <p:nvSpPr>
          <p:cNvPr id="24" name="Picture Placeholder 23">
            <a:extLst>
              <a:ext uri="{FF2B5EF4-FFF2-40B4-BE49-F238E27FC236}">
                <a16:creationId xmlns:a16="http://schemas.microsoft.com/office/drawing/2014/main" id="{B3BE441E-0CE9-4C44-8783-3A04F5929F10}"/>
              </a:ext>
            </a:extLst>
          </p:cNvPr>
          <p:cNvSpPr>
            <a:spLocks noGrp="1"/>
          </p:cNvSpPr>
          <p:nvPr>
            <p:ph type="pic" sz="quarter" idx="14"/>
          </p:nvPr>
        </p:nvSpPr>
        <p:spPr>
          <a:xfrm>
            <a:off x="2697163" y="2384425"/>
            <a:ext cx="1628775" cy="1423988"/>
          </a:xfrm>
        </p:spPr>
        <p:txBody>
          <a:bodyPr/>
          <a:lstStyle/>
          <a:p>
            <a:endParaRPr lang="en-US" dirty="0"/>
          </a:p>
        </p:txBody>
      </p:sp>
      <p:sp>
        <p:nvSpPr>
          <p:cNvPr id="28" name="Picture Placeholder 27">
            <a:extLst>
              <a:ext uri="{FF2B5EF4-FFF2-40B4-BE49-F238E27FC236}">
                <a16:creationId xmlns:a16="http://schemas.microsoft.com/office/drawing/2014/main" id="{FBAA901D-39FD-416F-B2B4-F2651AB79185}"/>
              </a:ext>
            </a:extLst>
          </p:cNvPr>
          <p:cNvSpPr>
            <a:spLocks noGrp="1"/>
          </p:cNvSpPr>
          <p:nvPr>
            <p:ph type="pic" sz="quarter" idx="16"/>
          </p:nvPr>
        </p:nvSpPr>
        <p:spPr>
          <a:xfrm>
            <a:off x="325438" y="4527550"/>
            <a:ext cx="3998912" cy="2000250"/>
          </a:xfrm>
        </p:spPr>
        <p:txBody>
          <a:bodyPr/>
          <a:lstStyle/>
          <a:p>
            <a:endParaRPr lang="en-US" dirty="0"/>
          </a:p>
        </p:txBody>
      </p:sp>
      <p:sp>
        <p:nvSpPr>
          <p:cNvPr id="19" name="Footer Placeholder 18">
            <a:extLst>
              <a:ext uri="{FF2B5EF4-FFF2-40B4-BE49-F238E27FC236}">
                <a16:creationId xmlns:a16="http://schemas.microsoft.com/office/drawing/2014/main" id="{4C182815-90D1-446C-BC70-6AB00BED68ED}"/>
              </a:ext>
            </a:extLst>
          </p:cNvPr>
          <p:cNvSpPr txBox="1">
            <a:spLocks/>
          </p:cNvSpPr>
          <p:nvPr userDrawn="1"/>
        </p:nvSpPr>
        <p:spPr>
          <a:xfrm>
            <a:off x="5077003" y="6367925"/>
            <a:ext cx="4480560" cy="22860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dirty="0">
                <a:solidFill>
                  <a:srgbClr val="FFFFFF"/>
                </a:solidFill>
              </a:rPr>
              <a:t>Sample Footer Text</a:t>
            </a:r>
          </a:p>
        </p:txBody>
      </p:sp>
      <p:sp>
        <p:nvSpPr>
          <p:cNvPr id="20" name="Slide Number Placeholder 5">
            <a:extLst>
              <a:ext uri="{FF2B5EF4-FFF2-40B4-BE49-F238E27FC236}">
                <a16:creationId xmlns:a16="http://schemas.microsoft.com/office/drawing/2014/main" id="{69BDEE55-B4D3-4542-BF01-F05A2C1FB7D6}"/>
              </a:ext>
            </a:extLst>
          </p:cNvPr>
          <p:cNvSpPr txBox="1">
            <a:spLocks/>
          </p:cNvSpPr>
          <p:nvPr userDrawn="1"/>
        </p:nvSpPr>
        <p:spPr>
          <a:xfrm>
            <a:off x="9793460" y="6367925"/>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02201697"/>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5973E97-A796-4836-82F6-8A280A57BA6B}"/>
              </a:ext>
            </a:extLst>
          </p:cNvPr>
          <p:cNvSpPr/>
          <p:nvPr userDrawn="1"/>
        </p:nvSpPr>
        <p:spPr>
          <a:xfrm>
            <a:off x="5660112" y="0"/>
            <a:ext cx="6528839"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EC0DAEE-CCDB-4627-925B-879F83B1F308}"/>
              </a:ext>
            </a:extLst>
          </p:cNvPr>
          <p:cNvSpPr>
            <a:spLocks noGrp="1"/>
          </p:cNvSpPr>
          <p:nvPr>
            <p:ph type="title"/>
          </p:nvPr>
        </p:nvSpPr>
        <p:spPr>
          <a:xfrm>
            <a:off x="6374166" y="610485"/>
            <a:ext cx="5103661" cy="1371600"/>
          </a:xfrm>
        </p:spPr>
        <p:txBody>
          <a:bodyPr>
            <a:normAutofit/>
          </a:bodyPr>
          <a:lstStyle>
            <a:lvl1pPr>
              <a:defRPr sz="4800">
                <a:solidFill>
                  <a:schemeClr val="bg1"/>
                </a:solidFill>
              </a:defRPr>
            </a:lvl1pPr>
          </a:lstStyle>
          <a:p>
            <a:r>
              <a:rPr lang="en-US" dirty="0"/>
              <a:t>Click to edit</a:t>
            </a:r>
          </a:p>
        </p:txBody>
      </p:sp>
      <p:sp>
        <p:nvSpPr>
          <p:cNvPr id="7" name="Rectangle 6">
            <a:extLst>
              <a:ext uri="{FF2B5EF4-FFF2-40B4-BE49-F238E27FC236}">
                <a16:creationId xmlns:a16="http://schemas.microsoft.com/office/drawing/2014/main" id="{3B9F23A9-0519-4A39-A9F9-F965C17D58A0}"/>
              </a:ext>
            </a:extLst>
          </p:cNvPr>
          <p:cNvSpPr/>
          <p:nvPr userDrawn="1"/>
        </p:nvSpPr>
        <p:spPr>
          <a:xfrm>
            <a:off x="5981848" y="320040"/>
            <a:ext cx="5888736" cy="6217920"/>
          </a:xfrm>
          <a:prstGeom prst="rect">
            <a:avLst/>
          </a:prstGeom>
          <a:noFill/>
          <a:ln w="6350" cap="sq" cmpd="sng" algn="ctr">
            <a:solidFill>
              <a:schemeClr val="bg1"/>
            </a:solidFill>
            <a:prstDash val="solid"/>
            <a:miter lim="800000"/>
          </a:ln>
          <a:effectLst>
            <a:softEdge rad="0"/>
          </a:effectLst>
        </p:spPr>
      </p:sp>
      <p:sp>
        <p:nvSpPr>
          <p:cNvPr id="9" name="Date Placeholder 6">
            <a:extLst>
              <a:ext uri="{FF2B5EF4-FFF2-40B4-BE49-F238E27FC236}">
                <a16:creationId xmlns:a16="http://schemas.microsoft.com/office/drawing/2014/main" id="{F3EB17D9-2389-4D1F-AC98-7CC3F79840B2}"/>
              </a:ext>
            </a:extLst>
          </p:cNvPr>
          <p:cNvSpPr txBox="1">
            <a:spLocks/>
          </p:cNvSpPr>
          <p:nvPr userDrawn="1"/>
        </p:nvSpPr>
        <p:spPr>
          <a:xfrm>
            <a:off x="7554616" y="383781"/>
            <a:ext cx="2743200"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dirty="0">
                <a:solidFill>
                  <a:schemeClr val="bg1"/>
                </a:solidFill>
              </a:rPr>
              <a:t>20XX</a:t>
            </a:r>
          </a:p>
        </p:txBody>
      </p:sp>
      <p:sp>
        <p:nvSpPr>
          <p:cNvPr id="11" name="Footer Placeholder 7">
            <a:extLst>
              <a:ext uri="{FF2B5EF4-FFF2-40B4-BE49-F238E27FC236}">
                <a16:creationId xmlns:a16="http://schemas.microsoft.com/office/drawing/2014/main" id="{40E55EFF-7AC0-4ACD-B826-CA1E384CCF4C}"/>
              </a:ext>
            </a:extLst>
          </p:cNvPr>
          <p:cNvSpPr txBox="1">
            <a:spLocks/>
          </p:cNvSpPr>
          <p:nvPr userDrawn="1"/>
        </p:nvSpPr>
        <p:spPr>
          <a:xfrm>
            <a:off x="6303580" y="6214535"/>
            <a:ext cx="4696948" cy="256032"/>
          </a:xfrm>
          <a:prstGeom prst="rect">
            <a:avLst/>
          </a:prstGeom>
        </p:spPr>
        <p:txBody>
          <a:bodyPr vert="horz" lIns="91440" tIns="45720" rIns="91440" bIns="45720" rtlCol="0" anchor="b"/>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solidFill>
                  <a:schemeClr val="bg1"/>
                </a:solidFill>
              </a:rPr>
              <a:t>Sample Footer Text</a:t>
            </a:r>
          </a:p>
        </p:txBody>
      </p:sp>
      <p:sp>
        <p:nvSpPr>
          <p:cNvPr id="12" name="Slide Number Placeholder 8">
            <a:extLst>
              <a:ext uri="{FF2B5EF4-FFF2-40B4-BE49-F238E27FC236}">
                <a16:creationId xmlns:a16="http://schemas.microsoft.com/office/drawing/2014/main" id="{C6C2D606-DD47-4DA7-AF9B-9A8E401BCAFF}"/>
              </a:ext>
            </a:extLst>
          </p:cNvPr>
          <p:cNvSpPr txBox="1">
            <a:spLocks/>
          </p:cNvSpPr>
          <p:nvPr userDrawn="1"/>
        </p:nvSpPr>
        <p:spPr>
          <a:xfrm>
            <a:off x="11104451" y="6214535"/>
            <a:ext cx="605266" cy="256032"/>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34B7E4EF-A1BD-40F4-AB7B-04F084DD991D}" type="slidenum">
              <a:rPr lang="en-US" smtClean="0">
                <a:solidFill>
                  <a:schemeClr val="bg1"/>
                </a:solidFill>
              </a:rPr>
              <a:pPr/>
              <a:t>‹#›</a:t>
            </a:fld>
            <a:endParaRPr lang="en-US" dirty="0">
              <a:solidFill>
                <a:schemeClr val="bg1"/>
              </a:solidFill>
            </a:endParaRPr>
          </a:p>
        </p:txBody>
      </p:sp>
      <p:sp>
        <p:nvSpPr>
          <p:cNvPr id="15" name="Picture Placeholder 14">
            <a:extLst>
              <a:ext uri="{FF2B5EF4-FFF2-40B4-BE49-F238E27FC236}">
                <a16:creationId xmlns:a16="http://schemas.microsoft.com/office/drawing/2014/main" id="{6623DC60-EE1A-4367-A357-5F11D942252B}"/>
              </a:ext>
            </a:extLst>
          </p:cNvPr>
          <p:cNvSpPr>
            <a:spLocks noGrp="1"/>
          </p:cNvSpPr>
          <p:nvPr>
            <p:ph type="pic" sz="quarter" idx="10"/>
          </p:nvPr>
        </p:nvSpPr>
        <p:spPr>
          <a:xfrm>
            <a:off x="0" y="0"/>
            <a:ext cx="5659438" cy="6858000"/>
          </a:xfrm>
        </p:spPr>
        <p:txBody>
          <a:bodyPr/>
          <a:lstStyle/>
          <a:p>
            <a:endParaRPr lang="en-US" dirty="0"/>
          </a:p>
        </p:txBody>
      </p:sp>
      <p:sp>
        <p:nvSpPr>
          <p:cNvPr id="5" name="Content Placeholder 4">
            <a:extLst>
              <a:ext uri="{FF2B5EF4-FFF2-40B4-BE49-F238E27FC236}">
                <a16:creationId xmlns:a16="http://schemas.microsoft.com/office/drawing/2014/main" id="{7095E6F1-8633-46DB-A612-89A5079F7EF4}"/>
              </a:ext>
            </a:extLst>
          </p:cNvPr>
          <p:cNvSpPr>
            <a:spLocks noGrp="1"/>
          </p:cNvSpPr>
          <p:nvPr>
            <p:ph sz="quarter" idx="11"/>
          </p:nvPr>
        </p:nvSpPr>
        <p:spPr>
          <a:xfrm>
            <a:off x="6372625" y="2108844"/>
            <a:ext cx="5103812" cy="3790950"/>
          </a:xfrm>
        </p:spPr>
        <p:txBody>
          <a:bodyP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771211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24342A2-B2E9-4AE9-9AFD-C5F77777E326}"/>
              </a:ext>
              <a:ext uri="{C183D7F6-B498-43B3-948B-1728B52AA6E4}">
                <adec:decorative xmlns:adec="http://schemas.microsoft.com/office/drawing/2017/decorative" val="1"/>
              </a:ext>
            </a:extLst>
          </p:cNvPr>
          <p:cNvSpPr/>
          <p:nvPr userDrawn="1"/>
        </p:nvSpPr>
        <p:spPr>
          <a:xfrm>
            <a:off x="453190" y="457200"/>
            <a:ext cx="11281609" cy="5943603"/>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9" name="Rectangle 18">
            <a:extLst>
              <a:ext uri="{FF2B5EF4-FFF2-40B4-BE49-F238E27FC236}">
                <a16:creationId xmlns:a16="http://schemas.microsoft.com/office/drawing/2014/main" id="{C086CEFC-AE66-4E11-8B5A-880177E1278E}"/>
              </a:ext>
              <a:ext uri="{C183D7F6-B498-43B3-948B-1728B52AA6E4}">
                <adec:decorative xmlns:adec="http://schemas.microsoft.com/office/drawing/2017/decorative" val="1"/>
              </a:ext>
            </a:extLst>
          </p:cNvPr>
          <p:cNvSpPr/>
          <p:nvPr userDrawn="1"/>
        </p:nvSpPr>
        <p:spPr>
          <a:xfrm>
            <a:off x="616737" y="621793"/>
            <a:ext cx="6651809" cy="5614416"/>
          </a:xfrm>
          <a:prstGeom prst="rect">
            <a:avLst/>
          </a:prstGeom>
          <a:solidFill>
            <a:schemeClr val="tx1">
              <a:lumMod val="75000"/>
              <a:lumOff val="25000"/>
            </a:schemeClr>
          </a:solidFill>
          <a:ln w="6350" cap="sq" cmpd="sng" algn="ctr">
            <a:noFill/>
            <a:prstDash val="solid"/>
            <a:miter lim="800000"/>
          </a:ln>
          <a:effectLst/>
        </p:spPr>
      </p:sp>
      <p:sp>
        <p:nvSpPr>
          <p:cNvPr id="2" name="Title 1">
            <a:extLst>
              <a:ext uri="{FF2B5EF4-FFF2-40B4-BE49-F238E27FC236}">
                <a16:creationId xmlns:a16="http://schemas.microsoft.com/office/drawing/2014/main" id="{41DABDA3-AA10-4304-B3C8-D5B655DE3421}"/>
              </a:ext>
            </a:extLst>
          </p:cNvPr>
          <p:cNvSpPr>
            <a:spLocks noGrp="1"/>
          </p:cNvSpPr>
          <p:nvPr>
            <p:ph type="title"/>
          </p:nvPr>
        </p:nvSpPr>
        <p:spPr>
          <a:xfrm>
            <a:off x="1078158" y="2100942"/>
            <a:ext cx="5716339" cy="2290607"/>
          </a:xfrm>
        </p:spPr>
        <p:txBody>
          <a:bodyPr anchor="b"/>
          <a:lstStyle>
            <a:lvl1pPr algn="ctr">
              <a:defRPr>
                <a:solidFill>
                  <a:schemeClr val="bg1"/>
                </a:solidFill>
              </a:defRPr>
            </a:lvl1pPr>
          </a:lstStyle>
          <a:p>
            <a:r>
              <a:rPr lang="en-US" dirty="0"/>
              <a:t>Click to edit</a:t>
            </a:r>
          </a:p>
        </p:txBody>
      </p:sp>
      <p:sp>
        <p:nvSpPr>
          <p:cNvPr id="23" name="Rectangle 22">
            <a:extLst>
              <a:ext uri="{FF2B5EF4-FFF2-40B4-BE49-F238E27FC236}">
                <a16:creationId xmlns:a16="http://schemas.microsoft.com/office/drawing/2014/main" id="{6EB1E9D9-0DDD-4554-A021-4FE50439A138}"/>
              </a:ext>
              <a:ext uri="{C183D7F6-B498-43B3-948B-1728B52AA6E4}">
                <adec:decorative xmlns:adec="http://schemas.microsoft.com/office/drawing/2017/decorative" val="1"/>
              </a:ext>
            </a:extLst>
          </p:cNvPr>
          <p:cNvSpPr/>
          <p:nvPr userDrawn="1"/>
        </p:nvSpPr>
        <p:spPr>
          <a:xfrm>
            <a:off x="3023061" y="446824"/>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Date Placeholder 17">
            <a:extLst>
              <a:ext uri="{FF2B5EF4-FFF2-40B4-BE49-F238E27FC236}">
                <a16:creationId xmlns:a16="http://schemas.microsoft.com/office/drawing/2014/main" id="{3B5075EC-8E09-4BB4-8C8F-6177ECD95A83}"/>
              </a:ext>
            </a:extLst>
          </p:cNvPr>
          <p:cNvSpPr>
            <a:spLocks noGrp="1"/>
          </p:cNvSpPr>
          <p:nvPr>
            <p:ph type="dt" sz="half" idx="10"/>
          </p:nvPr>
        </p:nvSpPr>
        <p:spPr>
          <a:xfrm>
            <a:off x="3205941" y="493108"/>
            <a:ext cx="1554480" cy="527213"/>
          </a:xfrm>
        </p:spPr>
        <p:txBody>
          <a:bodyPr/>
          <a:lstStyle>
            <a:lvl1pPr>
              <a:defRPr baseline="0">
                <a:solidFill>
                  <a:schemeClr val="bg1"/>
                </a:solidFill>
              </a:defRPr>
            </a:lvl1pPr>
          </a:lstStyle>
          <a:p>
            <a:pPr algn="ctr" defTabSz="914400">
              <a:defRPr/>
            </a:pPr>
            <a:r>
              <a:rPr lang="en-US" sz="1300"/>
              <a:t>20XX</a:t>
            </a:r>
            <a:endParaRPr lang="en-US" sz="1300" dirty="0"/>
          </a:p>
        </p:txBody>
      </p:sp>
      <p:sp>
        <p:nvSpPr>
          <p:cNvPr id="5" name="Text Placeholder 4">
            <a:extLst>
              <a:ext uri="{FF2B5EF4-FFF2-40B4-BE49-F238E27FC236}">
                <a16:creationId xmlns:a16="http://schemas.microsoft.com/office/drawing/2014/main" id="{B8A8819A-9552-4858-92F8-FB441C3A45A5}"/>
              </a:ext>
            </a:extLst>
          </p:cNvPr>
          <p:cNvSpPr>
            <a:spLocks noGrp="1"/>
          </p:cNvSpPr>
          <p:nvPr>
            <p:ph type="body" sz="quarter" idx="15"/>
          </p:nvPr>
        </p:nvSpPr>
        <p:spPr>
          <a:xfrm>
            <a:off x="1078157" y="4698173"/>
            <a:ext cx="5716339" cy="658674"/>
          </a:xfrm>
        </p:spPr>
        <p:txBody>
          <a:bodyPr>
            <a:normAutofit/>
          </a:bodyPr>
          <a:lstStyle>
            <a:lvl1pPr marL="0" indent="0" algn="ctr">
              <a:buNone/>
              <a:defRPr lang="en-US" sz="2000" kern="1200" dirty="0" smtClean="0">
                <a:solidFill>
                  <a:schemeClr val="bg1"/>
                </a:solidFill>
                <a:latin typeface="+mn-lt"/>
                <a:ea typeface="+mn-ea"/>
                <a:cs typeface="+mn-cs"/>
              </a:defRPr>
            </a:lvl1pPr>
            <a:lvl2pPr marL="274320" indent="0">
              <a:buNone/>
              <a:defRPr/>
            </a:lvl2pPr>
          </a:lstStyle>
          <a:p>
            <a:pPr lvl="0"/>
            <a:r>
              <a:rPr lang="en-US" dirty="0"/>
              <a:t>Click to edit Master text styles</a:t>
            </a:r>
          </a:p>
        </p:txBody>
      </p:sp>
      <p:sp>
        <p:nvSpPr>
          <p:cNvPr id="16" name="Footer Placeholder 18">
            <a:extLst>
              <a:ext uri="{FF2B5EF4-FFF2-40B4-BE49-F238E27FC236}">
                <a16:creationId xmlns:a16="http://schemas.microsoft.com/office/drawing/2014/main" id="{D2BAF328-75D1-490D-BF37-96EE6C0843E2}"/>
              </a:ext>
            </a:extLst>
          </p:cNvPr>
          <p:cNvSpPr txBox="1">
            <a:spLocks/>
          </p:cNvSpPr>
          <p:nvPr userDrawn="1"/>
        </p:nvSpPr>
        <p:spPr>
          <a:xfrm>
            <a:off x="1243632" y="5641118"/>
            <a:ext cx="5068569" cy="310819"/>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914400">
              <a:defRPr/>
            </a:pPr>
            <a:r>
              <a:rPr lang="en-US" dirty="0">
                <a:solidFill>
                  <a:schemeClr val="bg1"/>
                </a:solidFill>
              </a:rPr>
              <a:t>Sample Footer Text</a:t>
            </a:r>
          </a:p>
        </p:txBody>
      </p:sp>
      <p:sp>
        <p:nvSpPr>
          <p:cNvPr id="22" name="Picture Placeholder 21">
            <a:extLst>
              <a:ext uri="{FF2B5EF4-FFF2-40B4-BE49-F238E27FC236}">
                <a16:creationId xmlns:a16="http://schemas.microsoft.com/office/drawing/2014/main" id="{27D11998-188A-4F5B-9931-8BA54D2802A5}"/>
              </a:ext>
            </a:extLst>
          </p:cNvPr>
          <p:cNvSpPr>
            <a:spLocks noGrp="1"/>
          </p:cNvSpPr>
          <p:nvPr>
            <p:ph type="pic" sz="quarter" idx="13"/>
          </p:nvPr>
        </p:nvSpPr>
        <p:spPr>
          <a:xfrm>
            <a:off x="7419974" y="621784"/>
            <a:ext cx="1989495" cy="2843222"/>
          </a:xfrm>
        </p:spPr>
        <p:txBody>
          <a:bodyPr/>
          <a:lstStyle/>
          <a:p>
            <a:endParaRPr lang="en-US" dirty="0"/>
          </a:p>
        </p:txBody>
      </p:sp>
      <p:sp>
        <p:nvSpPr>
          <p:cNvPr id="37" name="Picture Placeholder 21">
            <a:extLst>
              <a:ext uri="{FF2B5EF4-FFF2-40B4-BE49-F238E27FC236}">
                <a16:creationId xmlns:a16="http://schemas.microsoft.com/office/drawing/2014/main" id="{F268C43A-0DA4-4ECC-A368-08AB69EDAE79}"/>
              </a:ext>
            </a:extLst>
          </p:cNvPr>
          <p:cNvSpPr>
            <a:spLocks noGrp="1"/>
          </p:cNvSpPr>
          <p:nvPr>
            <p:ph type="pic" sz="quarter" idx="16"/>
          </p:nvPr>
        </p:nvSpPr>
        <p:spPr>
          <a:xfrm>
            <a:off x="9570334" y="627380"/>
            <a:ext cx="1980056" cy="2837626"/>
          </a:xfrm>
        </p:spPr>
        <p:txBody>
          <a:bodyPr/>
          <a:lstStyle/>
          <a:p>
            <a:endParaRPr lang="en-US" dirty="0"/>
          </a:p>
        </p:txBody>
      </p:sp>
      <p:sp>
        <p:nvSpPr>
          <p:cNvPr id="24" name="Picture Placeholder 23">
            <a:extLst>
              <a:ext uri="{FF2B5EF4-FFF2-40B4-BE49-F238E27FC236}">
                <a16:creationId xmlns:a16="http://schemas.microsoft.com/office/drawing/2014/main" id="{60F109E5-BC65-4431-A2E5-4A145EC7B38A}"/>
              </a:ext>
            </a:extLst>
          </p:cNvPr>
          <p:cNvSpPr>
            <a:spLocks noGrp="1"/>
          </p:cNvSpPr>
          <p:nvPr>
            <p:ph type="pic" sz="quarter" idx="14"/>
          </p:nvPr>
        </p:nvSpPr>
        <p:spPr>
          <a:xfrm>
            <a:off x="7432093" y="3636193"/>
            <a:ext cx="4123320" cy="2594427"/>
          </a:xfrm>
        </p:spPr>
        <p:txBody>
          <a:bodyPr/>
          <a:lstStyle/>
          <a:p>
            <a:endParaRPr lang="en-US" dirty="0"/>
          </a:p>
        </p:txBody>
      </p:sp>
      <p:grpSp>
        <p:nvGrpSpPr>
          <p:cNvPr id="3" name="Group 2">
            <a:extLst>
              <a:ext uri="{FF2B5EF4-FFF2-40B4-BE49-F238E27FC236}">
                <a16:creationId xmlns:a16="http://schemas.microsoft.com/office/drawing/2014/main" id="{57F02ED2-9B1A-40C8-A5F7-4473CAA3C0B2}"/>
              </a:ext>
              <a:ext uri="{C183D7F6-B498-43B3-948B-1728B52AA6E4}">
                <adec:decorative xmlns:adec="http://schemas.microsoft.com/office/drawing/2017/decorative" val="1"/>
              </a:ext>
            </a:extLst>
          </p:cNvPr>
          <p:cNvGrpSpPr/>
          <p:nvPr userDrawn="1"/>
        </p:nvGrpSpPr>
        <p:grpSpPr>
          <a:xfrm>
            <a:off x="3137361" y="446823"/>
            <a:ext cx="1691640" cy="645295"/>
            <a:chOff x="3137361" y="446823"/>
            <a:chExt cx="1691640" cy="645295"/>
          </a:xfrm>
        </p:grpSpPr>
        <p:cxnSp>
          <p:nvCxnSpPr>
            <p:cNvPr id="25" name="Straight Connector 24">
              <a:extLst>
                <a:ext uri="{FF2B5EF4-FFF2-40B4-BE49-F238E27FC236}">
                  <a16:creationId xmlns:a16="http://schemas.microsoft.com/office/drawing/2014/main" id="{ED8AC6A1-19DE-4EAE-91E5-A9E82CEA38BC}"/>
                </a:ext>
                <a:ext uri="{C183D7F6-B498-43B3-948B-1728B52AA6E4}">
                  <adec:decorative xmlns:adec="http://schemas.microsoft.com/office/drawing/2017/decorative" val="1"/>
                </a:ext>
              </a:extLst>
            </p:cNvPr>
            <p:cNvCxnSpPr/>
            <p:nvPr userDrawn="1"/>
          </p:nvCxnSpPr>
          <p:spPr>
            <a:xfrm>
              <a:off x="313736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AC828E-AA99-4E2C-A30C-D8B9DFF16817}"/>
                </a:ext>
                <a:ext uri="{C183D7F6-B498-43B3-948B-1728B52AA6E4}">
                  <adec:decorative xmlns:adec="http://schemas.microsoft.com/office/drawing/2017/decorative" val="1"/>
                </a:ext>
              </a:extLst>
            </p:cNvPr>
            <p:cNvCxnSpPr/>
            <p:nvPr userDrawn="1"/>
          </p:nvCxnSpPr>
          <p:spPr>
            <a:xfrm>
              <a:off x="4829001" y="446823"/>
              <a:ext cx="0" cy="64008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62D63C1-826F-42FC-9EC1-0320620BB119}"/>
                </a:ext>
                <a:ext uri="{C183D7F6-B498-43B3-948B-1728B52AA6E4}">
                  <adec:decorative xmlns:adec="http://schemas.microsoft.com/office/drawing/2017/decorative" val="1"/>
                </a:ext>
              </a:extLst>
            </p:cNvPr>
            <p:cNvCxnSpPr/>
            <p:nvPr userDrawn="1"/>
          </p:nvCxnSpPr>
          <p:spPr>
            <a:xfrm>
              <a:off x="3137361" y="1092118"/>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18" name="Slide Number Placeholder 21">
            <a:extLst>
              <a:ext uri="{FF2B5EF4-FFF2-40B4-BE49-F238E27FC236}">
                <a16:creationId xmlns:a16="http://schemas.microsoft.com/office/drawing/2014/main" id="{5A2A2B37-48E8-4C00-91B4-63F0C7AAE23F}"/>
              </a:ext>
            </a:extLst>
          </p:cNvPr>
          <p:cNvSpPr txBox="1">
            <a:spLocks/>
          </p:cNvSpPr>
          <p:nvPr userDrawn="1"/>
        </p:nvSpPr>
        <p:spPr>
          <a:xfrm>
            <a:off x="9443794" y="6392314"/>
            <a:ext cx="2111881" cy="228600"/>
          </a:xfrm>
          <a:prstGeom prst="rect">
            <a:avLst/>
          </a:prstGeom>
        </p:spPr>
        <p:txBody>
          <a:bodyPr vert="horz" lIns="91440" tIns="45720" rIns="91440" bIns="45720" rtlCol="0" anchor="b"/>
          <a:lstStyle>
            <a:defPPr>
              <a:defRPr lang="en-US"/>
            </a:defPPr>
            <a:lvl1pPr marL="0" algn="r" defTabSz="457200" rtl="0" eaLnBrk="1" latinLnBrk="0" hangingPunct="1">
              <a:defRPr sz="1000" kern="1200">
                <a:solidFill>
                  <a:schemeClr val="tx1">
                    <a:lumMod val="75000"/>
                    <a:lumOff val="2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fld id="{70B1FE82-5036-4003-B709-0840DA750BBE}" type="slidenum">
              <a:rPr lang="en-US" smtClean="0">
                <a:solidFill>
                  <a:srgbClr val="FFFFFF"/>
                </a:solidFill>
                <a:effectLst>
                  <a:outerShdw blurRad="50800" dist="38100" dir="2700000" algn="tl" rotWithShape="0">
                    <a:prstClr val="black">
                      <a:alpha val="43000"/>
                    </a:prstClr>
                  </a:outerShdw>
                </a:effectLst>
              </a:rPr>
              <a:pPr defTabSz="914400">
                <a:defRPr/>
              </a:pPr>
              <a:t>‹#›</a:t>
            </a:fld>
            <a:endParaRPr lang="en-US" dirty="0">
              <a:solidFill>
                <a:srgbClr val="FFFFFF"/>
              </a:solidFill>
              <a:effectLst>
                <a:outerShdw blurRad="50800" dist="38100" dir="2700000" algn="tl" rotWithShape="0">
                  <a:prstClr val="black">
                    <a:alpha val="43000"/>
                  </a:prstClr>
                </a:outerShdw>
              </a:effectLst>
            </a:endParaRPr>
          </a:p>
        </p:txBody>
      </p:sp>
    </p:spTree>
    <p:extLst>
      <p:ext uri="{BB962C8B-B14F-4D97-AF65-F5344CB8AC3E}">
        <p14:creationId xmlns:p14="http://schemas.microsoft.com/office/powerpoint/2010/main" val="16126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ED0543DF-8CFA-4CBD-AF23-D059985D344D}"/>
              </a:ext>
            </a:extLst>
          </p:cNvPr>
          <p:cNvSpPr>
            <a:spLocks noGrp="1"/>
          </p:cNvSpPr>
          <p:nvPr>
            <p:ph type="pic" sz="quarter" idx="14"/>
          </p:nvPr>
        </p:nvSpPr>
        <p:spPr>
          <a:xfrm>
            <a:off x="0" y="0"/>
            <a:ext cx="12192000" cy="6858000"/>
          </a:xfrm>
          <a:custGeom>
            <a:avLst/>
            <a:gdLst>
              <a:gd name="connsiteX0" fmla="*/ 937329 w 12192000"/>
              <a:gd name="connsiteY0" fmla="*/ 941695 h 6858000"/>
              <a:gd name="connsiteX1" fmla="*/ 937329 w 12192000"/>
              <a:gd name="connsiteY1" fmla="*/ 5916305 h 6858000"/>
              <a:gd name="connsiteX2" fmla="*/ 6389856 w 12192000"/>
              <a:gd name="connsiteY2" fmla="*/ 5916305 h 6858000"/>
              <a:gd name="connsiteX3" fmla="*/ 6389856 w 12192000"/>
              <a:gd name="connsiteY3" fmla="*/ 94169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937329" y="941695"/>
                </a:moveTo>
                <a:lnTo>
                  <a:pt x="937329" y="5916305"/>
                </a:lnTo>
                <a:lnTo>
                  <a:pt x="6389856" y="5916305"/>
                </a:lnTo>
                <a:lnTo>
                  <a:pt x="6389856" y="941695"/>
                </a:lnTo>
                <a:close/>
                <a:moveTo>
                  <a:pt x="0" y="0"/>
                </a:moveTo>
                <a:lnTo>
                  <a:pt x="12192000" y="0"/>
                </a:lnTo>
                <a:lnTo>
                  <a:pt x="12192000" y="6858000"/>
                </a:lnTo>
                <a:lnTo>
                  <a:pt x="0" y="6858000"/>
                </a:lnTo>
                <a:close/>
              </a:path>
            </a:pathLst>
          </a:custGeom>
        </p:spPr>
        <p:txBody>
          <a:bodyPr wrap="square">
            <a:noAutofit/>
          </a:bodyPr>
          <a:lstStyle/>
          <a:p>
            <a:endParaRPr lang="en-US" dirty="0"/>
          </a:p>
        </p:txBody>
      </p:sp>
      <p:sp>
        <p:nvSpPr>
          <p:cNvPr id="21" name="Rectangle 20">
            <a:extLst>
              <a:ext uri="{FF2B5EF4-FFF2-40B4-BE49-F238E27FC236}">
                <a16:creationId xmlns:a16="http://schemas.microsoft.com/office/drawing/2014/main" id="{A61A2AD8-D5EA-48FD-B19E-788E4D9782BB}"/>
              </a:ext>
              <a:ext uri="{C183D7F6-B498-43B3-948B-1728B52AA6E4}">
                <adec:decorative xmlns:adec="http://schemas.microsoft.com/office/drawing/2017/decorative" val="1"/>
              </a:ext>
            </a:extLst>
          </p:cNvPr>
          <p:cNvSpPr/>
          <p:nvPr userDrawn="1"/>
        </p:nvSpPr>
        <p:spPr>
          <a:xfrm>
            <a:off x="937329" y="941695"/>
            <a:ext cx="5452527" cy="4974610"/>
          </a:xfrm>
          <a:prstGeom prst="rect">
            <a:avLst/>
          </a:prstGeom>
          <a:solidFill>
            <a:schemeClr val="tx1">
              <a:lumMod val="75000"/>
              <a:lumOff val="25000"/>
            </a:schemeClr>
          </a:solidFill>
          <a:ln w="6350" cap="sq" cmpd="sng" algn="ctr">
            <a:noFill/>
            <a:prstDash val="solid"/>
            <a:miter lim="800000"/>
          </a:ln>
          <a:effectLst/>
        </p:spPr>
      </p:sp>
      <p:sp>
        <p:nvSpPr>
          <p:cNvPr id="23" name="Rectangle 22">
            <a:extLst>
              <a:ext uri="{FF2B5EF4-FFF2-40B4-BE49-F238E27FC236}">
                <a16:creationId xmlns:a16="http://schemas.microsoft.com/office/drawing/2014/main" id="{0682D9D6-0C91-4BAA-B631-B4A597F6D49E}"/>
              </a:ext>
              <a:ext uri="{C183D7F6-B498-43B3-948B-1728B52AA6E4}">
                <adec:decorative xmlns:adec="http://schemas.microsoft.com/office/drawing/2017/decorative" val="1"/>
              </a:ext>
            </a:extLst>
          </p:cNvPr>
          <p:cNvSpPr/>
          <p:nvPr userDrawn="1"/>
        </p:nvSpPr>
        <p:spPr>
          <a:xfrm>
            <a:off x="1103272" y="1106424"/>
            <a:ext cx="5120640" cy="4645152"/>
          </a:xfrm>
          <a:prstGeom prst="rect">
            <a:avLst/>
          </a:prstGeom>
          <a:noFill/>
          <a:ln w="6350" cap="sq" cmpd="sng" algn="ctr">
            <a:solidFill>
              <a:schemeClr val="bg1"/>
            </a:solidFill>
            <a:prstDash val="solid"/>
            <a:miter lim="800000"/>
          </a:ln>
          <a:effectLst>
            <a:softEdge rad="0"/>
          </a:effectLst>
        </p:spPr>
      </p:sp>
      <p:sp>
        <p:nvSpPr>
          <p:cNvPr id="2" name="Title 1">
            <a:extLst>
              <a:ext uri="{FF2B5EF4-FFF2-40B4-BE49-F238E27FC236}">
                <a16:creationId xmlns:a16="http://schemas.microsoft.com/office/drawing/2014/main" id="{AF26F410-6A1D-427A-8C06-A0023004F50B}"/>
              </a:ext>
            </a:extLst>
          </p:cNvPr>
          <p:cNvSpPr>
            <a:spLocks noGrp="1"/>
          </p:cNvSpPr>
          <p:nvPr>
            <p:ph type="title"/>
          </p:nvPr>
        </p:nvSpPr>
        <p:spPr>
          <a:xfrm>
            <a:off x="1357950" y="2197853"/>
            <a:ext cx="4633415" cy="851219"/>
          </a:xfrm>
        </p:spPr>
        <p:txBody>
          <a:bodyPr/>
          <a:lstStyle>
            <a:lvl1pPr algn="ctr">
              <a:defRPr>
                <a:solidFill>
                  <a:schemeClr val="bg1"/>
                </a:solidFill>
              </a:defRPr>
            </a:lvl1pPr>
          </a:lstStyle>
          <a:p>
            <a:r>
              <a:rPr lang="en-US" dirty="0"/>
              <a:t>Click to edit</a:t>
            </a:r>
          </a:p>
        </p:txBody>
      </p:sp>
      <p:sp>
        <p:nvSpPr>
          <p:cNvPr id="25" name="Date Placeholder 7">
            <a:extLst>
              <a:ext uri="{FF2B5EF4-FFF2-40B4-BE49-F238E27FC236}">
                <a16:creationId xmlns:a16="http://schemas.microsoft.com/office/drawing/2014/main" id="{53A572F0-78E4-4979-BD85-E9F315B0C605}"/>
              </a:ext>
            </a:extLst>
          </p:cNvPr>
          <p:cNvSpPr>
            <a:spLocks noGrp="1"/>
          </p:cNvSpPr>
          <p:nvPr>
            <p:ph type="dt" sz="half" idx="10"/>
          </p:nvPr>
        </p:nvSpPr>
        <p:spPr>
          <a:xfrm>
            <a:off x="2291992" y="1162386"/>
            <a:ext cx="2743200" cy="256032"/>
          </a:xfrm>
        </p:spPr>
        <p:txBody>
          <a:bodyPr/>
          <a:lstStyle>
            <a:lvl1pPr>
              <a:defRPr>
                <a:solidFill>
                  <a:schemeClr val="bg1"/>
                </a:solidFill>
              </a:defRPr>
            </a:lvl1pPr>
          </a:lstStyle>
          <a:p>
            <a:pPr algn="ctr"/>
            <a:r>
              <a:rPr lang="en-US"/>
              <a:t>20XX</a:t>
            </a:r>
            <a:endParaRPr lang="en-US" dirty="0"/>
          </a:p>
        </p:txBody>
      </p:sp>
      <p:sp>
        <p:nvSpPr>
          <p:cNvPr id="4" name="Content Placeholder 3">
            <a:extLst>
              <a:ext uri="{FF2B5EF4-FFF2-40B4-BE49-F238E27FC236}">
                <a16:creationId xmlns:a16="http://schemas.microsoft.com/office/drawing/2014/main" id="{856F1164-CE64-4728-83B0-E5316C16DF29}"/>
              </a:ext>
            </a:extLst>
          </p:cNvPr>
          <p:cNvSpPr>
            <a:spLocks noGrp="1"/>
          </p:cNvSpPr>
          <p:nvPr>
            <p:ph sz="quarter" idx="16"/>
          </p:nvPr>
        </p:nvSpPr>
        <p:spPr>
          <a:xfrm>
            <a:off x="1357313" y="3308350"/>
            <a:ext cx="4633912" cy="2141632"/>
          </a:xfrm>
        </p:spPr>
        <p:txBody>
          <a:bodyPr/>
          <a:lstStyle>
            <a:lvl1pPr marL="0" indent="0" algn="ctr">
              <a:buNone/>
              <a:defRPr baseline="0">
                <a:solidFill>
                  <a:schemeClr val="bg1"/>
                </a:solidFill>
              </a:defRPr>
            </a:lvl1pPr>
            <a:lvl2pPr marL="274320" indent="0" algn="ctr">
              <a:buNone/>
              <a:defRPr baseline="0">
                <a:solidFill>
                  <a:schemeClr val="bg1"/>
                </a:solidFill>
              </a:defRPr>
            </a:lvl2pPr>
            <a:lvl3pPr marL="548640" indent="0">
              <a:buNone/>
              <a:defRPr>
                <a:solidFill>
                  <a:schemeClr val="bg1"/>
                </a:solidFill>
              </a:defRPr>
            </a:lvl3pPr>
            <a:lvl4pPr marL="822960" indent="0">
              <a:buNone/>
              <a:defRPr>
                <a:solidFill>
                  <a:schemeClr val="bg1"/>
                </a:solidFill>
              </a:defRPr>
            </a:lvl4pPr>
            <a:lvl5pPr marL="1097280" indent="0">
              <a:buNone/>
              <a:defRPr>
                <a:solidFill>
                  <a:schemeClr val="bg1"/>
                </a:solidFill>
              </a:defRPr>
            </a:lvl5pPr>
          </a:lstStyle>
          <a:p>
            <a:pPr lvl="0"/>
            <a:r>
              <a:rPr lang="en-US" dirty="0"/>
              <a:t>Click to edit Master text styles</a:t>
            </a:r>
          </a:p>
          <a:p>
            <a:pPr lvl="1"/>
            <a:endParaRPr lang="en-US" dirty="0"/>
          </a:p>
        </p:txBody>
      </p:sp>
      <p:sp>
        <p:nvSpPr>
          <p:cNvPr id="27" name="Footer Placeholder 8">
            <a:extLst>
              <a:ext uri="{FF2B5EF4-FFF2-40B4-BE49-F238E27FC236}">
                <a16:creationId xmlns:a16="http://schemas.microsoft.com/office/drawing/2014/main" id="{DEA4EBDD-4088-4396-BD3F-3AB4BEFB205C}"/>
              </a:ext>
            </a:extLst>
          </p:cNvPr>
          <p:cNvSpPr>
            <a:spLocks noGrp="1"/>
          </p:cNvSpPr>
          <p:nvPr>
            <p:ph type="ftr" sz="quarter" idx="11"/>
          </p:nvPr>
        </p:nvSpPr>
        <p:spPr>
          <a:xfrm>
            <a:off x="1357950" y="5472763"/>
            <a:ext cx="4636008" cy="256032"/>
          </a:xfrm>
        </p:spPr>
        <p:txBody>
          <a:bodyPr/>
          <a:lstStyle>
            <a:lvl1pPr algn="ctr">
              <a:defRPr>
                <a:solidFill>
                  <a:schemeClr val="bg1"/>
                </a:solidFill>
              </a:defRPr>
            </a:lvl1pPr>
          </a:lstStyle>
          <a:p>
            <a:r>
              <a:rPr lang="en-US" dirty="0"/>
              <a:t>Sample Footer Text</a:t>
            </a:r>
          </a:p>
        </p:txBody>
      </p:sp>
    </p:spTree>
    <p:extLst>
      <p:ext uri="{BB962C8B-B14F-4D97-AF65-F5344CB8AC3E}">
        <p14:creationId xmlns:p14="http://schemas.microsoft.com/office/powerpoint/2010/main" val="3848941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r>
              <a:rPr lang="en-US"/>
              <a:t>20XX</a:t>
            </a:r>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698904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7" name="Date Placeholder 6"/>
          <p:cNvSpPr>
            <a:spLocks noGrp="1"/>
          </p:cNvSpPr>
          <p:nvPr>
            <p:ph type="dt" sz="half" idx="10"/>
          </p:nvPr>
        </p:nvSpPr>
        <p:spPr/>
        <p:txBody>
          <a:bodyPr/>
          <a:lstStyle>
            <a:lvl1pPr>
              <a:defRPr/>
            </a:lvl1pPr>
          </a:lstStyle>
          <a:p>
            <a:r>
              <a:rPr lang="en-US"/>
              <a:t>20XX</a:t>
            </a:r>
            <a:endParaRPr lang="en-US" dirty="0"/>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056492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3053588"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69848" y="2792472"/>
            <a:ext cx="3053588"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69206" y="2074334"/>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69206" y="2792471"/>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A6D68D58-C9C7-41A5-9F66-57C5771B3920}"/>
              </a:ext>
            </a:extLst>
          </p:cNvPr>
          <p:cNvSpPr>
            <a:spLocks noGrp="1"/>
          </p:cNvSpPr>
          <p:nvPr>
            <p:ph type="body" sz="quarter" idx="13"/>
          </p:nvPr>
        </p:nvSpPr>
        <p:spPr>
          <a:xfrm>
            <a:off x="8068564" y="2073651"/>
            <a:ext cx="3053588"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5">
            <a:extLst>
              <a:ext uri="{FF2B5EF4-FFF2-40B4-BE49-F238E27FC236}">
                <a16:creationId xmlns:a16="http://schemas.microsoft.com/office/drawing/2014/main" id="{F3692324-6EEB-4C0A-BF90-7A27FBF6D7BD}"/>
              </a:ext>
            </a:extLst>
          </p:cNvPr>
          <p:cNvSpPr>
            <a:spLocks noGrp="1"/>
          </p:cNvSpPr>
          <p:nvPr>
            <p:ph sz="quarter" idx="14"/>
          </p:nvPr>
        </p:nvSpPr>
        <p:spPr>
          <a:xfrm>
            <a:off x="8068564" y="2791788"/>
            <a:ext cx="3053588"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7" name="Date Placeholder 6"/>
          <p:cNvSpPr>
            <a:spLocks noGrp="1"/>
          </p:cNvSpPr>
          <p:nvPr>
            <p:ph type="dt" sz="half" idx="10"/>
          </p:nvPr>
        </p:nvSpPr>
        <p:spPr/>
        <p:txBody>
          <a:bodyPr/>
          <a:lstStyle>
            <a:lvl1pPr>
              <a:defRPr/>
            </a:lvl1pPr>
          </a:lstStyle>
          <a:p>
            <a:r>
              <a:rPr lang="en-US"/>
              <a:t>20XX</a:t>
            </a:r>
            <a:endParaRPr lang="en-US" dirty="0"/>
          </a:p>
        </p:txBody>
      </p:sp>
      <p:sp>
        <p:nvSpPr>
          <p:cNvPr id="9" name="Slide Number Placeholder 8"/>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3472762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r>
              <a:rPr lang="en-US"/>
              <a:t>20XX</a:t>
            </a:r>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8384376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r>
              <a:rPr lang="en-US"/>
              <a:t>20XX</a:t>
            </a:r>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69217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r>
              <a:rPr lang="en-US"/>
              <a:t>20XX</a:t>
            </a:r>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r>
              <a:rPr lang="en-US"/>
              <a:t>Sample Footer Text</a:t>
            </a:r>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6418940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r>
              <a:rPr lang="en-US"/>
              <a:t>20XX</a:t>
            </a:r>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r>
              <a:rPr lang="en-US"/>
              <a:t>Sample Footer Text</a:t>
            </a:r>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294A09A9-5501-47C1-A89A-A340965A2BE2}"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16332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r>
              <a:rPr lang="en-US"/>
              <a:t>20XX</a:t>
            </a:r>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1000">
                <a:solidFill>
                  <a:schemeClr val="tx1">
                    <a:lumMod val="85000"/>
                    <a:lumOff val="1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294A09A9-5501-47C1-A89A-A340965A2BE2}" type="slidenum">
              <a:rPr lang="en-US" smtClean="0"/>
              <a:t>‹#›</a:t>
            </a:fld>
            <a:endParaRPr lang="en-US" dirty="0"/>
          </a:p>
        </p:txBody>
      </p:sp>
    </p:spTree>
    <p:extLst>
      <p:ext uri="{BB962C8B-B14F-4D97-AF65-F5344CB8AC3E}">
        <p14:creationId xmlns:p14="http://schemas.microsoft.com/office/powerpoint/2010/main" val="3441091781"/>
      </p:ext>
    </p:extLst>
  </p:cSld>
  <p:clrMap bg1="lt1" tx1="dk1" bg2="lt2" tx2="dk2" accent1="accent1" accent2="accent2" accent3="accent3" accent4="accent4" accent5="accent5" accent6="accent6" hlink="hlink" folHlink="folHlink"/>
  <p:sldLayoutIdLst>
    <p:sldLayoutId id="2147483659" r:id="rId1"/>
    <p:sldLayoutId id="2147483671" r:id="rId2"/>
    <p:sldLayoutId id="2147483660" r:id="rId3"/>
    <p:sldLayoutId id="2147483676" r:id="rId4"/>
    <p:sldLayoutId id="2147483673" r:id="rId5"/>
    <p:sldLayoutId id="2147483677" r:id="rId6"/>
    <p:sldLayoutId id="2147483672" r:id="rId7"/>
    <p:sldLayoutId id="2147483675" r:id="rId8"/>
    <p:sldLayoutId id="2147483678" r:id="rId9"/>
    <p:sldLayoutId id="2147483662" r:id="rId10"/>
    <p:sldLayoutId id="2147483663" r:id="rId11"/>
    <p:sldLayoutId id="2147483670" r:id="rId12"/>
    <p:sldLayoutId id="2147483664" r:id="rId13"/>
    <p:sldLayoutId id="2147483665" r:id="rId14"/>
    <p:sldLayoutId id="2147483666" r:id="rId15"/>
    <p:sldLayoutId id="2147483667" r:id="rId16"/>
  </p:sldLayoutIdLst>
  <p:hf hd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8.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4.xml"/><Relationship Id="rId5" Type="http://schemas.openxmlformats.org/officeDocument/2006/relationships/image" Target="../media/image12.jpe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6.xml"/><Relationship Id="rId5" Type="http://schemas.openxmlformats.org/officeDocument/2006/relationships/image" Target="../media/image16.jpeg"/><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629103" y="2244830"/>
            <a:ext cx="8933796" cy="2437232"/>
          </a:xfrm>
        </p:spPr>
        <p:txBody>
          <a:bodyPr>
            <a:normAutofit/>
          </a:bodyPr>
          <a:lstStyle/>
          <a:p>
            <a:r>
              <a:rPr lang="en-US" dirty="0"/>
              <a:t>Presentation title</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1629101" y="4682062"/>
            <a:ext cx="8936846" cy="457201"/>
          </a:xfrm>
        </p:spPr>
        <p:txBody>
          <a:bodyPr/>
          <a:lstStyle/>
          <a:p>
            <a:r>
              <a:rPr lang="en-US" dirty="0"/>
              <a:t>Presenter name</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64E38512-4E29-43C5-8F97-DD406447772B}"/>
              </a:ext>
            </a:extLst>
          </p:cNvPr>
          <p:cNvSpPr>
            <a:spLocks noGrp="1"/>
          </p:cNvSpPr>
          <p:nvPr>
            <p:ph type="title"/>
          </p:nvPr>
        </p:nvSpPr>
        <p:spPr>
          <a:xfrm>
            <a:off x="1243631" y="1621998"/>
            <a:ext cx="5068567" cy="1301390"/>
          </a:xfrm>
        </p:spPr>
        <p:txBody>
          <a:bodyPr/>
          <a:lstStyle/>
          <a:p>
            <a:r>
              <a:rPr lang="en-US" dirty="0"/>
              <a:t>Agenda</a:t>
            </a:r>
          </a:p>
        </p:txBody>
      </p:sp>
      <p:sp>
        <p:nvSpPr>
          <p:cNvPr id="41" name="Subtitle 40">
            <a:extLst>
              <a:ext uri="{FF2B5EF4-FFF2-40B4-BE49-F238E27FC236}">
                <a16:creationId xmlns:a16="http://schemas.microsoft.com/office/drawing/2014/main" id="{AB0FF8CA-EE35-46AC-9CFA-C5C91CBF5CAE}"/>
              </a:ext>
            </a:extLst>
          </p:cNvPr>
          <p:cNvSpPr>
            <a:spLocks noGrp="1"/>
          </p:cNvSpPr>
          <p:nvPr>
            <p:ph type="subTitle" idx="1"/>
          </p:nvPr>
        </p:nvSpPr>
        <p:spPr>
          <a:xfrm>
            <a:off x="1243633" y="3109652"/>
            <a:ext cx="5068567" cy="2395623"/>
          </a:xfrm>
        </p:spPr>
        <p:txBody>
          <a:bodyPr/>
          <a:lstStyle/>
          <a:p>
            <a:r>
              <a:rPr lang="en-US" dirty="0"/>
              <a:t>Topic one</a:t>
            </a:r>
          </a:p>
          <a:p>
            <a:r>
              <a:rPr lang="en-US" dirty="0"/>
              <a:t>Topic two</a:t>
            </a:r>
          </a:p>
          <a:p>
            <a:r>
              <a:rPr lang="en-US" dirty="0"/>
              <a:t>Topic three</a:t>
            </a:r>
          </a:p>
          <a:p>
            <a:r>
              <a:rPr lang="en-US" dirty="0"/>
              <a:t>Topic four</a:t>
            </a:r>
          </a:p>
        </p:txBody>
      </p:sp>
      <p:pic>
        <p:nvPicPr>
          <p:cNvPr id="45" name="Picture Placeholder 44" descr="A person in a kitchen">
            <a:extLst>
              <a:ext uri="{FF2B5EF4-FFF2-40B4-BE49-F238E27FC236}">
                <a16:creationId xmlns:a16="http://schemas.microsoft.com/office/drawing/2014/main" id="{4428BA9B-19E6-4088-91A6-FABAFF3E33BB}"/>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a:stretch/>
        </p:blipFill>
        <p:spPr>
          <a:xfrm>
            <a:off x="7556500" y="641350"/>
            <a:ext cx="3998913" cy="2626784"/>
          </a:xfrm>
        </p:spPr>
      </p:pic>
      <p:pic>
        <p:nvPicPr>
          <p:cNvPr id="47" name="Picture Placeholder 46" descr="A picture containing person, cutting, food, indoor">
            <a:extLst>
              <a:ext uri="{FF2B5EF4-FFF2-40B4-BE49-F238E27FC236}">
                <a16:creationId xmlns:a16="http://schemas.microsoft.com/office/drawing/2014/main" id="{4F49F736-D1F4-463D-A342-65258A30ADBD}"/>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a:stretch/>
        </p:blipFill>
        <p:spPr>
          <a:xfrm>
            <a:off x="7554913" y="3606263"/>
            <a:ext cx="4000500" cy="2608269"/>
          </a:xfrm>
        </p:spPr>
      </p:pic>
    </p:spTree>
    <p:extLst>
      <p:ext uri="{BB962C8B-B14F-4D97-AF65-F5344CB8AC3E}">
        <p14:creationId xmlns:p14="http://schemas.microsoft.com/office/powerpoint/2010/main" val="2130595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C802F-C74D-41A2-8127-19D4F8EE42F4}"/>
              </a:ext>
            </a:extLst>
          </p:cNvPr>
          <p:cNvSpPr>
            <a:spLocks noGrp="1"/>
          </p:cNvSpPr>
          <p:nvPr>
            <p:ph type="title"/>
          </p:nvPr>
        </p:nvSpPr>
        <p:spPr>
          <a:xfrm>
            <a:off x="6374166" y="610485"/>
            <a:ext cx="5103661" cy="1371600"/>
          </a:xfrm>
        </p:spPr>
        <p:txBody>
          <a:bodyPr/>
          <a:lstStyle/>
          <a:p>
            <a:r>
              <a:rPr lang="en-US" dirty="0"/>
              <a:t>Introduction</a:t>
            </a:r>
          </a:p>
        </p:txBody>
      </p:sp>
      <p:pic>
        <p:nvPicPr>
          <p:cNvPr id="11" name="Picture Placeholder 10" descr="A person standing in front of a display of pastries">
            <a:extLst>
              <a:ext uri="{FF2B5EF4-FFF2-40B4-BE49-F238E27FC236}">
                <a16:creationId xmlns:a16="http://schemas.microsoft.com/office/drawing/2014/main" id="{4D446641-3AA1-4C43-9E6B-09347E88B2F2}"/>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a:stretch/>
        </p:blipFill>
        <p:spPr>
          <a:xfrm>
            <a:off x="0" y="0"/>
            <a:ext cx="5659438" cy="6858000"/>
          </a:xfrm>
        </p:spPr>
      </p:pic>
      <p:sp>
        <p:nvSpPr>
          <p:cNvPr id="37" name="Content Placeholder 36">
            <a:extLst>
              <a:ext uri="{FF2B5EF4-FFF2-40B4-BE49-F238E27FC236}">
                <a16:creationId xmlns:a16="http://schemas.microsoft.com/office/drawing/2014/main" id="{E4A54726-4483-4264-B2EC-04C460B0BD95}"/>
              </a:ext>
            </a:extLst>
          </p:cNvPr>
          <p:cNvSpPr>
            <a:spLocks noGrp="1"/>
          </p:cNvSpPr>
          <p:nvPr>
            <p:ph sz="quarter" idx="11"/>
          </p:nvPr>
        </p:nvSpPr>
        <p:spPr>
          <a:xfrm>
            <a:off x="6372625" y="2108844"/>
            <a:ext cx="5103812" cy="3790950"/>
          </a:xfrm>
        </p:spPr>
        <p:txBody>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a:p>
            <a:endParaRPr lang="en-US" dirty="0"/>
          </a:p>
        </p:txBody>
      </p:sp>
    </p:spTree>
    <p:extLst>
      <p:ext uri="{BB962C8B-B14F-4D97-AF65-F5344CB8AC3E}">
        <p14:creationId xmlns:p14="http://schemas.microsoft.com/office/powerpoint/2010/main" val="520594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8B2E-905C-4BBD-86AE-0C95C1CEFE1D}"/>
              </a:ext>
            </a:extLst>
          </p:cNvPr>
          <p:cNvSpPr>
            <a:spLocks noGrp="1"/>
          </p:cNvSpPr>
          <p:nvPr>
            <p:ph type="title"/>
          </p:nvPr>
        </p:nvSpPr>
        <p:spPr>
          <a:xfrm>
            <a:off x="6033793" y="2735221"/>
            <a:ext cx="4775075" cy="851219"/>
          </a:xfrm>
        </p:spPr>
        <p:txBody>
          <a:bodyPr/>
          <a:lstStyle/>
          <a:p>
            <a:r>
              <a:rPr lang="en-US" dirty="0"/>
              <a:t>Topic one</a:t>
            </a:r>
          </a:p>
        </p:txBody>
      </p:sp>
      <p:sp>
        <p:nvSpPr>
          <p:cNvPr id="3" name="Subtitle 2">
            <a:extLst>
              <a:ext uri="{FF2B5EF4-FFF2-40B4-BE49-F238E27FC236}">
                <a16:creationId xmlns:a16="http://schemas.microsoft.com/office/drawing/2014/main" id="{7DB72A61-190D-4BDD-BA72-8E1256D51D68}"/>
              </a:ext>
            </a:extLst>
          </p:cNvPr>
          <p:cNvSpPr>
            <a:spLocks noGrp="1"/>
          </p:cNvSpPr>
          <p:nvPr>
            <p:ph type="subTitle" idx="1"/>
          </p:nvPr>
        </p:nvSpPr>
        <p:spPr>
          <a:xfrm>
            <a:off x="6033793" y="3995988"/>
            <a:ext cx="4775075" cy="559656"/>
          </a:xfrm>
        </p:spPr>
        <p:txBody>
          <a:bodyPr/>
          <a:lstStyle/>
          <a:p>
            <a:r>
              <a:rPr lang="en-US" dirty="0"/>
              <a:t>Subtitle</a:t>
            </a:r>
          </a:p>
        </p:txBody>
      </p:sp>
      <p:pic>
        <p:nvPicPr>
          <p:cNvPr id="10" name="Picture Placeholder 9" descr="A picture containing food, bread">
            <a:extLst>
              <a:ext uri="{FF2B5EF4-FFF2-40B4-BE49-F238E27FC236}">
                <a16:creationId xmlns:a16="http://schemas.microsoft.com/office/drawing/2014/main" id="{18F23310-A7EB-49C7-A934-B6B7B71D6F6B}"/>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p:spPr>
      </p:pic>
    </p:spTree>
    <p:extLst>
      <p:ext uri="{BB962C8B-B14F-4D97-AF65-F5344CB8AC3E}">
        <p14:creationId xmlns:p14="http://schemas.microsoft.com/office/powerpoint/2010/main" val="3580731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75DE-8A44-4EC5-83C6-95BDDF10DFD9}"/>
              </a:ext>
            </a:extLst>
          </p:cNvPr>
          <p:cNvSpPr>
            <a:spLocks noGrp="1"/>
          </p:cNvSpPr>
          <p:nvPr>
            <p:ph type="title"/>
          </p:nvPr>
        </p:nvSpPr>
        <p:spPr>
          <a:xfrm>
            <a:off x="1066800" y="642594"/>
            <a:ext cx="10058400" cy="1371600"/>
          </a:xfrm>
        </p:spPr>
        <p:txBody>
          <a:bodyPr/>
          <a:lstStyle/>
          <a:p>
            <a:r>
              <a:rPr lang="en-US" dirty="0"/>
              <a:t>Table</a:t>
            </a:r>
          </a:p>
        </p:txBody>
      </p:sp>
      <p:graphicFrame>
        <p:nvGraphicFramePr>
          <p:cNvPr id="4" name="Table 4">
            <a:extLst>
              <a:ext uri="{FF2B5EF4-FFF2-40B4-BE49-F238E27FC236}">
                <a16:creationId xmlns:a16="http://schemas.microsoft.com/office/drawing/2014/main" id="{403CD5FD-27C3-4342-BE41-F411CB8D6931}"/>
              </a:ext>
            </a:extLst>
          </p:cNvPr>
          <p:cNvGraphicFramePr>
            <a:graphicFrameLocks noGrp="1"/>
          </p:cNvGraphicFramePr>
          <p:nvPr>
            <p:ph idx="1"/>
            <p:extLst>
              <p:ext uri="{D42A27DB-BD31-4B8C-83A1-F6EECF244321}">
                <p14:modId xmlns:p14="http://schemas.microsoft.com/office/powerpoint/2010/main" val="668566602"/>
              </p:ext>
            </p:extLst>
          </p:nvPr>
        </p:nvGraphicFramePr>
        <p:xfrm>
          <a:off x="1066800" y="2103438"/>
          <a:ext cx="10058400" cy="3827280"/>
        </p:xfrm>
        <a:graphic>
          <a:graphicData uri="http://schemas.openxmlformats.org/drawingml/2006/table">
            <a:tbl>
              <a:tblPr firstRow="1">
                <a:tableStyleId>{5C22544A-7EE6-4342-B048-85BDC9FD1C3A}</a:tableStyleId>
              </a:tblPr>
              <a:tblGrid>
                <a:gridCol w="2011680">
                  <a:extLst>
                    <a:ext uri="{9D8B030D-6E8A-4147-A177-3AD203B41FA5}">
                      <a16:colId xmlns:a16="http://schemas.microsoft.com/office/drawing/2014/main" val="1689330750"/>
                    </a:ext>
                  </a:extLst>
                </a:gridCol>
                <a:gridCol w="2011680">
                  <a:extLst>
                    <a:ext uri="{9D8B030D-6E8A-4147-A177-3AD203B41FA5}">
                      <a16:colId xmlns:a16="http://schemas.microsoft.com/office/drawing/2014/main" val="2660631934"/>
                    </a:ext>
                  </a:extLst>
                </a:gridCol>
                <a:gridCol w="2011680">
                  <a:extLst>
                    <a:ext uri="{9D8B030D-6E8A-4147-A177-3AD203B41FA5}">
                      <a16:colId xmlns:a16="http://schemas.microsoft.com/office/drawing/2014/main" val="3909717689"/>
                    </a:ext>
                  </a:extLst>
                </a:gridCol>
                <a:gridCol w="2011680">
                  <a:extLst>
                    <a:ext uri="{9D8B030D-6E8A-4147-A177-3AD203B41FA5}">
                      <a16:colId xmlns:a16="http://schemas.microsoft.com/office/drawing/2014/main" val="1603189107"/>
                    </a:ext>
                  </a:extLst>
                </a:gridCol>
                <a:gridCol w="2011680">
                  <a:extLst>
                    <a:ext uri="{9D8B030D-6E8A-4147-A177-3AD203B41FA5}">
                      <a16:colId xmlns:a16="http://schemas.microsoft.com/office/drawing/2014/main" val="2755691855"/>
                    </a:ext>
                  </a:extLst>
                </a:gridCol>
              </a:tblGrid>
              <a:tr h="765456">
                <a:tc>
                  <a:txBody>
                    <a:bodyPr/>
                    <a:lstStyle/>
                    <a:p>
                      <a:pPr algn="ctr" rtl="0" fontAlgn="base"/>
                      <a:r>
                        <a:rPr lang="en-US" b="1" i="0" dirty="0">
                          <a:solidFill>
                            <a:schemeClr val="bg1"/>
                          </a:solidFill>
                          <a:effectLst/>
                          <a:latin typeface="+mj-lt"/>
                        </a:rPr>
                        <a:t>​</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ase"/>
                      <a:r>
                        <a:rPr lang="en-US" b="1" i="0" dirty="0">
                          <a:solidFill>
                            <a:schemeClr val="accent6"/>
                          </a:solidFill>
                          <a:effectLst/>
                          <a:latin typeface="+mj-lt"/>
                        </a:rPr>
                        <a:t>Category 1​</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ase"/>
                      <a:r>
                        <a:rPr lang="en-US" b="1" i="0" dirty="0">
                          <a:solidFill>
                            <a:schemeClr val="accent6"/>
                          </a:solidFill>
                          <a:effectLst/>
                          <a:latin typeface="+mj-lt"/>
                        </a:rPr>
                        <a:t>Category 2​</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ase"/>
                      <a:r>
                        <a:rPr lang="en-US" b="1" i="0" dirty="0">
                          <a:solidFill>
                            <a:schemeClr val="accent6"/>
                          </a:solidFill>
                          <a:effectLst/>
                          <a:latin typeface="+mj-lt"/>
                        </a:rPr>
                        <a:t>Category 3​</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rtl="0" fontAlgn="base"/>
                      <a:r>
                        <a:rPr lang="en-US" b="1" i="0" dirty="0">
                          <a:solidFill>
                            <a:schemeClr val="accent6"/>
                          </a:solidFill>
                          <a:effectLst/>
                          <a:latin typeface="+mj-lt"/>
                        </a:rPr>
                        <a:t>Category 4​</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79928716"/>
                  </a:ext>
                </a:extLst>
              </a:tr>
              <a:tr h="765456">
                <a:tc>
                  <a:txBody>
                    <a:bodyPr/>
                    <a:lstStyle/>
                    <a:p>
                      <a:pPr algn="ctr" rtl="0" fontAlgn="base"/>
                      <a:r>
                        <a:rPr lang="en-US" b="1" i="0" dirty="0">
                          <a:solidFill>
                            <a:schemeClr val="bg1"/>
                          </a:solidFill>
                          <a:effectLst/>
                          <a:latin typeface="+mj-lt"/>
                        </a:rPr>
                        <a:t>Item 1​</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rtl="0" fontAlgn="base"/>
                      <a:r>
                        <a:rPr lang="en-US" b="0" i="0" dirty="0">
                          <a:solidFill>
                            <a:srgbClr val="000000"/>
                          </a:solidFill>
                          <a:effectLst/>
                          <a:latin typeface="+mn-lt"/>
                        </a:rPr>
                        <a:t>4.5​</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2.3​</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1.7​</a:t>
                      </a: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5​</a:t>
                      </a:r>
                      <a:r>
                        <a:rPr lang="en-US" b="0" i="0" dirty="0">
                          <a:solidFill>
                            <a:schemeClr val="tx1"/>
                          </a:solidFill>
                          <a:effectLst/>
                          <a:latin typeface="+mn-lt"/>
                        </a:rPr>
                        <a:t>.0</a:t>
                      </a:r>
                      <a:endParaRPr lang="en-US" b="0" i="0" dirty="0">
                        <a:solidFill>
                          <a:srgbClr val="000000"/>
                        </a:solidFill>
                        <a:effectLst/>
                        <a:latin typeface="+mn-lt"/>
                      </a:endParaRPr>
                    </a:p>
                  </a:txBody>
                  <a:tcPr anchor="ctr">
                    <a:lnL w="12700" cmpd="sng">
                      <a:noFill/>
                    </a:lnL>
                    <a:lnR w="12700" cmpd="sng">
                      <a:noFill/>
                    </a:lnR>
                    <a:lnT w="381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0208656"/>
                  </a:ext>
                </a:extLst>
              </a:tr>
              <a:tr h="765456">
                <a:tc>
                  <a:txBody>
                    <a:bodyPr/>
                    <a:lstStyle/>
                    <a:p>
                      <a:pPr algn="ctr" rtl="0" fontAlgn="base"/>
                      <a:r>
                        <a:rPr lang="en-US" b="1" i="0" dirty="0">
                          <a:solidFill>
                            <a:schemeClr val="bg1"/>
                          </a:solidFill>
                          <a:effectLst/>
                          <a:latin typeface="+mj-lt"/>
                        </a:rPr>
                        <a:t>Item 2​</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rtl="0" fontAlgn="base"/>
                      <a:r>
                        <a:rPr lang="en-US" b="0" i="0" dirty="0">
                          <a:solidFill>
                            <a:srgbClr val="000000"/>
                          </a:solidFill>
                          <a:effectLst/>
                          <a:latin typeface="+mn-lt"/>
                        </a:rPr>
                        <a:t>3.2​</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5.1​</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4.4​</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3​</a:t>
                      </a:r>
                      <a:r>
                        <a:rPr lang="en-US" b="0" i="0" dirty="0">
                          <a:solidFill>
                            <a:schemeClr val="tx1"/>
                          </a:solidFill>
                          <a:effectLst/>
                          <a:latin typeface="+mn-lt"/>
                        </a:rPr>
                        <a:t>.0</a:t>
                      </a:r>
                      <a:endParaRPr lang="en-US" b="0" i="0" dirty="0">
                        <a:solidFill>
                          <a:srgbClr val="000000"/>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4243071"/>
                  </a:ext>
                </a:extLst>
              </a:tr>
              <a:tr h="765456">
                <a:tc>
                  <a:txBody>
                    <a:bodyPr/>
                    <a:lstStyle/>
                    <a:p>
                      <a:pPr algn="ctr" rtl="0" fontAlgn="base"/>
                      <a:r>
                        <a:rPr lang="en-US" b="1" i="0" dirty="0">
                          <a:solidFill>
                            <a:schemeClr val="bg1"/>
                          </a:solidFill>
                          <a:effectLst/>
                          <a:latin typeface="+mj-lt"/>
                        </a:rPr>
                        <a:t>Item 3​</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rtl="0" fontAlgn="base"/>
                      <a:r>
                        <a:rPr lang="en-US" b="0" i="0" dirty="0">
                          <a:solidFill>
                            <a:srgbClr val="000000"/>
                          </a:solidFill>
                          <a:effectLst/>
                          <a:latin typeface="+mn-lt"/>
                        </a:rPr>
                        <a:t>2.1​</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1.7​</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2.5​</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2.8​</a:t>
                      </a:r>
                    </a:p>
                  </a:txBody>
                  <a:tcPr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808797"/>
                  </a:ext>
                </a:extLst>
              </a:tr>
              <a:tr h="765456">
                <a:tc>
                  <a:txBody>
                    <a:bodyPr/>
                    <a:lstStyle/>
                    <a:p>
                      <a:pPr algn="ctr" rtl="0" fontAlgn="base"/>
                      <a:r>
                        <a:rPr lang="en-US" b="1" i="0" dirty="0">
                          <a:solidFill>
                            <a:schemeClr val="bg1"/>
                          </a:solidFill>
                          <a:effectLst/>
                          <a:latin typeface="+mj-lt"/>
                        </a:rPr>
                        <a:t>Item 4​</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accent6"/>
                    </a:solidFill>
                  </a:tcPr>
                </a:tc>
                <a:tc>
                  <a:txBody>
                    <a:bodyPr/>
                    <a:lstStyle/>
                    <a:p>
                      <a:pPr algn="ctr" rtl="0" fontAlgn="base"/>
                      <a:r>
                        <a:rPr lang="en-US" b="0" i="0" dirty="0">
                          <a:solidFill>
                            <a:srgbClr val="000000"/>
                          </a:solidFill>
                          <a:effectLst/>
                          <a:latin typeface="+mn-lt"/>
                        </a:rPr>
                        <a:t>4.5​</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2.2​</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1.7​</a:t>
                      </a: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rtl="0" fontAlgn="base"/>
                      <a:r>
                        <a:rPr lang="en-US" b="0" i="0" dirty="0">
                          <a:solidFill>
                            <a:srgbClr val="000000"/>
                          </a:solidFill>
                          <a:effectLst/>
                          <a:latin typeface="+mn-lt"/>
                        </a:rPr>
                        <a:t>7​</a:t>
                      </a:r>
                      <a:r>
                        <a:rPr lang="en-US" b="0" i="0" dirty="0">
                          <a:solidFill>
                            <a:schemeClr val="tx1"/>
                          </a:solidFill>
                          <a:effectLst/>
                          <a:latin typeface="+mn-lt"/>
                        </a:rPr>
                        <a:t>.0</a:t>
                      </a:r>
                      <a:endParaRPr lang="en-US" b="0" i="0" dirty="0">
                        <a:solidFill>
                          <a:srgbClr val="000000"/>
                        </a:solidFill>
                        <a:effectLst/>
                        <a:latin typeface="+mn-lt"/>
                      </a:endParaRPr>
                    </a:p>
                  </a:txBody>
                  <a:tcPr anchor="ctr">
                    <a:lnL w="12700" cmpd="sng">
                      <a:noFill/>
                    </a:lnL>
                    <a:lnR w="12700" cmpd="sng">
                      <a:noFill/>
                    </a:lnR>
                    <a:lnT w="1270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80950325"/>
                  </a:ext>
                </a:extLst>
              </a:tr>
            </a:tbl>
          </a:graphicData>
        </a:graphic>
      </p:graphicFrame>
      <p:sp>
        <p:nvSpPr>
          <p:cNvPr id="9" name="Footer Placeholder 7">
            <a:extLst>
              <a:ext uri="{FF2B5EF4-FFF2-40B4-BE49-F238E27FC236}">
                <a16:creationId xmlns:a16="http://schemas.microsoft.com/office/drawing/2014/main" id="{9B0E47DF-4A73-4EC9-9E3C-7037EACE7178}"/>
              </a:ext>
            </a:extLst>
          </p:cNvPr>
          <p:cNvSpPr>
            <a:spLocks noGrp="1"/>
          </p:cNvSpPr>
          <p:nvPr>
            <p:ph type="ftr" sz="quarter" idx="11"/>
          </p:nvPr>
        </p:nvSpPr>
        <p:spPr>
          <a:xfrm>
            <a:off x="1066800" y="6035040"/>
            <a:ext cx="5816600" cy="365760"/>
          </a:xfrm>
        </p:spPr>
        <p:txBody>
          <a:bodyPr/>
          <a:lstStyle/>
          <a:p>
            <a:r>
              <a:rPr lang="en-US" dirty="0"/>
              <a:t>Sample Footer Text</a:t>
            </a:r>
          </a:p>
        </p:txBody>
      </p:sp>
      <p:sp>
        <p:nvSpPr>
          <p:cNvPr id="10" name="Slide Number Placeholder 8">
            <a:extLst>
              <a:ext uri="{FF2B5EF4-FFF2-40B4-BE49-F238E27FC236}">
                <a16:creationId xmlns:a16="http://schemas.microsoft.com/office/drawing/2014/main" id="{D261D5D4-8529-41C8-BD1B-592055D3081D}"/>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5</a:t>
            </a:fld>
            <a:endParaRPr lang="en-US" dirty="0"/>
          </a:p>
        </p:txBody>
      </p:sp>
    </p:spTree>
    <p:extLst>
      <p:ext uri="{BB962C8B-B14F-4D97-AF65-F5344CB8AC3E}">
        <p14:creationId xmlns:p14="http://schemas.microsoft.com/office/powerpoint/2010/main" val="4212917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BB6B60-9DA3-430C-B84C-A52FFE5B762B}"/>
              </a:ext>
            </a:extLst>
          </p:cNvPr>
          <p:cNvSpPr>
            <a:spLocks noGrp="1"/>
          </p:cNvSpPr>
          <p:nvPr>
            <p:ph type="title"/>
          </p:nvPr>
        </p:nvSpPr>
        <p:spPr>
          <a:xfrm>
            <a:off x="1078158" y="2100942"/>
            <a:ext cx="5716339" cy="2290607"/>
          </a:xfrm>
        </p:spPr>
        <p:txBody>
          <a:bodyPr/>
          <a:lstStyle/>
          <a:p>
            <a:r>
              <a:rPr lang="en-US" dirty="0"/>
              <a:t>The way to get started </a:t>
            </a:r>
            <a:br>
              <a:rPr lang="en-US" dirty="0"/>
            </a:br>
            <a:r>
              <a:rPr lang="en-US" dirty="0"/>
              <a:t>is to quit talking and begin doing.</a:t>
            </a:r>
          </a:p>
        </p:txBody>
      </p:sp>
      <p:sp>
        <p:nvSpPr>
          <p:cNvPr id="6" name="Text Placeholder 5">
            <a:extLst>
              <a:ext uri="{FF2B5EF4-FFF2-40B4-BE49-F238E27FC236}">
                <a16:creationId xmlns:a16="http://schemas.microsoft.com/office/drawing/2014/main" id="{1899EE03-8C56-4610-97B8-669F47CC4601}"/>
              </a:ext>
            </a:extLst>
          </p:cNvPr>
          <p:cNvSpPr>
            <a:spLocks noGrp="1"/>
          </p:cNvSpPr>
          <p:nvPr>
            <p:ph type="body" sz="quarter" idx="15"/>
          </p:nvPr>
        </p:nvSpPr>
        <p:spPr>
          <a:xfrm>
            <a:off x="1078157" y="4698173"/>
            <a:ext cx="5716339" cy="658674"/>
          </a:xfrm>
        </p:spPr>
        <p:txBody>
          <a:bodyPr/>
          <a:lstStyle/>
          <a:p>
            <a:r>
              <a:rPr lang="en-US" dirty="0"/>
              <a:t>Walt Disney</a:t>
            </a:r>
          </a:p>
        </p:txBody>
      </p:sp>
      <p:pic>
        <p:nvPicPr>
          <p:cNvPr id="17" name="Picture Placeholder 16" descr="A picture containing text, blue, open sign">
            <a:extLst>
              <a:ext uri="{FF2B5EF4-FFF2-40B4-BE49-F238E27FC236}">
                <a16:creationId xmlns:a16="http://schemas.microsoft.com/office/drawing/2014/main" id="{936E703F-0B68-4D4A-9EDA-D51A3BF6BA61}"/>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a:stretch/>
        </p:blipFill>
        <p:spPr>
          <a:xfrm>
            <a:off x="7419974" y="621784"/>
            <a:ext cx="1989495" cy="2843222"/>
          </a:xfrm>
        </p:spPr>
      </p:pic>
      <p:pic>
        <p:nvPicPr>
          <p:cNvPr id="21" name="Picture Placeholder 20" descr="A picture containing person, indoor making bread">
            <a:extLst>
              <a:ext uri="{FF2B5EF4-FFF2-40B4-BE49-F238E27FC236}">
                <a16:creationId xmlns:a16="http://schemas.microsoft.com/office/drawing/2014/main" id="{2D8D552F-456C-4D1F-A816-78EB8682695E}"/>
              </a:ext>
            </a:extLst>
          </p:cNvPr>
          <p:cNvPicPr>
            <a:picLocks noGrp="1" noChangeAspect="1"/>
          </p:cNvPicPr>
          <p:nvPr>
            <p:ph type="pic" sz="quarter" idx="16"/>
          </p:nvPr>
        </p:nvPicPr>
        <p:blipFill rotWithShape="1">
          <a:blip r:embed="rId3">
            <a:extLst>
              <a:ext uri="{28A0092B-C50C-407E-A947-70E740481C1C}">
                <a14:useLocalDpi xmlns:a14="http://schemas.microsoft.com/office/drawing/2010/main" val="0"/>
              </a:ext>
            </a:extLst>
          </a:blip>
          <a:srcRect/>
          <a:stretch/>
        </p:blipFill>
        <p:spPr>
          <a:xfrm>
            <a:off x="9570334" y="627380"/>
            <a:ext cx="1980056" cy="2837626"/>
          </a:xfrm>
        </p:spPr>
      </p:pic>
      <p:pic>
        <p:nvPicPr>
          <p:cNvPr id="13" name="Picture Placeholder 12" descr="A picture containing bread loaves">
            <a:extLst>
              <a:ext uri="{FF2B5EF4-FFF2-40B4-BE49-F238E27FC236}">
                <a16:creationId xmlns:a16="http://schemas.microsoft.com/office/drawing/2014/main" id="{51F6EDCA-EF3A-4858-8F8C-CD888E58EEE6}"/>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a:stretch/>
        </p:blipFill>
        <p:spPr>
          <a:xfrm>
            <a:off x="7432093" y="3636193"/>
            <a:ext cx="4123320" cy="2594427"/>
          </a:xfrm>
        </p:spPr>
      </p:pic>
    </p:spTree>
    <p:extLst>
      <p:ext uri="{BB962C8B-B14F-4D97-AF65-F5344CB8AC3E}">
        <p14:creationId xmlns:p14="http://schemas.microsoft.com/office/powerpoint/2010/main" val="1489269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03787D8-D582-46CD-8BFA-C8A65E57076A}"/>
              </a:ext>
            </a:extLst>
          </p:cNvPr>
          <p:cNvSpPr>
            <a:spLocks noGrp="1"/>
          </p:cNvSpPr>
          <p:nvPr>
            <p:ph type="title"/>
          </p:nvPr>
        </p:nvSpPr>
        <p:spPr>
          <a:xfrm>
            <a:off x="912628" y="1057275"/>
            <a:ext cx="10366743" cy="1235895"/>
          </a:xfrm>
        </p:spPr>
        <p:txBody>
          <a:bodyPr/>
          <a:lstStyle/>
          <a:p>
            <a:r>
              <a:rPr lang="en-US" dirty="0"/>
              <a:t>Team</a:t>
            </a:r>
          </a:p>
        </p:txBody>
      </p:sp>
      <p:pic>
        <p:nvPicPr>
          <p:cNvPr id="34" name="Picture Placeholder 33" descr="A person with a beard">
            <a:extLst>
              <a:ext uri="{FF2B5EF4-FFF2-40B4-BE49-F238E27FC236}">
                <a16:creationId xmlns:a16="http://schemas.microsoft.com/office/drawing/2014/main" id="{70277D2B-1049-45C9-849D-405FD815130C}"/>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l="139" r="139"/>
          <a:stretch/>
        </p:blipFill>
        <p:spPr>
          <a:xfrm>
            <a:off x="609600" y="2884815"/>
            <a:ext cx="2279650" cy="2552700"/>
          </a:xfrm>
        </p:spPr>
      </p:pic>
      <p:sp>
        <p:nvSpPr>
          <p:cNvPr id="7" name="Text Placeholder 6">
            <a:extLst>
              <a:ext uri="{FF2B5EF4-FFF2-40B4-BE49-F238E27FC236}">
                <a16:creationId xmlns:a16="http://schemas.microsoft.com/office/drawing/2014/main" id="{B6566D38-FC17-4C85-B0A3-E772FF3E9263}"/>
              </a:ext>
            </a:extLst>
          </p:cNvPr>
          <p:cNvSpPr>
            <a:spLocks noGrp="1"/>
          </p:cNvSpPr>
          <p:nvPr>
            <p:ph type="body" sz="quarter" idx="17"/>
          </p:nvPr>
        </p:nvSpPr>
        <p:spPr>
          <a:xfrm>
            <a:off x="609599" y="5635244"/>
            <a:ext cx="2279649" cy="350292"/>
          </a:xfrm>
        </p:spPr>
        <p:txBody>
          <a:bodyPr>
            <a:normAutofit lnSpcReduction="10000"/>
          </a:bodyPr>
          <a:lstStyle/>
          <a:p>
            <a:r>
              <a:rPr lang="en-US" dirty="0"/>
              <a:t>Name</a:t>
            </a:r>
          </a:p>
        </p:txBody>
      </p:sp>
      <p:sp>
        <p:nvSpPr>
          <p:cNvPr id="8" name="Text Placeholder 7">
            <a:extLst>
              <a:ext uri="{FF2B5EF4-FFF2-40B4-BE49-F238E27FC236}">
                <a16:creationId xmlns:a16="http://schemas.microsoft.com/office/drawing/2014/main" id="{6995403A-FA1C-4100-A25E-23128F2F1C74}"/>
              </a:ext>
            </a:extLst>
          </p:cNvPr>
          <p:cNvSpPr>
            <a:spLocks noGrp="1"/>
          </p:cNvSpPr>
          <p:nvPr>
            <p:ph type="body" sz="quarter" idx="18"/>
          </p:nvPr>
        </p:nvSpPr>
        <p:spPr>
          <a:xfrm>
            <a:off x="609599" y="5912412"/>
            <a:ext cx="2279649" cy="350292"/>
          </a:xfrm>
        </p:spPr>
        <p:txBody>
          <a:bodyPr/>
          <a:lstStyle/>
          <a:p>
            <a:r>
              <a:rPr lang="en-US" dirty="0"/>
              <a:t>Title</a:t>
            </a:r>
          </a:p>
        </p:txBody>
      </p:sp>
      <p:pic>
        <p:nvPicPr>
          <p:cNvPr id="38" name="Picture Placeholder 37" descr="A person smiling for the camera">
            <a:extLst>
              <a:ext uri="{FF2B5EF4-FFF2-40B4-BE49-F238E27FC236}">
                <a16:creationId xmlns:a16="http://schemas.microsoft.com/office/drawing/2014/main" id="{501E5E9A-BF8C-4EBC-AB85-5B8AD3F5230A}"/>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t="24" b="24"/>
          <a:stretch/>
        </p:blipFill>
        <p:spPr>
          <a:xfrm>
            <a:off x="3496066" y="2884815"/>
            <a:ext cx="2279650" cy="2552700"/>
          </a:xfrm>
        </p:spPr>
      </p:pic>
      <p:sp>
        <p:nvSpPr>
          <p:cNvPr id="9" name="Text Placeholder 8">
            <a:extLst>
              <a:ext uri="{FF2B5EF4-FFF2-40B4-BE49-F238E27FC236}">
                <a16:creationId xmlns:a16="http://schemas.microsoft.com/office/drawing/2014/main" id="{E619CD71-B346-41DC-9629-4412452A33D2}"/>
              </a:ext>
            </a:extLst>
          </p:cNvPr>
          <p:cNvSpPr>
            <a:spLocks noGrp="1"/>
          </p:cNvSpPr>
          <p:nvPr>
            <p:ph type="body" sz="quarter" idx="19"/>
          </p:nvPr>
        </p:nvSpPr>
        <p:spPr>
          <a:xfrm>
            <a:off x="3496067" y="5635244"/>
            <a:ext cx="2279649" cy="350292"/>
          </a:xfrm>
        </p:spPr>
        <p:txBody>
          <a:bodyPr>
            <a:normAutofit lnSpcReduction="10000"/>
          </a:bodyPr>
          <a:lstStyle/>
          <a:p>
            <a:r>
              <a:rPr lang="en-US" dirty="0"/>
              <a:t>Name</a:t>
            </a:r>
          </a:p>
        </p:txBody>
      </p:sp>
      <p:sp>
        <p:nvSpPr>
          <p:cNvPr id="10" name="Text Placeholder 9">
            <a:extLst>
              <a:ext uri="{FF2B5EF4-FFF2-40B4-BE49-F238E27FC236}">
                <a16:creationId xmlns:a16="http://schemas.microsoft.com/office/drawing/2014/main" id="{3DE62F7C-91D0-4D03-9228-D278628A8DFE}"/>
              </a:ext>
            </a:extLst>
          </p:cNvPr>
          <p:cNvSpPr>
            <a:spLocks noGrp="1"/>
          </p:cNvSpPr>
          <p:nvPr>
            <p:ph type="body" sz="quarter" idx="20"/>
          </p:nvPr>
        </p:nvSpPr>
        <p:spPr>
          <a:xfrm>
            <a:off x="3496067" y="5912412"/>
            <a:ext cx="2279649" cy="350292"/>
          </a:xfrm>
        </p:spPr>
        <p:txBody>
          <a:bodyPr/>
          <a:lstStyle/>
          <a:p>
            <a:r>
              <a:rPr lang="en-US" dirty="0"/>
              <a:t>Title</a:t>
            </a:r>
          </a:p>
        </p:txBody>
      </p:sp>
      <p:sp>
        <p:nvSpPr>
          <p:cNvPr id="2" name="Footer Placeholder 1">
            <a:extLst>
              <a:ext uri="{FF2B5EF4-FFF2-40B4-BE49-F238E27FC236}">
                <a16:creationId xmlns:a16="http://schemas.microsoft.com/office/drawing/2014/main" id="{F756F7AB-0795-4424-8AE3-277121F3EA4E}"/>
              </a:ext>
            </a:extLst>
          </p:cNvPr>
          <p:cNvSpPr>
            <a:spLocks noGrp="1"/>
          </p:cNvSpPr>
          <p:nvPr>
            <p:ph type="ftr" sz="quarter" idx="11"/>
          </p:nvPr>
        </p:nvSpPr>
        <p:spPr>
          <a:xfrm>
            <a:off x="639095" y="6296388"/>
            <a:ext cx="5816600" cy="365760"/>
          </a:xfrm>
        </p:spPr>
        <p:txBody>
          <a:bodyPr/>
          <a:lstStyle/>
          <a:p>
            <a:r>
              <a:rPr lang="en-US"/>
              <a:t>Sample Footer Text</a:t>
            </a:r>
            <a:endParaRPr lang="en-US" dirty="0"/>
          </a:p>
        </p:txBody>
      </p:sp>
      <p:pic>
        <p:nvPicPr>
          <p:cNvPr id="42" name="Picture Placeholder 41" descr="A person smiling for the camera">
            <a:extLst>
              <a:ext uri="{FF2B5EF4-FFF2-40B4-BE49-F238E27FC236}">
                <a16:creationId xmlns:a16="http://schemas.microsoft.com/office/drawing/2014/main" id="{7CF86A55-7918-4B64-97FF-6F4B4BAE2A10}"/>
              </a:ext>
            </a:extLst>
          </p:cNvPr>
          <p:cNvPicPr>
            <a:picLocks noGrp="1" noChangeAspect="1"/>
          </p:cNvPicPr>
          <p:nvPr>
            <p:ph type="pic" sz="quarter" idx="15"/>
          </p:nvPr>
        </p:nvPicPr>
        <p:blipFill rotWithShape="1">
          <a:blip r:embed="rId4">
            <a:extLst>
              <a:ext uri="{28A0092B-C50C-407E-A947-70E740481C1C}">
                <a14:useLocalDpi xmlns:a14="http://schemas.microsoft.com/office/drawing/2010/main" val="0"/>
              </a:ext>
            </a:extLst>
          </a:blip>
          <a:srcRect t="24" b="24"/>
          <a:stretch/>
        </p:blipFill>
        <p:spPr>
          <a:xfrm>
            <a:off x="6382532" y="2884815"/>
            <a:ext cx="2279650" cy="2552700"/>
          </a:xfrm>
        </p:spPr>
      </p:pic>
      <p:sp>
        <p:nvSpPr>
          <p:cNvPr id="11" name="Text Placeholder 10">
            <a:extLst>
              <a:ext uri="{FF2B5EF4-FFF2-40B4-BE49-F238E27FC236}">
                <a16:creationId xmlns:a16="http://schemas.microsoft.com/office/drawing/2014/main" id="{0F83730F-7C80-4D5E-ABAF-F535EDC11AD8}"/>
              </a:ext>
            </a:extLst>
          </p:cNvPr>
          <p:cNvSpPr>
            <a:spLocks noGrp="1"/>
          </p:cNvSpPr>
          <p:nvPr>
            <p:ph type="body" sz="quarter" idx="21"/>
          </p:nvPr>
        </p:nvSpPr>
        <p:spPr>
          <a:xfrm>
            <a:off x="6382535" y="5635244"/>
            <a:ext cx="2279649" cy="350292"/>
          </a:xfrm>
        </p:spPr>
        <p:txBody>
          <a:bodyPr>
            <a:normAutofit lnSpcReduction="10000"/>
          </a:bodyPr>
          <a:lstStyle/>
          <a:p>
            <a:r>
              <a:rPr lang="en-US" dirty="0"/>
              <a:t>Name</a:t>
            </a:r>
          </a:p>
        </p:txBody>
      </p:sp>
      <p:sp>
        <p:nvSpPr>
          <p:cNvPr id="12" name="Text Placeholder 11">
            <a:extLst>
              <a:ext uri="{FF2B5EF4-FFF2-40B4-BE49-F238E27FC236}">
                <a16:creationId xmlns:a16="http://schemas.microsoft.com/office/drawing/2014/main" id="{61FB5C5F-E748-4070-9E8A-CD6667486403}"/>
              </a:ext>
            </a:extLst>
          </p:cNvPr>
          <p:cNvSpPr>
            <a:spLocks noGrp="1"/>
          </p:cNvSpPr>
          <p:nvPr>
            <p:ph type="body" sz="quarter" idx="22"/>
          </p:nvPr>
        </p:nvSpPr>
        <p:spPr>
          <a:xfrm>
            <a:off x="6382535" y="5912412"/>
            <a:ext cx="2279649" cy="350292"/>
          </a:xfrm>
        </p:spPr>
        <p:txBody>
          <a:bodyPr/>
          <a:lstStyle/>
          <a:p>
            <a:r>
              <a:rPr lang="en-US" dirty="0"/>
              <a:t>Title</a:t>
            </a:r>
          </a:p>
        </p:txBody>
      </p:sp>
      <p:pic>
        <p:nvPicPr>
          <p:cNvPr id="46" name="Picture Placeholder 45" descr="A person wearing glasses">
            <a:extLst>
              <a:ext uri="{FF2B5EF4-FFF2-40B4-BE49-F238E27FC236}">
                <a16:creationId xmlns:a16="http://schemas.microsoft.com/office/drawing/2014/main" id="{F0C4F396-AA93-461A-8804-DFF0D6A3FB4D}"/>
              </a:ext>
            </a:extLst>
          </p:cNvPr>
          <p:cNvPicPr>
            <a:picLocks noGrp="1" noChangeAspect="1"/>
          </p:cNvPicPr>
          <p:nvPr>
            <p:ph type="pic" sz="quarter" idx="16"/>
          </p:nvPr>
        </p:nvPicPr>
        <p:blipFill rotWithShape="1">
          <a:blip r:embed="rId5">
            <a:extLst>
              <a:ext uri="{28A0092B-C50C-407E-A947-70E740481C1C}">
                <a14:useLocalDpi xmlns:a14="http://schemas.microsoft.com/office/drawing/2010/main" val="0"/>
              </a:ext>
            </a:extLst>
          </a:blip>
          <a:srcRect t="24" b="24"/>
          <a:stretch/>
        </p:blipFill>
        <p:spPr>
          <a:xfrm>
            <a:off x="9269001" y="2884815"/>
            <a:ext cx="2279650" cy="2552700"/>
          </a:xfrm>
        </p:spPr>
      </p:pic>
      <p:sp>
        <p:nvSpPr>
          <p:cNvPr id="13" name="Text Placeholder 12">
            <a:extLst>
              <a:ext uri="{FF2B5EF4-FFF2-40B4-BE49-F238E27FC236}">
                <a16:creationId xmlns:a16="http://schemas.microsoft.com/office/drawing/2014/main" id="{9DF8934D-82D5-42E3-BD32-6E02482BA1BE}"/>
              </a:ext>
            </a:extLst>
          </p:cNvPr>
          <p:cNvSpPr>
            <a:spLocks noGrp="1"/>
          </p:cNvSpPr>
          <p:nvPr>
            <p:ph type="body" sz="quarter" idx="23"/>
          </p:nvPr>
        </p:nvSpPr>
        <p:spPr>
          <a:xfrm>
            <a:off x="9269002" y="5635244"/>
            <a:ext cx="2279649" cy="350292"/>
          </a:xfrm>
        </p:spPr>
        <p:txBody>
          <a:bodyPr>
            <a:normAutofit lnSpcReduction="10000"/>
          </a:bodyPr>
          <a:lstStyle/>
          <a:p>
            <a:r>
              <a:rPr lang="en-US" dirty="0"/>
              <a:t>Name</a:t>
            </a:r>
          </a:p>
        </p:txBody>
      </p:sp>
      <p:sp>
        <p:nvSpPr>
          <p:cNvPr id="14" name="Text Placeholder 13">
            <a:extLst>
              <a:ext uri="{FF2B5EF4-FFF2-40B4-BE49-F238E27FC236}">
                <a16:creationId xmlns:a16="http://schemas.microsoft.com/office/drawing/2014/main" id="{DB4F8F82-4848-447A-9FEA-B17012E3C8EC}"/>
              </a:ext>
            </a:extLst>
          </p:cNvPr>
          <p:cNvSpPr>
            <a:spLocks noGrp="1"/>
          </p:cNvSpPr>
          <p:nvPr>
            <p:ph type="body" sz="quarter" idx="24"/>
          </p:nvPr>
        </p:nvSpPr>
        <p:spPr>
          <a:xfrm>
            <a:off x="9269002" y="5912412"/>
            <a:ext cx="2279649" cy="350292"/>
          </a:xfrm>
        </p:spPr>
        <p:txBody>
          <a:bodyPr/>
          <a:lstStyle/>
          <a:p>
            <a:r>
              <a:rPr lang="en-US" dirty="0"/>
              <a:t>Title</a:t>
            </a:r>
          </a:p>
        </p:txBody>
      </p:sp>
      <p:sp>
        <p:nvSpPr>
          <p:cNvPr id="87" name="Slide Number Placeholder 86">
            <a:extLst>
              <a:ext uri="{FF2B5EF4-FFF2-40B4-BE49-F238E27FC236}">
                <a16:creationId xmlns:a16="http://schemas.microsoft.com/office/drawing/2014/main" id="{871DD0FC-2169-4394-BAEB-254D054ABB90}"/>
              </a:ext>
            </a:extLst>
          </p:cNvPr>
          <p:cNvSpPr>
            <a:spLocks noGrp="1"/>
          </p:cNvSpPr>
          <p:nvPr>
            <p:ph type="sldNum" sz="quarter" idx="12"/>
          </p:nvPr>
        </p:nvSpPr>
        <p:spPr>
          <a:xfrm>
            <a:off x="10537721" y="6286556"/>
            <a:ext cx="838200" cy="365760"/>
          </a:xfrm>
        </p:spPr>
        <p:txBody>
          <a:bodyPr/>
          <a:lstStyle/>
          <a:p>
            <a:fld id="{34B7E4EF-A1BD-40F4-AB7B-04F084DD991D}" type="slidenum">
              <a:rPr lang="en-US" smtClean="0"/>
              <a:pPr/>
              <a:t>7</a:t>
            </a:fld>
            <a:endParaRPr lang="en-US" dirty="0"/>
          </a:p>
        </p:txBody>
      </p:sp>
      <p:sp>
        <p:nvSpPr>
          <p:cNvPr id="23" name="Footer Placeholder 18">
            <a:extLst>
              <a:ext uri="{FF2B5EF4-FFF2-40B4-BE49-F238E27FC236}">
                <a16:creationId xmlns:a16="http://schemas.microsoft.com/office/drawing/2014/main" id="{65FD43A6-B5A5-4D82-BCD8-80F65576245D}"/>
              </a:ext>
            </a:extLst>
          </p:cNvPr>
          <p:cNvSpPr txBox="1">
            <a:spLocks/>
          </p:cNvSpPr>
          <p:nvPr/>
        </p:nvSpPr>
        <p:spPr>
          <a:xfrm>
            <a:off x="630501" y="6417832"/>
            <a:ext cx="4663440" cy="228600"/>
          </a:xfrm>
          <a:prstGeom prst="rect">
            <a:avLst/>
          </a:prstGeom>
        </p:spPr>
        <p:txBody>
          <a:bodyPr vert="horz" lIns="91440" tIns="45720" rIns="91440" bIns="45720" rtlCol="0" anchor="ctr"/>
          <a:lstStyle>
            <a:defPPr>
              <a:defRPr lang="en-US"/>
            </a:defPPr>
            <a:lvl1pPr marL="0" algn="l" defTabSz="457200" rtl="0" eaLnBrk="1" latinLnBrk="0" hangingPunct="1">
              <a:defRPr sz="1000" kern="1200">
                <a:solidFill>
                  <a:schemeClr val="tx1">
                    <a:lumMod val="85000"/>
                    <a:lumOff val="1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defRPr/>
            </a:pPr>
            <a:r>
              <a:rPr lang="en-US" dirty="0"/>
              <a:t>Sample Footer Text</a:t>
            </a:r>
          </a:p>
        </p:txBody>
      </p:sp>
    </p:spTree>
    <p:extLst>
      <p:ext uri="{BB962C8B-B14F-4D97-AF65-F5344CB8AC3E}">
        <p14:creationId xmlns:p14="http://schemas.microsoft.com/office/powerpoint/2010/main" val="746175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6389-2374-4677-B8BB-59410CCC32FD}"/>
              </a:ext>
            </a:extLst>
          </p:cNvPr>
          <p:cNvSpPr>
            <a:spLocks noGrp="1"/>
          </p:cNvSpPr>
          <p:nvPr>
            <p:ph type="title"/>
          </p:nvPr>
        </p:nvSpPr>
        <p:spPr>
          <a:xfrm>
            <a:off x="1066800" y="642594"/>
            <a:ext cx="10058400" cy="1371600"/>
          </a:xfrm>
        </p:spPr>
        <p:txBody>
          <a:bodyPr/>
          <a:lstStyle/>
          <a:p>
            <a:r>
              <a:rPr lang="en-US" dirty="0"/>
              <a:t>Timeline</a:t>
            </a:r>
          </a:p>
        </p:txBody>
      </p:sp>
      <p:graphicFrame>
        <p:nvGraphicFramePr>
          <p:cNvPr id="6" name="Content Placeholder 3" descr="A timeline graphic with events displayed left to right.">
            <a:extLst>
              <a:ext uri="{FF2B5EF4-FFF2-40B4-BE49-F238E27FC236}">
                <a16:creationId xmlns:a16="http://schemas.microsoft.com/office/drawing/2014/main" id="{A4A9340A-2EAB-4BA6-B141-820A692CA562}"/>
              </a:ext>
            </a:extLst>
          </p:cNvPr>
          <p:cNvGraphicFramePr>
            <a:graphicFrameLocks noGrp="1"/>
          </p:cNvGraphicFramePr>
          <p:nvPr>
            <p:ph idx="1"/>
            <p:extLst>
              <p:ext uri="{D42A27DB-BD31-4B8C-83A1-F6EECF244321}">
                <p14:modId xmlns:p14="http://schemas.microsoft.com/office/powerpoint/2010/main" val="4201186575"/>
              </p:ext>
            </p:extLst>
          </p:nvPr>
        </p:nvGraphicFramePr>
        <p:xfrm>
          <a:off x="1066800" y="2103438"/>
          <a:ext cx="10058400" cy="38496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7">
            <a:extLst>
              <a:ext uri="{FF2B5EF4-FFF2-40B4-BE49-F238E27FC236}">
                <a16:creationId xmlns:a16="http://schemas.microsoft.com/office/drawing/2014/main" id="{CEED1870-3777-4F18-9F90-73CBEAB5B489}"/>
              </a:ext>
            </a:extLst>
          </p:cNvPr>
          <p:cNvSpPr>
            <a:spLocks noGrp="1"/>
          </p:cNvSpPr>
          <p:nvPr>
            <p:ph type="ftr" sz="quarter" idx="11"/>
          </p:nvPr>
        </p:nvSpPr>
        <p:spPr>
          <a:xfrm>
            <a:off x="1066800" y="6035040"/>
            <a:ext cx="5816600" cy="365760"/>
          </a:xfrm>
        </p:spPr>
        <p:txBody>
          <a:bodyPr/>
          <a:lstStyle/>
          <a:p>
            <a:r>
              <a:rPr lang="en-US" dirty="0"/>
              <a:t>Sample Footer Text</a:t>
            </a:r>
          </a:p>
        </p:txBody>
      </p:sp>
      <p:sp>
        <p:nvSpPr>
          <p:cNvPr id="7" name="Slide Number Placeholder 8">
            <a:extLst>
              <a:ext uri="{FF2B5EF4-FFF2-40B4-BE49-F238E27FC236}">
                <a16:creationId xmlns:a16="http://schemas.microsoft.com/office/drawing/2014/main" id="{66A0EF3C-1746-44D9-BCA5-45FF05BC5252}"/>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8</a:t>
            </a:fld>
            <a:endParaRPr lang="en-US" dirty="0"/>
          </a:p>
        </p:txBody>
      </p:sp>
    </p:spTree>
    <p:extLst>
      <p:ext uri="{BB962C8B-B14F-4D97-AF65-F5344CB8AC3E}">
        <p14:creationId xmlns:p14="http://schemas.microsoft.com/office/powerpoint/2010/main" val="700209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a:off x="1066800" y="642594"/>
            <a:ext cx="10058400" cy="1371600"/>
          </a:xfrm>
        </p:spPr>
        <p:txBody>
          <a:bodyPr/>
          <a:lstStyle/>
          <a:p>
            <a:r>
              <a:rPr lang="en-US" dirty="0"/>
              <a:t>Content</a:t>
            </a:r>
          </a:p>
        </p:txBody>
      </p:sp>
      <p:sp>
        <p:nvSpPr>
          <p:cNvPr id="3" name="Text Placeholder 2">
            <a:extLst>
              <a:ext uri="{FF2B5EF4-FFF2-40B4-BE49-F238E27FC236}">
                <a16:creationId xmlns:a16="http://schemas.microsoft.com/office/drawing/2014/main" id="{EFB90AB4-D228-4548-B072-726498212362}"/>
              </a:ext>
            </a:extLst>
          </p:cNvPr>
          <p:cNvSpPr>
            <a:spLocks noGrp="1"/>
          </p:cNvSpPr>
          <p:nvPr>
            <p:ph type="body" idx="1"/>
          </p:nvPr>
        </p:nvSpPr>
        <p:spPr>
          <a:xfrm>
            <a:off x="1069848" y="2074334"/>
            <a:ext cx="4663440" cy="640080"/>
          </a:xfrm>
        </p:spPr>
        <p:txBody>
          <a:bodyPr/>
          <a:lstStyle/>
          <a:p>
            <a:r>
              <a:rPr lang="en-US" dirty="0"/>
              <a:t>Subtitle</a:t>
            </a:r>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sz="half" idx="2"/>
          </p:nvPr>
        </p:nvSpPr>
        <p:spPr>
          <a:xfrm>
            <a:off x="1069848" y="2792472"/>
            <a:ext cx="4663440" cy="3163825"/>
          </a:xfrm>
        </p:spPr>
        <p:txBody>
          <a:bodyPr vert="horz" lIns="91440" tIns="45720" rIns="91440" bIns="45720" rtlCol="0" anchor="t">
            <a:normAutofit/>
          </a:bodyPr>
          <a:lstStyle/>
          <a:p>
            <a:r>
              <a:rPr lang="en-US" dirty="0"/>
              <a:t>Add text, images, art, and videos. </a:t>
            </a:r>
          </a:p>
          <a:p>
            <a:r>
              <a:rPr lang="en-US" dirty="0"/>
              <a:t>Add transitions, animations, and motion. </a:t>
            </a:r>
          </a:p>
          <a:p>
            <a:r>
              <a:rPr lang="en-US" dirty="0"/>
              <a:t>Save to OneDrive, to get to your presentations from your computer, tablet, or phone. </a:t>
            </a:r>
          </a:p>
        </p:txBody>
      </p:sp>
      <p:sp>
        <p:nvSpPr>
          <p:cNvPr id="6" name="Text Placeholder 5">
            <a:extLst>
              <a:ext uri="{FF2B5EF4-FFF2-40B4-BE49-F238E27FC236}">
                <a16:creationId xmlns:a16="http://schemas.microsoft.com/office/drawing/2014/main" id="{F5018B6D-E395-49AD-92AD-AD69E3AB40C3}"/>
              </a:ext>
            </a:extLst>
          </p:cNvPr>
          <p:cNvSpPr>
            <a:spLocks noGrp="1"/>
          </p:cNvSpPr>
          <p:nvPr>
            <p:ph type="body" sz="quarter" idx="3"/>
          </p:nvPr>
        </p:nvSpPr>
        <p:spPr>
          <a:xfrm>
            <a:off x="6458712" y="2074334"/>
            <a:ext cx="4663440" cy="640080"/>
          </a:xfrm>
        </p:spPr>
        <p:txBody>
          <a:bodyPr/>
          <a:lstStyle/>
          <a:p>
            <a:r>
              <a:rPr lang="en-US" dirty="0"/>
              <a:t>Subtitle</a:t>
            </a:r>
          </a:p>
        </p:txBody>
      </p:sp>
      <p:sp>
        <p:nvSpPr>
          <p:cNvPr id="5" name="Content Placeholder 4">
            <a:extLst>
              <a:ext uri="{FF2B5EF4-FFF2-40B4-BE49-F238E27FC236}">
                <a16:creationId xmlns:a16="http://schemas.microsoft.com/office/drawing/2014/main" id="{BDB9D020-1E25-453D-83DF-1420ACD3968D}"/>
              </a:ext>
            </a:extLst>
          </p:cNvPr>
          <p:cNvSpPr>
            <a:spLocks noGrp="1"/>
          </p:cNvSpPr>
          <p:nvPr>
            <p:ph sz="quarter" idx="4"/>
          </p:nvPr>
        </p:nvSpPr>
        <p:spPr>
          <a:xfrm>
            <a:off x="6458712" y="2792471"/>
            <a:ext cx="4663440" cy="3164509"/>
          </a:xfrm>
        </p:spPr>
        <p:txBody>
          <a:bodyPr/>
          <a:lstStyle/>
          <a:p>
            <a:r>
              <a:rPr lang="en-US" dirty="0"/>
              <a:t>Open the Design Ideas pane for instant slide makeovers. </a:t>
            </a:r>
          </a:p>
          <a:p>
            <a:r>
              <a:rPr lang="en-US" dirty="0"/>
              <a:t>When we have design ideas, we’ll show them to you right there. </a:t>
            </a:r>
          </a:p>
        </p:txBody>
      </p:sp>
      <p:sp>
        <p:nvSpPr>
          <p:cNvPr id="8" name="Footer Placeholder 7">
            <a:extLst>
              <a:ext uri="{FF2B5EF4-FFF2-40B4-BE49-F238E27FC236}">
                <a16:creationId xmlns:a16="http://schemas.microsoft.com/office/drawing/2014/main" id="{8EB6CA15-E6AD-4FDD-A056-9C13E755703A}"/>
              </a:ext>
            </a:extLst>
          </p:cNvPr>
          <p:cNvSpPr>
            <a:spLocks noGrp="1"/>
          </p:cNvSpPr>
          <p:nvPr>
            <p:ph type="ftr" sz="quarter" idx="11"/>
          </p:nvPr>
        </p:nvSpPr>
        <p:spPr>
          <a:xfrm>
            <a:off x="1066800" y="6035040"/>
            <a:ext cx="5816600" cy="365760"/>
          </a:xfrm>
        </p:spPr>
        <p:txBody>
          <a:bodyPr/>
          <a:lstStyle/>
          <a:p>
            <a:r>
              <a:rPr lang="en-US" dirty="0"/>
              <a:t>Sample Footer Text</a:t>
            </a:r>
          </a:p>
        </p:txBody>
      </p:sp>
      <p:sp>
        <p:nvSpPr>
          <p:cNvPr id="9" name="Slide Number Placeholder 8">
            <a:extLst>
              <a:ext uri="{FF2B5EF4-FFF2-40B4-BE49-F238E27FC236}">
                <a16:creationId xmlns:a16="http://schemas.microsoft.com/office/drawing/2014/main" id="{23ACA193-09E2-4717-889D-A9A4BA2C06B2}"/>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9</a:t>
            </a:fld>
            <a:endParaRPr lang="en-US" dirty="0"/>
          </a:p>
        </p:txBody>
      </p:sp>
    </p:spTree>
    <p:extLst>
      <p:ext uri="{BB962C8B-B14F-4D97-AF65-F5344CB8AC3E}">
        <p14:creationId xmlns:p14="http://schemas.microsoft.com/office/powerpoint/2010/main" val="2563119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191A4-7839-4F63-B17C-7C366C59488C}"/>
              </a:ext>
            </a:extLst>
          </p:cNvPr>
          <p:cNvSpPr>
            <a:spLocks noGrp="1"/>
          </p:cNvSpPr>
          <p:nvPr>
            <p:ph type="title"/>
          </p:nvPr>
        </p:nvSpPr>
        <p:spPr>
          <a:xfrm>
            <a:off x="1066800" y="642594"/>
            <a:ext cx="10058400" cy="1371600"/>
          </a:xfrm>
        </p:spPr>
        <p:txBody>
          <a:bodyPr/>
          <a:lstStyle/>
          <a:p>
            <a:r>
              <a:rPr lang="en-US" dirty="0"/>
              <a:t>Additional content</a:t>
            </a:r>
          </a:p>
        </p:txBody>
      </p:sp>
      <p:sp>
        <p:nvSpPr>
          <p:cNvPr id="3" name="Text Placeholder 2">
            <a:extLst>
              <a:ext uri="{FF2B5EF4-FFF2-40B4-BE49-F238E27FC236}">
                <a16:creationId xmlns:a16="http://schemas.microsoft.com/office/drawing/2014/main" id="{363C6BE9-5812-40D1-8504-EE2DF673B7E1}"/>
              </a:ext>
            </a:extLst>
          </p:cNvPr>
          <p:cNvSpPr>
            <a:spLocks noGrp="1"/>
          </p:cNvSpPr>
          <p:nvPr>
            <p:ph type="body" idx="1"/>
          </p:nvPr>
        </p:nvSpPr>
        <p:spPr>
          <a:xfrm>
            <a:off x="1069848" y="2074334"/>
            <a:ext cx="3053588" cy="640080"/>
          </a:xfrm>
        </p:spPr>
        <p:txBody>
          <a:bodyPr/>
          <a:lstStyle/>
          <a:p>
            <a:r>
              <a:rPr lang="en-US" dirty="0"/>
              <a:t>Subtitle</a:t>
            </a:r>
          </a:p>
        </p:txBody>
      </p:sp>
      <p:sp>
        <p:nvSpPr>
          <p:cNvPr id="4" name="Content Placeholder 3">
            <a:extLst>
              <a:ext uri="{FF2B5EF4-FFF2-40B4-BE49-F238E27FC236}">
                <a16:creationId xmlns:a16="http://schemas.microsoft.com/office/drawing/2014/main" id="{9B9ED227-95A7-4B08-91FE-5E0EF0D41D20}"/>
              </a:ext>
            </a:extLst>
          </p:cNvPr>
          <p:cNvSpPr>
            <a:spLocks noGrp="1"/>
          </p:cNvSpPr>
          <p:nvPr>
            <p:ph sz="half" idx="2"/>
          </p:nvPr>
        </p:nvSpPr>
        <p:spPr>
          <a:xfrm>
            <a:off x="1069848" y="2792472"/>
            <a:ext cx="3053588" cy="3163825"/>
          </a:xfrm>
        </p:spPr>
        <p:txBody>
          <a:bodyPr>
            <a:normAutofit/>
          </a:bodyPr>
          <a:lstStyle/>
          <a:p>
            <a:pPr lvl="0"/>
            <a:r>
              <a:rPr lang="en-US" dirty="0"/>
              <a:t>Add text, images, art, and videos. </a:t>
            </a:r>
          </a:p>
          <a:p>
            <a:pPr lvl="0"/>
            <a:r>
              <a:rPr lang="en-US" dirty="0"/>
              <a:t>Add transitions, animations, and motion. </a:t>
            </a:r>
          </a:p>
          <a:p>
            <a:pPr lvl="0"/>
            <a:r>
              <a:rPr lang="en-US" dirty="0"/>
              <a:t>Save to OneDrive, to get to your presentations from your computer, tablet, or phone. </a:t>
            </a:r>
          </a:p>
          <a:p>
            <a:endParaRPr lang="en-US" dirty="0"/>
          </a:p>
          <a:p>
            <a:endParaRPr lang="en-US" dirty="0"/>
          </a:p>
        </p:txBody>
      </p:sp>
      <p:sp>
        <p:nvSpPr>
          <p:cNvPr id="7" name="Text Placeholder 6">
            <a:extLst>
              <a:ext uri="{FF2B5EF4-FFF2-40B4-BE49-F238E27FC236}">
                <a16:creationId xmlns:a16="http://schemas.microsoft.com/office/drawing/2014/main" id="{5E7C1009-4A44-488C-BDFC-7D87B4106980}"/>
              </a:ext>
            </a:extLst>
          </p:cNvPr>
          <p:cNvSpPr>
            <a:spLocks noGrp="1"/>
          </p:cNvSpPr>
          <p:nvPr>
            <p:ph type="body" sz="quarter" idx="3"/>
          </p:nvPr>
        </p:nvSpPr>
        <p:spPr>
          <a:xfrm>
            <a:off x="4569206" y="2074334"/>
            <a:ext cx="3053588" cy="640080"/>
          </a:xfrm>
        </p:spPr>
        <p:txBody>
          <a:bodyPr/>
          <a:lstStyle/>
          <a:p>
            <a:r>
              <a:rPr lang="en-US" dirty="0"/>
              <a:t>Subtitle</a:t>
            </a:r>
          </a:p>
        </p:txBody>
      </p:sp>
      <p:sp>
        <p:nvSpPr>
          <p:cNvPr id="5" name="Content Placeholder 4">
            <a:extLst>
              <a:ext uri="{FF2B5EF4-FFF2-40B4-BE49-F238E27FC236}">
                <a16:creationId xmlns:a16="http://schemas.microsoft.com/office/drawing/2014/main" id="{9C2ECAAA-1E9C-4845-8EA9-E11A76F08150}"/>
              </a:ext>
            </a:extLst>
          </p:cNvPr>
          <p:cNvSpPr>
            <a:spLocks noGrp="1"/>
          </p:cNvSpPr>
          <p:nvPr>
            <p:ph sz="quarter" idx="4"/>
          </p:nvPr>
        </p:nvSpPr>
        <p:spPr>
          <a:xfrm>
            <a:off x="4569206" y="2792471"/>
            <a:ext cx="3053588" cy="3164509"/>
          </a:xfrm>
        </p:spPr>
        <p:txBody>
          <a:bodyPr>
            <a:normAutofit/>
          </a:bodyPr>
          <a:lstStyle/>
          <a:p>
            <a:r>
              <a:rPr lang="en-US" dirty="0"/>
              <a:t>Open the Design Ideas pane for instant slide makeovers. </a:t>
            </a:r>
          </a:p>
          <a:p>
            <a:r>
              <a:rPr lang="en-US" dirty="0"/>
              <a:t>When we have design ideas, we’ll show them to you right there. </a:t>
            </a:r>
          </a:p>
          <a:p>
            <a:endParaRPr lang="en-US" dirty="0"/>
          </a:p>
          <a:p>
            <a:endParaRPr lang="en-US" dirty="0"/>
          </a:p>
        </p:txBody>
      </p:sp>
      <p:sp>
        <p:nvSpPr>
          <p:cNvPr id="8" name="Text Placeholder 7">
            <a:extLst>
              <a:ext uri="{FF2B5EF4-FFF2-40B4-BE49-F238E27FC236}">
                <a16:creationId xmlns:a16="http://schemas.microsoft.com/office/drawing/2014/main" id="{753F59B4-6835-45E7-B1B4-20A8129CF422}"/>
              </a:ext>
            </a:extLst>
          </p:cNvPr>
          <p:cNvSpPr>
            <a:spLocks noGrp="1"/>
          </p:cNvSpPr>
          <p:nvPr>
            <p:ph type="body" sz="quarter" idx="13"/>
          </p:nvPr>
        </p:nvSpPr>
        <p:spPr>
          <a:xfrm>
            <a:off x="8068564" y="2073651"/>
            <a:ext cx="3053588" cy="640080"/>
          </a:xfrm>
        </p:spPr>
        <p:txBody>
          <a:bodyPr/>
          <a:lstStyle/>
          <a:p>
            <a:r>
              <a:rPr lang="en-US" dirty="0"/>
              <a:t>Subtitle</a:t>
            </a:r>
          </a:p>
        </p:txBody>
      </p:sp>
      <p:sp>
        <p:nvSpPr>
          <p:cNvPr id="9" name="Content Placeholder 8">
            <a:extLst>
              <a:ext uri="{FF2B5EF4-FFF2-40B4-BE49-F238E27FC236}">
                <a16:creationId xmlns:a16="http://schemas.microsoft.com/office/drawing/2014/main" id="{B890E108-1332-4587-9300-0EDF780553DF}"/>
              </a:ext>
            </a:extLst>
          </p:cNvPr>
          <p:cNvSpPr>
            <a:spLocks noGrp="1"/>
          </p:cNvSpPr>
          <p:nvPr>
            <p:ph sz="quarter" idx="14"/>
          </p:nvPr>
        </p:nvSpPr>
        <p:spPr>
          <a:xfrm>
            <a:off x="8068564" y="2791788"/>
            <a:ext cx="3053588" cy="3164509"/>
          </a:xfrm>
        </p:spPr>
        <p:txBody>
          <a:bodyPr/>
          <a:lstStyle/>
          <a:p>
            <a:r>
              <a:rPr lang="en-US" dirty="0"/>
              <a:t>This PowerPoint theme uses its own unique set of colors, fonts, and effects to create the overall look and feel of these slides. </a:t>
            </a:r>
          </a:p>
          <a:p>
            <a:r>
              <a:rPr lang="en-US" dirty="0"/>
              <a:t>PowerPoint has tons of themes to give your presentation just the right personality. </a:t>
            </a:r>
          </a:p>
          <a:p>
            <a:endParaRPr lang="en-US" dirty="0"/>
          </a:p>
        </p:txBody>
      </p:sp>
      <p:sp>
        <p:nvSpPr>
          <p:cNvPr id="18" name="Footer Placeholder 7">
            <a:extLst>
              <a:ext uri="{FF2B5EF4-FFF2-40B4-BE49-F238E27FC236}">
                <a16:creationId xmlns:a16="http://schemas.microsoft.com/office/drawing/2014/main" id="{79E84A9F-5B22-413F-A8E1-68805D01FA5C}"/>
              </a:ext>
            </a:extLst>
          </p:cNvPr>
          <p:cNvSpPr>
            <a:spLocks noGrp="1"/>
          </p:cNvSpPr>
          <p:nvPr>
            <p:ph type="ftr" sz="quarter" idx="11"/>
          </p:nvPr>
        </p:nvSpPr>
        <p:spPr>
          <a:xfrm>
            <a:off x="1066800" y="6035040"/>
            <a:ext cx="5816600" cy="365760"/>
          </a:xfrm>
        </p:spPr>
        <p:txBody>
          <a:bodyPr/>
          <a:lstStyle/>
          <a:p>
            <a:r>
              <a:rPr lang="en-US" dirty="0"/>
              <a:t>Sample Footer Text</a:t>
            </a:r>
          </a:p>
        </p:txBody>
      </p:sp>
      <p:sp>
        <p:nvSpPr>
          <p:cNvPr id="19" name="Slide Number Placeholder 8">
            <a:extLst>
              <a:ext uri="{FF2B5EF4-FFF2-40B4-BE49-F238E27FC236}">
                <a16:creationId xmlns:a16="http://schemas.microsoft.com/office/drawing/2014/main" id="{387783AD-BD2D-4FA3-814C-60A9805DCCDF}"/>
              </a:ext>
            </a:extLst>
          </p:cNvPr>
          <p:cNvSpPr>
            <a:spLocks noGrp="1"/>
          </p:cNvSpPr>
          <p:nvPr>
            <p:ph type="sldNum" sz="quarter" idx="12"/>
          </p:nvPr>
        </p:nvSpPr>
        <p:spPr>
          <a:xfrm>
            <a:off x="10287000" y="6035040"/>
            <a:ext cx="838200" cy="365760"/>
          </a:xfrm>
        </p:spPr>
        <p:txBody>
          <a:bodyPr/>
          <a:lstStyle/>
          <a:p>
            <a:fld id="{294A09A9-5501-47C1-A89A-A340965A2BE2}" type="slidenum">
              <a:rPr lang="en-US" smtClean="0"/>
              <a:pPr/>
              <a:t>10</a:t>
            </a:fld>
            <a:endParaRPr lang="en-US" dirty="0"/>
          </a:p>
        </p:txBody>
      </p:sp>
    </p:spTree>
    <p:extLst>
      <p:ext uri="{BB962C8B-B14F-4D97-AF65-F5344CB8AC3E}">
        <p14:creationId xmlns:p14="http://schemas.microsoft.com/office/powerpoint/2010/main" val="2721508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B54BBB9-EC3F-40DE-A3C5-72ADF697AC27}"/>
              </a:ext>
            </a:extLst>
          </p:cNvPr>
          <p:cNvSpPr>
            <a:spLocks noGrp="1"/>
          </p:cNvSpPr>
          <p:nvPr>
            <p:ph type="title"/>
          </p:nvPr>
        </p:nvSpPr>
        <p:spPr>
          <a:xfrm>
            <a:off x="5867401" y="1290294"/>
            <a:ext cx="5116286" cy="1371600"/>
          </a:xfrm>
        </p:spPr>
        <p:txBody>
          <a:bodyPr/>
          <a:lstStyle/>
          <a:p>
            <a:r>
              <a:rPr lang="en-US" dirty="0"/>
              <a:t>Summary</a:t>
            </a:r>
          </a:p>
        </p:txBody>
      </p:sp>
      <p:sp>
        <p:nvSpPr>
          <p:cNvPr id="6" name="Subtitle 5">
            <a:extLst>
              <a:ext uri="{FF2B5EF4-FFF2-40B4-BE49-F238E27FC236}">
                <a16:creationId xmlns:a16="http://schemas.microsoft.com/office/drawing/2014/main" id="{FCC00F2F-2F9A-4287-AE30-766758F16A24}"/>
              </a:ext>
            </a:extLst>
          </p:cNvPr>
          <p:cNvSpPr>
            <a:spLocks noGrp="1"/>
          </p:cNvSpPr>
          <p:nvPr>
            <p:ph type="subTitle" idx="1"/>
          </p:nvPr>
        </p:nvSpPr>
        <p:spPr>
          <a:xfrm>
            <a:off x="5867401" y="2980736"/>
            <a:ext cx="5116286" cy="2712494"/>
          </a:xfrm>
        </p:spPr>
        <p:txBody>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p:txBody>
      </p:sp>
      <p:pic>
        <p:nvPicPr>
          <p:cNvPr id="17" name="Picture Placeholder 16" descr="A person hanging up an open sign">
            <a:extLst>
              <a:ext uri="{FF2B5EF4-FFF2-40B4-BE49-F238E27FC236}">
                <a16:creationId xmlns:a16="http://schemas.microsoft.com/office/drawing/2014/main" id="{1662305C-7D5C-47F9-877B-466826B518AB}"/>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a:stretch/>
        </p:blipFill>
        <p:spPr>
          <a:xfrm>
            <a:off x="325438" y="326697"/>
            <a:ext cx="1636712" cy="3475163"/>
          </a:xfrm>
        </p:spPr>
      </p:pic>
      <p:pic>
        <p:nvPicPr>
          <p:cNvPr id="21" name="Picture Placeholder 20" descr="A person wearing a white hat">
            <a:extLst>
              <a:ext uri="{FF2B5EF4-FFF2-40B4-BE49-F238E27FC236}">
                <a16:creationId xmlns:a16="http://schemas.microsoft.com/office/drawing/2014/main" id="{BE57492F-8E90-4A7C-973A-7888314D95BE}"/>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2709863" y="329773"/>
            <a:ext cx="1614487" cy="1394251"/>
          </a:xfrm>
        </p:spPr>
      </p:pic>
      <p:pic>
        <p:nvPicPr>
          <p:cNvPr id="25" name="Picture Placeholder 24" descr="A picture containing person smiling">
            <a:extLst>
              <a:ext uri="{FF2B5EF4-FFF2-40B4-BE49-F238E27FC236}">
                <a16:creationId xmlns:a16="http://schemas.microsoft.com/office/drawing/2014/main" id="{570508E1-6D53-4ABA-B566-1C25D08ABDD2}"/>
              </a:ext>
            </a:extLst>
          </p:cNvPr>
          <p:cNvPicPr>
            <a:picLocks noGrp="1" noChangeAspect="1"/>
          </p:cNvPicPr>
          <p:nvPr>
            <p:ph type="pic" sz="quarter" idx="14"/>
          </p:nvPr>
        </p:nvPicPr>
        <p:blipFill rotWithShape="1">
          <a:blip r:embed="rId4">
            <a:extLst>
              <a:ext uri="{28A0092B-C50C-407E-A947-70E740481C1C}">
                <a14:useLocalDpi xmlns:a14="http://schemas.microsoft.com/office/drawing/2010/main" val="0"/>
              </a:ext>
            </a:extLst>
          </a:blip>
          <a:srcRect/>
          <a:stretch/>
        </p:blipFill>
        <p:spPr>
          <a:xfrm>
            <a:off x="2697163" y="2384425"/>
            <a:ext cx="1628775" cy="1423988"/>
          </a:xfrm>
        </p:spPr>
      </p:pic>
      <p:pic>
        <p:nvPicPr>
          <p:cNvPr id="29" name="Picture Placeholder 28" descr="A picture containing loaves of bread">
            <a:extLst>
              <a:ext uri="{FF2B5EF4-FFF2-40B4-BE49-F238E27FC236}">
                <a16:creationId xmlns:a16="http://schemas.microsoft.com/office/drawing/2014/main" id="{CB30D8EE-713E-4D47-B52D-4F8507389AD0}"/>
              </a:ext>
            </a:extLst>
          </p:cNvPr>
          <p:cNvPicPr>
            <a:picLocks noGrp="1" noChangeAspect="1"/>
          </p:cNvPicPr>
          <p:nvPr>
            <p:ph type="pic" sz="quarter" idx="16"/>
          </p:nvPr>
        </p:nvPicPr>
        <p:blipFill rotWithShape="1">
          <a:blip r:embed="rId5">
            <a:extLst>
              <a:ext uri="{28A0092B-C50C-407E-A947-70E740481C1C}">
                <a14:useLocalDpi xmlns:a14="http://schemas.microsoft.com/office/drawing/2010/main" val="0"/>
              </a:ext>
            </a:extLst>
          </a:blip>
          <a:srcRect/>
          <a:stretch/>
        </p:blipFill>
        <p:spPr>
          <a:xfrm>
            <a:off x="325438" y="4527550"/>
            <a:ext cx="3998912" cy="2000250"/>
          </a:xfrm>
        </p:spPr>
      </p:pic>
    </p:spTree>
    <p:extLst>
      <p:ext uri="{BB962C8B-B14F-4D97-AF65-F5344CB8AC3E}">
        <p14:creationId xmlns:p14="http://schemas.microsoft.com/office/powerpoint/2010/main" val="3103866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icture containing loaves of bread">
            <a:extLst>
              <a:ext uri="{FF2B5EF4-FFF2-40B4-BE49-F238E27FC236}">
                <a16:creationId xmlns:a16="http://schemas.microsoft.com/office/drawing/2014/main" id="{C297EE2C-D560-4328-9AF4-DE9180756728}"/>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0" y="0"/>
            <a:ext cx="12192000" cy="6858000"/>
          </a:xfrm>
        </p:spPr>
      </p:pic>
      <p:sp>
        <p:nvSpPr>
          <p:cNvPr id="4" name="Title 3">
            <a:extLst>
              <a:ext uri="{FF2B5EF4-FFF2-40B4-BE49-F238E27FC236}">
                <a16:creationId xmlns:a16="http://schemas.microsoft.com/office/drawing/2014/main" id="{A112D3EB-7697-4AC8-A636-93A28AC917D4}"/>
              </a:ext>
            </a:extLst>
          </p:cNvPr>
          <p:cNvSpPr>
            <a:spLocks noGrp="1"/>
          </p:cNvSpPr>
          <p:nvPr>
            <p:ph type="title"/>
          </p:nvPr>
        </p:nvSpPr>
        <p:spPr>
          <a:xfrm>
            <a:off x="1357950" y="2197853"/>
            <a:ext cx="4633415" cy="851219"/>
          </a:xfrm>
        </p:spPr>
        <p:txBody>
          <a:bodyPr/>
          <a:lstStyle/>
          <a:p>
            <a:r>
              <a:rPr lang="en-US" dirty="0"/>
              <a:t>Thank you</a:t>
            </a:r>
          </a:p>
        </p:txBody>
      </p:sp>
      <p:sp>
        <p:nvSpPr>
          <p:cNvPr id="22" name="Content Placeholder 21">
            <a:extLst>
              <a:ext uri="{FF2B5EF4-FFF2-40B4-BE49-F238E27FC236}">
                <a16:creationId xmlns:a16="http://schemas.microsoft.com/office/drawing/2014/main" id="{647C3F4A-D331-4452-B461-77995DCD0738}"/>
              </a:ext>
            </a:extLst>
          </p:cNvPr>
          <p:cNvSpPr>
            <a:spLocks noGrp="1"/>
          </p:cNvSpPr>
          <p:nvPr>
            <p:ph sz="quarter" idx="16"/>
          </p:nvPr>
        </p:nvSpPr>
        <p:spPr>
          <a:xfrm>
            <a:off x="1357313" y="3308350"/>
            <a:ext cx="4633912" cy="2141632"/>
          </a:xfrm>
        </p:spPr>
        <p:txBody>
          <a:bodyPr/>
          <a:lstStyle/>
          <a:p>
            <a:r>
              <a:rPr lang="en-US" dirty="0"/>
              <a:t>Presenter name</a:t>
            </a:r>
          </a:p>
          <a:p>
            <a:r>
              <a:rPr lang="en-US" dirty="0"/>
              <a:t>Email address</a:t>
            </a:r>
          </a:p>
          <a:p>
            <a:r>
              <a:rPr lang="en-US" dirty="0"/>
              <a:t>Website</a:t>
            </a:r>
          </a:p>
        </p:txBody>
      </p:sp>
      <p:sp>
        <p:nvSpPr>
          <p:cNvPr id="8" name="Footer Placeholder 8">
            <a:extLst>
              <a:ext uri="{FF2B5EF4-FFF2-40B4-BE49-F238E27FC236}">
                <a16:creationId xmlns:a16="http://schemas.microsoft.com/office/drawing/2014/main" id="{BC683C02-28E6-4E05-AE2E-4E82FB9AD74C}"/>
              </a:ext>
            </a:extLst>
          </p:cNvPr>
          <p:cNvSpPr>
            <a:spLocks noGrp="1"/>
          </p:cNvSpPr>
          <p:nvPr>
            <p:ph type="ftr" sz="quarter" idx="11"/>
          </p:nvPr>
        </p:nvSpPr>
        <p:spPr>
          <a:xfrm>
            <a:off x="1357950" y="5472763"/>
            <a:ext cx="4636008" cy="256032"/>
          </a:xfrm>
        </p:spPr>
        <p:txBody>
          <a:bodyPr/>
          <a:lstStyle/>
          <a:p>
            <a:r>
              <a:rPr lang="en-US" dirty="0"/>
              <a:t>Sample Footer Text</a:t>
            </a:r>
          </a:p>
        </p:txBody>
      </p:sp>
      <p:sp>
        <p:nvSpPr>
          <p:cNvPr id="7" name="Slide Number Placeholder 9">
            <a:extLst>
              <a:ext uri="{FF2B5EF4-FFF2-40B4-BE49-F238E27FC236}">
                <a16:creationId xmlns:a16="http://schemas.microsoft.com/office/drawing/2014/main" id="{5EFED041-9934-48CE-91D3-3EA5C0A470A0}"/>
              </a:ext>
            </a:extLst>
          </p:cNvPr>
          <p:cNvSpPr txBox="1">
            <a:spLocks/>
          </p:cNvSpPr>
          <p:nvPr/>
        </p:nvSpPr>
        <p:spPr>
          <a:xfrm>
            <a:off x="11058218" y="5852160"/>
            <a:ext cx="548640" cy="548640"/>
          </a:xfrm>
          <a:prstGeom prst="ellipse">
            <a:avLst/>
          </a:prstGeom>
          <a:solidFill>
            <a:schemeClr val="bg1">
              <a:lumMod val="75000"/>
              <a:lumOff val="25000"/>
            </a:schemeClr>
          </a:solidFill>
        </p:spPr>
        <p:txBody>
          <a:bodyPr lIns="18288" rIns="18288" anchor="ctr">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34B7E4EF-A1BD-40F4-AB7B-04F084DD991D}" type="slidenum">
              <a:rPr lang="en-US" sz="1500" b="1" smtClean="0"/>
              <a:pPr algn="ctr"/>
              <a:t>12</a:t>
            </a:fld>
            <a:endParaRPr lang="en-US" sz="1500" b="1" dirty="0"/>
          </a:p>
        </p:txBody>
      </p:sp>
    </p:spTree>
    <p:extLst>
      <p:ext uri="{BB962C8B-B14F-4D97-AF65-F5344CB8AC3E}">
        <p14:creationId xmlns:p14="http://schemas.microsoft.com/office/powerpoint/2010/main" val="5878385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8">
      <a:dk1>
        <a:sysClr val="windowText" lastClr="000000"/>
      </a:dk1>
      <a:lt1>
        <a:sysClr val="window" lastClr="FFFFFF"/>
      </a:lt1>
      <a:dk2>
        <a:srgbClr val="696464"/>
      </a:dk2>
      <a:lt2>
        <a:srgbClr val="E9E5DC"/>
      </a:lt2>
      <a:accent1>
        <a:srgbClr val="96A9A9"/>
      </a:accent1>
      <a:accent2>
        <a:srgbClr val="CB581F"/>
      </a:accent2>
      <a:accent3>
        <a:srgbClr val="A28E6A"/>
      </a:accent3>
      <a:accent4>
        <a:srgbClr val="956251"/>
      </a:accent4>
      <a:accent5>
        <a:srgbClr val="918485"/>
      </a:accent5>
      <a:accent6>
        <a:srgbClr val="855D5D"/>
      </a:accent6>
      <a:hlink>
        <a:srgbClr val="D0690C"/>
      </a:hlink>
      <a:folHlink>
        <a:srgbClr val="9696A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Props1.xml><?xml version="1.0" encoding="utf-8"?>
<ds:datastoreItem xmlns:ds="http://schemas.openxmlformats.org/officeDocument/2006/customXml" ds:itemID="{BFCF2BD5-DE13-4F89-A44B-1244AAFA74B9}">
  <ds:schemaRefs>
    <ds:schemaRef ds:uri="http://schemas.microsoft.com/sharepoint/v3/contenttype/forms"/>
  </ds:schemaRefs>
</ds:datastoreItem>
</file>

<file path=customXml/itemProps2.xml><?xml version="1.0" encoding="utf-8"?>
<ds:datastoreItem xmlns:ds="http://schemas.openxmlformats.org/officeDocument/2006/customXml" ds:itemID="{94D4956A-58D5-480A-BCDA-53092DBAA2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7085EF-B99E-49B5-8168-B93B76F18C94}">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_SavonVTI</Template>
  <TotalTime>0</TotalTime>
  <Words>542</Words>
  <Application>Microsoft Office PowerPoint</Application>
  <PresentationFormat>Widescreen</PresentationFormat>
  <Paragraphs>99</Paragraphs>
  <Slides>12</Slides>
  <Notes>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SavonVTI</vt:lpstr>
      <vt:lpstr>Presentation title</vt:lpstr>
      <vt:lpstr>Agenda</vt:lpstr>
      <vt:lpstr>Introduction</vt:lpstr>
      <vt:lpstr>Topic one</vt:lpstr>
      <vt:lpstr>Table</vt:lpstr>
      <vt:lpstr>The way to get started  is to quit talking and begin doing.</vt:lpstr>
      <vt:lpstr>Team</vt:lpstr>
      <vt:lpstr>Timeline</vt:lpstr>
      <vt:lpstr>Content</vt:lpstr>
      <vt:lpstr>Additional content</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2026-07-16T06:02:22Z</dcterms:created>
  <dcterms:modified xsi:type="dcterms:W3CDTF">2026-07-16T06:02:26Z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