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26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5F-4395-9889-D74A13E4B7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14564416"/>
        <c:axId val="142960564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05F-4395-9889-D74A13E4B7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4564416"/>
        <c:axId val="1429605648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05F-4395-9889-D74A13E4B7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3089920"/>
        <c:axId val="1429550928"/>
      </c:lineChart>
      <c:catAx>
        <c:axId val="1514564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9605648"/>
        <c:crosses val="autoZero"/>
        <c:auto val="1"/>
        <c:lblAlgn val="ctr"/>
        <c:lblOffset val="100"/>
        <c:noMultiLvlLbl val="0"/>
      </c:catAx>
      <c:valAx>
        <c:axId val="14296056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4564416"/>
        <c:crosses val="autoZero"/>
        <c:crossBetween val="between"/>
      </c:valAx>
      <c:valAx>
        <c:axId val="142955092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3089920"/>
        <c:crosses val="max"/>
        <c:crossBetween val="between"/>
      </c:valAx>
      <c:catAx>
        <c:axId val="15130899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429550928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73-4D38-9079-964074CE15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73-4D38-9079-964074CE15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20976912"/>
        <c:axId val="1429572528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A73-4D38-9079-964074CE15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20976912"/>
        <c:axId val="1429572528"/>
      </c:lineChart>
      <c:catAx>
        <c:axId val="1520976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9572528"/>
        <c:crosses val="autoZero"/>
        <c:auto val="1"/>
        <c:lblAlgn val="ctr"/>
        <c:lblOffset val="100"/>
        <c:noMultiLvlLbl val="0"/>
      </c:catAx>
      <c:valAx>
        <c:axId val="1429572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09769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65DEF-472B-BDE6-4237-F415E8297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DF0E3-57ED-F655-A136-213CCC19D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DFD74-41C7-2D31-3C29-61F81ABC4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A5CBE-9F8D-483A-B3D6-93C782D2DE1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CD8BE-443A-C2EE-ACBF-45E45D34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E75E1-86BA-047E-3315-493F3E82B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92DE5-1724-4DA6-82C8-6F9F12B16B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0395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8A169-CF60-A0ED-7DE5-4314B1671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030F5-6EDB-C074-B703-83FE36341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13EAB-25F4-1889-5520-FE0BBD0DC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A5CBE-9F8D-483A-B3D6-93C782D2DE1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DE70D-1101-F441-551A-35479C169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FCC85-80CF-EBFE-3883-663FD99C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92DE5-1724-4DA6-82C8-6F9F12B16B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831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A24FD-F93F-07C6-B556-C11112B7B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00567-3B4A-97F2-07A5-B5A4FB76D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B141E-29F6-8004-D96F-8FA52DFB4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A5CBE-9F8D-483A-B3D6-93C782D2DE1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DBFDE-7163-3575-B0D3-1ACE0B1CD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428B2-3090-71B6-A202-58BE3F66E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92DE5-1724-4DA6-82C8-6F9F12B16B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8659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B93FD-6BEC-405C-3624-345E6E375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E96F4-1F04-D8DE-D48D-7579ECE4D9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0D90C8-3A5C-29CE-807F-663DFEAC3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E87AD-98E9-D89C-18F6-088DBF688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A5CBE-9F8D-483A-B3D6-93C782D2DE1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6E659-E55A-4E06-7227-441A9355B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74739-B593-355F-1CEA-1332A818E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92DE5-1724-4DA6-82C8-6F9F12B16B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527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3D488-52F0-740E-C7EB-6E75A6B96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FA214-13AA-BA93-3F01-666B099F1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A858D1-66E5-9CB9-936D-C113DD688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77A39F-FC8A-5C0F-E1F8-9339843C9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805011-540B-0DAA-B933-BE68E68E6B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C50EA6-CE42-4004-8275-47E413276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A5CBE-9F8D-483A-B3D6-93C782D2DE1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862944-9B93-9745-21EB-94D54F4CE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8497FC-8098-47B2-9894-CF47D686A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92DE5-1724-4DA6-82C8-6F9F12B16B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2327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533A6-ADEE-C79D-7812-B209B3227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346A66-B8F7-3D0A-77AC-72101AB51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A5CBE-9F8D-483A-B3D6-93C782D2DE1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8E3CD4-0E03-208C-DE55-8C7A7A975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1BA4A-008D-3253-EE33-A6D9F040B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92DE5-1724-4DA6-82C8-6F9F12B16B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6643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63D4E5-92D5-0B2E-0EEA-8BE1CE9A4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A5CBE-9F8D-483A-B3D6-93C782D2DE1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0DED2D-2EB6-81D5-1115-ECB759163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1276B-DAF7-1BAB-B269-2E0531F24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92DE5-1724-4DA6-82C8-6F9F12B16B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358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709F3-B2F6-F27A-3A11-7A03F0748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56780-00E0-525B-C028-F61E0E5FA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A7FFD-7D90-E9D3-4136-2F15DFFA5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B18E0-A13D-E96F-E779-4056403E7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A5CBE-9F8D-483A-B3D6-93C782D2DE1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F1E00-2E74-9817-BD99-F5B32A715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AAFDB-2669-8891-48BF-155E602DF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92DE5-1724-4DA6-82C8-6F9F12B16B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4945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250E5-E3CE-A2E7-AC9B-FA30D4BBA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173394-F11F-93EC-5FD6-3F7DF132A6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1F7655-ABE1-956F-2ABC-E2AED8E35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93AD3-1E7F-A38D-F28F-9CAB88FFE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A5CBE-9F8D-483A-B3D6-93C782D2DE1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D32F4-D57E-3C4A-E1CF-51341E8C4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ABCF7-760F-FA45-A58D-A58130377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92DE5-1724-4DA6-82C8-6F9F12B16B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3701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1D144-1A7E-3626-0F8E-7D3AC30DB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1DADC6-AFD2-2C5E-4DE5-20B9B6F1B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88E98-9B10-2C93-467E-9C2DB95A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A5CBE-9F8D-483A-B3D6-93C782D2DE1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69A64-557D-98C3-23EA-C474638AA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F224C-7590-617D-4D1A-F529CBC5F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92DE5-1724-4DA6-82C8-6F9F12B16B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3355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5EA0EC-E43A-323A-5FF0-9911DEEB0F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73B275-B6D6-F0CB-68E9-00673DA5B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01EDC-BAF2-7038-189F-5D8C91E10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A5CBE-9F8D-483A-B3D6-93C782D2DE1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AF5EF-1F56-DA32-7971-DAE08CF53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93359-F315-540F-87F0-DC1C55DB9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92DE5-1724-4DA6-82C8-6F9F12B16B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5014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FAC31E-639D-C583-47A6-CE997DD66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B3948-0643-9EA4-99FE-FFFE365CA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EE25A-1998-F9F5-19D0-F5925E0CB9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A5CBE-9F8D-483A-B3D6-93C782D2DE1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CD52D-E46E-663D-F0FB-18DE2E16F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2EC89-75ED-9F2B-0BE0-53F29557C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92DE5-1724-4DA6-82C8-6F9F12B16B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8229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89CA0E4-6D7D-C92F-49C8-100072B8FA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3665728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59927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5DC5F7E-0552-8836-A0B1-24CE89C1F6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3318671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52747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Cropp</dc:creator>
  <cp:lastModifiedBy>Simon Cropp</cp:lastModifiedBy>
  <cp:revision>1</cp:revision>
  <dcterms:created xsi:type="dcterms:W3CDTF">2026-10-26T00:08:14Z</dcterms:created>
  <dcterms:modified xsi:type="dcterms:W3CDTF">2026-10-26T00:08:14Z</dcterms:modified>
</cp:coreProperties>
</file>