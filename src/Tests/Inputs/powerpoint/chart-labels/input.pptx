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267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256-439D-9B25-D14F9994EE3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256-439D-9B25-D14F9994EE3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256-439D-9B25-D14F9994EE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69059008"/>
        <c:axId val="556462768"/>
      </c:lineChart>
      <c:catAx>
        <c:axId val="5690590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6462768"/>
        <c:crosses val="autoZero"/>
        <c:auto val="1"/>
        <c:lblAlgn val="ctr"/>
        <c:lblOffset val="100"/>
        <c:noMultiLvlLbl val="0"/>
      </c:catAx>
      <c:valAx>
        <c:axId val="556462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9059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  <c:pt idx="1">
                  <c:v>1.8</c:v>
                </c:pt>
                <c:pt idx="2">
                  <c:v>2.6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2.7</c:v>
                </c:pt>
                <c:pt idx="1">
                  <c:v>3.2</c:v>
                </c:pt>
                <c:pt idx="2">
                  <c:v>0.8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6CA-4D57-BA50-B12FBF7EF9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69600368"/>
        <c:axId val="556471408"/>
      </c:scatterChart>
      <c:valAx>
        <c:axId val="56960036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6471408"/>
        <c:crosses val="autoZero"/>
        <c:crossBetween val="midCat"/>
      </c:valAx>
      <c:valAx>
        <c:axId val="556471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960036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2E8C7-F06B-D9BE-9F69-97F5DD3CF8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C3443A-2BC2-CC9C-7C7D-0A8B7F170A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0A5D3B-F8D5-ADDE-514B-3C336C5C0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1F90-626C-45D7-89F0-41E7C84A26D2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0A2CE-151D-4517-C6E3-DAA91F1E6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00E1D-A601-A391-AE62-0FE3459EE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5E2E6-7DB9-45D6-9B60-17D6FAE084A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9965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918E4-5E0C-2125-6F35-FBC96E2F7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3BA1C-F063-E962-6E4F-C7AB6D502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F65398-1028-0DE2-A400-8CF04F796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1F90-626C-45D7-89F0-41E7C84A26D2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679A3-DFE3-CF05-11EC-28821C349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3F88F-23D1-957B-6ECC-E1207ED69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5E2E6-7DB9-45D6-9B60-17D6FAE084A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9573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1CD30-39DF-8A17-220F-231B509DE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26EF28-A243-67F5-9BAD-B42E939358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B46F39-F62A-D79A-5D12-93C529AD6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1F90-626C-45D7-89F0-41E7C84A26D2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31E218-418D-437C-E20B-DB2693551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FE19D5-F98F-DAE1-F3B6-207F57D6D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5E2E6-7DB9-45D6-9B60-17D6FAE084A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3984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FD630-CC2D-DB7A-F871-44CCE2A8E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7D753-3F71-C3D4-43CF-BA0914B390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F366FB-5036-529C-8AC6-DEADAD05E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10673C-10F7-BAC2-5F26-7FCDFE218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1F90-626C-45D7-89F0-41E7C84A26D2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ADA686-96CD-35F7-F4D1-B2A38CFC2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BBEEE8-4F07-CA8C-5C38-6865EE1F3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5E2E6-7DB9-45D6-9B60-17D6FAE084A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536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BCA2F-71F9-F55D-D560-7A7BFFA76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595857-CB7E-1047-D8DE-FBBDBE2DC3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1E2A0B-7732-295A-677C-FC701EBC26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AE1535-3E7F-BF84-ABA9-FC71641E0A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03FA24-FFB5-8776-DFD3-67797F6E58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0C73AE-EBD6-4E66-6062-64F5DE818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1F90-626C-45D7-89F0-41E7C84A26D2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134E9F-C02D-59A1-0F6C-326C9E76E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FDE178-8B1E-FF26-7EEE-F748E2CBD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5E2E6-7DB9-45D6-9B60-17D6FAE084A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067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D68F1-1B07-1CE5-0FCB-EAD2BA96A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480140-B414-4FB6-E142-25E5EA1B7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1F90-626C-45D7-89F0-41E7C84A26D2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C1F498-C429-48B1-A796-1DCD540BA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EC1802-26A9-D8DA-D467-4939A3F8E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5E2E6-7DB9-45D6-9B60-17D6FAE084A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4228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555B76-6F46-6854-2FAE-6BD0535DA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1F90-626C-45D7-89F0-41E7C84A26D2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27EE36-23E6-3A3C-FE85-453EC3985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A7ECE2-EC78-8D63-B119-B2522BC22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5E2E6-7DB9-45D6-9B60-17D6FAE084A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3254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6EBEF-23D7-EB02-43F7-D8036A31F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BDFE3-5BED-5415-3D93-1E0FA8F21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EE22D9-DD71-5FC7-E856-819C58D46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A07254-8BB1-2A94-4DF2-E9DCC8C74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1F90-626C-45D7-89F0-41E7C84A26D2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513EB-E426-2EBD-D2B6-A735E6CA7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70106-6D1D-2676-FF72-83A8358A3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5E2E6-7DB9-45D6-9B60-17D6FAE084A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8912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EFEBC-B693-2CC1-D1C7-E8243CFF6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F1528D-E796-57C8-C8B7-6BC081666F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B8387F-09F2-AD48-863B-8CA604CD7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BA9476-0270-4BD0-EE24-D6FFFF185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1F90-626C-45D7-89F0-41E7C84A26D2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39C680-7BA8-4D1C-C960-9EBE21121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484CAF-82C2-A7C7-ED82-2181FB6B6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5E2E6-7DB9-45D6-9B60-17D6FAE084A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1642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18CAC-E870-125D-6177-B4A2DA3A2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543DE-E8A0-DAD7-F8A3-A97A56702B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99F8C-7836-C443-CDB0-7024ABAFA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1F90-626C-45D7-89F0-41E7C84A26D2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03921-B408-EDBB-9DAC-0B5BE833A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56752-75E0-90C9-B2B9-A2736E30E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5E2E6-7DB9-45D6-9B60-17D6FAE084A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4899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E1F525-7358-D90A-C966-527A21B3D2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ABB19C-208F-3D93-9EEA-299B6F91AD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AB4518-53DC-3217-4982-F5D8DB408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1F90-626C-45D7-89F0-41E7C84A26D2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5C50A-9E3E-F75B-BBFC-D24C00F07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82804-8BBA-9EA7-27CD-0193771ED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5E2E6-7DB9-45D6-9B60-17D6FAE084A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60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C05B04-F50C-3C9B-3E45-E22269BC1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DA481F-7EFB-23AF-0EAF-1145CECF9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947517-D5CE-27E6-A303-1E7E322B30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21F90-626C-45D7-89F0-41E7C84A26D2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79603-51D6-DD0C-310D-F2F1CB9AC1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1225C-0D15-A5CE-21DD-8809CAC0C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A5E2E6-7DB9-45D6-9B60-17D6FAE084A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9673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E945B445-595A-1B12-D897-D25BBFDDBF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81981830"/>
              </p:ext>
            </p:extLst>
          </p:nvPr>
        </p:nvGraphicFramePr>
        <p:xfrm>
          <a:off x="762000" y="508000"/>
          <a:ext cx="10668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69487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1AF1B8B4-74D9-BBD7-DA1B-7B7C6DF046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51810656"/>
              </p:ext>
            </p:extLst>
          </p:nvPr>
        </p:nvGraphicFramePr>
        <p:xfrm>
          <a:off x="762000" y="508000"/>
          <a:ext cx="10668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65888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Cropp</dc:creator>
  <cp:lastModifiedBy>Simon Cropp</cp:lastModifiedBy>
  <cp:revision>1</cp:revision>
  <dcterms:created xsi:type="dcterms:W3CDTF">2026-10-26T00:08:01Z</dcterms:created>
  <dcterms:modified xsi:type="dcterms:W3CDTF">2026-10-26T00:08:01Z</dcterms:modified>
</cp:coreProperties>
</file>