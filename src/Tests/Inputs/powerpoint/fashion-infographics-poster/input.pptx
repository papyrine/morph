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8"/>
  </p:notesMasterIdLst>
  <p:handoutMasterIdLst>
    <p:handoutMasterId r:id="rId9"/>
  </p:handoutMasterIdLst>
  <p:sldIdLst>
    <p:sldId id="271" r:id="rId5"/>
    <p:sldId id="272" r:id="rId6"/>
    <p:sldId id="273" r:id="rId7"/>
  </p:sldIdLst>
  <p:sldSz cx="12192000" cy="1625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6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74" autoAdjust="0"/>
    <p:restoredTop sz="94660" autoAdjust="0"/>
  </p:normalViewPr>
  <p:slideViewPr>
    <p:cSldViewPr snapToGrid="0">
      <p:cViewPr>
        <p:scale>
          <a:sx n="100" d="100"/>
          <a:sy n="100" d="100"/>
        </p:scale>
        <p:origin x="418" y="-3504"/>
      </p:cViewPr>
      <p:guideLst/>
    </p:cSldViewPr>
  </p:slideViewPr>
  <p:outlineViewPr>
    <p:cViewPr>
      <p:scale>
        <a:sx n="33" d="100"/>
        <a:sy n="33" d="100"/>
      </p:scale>
      <p:origin x="0" y="-835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6A1053-397F-4A6C-96B9-6DD8D62CC7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AA86A52-1548-4394-BB9B-792BD3D08E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1220B4-6706-412D-9D5A-E5F0A3D0E36B}" type="datetimeFigureOut">
              <a:rPr lang="en-US" smtClean="0"/>
              <a:t>7/15/2026</a:t>
            </a:fld>
            <a:endParaRPr lang="en-US" dirty="0"/>
          </a:p>
        </p:txBody>
      </p:sp>
      <p:sp>
        <p:nvSpPr>
          <p:cNvPr id="4" name="Footer Placeholder 3">
            <a:extLst>
              <a:ext uri="{FF2B5EF4-FFF2-40B4-BE49-F238E27FC236}">
                <a16:creationId xmlns:a16="http://schemas.microsoft.com/office/drawing/2014/main" id="{F2DA1A18-E3B3-4C59-AEDF-1C3606266D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D9C5CCD-847A-45F5-9D2B-3B3022F545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B2988C-19A3-4A93-8F40-E5827DDEE553}" type="slidenum">
              <a:rPr lang="en-US" smtClean="0"/>
              <a:t>‹#›</a:t>
            </a:fld>
            <a:endParaRPr lang="en-US" dirty="0"/>
          </a:p>
        </p:txBody>
      </p:sp>
    </p:spTree>
    <p:extLst>
      <p:ext uri="{BB962C8B-B14F-4D97-AF65-F5344CB8AC3E}">
        <p14:creationId xmlns:p14="http://schemas.microsoft.com/office/powerpoint/2010/main" val="3895803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28338-5C4B-411F-976E-4C1C4D46AF39}" type="datetimeFigureOut">
              <a:rPr lang="en-US" smtClean="0"/>
              <a:t>7/15/2026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37D57F-1BC2-46EF-89B6-EE2A0FEE2715}" type="slidenum">
              <a:rPr lang="en-US" smtClean="0"/>
              <a:t>‹#›</a:t>
            </a:fld>
            <a:endParaRPr lang="en-US" dirty="0"/>
          </a:p>
        </p:txBody>
      </p:sp>
    </p:spTree>
    <p:extLst>
      <p:ext uri="{BB962C8B-B14F-4D97-AF65-F5344CB8AC3E}">
        <p14:creationId xmlns:p14="http://schemas.microsoft.com/office/powerpoint/2010/main" val="2010362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37D57F-1BC2-46EF-89B6-EE2A0FEE2715}" type="slidenum">
              <a:rPr lang="en-US" smtClean="0"/>
              <a:t>1</a:t>
            </a:fld>
            <a:endParaRPr lang="en-US" dirty="0"/>
          </a:p>
        </p:txBody>
      </p:sp>
    </p:spTree>
    <p:extLst>
      <p:ext uri="{BB962C8B-B14F-4D97-AF65-F5344CB8AC3E}">
        <p14:creationId xmlns:p14="http://schemas.microsoft.com/office/powerpoint/2010/main" val="1002878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1">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2587625" y="3643313"/>
            <a:ext cx="7278688" cy="10917936"/>
          </a:xfrm>
        </p:spPr>
        <p:txBody>
          <a:bodyPr anchor="ctr">
            <a:normAutofit/>
          </a:bodyPr>
          <a:lstStyle>
            <a:lvl1pPr marL="0" indent="0" algn="ctr">
              <a:buNone/>
              <a:defRPr sz="3200"/>
            </a:lvl1pPr>
          </a:lstStyle>
          <a:p>
            <a:endParaRPr lang="en-US" dirty="0"/>
          </a:p>
        </p:txBody>
      </p:sp>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713508" y="989880"/>
            <a:ext cx="7058892" cy="3249612"/>
          </a:xfrm>
          <a:noFill/>
        </p:spPr>
        <p:txBody>
          <a:bodyPr anchor="t"/>
          <a:lstStyle>
            <a:lvl1pPr>
              <a:defRPr cap="all" spc="-300" baseline="0">
                <a:solidFill>
                  <a:schemeClr val="accent4"/>
                </a:solidFill>
              </a:defRPr>
            </a:lvl1pPr>
          </a:lstStyle>
          <a:p>
            <a:r>
              <a:rPr lang="en-US" dirty="0"/>
              <a:t>Add Title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713508" y="4489017"/>
            <a:ext cx="1530928" cy="1060450"/>
          </a:xfrm>
        </p:spPr>
        <p:txBody>
          <a:bodyPr>
            <a:noAutofit/>
          </a:bodyPr>
          <a:lstStyle>
            <a:lvl1pPr marL="0" indent="0">
              <a:buNone/>
              <a:defRPr sz="8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2272145" y="4489017"/>
            <a:ext cx="1100975" cy="1060450"/>
          </a:xfrm>
        </p:spPr>
        <p:txBody>
          <a:bodyPr lIns="0">
            <a:noAutofit/>
          </a:bodyPr>
          <a:lstStyle>
            <a:lvl1pPr marL="0" indent="0">
              <a:buNone/>
              <a:defRPr sz="800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720435" y="5683395"/>
            <a:ext cx="2652685"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730826" y="6238240"/>
            <a:ext cx="2327332" cy="1060450"/>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726439" y="7924800"/>
            <a:ext cx="543561"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1319877" y="7924800"/>
            <a:ext cx="468283" cy="558800"/>
          </a:xfrm>
        </p:spPr>
        <p:txBody>
          <a:bodyPr lIns="0" rIns="0" anchor="ctr">
            <a:noAutofit/>
          </a:bodyPr>
          <a:lstStyle>
            <a:lvl1pPr marL="0" indent="0">
              <a:buNone/>
              <a:defRPr sz="28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1863439" y="7924800"/>
            <a:ext cx="1109668"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730826" y="8581536"/>
            <a:ext cx="2327332"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8868755" y="2035955"/>
            <a:ext cx="2520605" cy="1012044"/>
          </a:xfrm>
        </p:spPr>
        <p:txBody>
          <a:bodyPr lIns="91440" tIns="0">
            <a:noAutofit/>
          </a:bodyPr>
          <a:lstStyle>
            <a:lvl1pPr marL="0" indent="0">
              <a:lnSpc>
                <a:spcPct val="100000"/>
              </a:lnSpc>
              <a:spcBef>
                <a:spcPts val="0"/>
              </a:spcBef>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 here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8879146" y="3088639"/>
            <a:ext cx="2510569" cy="161717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8945879" y="552054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10026997" y="552054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8950266" y="621792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8950266" y="690513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4" name="Text Placeholder 6">
            <a:extLst>
              <a:ext uri="{FF2B5EF4-FFF2-40B4-BE49-F238E27FC236}">
                <a16:creationId xmlns:a16="http://schemas.microsoft.com/office/drawing/2014/main" id="{98E3A3A1-65B7-7DF1-1D1F-F044EC83CE2D}"/>
              </a:ext>
            </a:extLst>
          </p:cNvPr>
          <p:cNvSpPr>
            <a:spLocks noGrp="1"/>
          </p:cNvSpPr>
          <p:nvPr>
            <p:ph type="body" sz="quarter" idx="24" hasCustomPrompt="1"/>
          </p:nvPr>
        </p:nvSpPr>
        <p:spPr>
          <a:xfrm>
            <a:off x="9677399" y="741459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5" name="Text Placeholder 6">
            <a:extLst>
              <a:ext uri="{FF2B5EF4-FFF2-40B4-BE49-F238E27FC236}">
                <a16:creationId xmlns:a16="http://schemas.microsoft.com/office/drawing/2014/main" id="{F5F652AE-CFB7-B7B3-41D0-EF613DECF101}"/>
              </a:ext>
            </a:extLst>
          </p:cNvPr>
          <p:cNvSpPr>
            <a:spLocks noGrp="1"/>
          </p:cNvSpPr>
          <p:nvPr>
            <p:ph type="body" sz="quarter" idx="25" hasCustomPrompt="1"/>
          </p:nvPr>
        </p:nvSpPr>
        <p:spPr>
          <a:xfrm>
            <a:off x="10758517" y="741459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6" name="Text Placeholder 6">
            <a:extLst>
              <a:ext uri="{FF2B5EF4-FFF2-40B4-BE49-F238E27FC236}">
                <a16:creationId xmlns:a16="http://schemas.microsoft.com/office/drawing/2014/main" id="{2E23DE00-4424-A4AD-BEF1-9BDC9133D5FF}"/>
              </a:ext>
            </a:extLst>
          </p:cNvPr>
          <p:cNvSpPr>
            <a:spLocks noGrp="1"/>
          </p:cNvSpPr>
          <p:nvPr>
            <p:ph type="body" sz="quarter" idx="26" hasCustomPrompt="1"/>
          </p:nvPr>
        </p:nvSpPr>
        <p:spPr>
          <a:xfrm>
            <a:off x="9681786" y="811197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7" name="Text Placeholder 6">
            <a:extLst>
              <a:ext uri="{FF2B5EF4-FFF2-40B4-BE49-F238E27FC236}">
                <a16:creationId xmlns:a16="http://schemas.microsoft.com/office/drawing/2014/main" id="{92378902-CAC5-7AC0-A259-4E570278D0AD}"/>
              </a:ext>
            </a:extLst>
          </p:cNvPr>
          <p:cNvSpPr>
            <a:spLocks noGrp="1"/>
          </p:cNvSpPr>
          <p:nvPr>
            <p:ph type="body" sz="quarter" idx="27" hasCustomPrompt="1"/>
          </p:nvPr>
        </p:nvSpPr>
        <p:spPr>
          <a:xfrm>
            <a:off x="9681786" y="879918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8" name="Text Placeholder 6">
            <a:extLst>
              <a:ext uri="{FF2B5EF4-FFF2-40B4-BE49-F238E27FC236}">
                <a16:creationId xmlns:a16="http://schemas.microsoft.com/office/drawing/2014/main" id="{71C26D0A-087E-9991-2669-EB1D5C76EC42}"/>
              </a:ext>
            </a:extLst>
          </p:cNvPr>
          <p:cNvSpPr>
            <a:spLocks noGrp="1"/>
          </p:cNvSpPr>
          <p:nvPr>
            <p:ph type="body" sz="quarter" idx="28" hasCustomPrompt="1"/>
          </p:nvPr>
        </p:nvSpPr>
        <p:spPr>
          <a:xfrm>
            <a:off x="8956039" y="931880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9" name="Text Placeholder 6">
            <a:extLst>
              <a:ext uri="{FF2B5EF4-FFF2-40B4-BE49-F238E27FC236}">
                <a16:creationId xmlns:a16="http://schemas.microsoft.com/office/drawing/2014/main" id="{0563AC24-D7BF-A166-D9CA-4EA7666ECBE0}"/>
              </a:ext>
            </a:extLst>
          </p:cNvPr>
          <p:cNvSpPr>
            <a:spLocks noGrp="1"/>
          </p:cNvSpPr>
          <p:nvPr>
            <p:ph type="body" sz="quarter" idx="29" hasCustomPrompt="1"/>
          </p:nvPr>
        </p:nvSpPr>
        <p:spPr>
          <a:xfrm>
            <a:off x="10037157" y="931880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0" name="Text Placeholder 6">
            <a:extLst>
              <a:ext uri="{FF2B5EF4-FFF2-40B4-BE49-F238E27FC236}">
                <a16:creationId xmlns:a16="http://schemas.microsoft.com/office/drawing/2014/main" id="{22A37F87-3446-9392-628A-BBC510A764D5}"/>
              </a:ext>
            </a:extLst>
          </p:cNvPr>
          <p:cNvSpPr>
            <a:spLocks noGrp="1"/>
          </p:cNvSpPr>
          <p:nvPr>
            <p:ph type="body" sz="quarter" idx="30" hasCustomPrompt="1"/>
          </p:nvPr>
        </p:nvSpPr>
        <p:spPr>
          <a:xfrm>
            <a:off x="8960426" y="1001618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1" name="Text Placeholder 6">
            <a:extLst>
              <a:ext uri="{FF2B5EF4-FFF2-40B4-BE49-F238E27FC236}">
                <a16:creationId xmlns:a16="http://schemas.microsoft.com/office/drawing/2014/main" id="{7D292313-72C6-08A7-13D0-87F30AEAF35B}"/>
              </a:ext>
            </a:extLst>
          </p:cNvPr>
          <p:cNvSpPr>
            <a:spLocks noGrp="1"/>
          </p:cNvSpPr>
          <p:nvPr>
            <p:ph type="body" sz="quarter" idx="31" hasCustomPrompt="1"/>
          </p:nvPr>
        </p:nvSpPr>
        <p:spPr>
          <a:xfrm>
            <a:off x="8960426" y="1070339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2" name="Text Placeholder 6">
            <a:extLst>
              <a:ext uri="{FF2B5EF4-FFF2-40B4-BE49-F238E27FC236}">
                <a16:creationId xmlns:a16="http://schemas.microsoft.com/office/drawing/2014/main" id="{D86E8340-FD65-3F6A-730C-CCF6D8FC5B4F}"/>
              </a:ext>
            </a:extLst>
          </p:cNvPr>
          <p:cNvSpPr>
            <a:spLocks noGrp="1"/>
          </p:cNvSpPr>
          <p:nvPr>
            <p:ph type="body" sz="quarter" idx="32" hasCustomPrompt="1"/>
          </p:nvPr>
        </p:nvSpPr>
        <p:spPr>
          <a:xfrm>
            <a:off x="578195"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3" name="Text Placeholder 6">
            <a:extLst>
              <a:ext uri="{FF2B5EF4-FFF2-40B4-BE49-F238E27FC236}">
                <a16:creationId xmlns:a16="http://schemas.microsoft.com/office/drawing/2014/main" id="{871EAF86-676A-6887-66ED-41F66205B716}"/>
              </a:ext>
            </a:extLst>
          </p:cNvPr>
          <p:cNvSpPr>
            <a:spLocks noGrp="1"/>
          </p:cNvSpPr>
          <p:nvPr>
            <p:ph type="body" sz="quarter" idx="33" hasCustomPrompt="1"/>
          </p:nvPr>
        </p:nvSpPr>
        <p:spPr>
          <a:xfrm>
            <a:off x="730826"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34" name="Text Placeholder 6">
            <a:extLst>
              <a:ext uri="{FF2B5EF4-FFF2-40B4-BE49-F238E27FC236}">
                <a16:creationId xmlns:a16="http://schemas.microsoft.com/office/drawing/2014/main" id="{9EB02269-75DA-61BF-3085-59F8F0707935}"/>
              </a:ext>
            </a:extLst>
          </p:cNvPr>
          <p:cNvSpPr>
            <a:spLocks noGrp="1"/>
          </p:cNvSpPr>
          <p:nvPr>
            <p:ph type="body" sz="quarter" idx="34" hasCustomPrompt="1"/>
          </p:nvPr>
        </p:nvSpPr>
        <p:spPr>
          <a:xfrm>
            <a:off x="741216"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5" name="Text Placeholder 6">
            <a:extLst>
              <a:ext uri="{FF2B5EF4-FFF2-40B4-BE49-F238E27FC236}">
                <a16:creationId xmlns:a16="http://schemas.microsoft.com/office/drawing/2014/main" id="{86A85D10-ECB2-F2B9-3344-D202D9AE8DB4}"/>
              </a:ext>
            </a:extLst>
          </p:cNvPr>
          <p:cNvSpPr>
            <a:spLocks noGrp="1"/>
          </p:cNvSpPr>
          <p:nvPr>
            <p:ph type="body" sz="quarter" idx="35" hasCustomPrompt="1"/>
          </p:nvPr>
        </p:nvSpPr>
        <p:spPr>
          <a:xfrm>
            <a:off x="3491114"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6" name="Text Placeholder 6">
            <a:extLst>
              <a:ext uri="{FF2B5EF4-FFF2-40B4-BE49-F238E27FC236}">
                <a16:creationId xmlns:a16="http://schemas.microsoft.com/office/drawing/2014/main" id="{8A7951B9-EABE-AE4F-D1EC-738AEF2800B2}"/>
              </a:ext>
            </a:extLst>
          </p:cNvPr>
          <p:cNvSpPr>
            <a:spLocks noGrp="1"/>
          </p:cNvSpPr>
          <p:nvPr>
            <p:ph type="body" sz="quarter" idx="36" hasCustomPrompt="1"/>
          </p:nvPr>
        </p:nvSpPr>
        <p:spPr>
          <a:xfrm>
            <a:off x="3531985"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37" name="Text Placeholder 6">
            <a:extLst>
              <a:ext uri="{FF2B5EF4-FFF2-40B4-BE49-F238E27FC236}">
                <a16:creationId xmlns:a16="http://schemas.microsoft.com/office/drawing/2014/main" id="{5C534155-A95C-29A2-843A-182416AF5B36}"/>
              </a:ext>
            </a:extLst>
          </p:cNvPr>
          <p:cNvSpPr>
            <a:spLocks noGrp="1"/>
          </p:cNvSpPr>
          <p:nvPr>
            <p:ph type="body" sz="quarter" idx="37" hasCustomPrompt="1"/>
          </p:nvPr>
        </p:nvSpPr>
        <p:spPr>
          <a:xfrm>
            <a:off x="3542375"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8" name="Text Placeholder 6">
            <a:extLst>
              <a:ext uri="{FF2B5EF4-FFF2-40B4-BE49-F238E27FC236}">
                <a16:creationId xmlns:a16="http://schemas.microsoft.com/office/drawing/2014/main" id="{59C1C829-F6B1-9B1B-EFB2-2BAC5A3FFEE5}"/>
              </a:ext>
            </a:extLst>
          </p:cNvPr>
          <p:cNvSpPr>
            <a:spLocks noGrp="1"/>
          </p:cNvSpPr>
          <p:nvPr>
            <p:ph type="body" sz="quarter" idx="38" hasCustomPrompt="1"/>
          </p:nvPr>
        </p:nvSpPr>
        <p:spPr>
          <a:xfrm>
            <a:off x="6291813"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9" name="Text Placeholder 6">
            <a:extLst>
              <a:ext uri="{FF2B5EF4-FFF2-40B4-BE49-F238E27FC236}">
                <a16:creationId xmlns:a16="http://schemas.microsoft.com/office/drawing/2014/main" id="{E80DD1B7-02B3-D40A-DC2E-A0E521281122}"/>
              </a:ext>
            </a:extLst>
          </p:cNvPr>
          <p:cNvSpPr>
            <a:spLocks noGrp="1"/>
          </p:cNvSpPr>
          <p:nvPr>
            <p:ph type="body" sz="quarter" idx="39" hasCustomPrompt="1"/>
          </p:nvPr>
        </p:nvSpPr>
        <p:spPr>
          <a:xfrm>
            <a:off x="6332684"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0" name="Text Placeholder 6">
            <a:extLst>
              <a:ext uri="{FF2B5EF4-FFF2-40B4-BE49-F238E27FC236}">
                <a16:creationId xmlns:a16="http://schemas.microsoft.com/office/drawing/2014/main" id="{58C5552D-2B74-D4AA-42E1-257F770163EB}"/>
              </a:ext>
            </a:extLst>
          </p:cNvPr>
          <p:cNvSpPr>
            <a:spLocks noGrp="1"/>
          </p:cNvSpPr>
          <p:nvPr>
            <p:ph type="body" sz="quarter" idx="40" hasCustomPrompt="1"/>
          </p:nvPr>
        </p:nvSpPr>
        <p:spPr>
          <a:xfrm>
            <a:off x="6343074"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9102672" y="11974520"/>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3" name="Chart Placeholder 42">
            <a:extLst>
              <a:ext uri="{FF2B5EF4-FFF2-40B4-BE49-F238E27FC236}">
                <a16:creationId xmlns:a16="http://schemas.microsoft.com/office/drawing/2014/main" id="{EDE0BF3C-5918-AE2F-0C10-2B4D8C8129CC}"/>
              </a:ext>
            </a:extLst>
          </p:cNvPr>
          <p:cNvSpPr>
            <a:spLocks noGrp="1"/>
          </p:cNvSpPr>
          <p:nvPr>
            <p:ph type="chart" sz="quarter" idx="42"/>
          </p:nvPr>
        </p:nvSpPr>
        <p:spPr>
          <a:xfrm>
            <a:off x="8757233" y="12711113"/>
            <a:ext cx="3017520" cy="1618488"/>
          </a:xfrm>
        </p:spPr>
        <p:txBody>
          <a:bodyPr anchor="ctr">
            <a:normAutofit/>
          </a:bodyPr>
          <a:lstStyle>
            <a:lvl1pPr marL="0" indent="0" algn="ctr">
              <a:buNone/>
              <a:defRPr sz="2000"/>
            </a:lvl1pPr>
          </a:lstStyle>
          <a:p>
            <a:endParaRPr lang="en-US" dirty="0"/>
          </a:p>
        </p:txBody>
      </p:sp>
      <p:sp>
        <p:nvSpPr>
          <p:cNvPr id="59" name="Text Placeholder 6">
            <a:extLst>
              <a:ext uri="{FF2B5EF4-FFF2-40B4-BE49-F238E27FC236}">
                <a16:creationId xmlns:a16="http://schemas.microsoft.com/office/drawing/2014/main" id="{2D89098C-5F98-5734-57DC-837727635FC5}"/>
              </a:ext>
            </a:extLst>
          </p:cNvPr>
          <p:cNvSpPr>
            <a:spLocks noGrp="1"/>
          </p:cNvSpPr>
          <p:nvPr>
            <p:ph type="body" sz="quarter" idx="48" hasCustomPrompt="1"/>
          </p:nvPr>
        </p:nvSpPr>
        <p:spPr>
          <a:xfrm>
            <a:off x="9354197" y="12697511"/>
            <a:ext cx="955387" cy="276037"/>
          </a:xfrm>
          <a:solidFill>
            <a:schemeClr val="accent4"/>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60" name="Text Placeholder 6">
            <a:extLst>
              <a:ext uri="{FF2B5EF4-FFF2-40B4-BE49-F238E27FC236}">
                <a16:creationId xmlns:a16="http://schemas.microsoft.com/office/drawing/2014/main" id="{D838F2ED-6C70-3070-55A0-E8694DAAA343}"/>
              </a:ext>
            </a:extLst>
          </p:cNvPr>
          <p:cNvSpPr>
            <a:spLocks noGrp="1"/>
          </p:cNvSpPr>
          <p:nvPr>
            <p:ph type="body" sz="quarter" idx="49" hasCustomPrompt="1"/>
          </p:nvPr>
        </p:nvSpPr>
        <p:spPr>
          <a:xfrm>
            <a:off x="8830486" y="1369270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61" name="Text Placeholder 6">
            <a:extLst>
              <a:ext uri="{FF2B5EF4-FFF2-40B4-BE49-F238E27FC236}">
                <a16:creationId xmlns:a16="http://schemas.microsoft.com/office/drawing/2014/main" id="{C74FDA1F-8A68-67E7-E451-E14A3BBC5EEA}"/>
              </a:ext>
            </a:extLst>
          </p:cNvPr>
          <p:cNvSpPr>
            <a:spLocks noGrp="1"/>
          </p:cNvSpPr>
          <p:nvPr>
            <p:ph type="body" sz="quarter" idx="50" hasCustomPrompt="1"/>
          </p:nvPr>
        </p:nvSpPr>
        <p:spPr>
          <a:xfrm>
            <a:off x="10900043" y="13691463"/>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cxnSp>
        <p:nvCxnSpPr>
          <p:cNvPr id="44" name="Straight Connector 43">
            <a:extLst>
              <a:ext uri="{FF2B5EF4-FFF2-40B4-BE49-F238E27FC236}">
                <a16:creationId xmlns:a16="http://schemas.microsoft.com/office/drawing/2014/main" id="{DAD92373-F187-1A7D-70CC-72294BC5EB48}"/>
              </a:ext>
              <a:ext uri="{C183D7F6-B498-43B3-948B-1728B52AA6E4}">
                <adec:decorative xmlns:adec="http://schemas.microsoft.com/office/drawing/2017/decorative" val="1"/>
              </a:ext>
            </a:extLst>
          </p:cNvPr>
          <p:cNvCxnSpPr>
            <a:cxnSpLocks/>
          </p:cNvCxnSpPr>
          <p:nvPr userDrawn="1"/>
        </p:nvCxnSpPr>
        <p:spPr>
          <a:xfrm>
            <a:off x="708688" y="14688234"/>
            <a:ext cx="1077462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5036800"/>
            <a:ext cx="2011680" cy="665163"/>
          </a:xfrm>
          <a:solidFill>
            <a:schemeClr val="bg1"/>
          </a:solidFill>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128240"/>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134040"/>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128241"/>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3736112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1764665" y="3643313"/>
            <a:ext cx="6604699" cy="8213407"/>
          </a:xfrm>
        </p:spPr>
        <p:txBody>
          <a:bodyPr anchor="ctr">
            <a:normAutofit/>
          </a:bodyPr>
          <a:lstStyle>
            <a:lvl1pPr marL="0" indent="0" algn="ctr">
              <a:buNone/>
              <a:defRPr sz="3200"/>
            </a:lvl1pPr>
          </a:lstStyle>
          <a:p>
            <a:endParaRPr lang="en-US" dirty="0"/>
          </a:p>
        </p:txBody>
      </p:sp>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5295596" y="989012"/>
            <a:ext cx="6604699" cy="3249612"/>
          </a:xfrm>
          <a:noFill/>
        </p:spPr>
        <p:txBody>
          <a:bodyPr anchor="t"/>
          <a:lstStyle>
            <a:lvl1pPr>
              <a:defRPr cap="all" spc="-300" baseline="0">
                <a:solidFill>
                  <a:schemeClr val="accent2">
                    <a:lumMod val="60000"/>
                    <a:lumOff val="40000"/>
                  </a:schemeClr>
                </a:solidFill>
              </a:defRPr>
            </a:lvl1pPr>
          </a:lstStyle>
          <a:p>
            <a:r>
              <a:rPr lang="en-US" dirty="0"/>
              <a:t>Add title here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778450" y="989012"/>
            <a:ext cx="2663289" cy="1012044"/>
          </a:xfrm>
        </p:spPr>
        <p:txBody>
          <a:bodyPr lIns="91440" tIns="0">
            <a:noAutofit/>
          </a:bodyPr>
          <a:lstStyle>
            <a:lvl1pPr marL="0" indent="0">
              <a:lnSpc>
                <a:spcPct val="100000"/>
              </a:lnSpc>
              <a:spcBef>
                <a:spcPts val="0"/>
              </a:spcBef>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subtitle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788841" y="2041696"/>
            <a:ext cx="2652685" cy="161717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713508" y="4489017"/>
            <a:ext cx="1530928" cy="1060450"/>
          </a:xfrm>
        </p:spPr>
        <p:txBody>
          <a:bodyPr>
            <a:noAutofit/>
          </a:bodyPr>
          <a:lstStyle>
            <a:lvl1pPr marL="0" indent="0">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2179545" y="4489017"/>
            <a:ext cx="1100975" cy="1060450"/>
          </a:xfrm>
        </p:spPr>
        <p:txBody>
          <a:bodyPr lIns="0">
            <a:noAutofit/>
          </a:bodyPr>
          <a:lstStyle>
            <a:lvl1pPr marL="0" indent="0">
              <a:buNone/>
              <a:defRPr sz="800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720436" y="5683395"/>
            <a:ext cx="2549840"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730826" y="6375400"/>
            <a:ext cx="2217478" cy="1060450"/>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6" name="Text Placeholder 6">
            <a:extLst>
              <a:ext uri="{FF2B5EF4-FFF2-40B4-BE49-F238E27FC236}">
                <a16:creationId xmlns:a16="http://schemas.microsoft.com/office/drawing/2014/main" id="{C2633639-6B04-663B-B0EB-AC1CD6B221DC}"/>
              </a:ext>
            </a:extLst>
          </p:cNvPr>
          <p:cNvSpPr>
            <a:spLocks noGrp="1"/>
          </p:cNvSpPr>
          <p:nvPr>
            <p:ph type="body" sz="quarter" idx="51" hasCustomPrompt="1"/>
          </p:nvPr>
        </p:nvSpPr>
        <p:spPr>
          <a:xfrm>
            <a:off x="730681" y="8504898"/>
            <a:ext cx="2549840"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1" name="Text Placeholder 6">
            <a:extLst>
              <a:ext uri="{FF2B5EF4-FFF2-40B4-BE49-F238E27FC236}">
                <a16:creationId xmlns:a16="http://schemas.microsoft.com/office/drawing/2014/main" id="{52F33CAD-4DD5-23C6-C40B-4F44450683A9}"/>
              </a:ext>
            </a:extLst>
          </p:cNvPr>
          <p:cNvSpPr>
            <a:spLocks noGrp="1"/>
          </p:cNvSpPr>
          <p:nvPr>
            <p:ph type="body" sz="quarter" idx="52" hasCustomPrompt="1"/>
          </p:nvPr>
        </p:nvSpPr>
        <p:spPr>
          <a:xfrm>
            <a:off x="741071" y="9196902"/>
            <a:ext cx="2217478" cy="171493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8812762" y="4585111"/>
            <a:ext cx="543561"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9406200" y="4585111"/>
            <a:ext cx="468283" cy="558800"/>
          </a:xfrm>
        </p:spPr>
        <p:txBody>
          <a:bodyPr lIns="0" rIns="0" anchor="ctr">
            <a:noAutofit/>
          </a:bodyPr>
          <a:lstStyle>
            <a:lvl1pPr marL="0" indent="0">
              <a:buNone/>
              <a:defRPr sz="2800" b="1" cap="all" baseline="0">
                <a:solidFill>
                  <a:schemeClr val="accent2">
                    <a:lumMod val="60000"/>
                    <a:lumOff val="4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9949761" y="4585111"/>
            <a:ext cx="1723507"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8817149" y="5241847"/>
            <a:ext cx="2856120"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8863906" y="7007132"/>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55" name="Text Placeholder 6">
            <a:extLst>
              <a:ext uri="{FF2B5EF4-FFF2-40B4-BE49-F238E27FC236}">
                <a16:creationId xmlns:a16="http://schemas.microsoft.com/office/drawing/2014/main" id="{36F86EBE-AD59-7D9B-4ABC-06F95BCDC929}"/>
              </a:ext>
            </a:extLst>
          </p:cNvPr>
          <p:cNvSpPr>
            <a:spLocks noGrp="1"/>
          </p:cNvSpPr>
          <p:nvPr>
            <p:ph type="body" sz="quarter" idx="61" hasCustomPrompt="1"/>
          </p:nvPr>
        </p:nvSpPr>
        <p:spPr>
          <a:xfrm>
            <a:off x="8863906" y="7708747"/>
            <a:ext cx="2856120" cy="1002632"/>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3" name="Chart Placeholder 42">
            <a:extLst>
              <a:ext uri="{FF2B5EF4-FFF2-40B4-BE49-F238E27FC236}">
                <a16:creationId xmlns:a16="http://schemas.microsoft.com/office/drawing/2014/main" id="{EDE0BF3C-5918-AE2F-0C10-2B4D8C8129CC}"/>
              </a:ext>
            </a:extLst>
          </p:cNvPr>
          <p:cNvSpPr>
            <a:spLocks noGrp="1"/>
          </p:cNvSpPr>
          <p:nvPr>
            <p:ph type="chart" sz="quarter" idx="42"/>
          </p:nvPr>
        </p:nvSpPr>
        <p:spPr>
          <a:xfrm>
            <a:off x="8783074" y="8765156"/>
            <a:ext cx="3017520" cy="3091560"/>
          </a:xfrm>
        </p:spPr>
        <p:txBody>
          <a:bodyPr anchor="ctr">
            <a:normAutofit/>
          </a:bodyPr>
          <a:lstStyle>
            <a:lvl1pPr marL="0" indent="0" algn="ctr">
              <a:buNone/>
              <a:defRPr sz="2000"/>
            </a:lvl1pPr>
          </a:lstStyle>
          <a:p>
            <a:endParaRPr lang="en-US" dirty="0"/>
          </a:p>
        </p:txBody>
      </p:sp>
      <p:sp>
        <p:nvSpPr>
          <p:cNvPr id="59" name="Text Placeholder 6">
            <a:extLst>
              <a:ext uri="{FF2B5EF4-FFF2-40B4-BE49-F238E27FC236}">
                <a16:creationId xmlns:a16="http://schemas.microsoft.com/office/drawing/2014/main" id="{2D89098C-5F98-5734-57DC-837727635FC5}"/>
              </a:ext>
            </a:extLst>
          </p:cNvPr>
          <p:cNvSpPr>
            <a:spLocks noGrp="1"/>
          </p:cNvSpPr>
          <p:nvPr>
            <p:ph type="body" sz="quarter" idx="48" hasCustomPrompt="1"/>
          </p:nvPr>
        </p:nvSpPr>
        <p:spPr>
          <a:xfrm>
            <a:off x="9420521" y="8930684"/>
            <a:ext cx="955387" cy="537123"/>
          </a:xfrm>
          <a:solidFill>
            <a:schemeClr val="accent2"/>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60" name="Text Placeholder 6">
            <a:extLst>
              <a:ext uri="{FF2B5EF4-FFF2-40B4-BE49-F238E27FC236}">
                <a16:creationId xmlns:a16="http://schemas.microsoft.com/office/drawing/2014/main" id="{D838F2ED-6C70-3070-55A0-E8694DAAA343}"/>
              </a:ext>
            </a:extLst>
          </p:cNvPr>
          <p:cNvSpPr>
            <a:spLocks noGrp="1"/>
          </p:cNvSpPr>
          <p:nvPr>
            <p:ph type="body" sz="quarter" idx="49" hasCustomPrompt="1"/>
          </p:nvPr>
        </p:nvSpPr>
        <p:spPr>
          <a:xfrm>
            <a:off x="8883069" y="1113389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Text </a:t>
            </a:r>
          </a:p>
        </p:txBody>
      </p:sp>
      <p:sp>
        <p:nvSpPr>
          <p:cNvPr id="61" name="Text Placeholder 6">
            <a:extLst>
              <a:ext uri="{FF2B5EF4-FFF2-40B4-BE49-F238E27FC236}">
                <a16:creationId xmlns:a16="http://schemas.microsoft.com/office/drawing/2014/main" id="{C74FDA1F-8A68-67E7-E451-E14A3BBC5EEA}"/>
              </a:ext>
            </a:extLst>
          </p:cNvPr>
          <p:cNvSpPr>
            <a:spLocks noGrp="1"/>
          </p:cNvSpPr>
          <p:nvPr>
            <p:ph type="body" sz="quarter" idx="50" hasCustomPrompt="1"/>
          </p:nvPr>
        </p:nvSpPr>
        <p:spPr>
          <a:xfrm>
            <a:off x="10952626" y="11132653"/>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Text </a:t>
            </a:r>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495992"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2114261"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808930"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808930"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2" name="Text Placeholder 6">
            <a:extLst>
              <a:ext uri="{FF2B5EF4-FFF2-40B4-BE49-F238E27FC236}">
                <a16:creationId xmlns:a16="http://schemas.microsoft.com/office/drawing/2014/main" id="{EAFEEA82-60F7-EDCD-5759-954EB775D8FA}"/>
              </a:ext>
            </a:extLst>
          </p:cNvPr>
          <p:cNvSpPr>
            <a:spLocks noGrp="1"/>
          </p:cNvSpPr>
          <p:nvPr>
            <p:ph type="body" sz="quarter" idx="53" hasCustomPrompt="1"/>
          </p:nvPr>
        </p:nvSpPr>
        <p:spPr>
          <a:xfrm>
            <a:off x="3688482"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13" name="Text Placeholder 6">
            <a:extLst>
              <a:ext uri="{FF2B5EF4-FFF2-40B4-BE49-F238E27FC236}">
                <a16:creationId xmlns:a16="http://schemas.microsoft.com/office/drawing/2014/main" id="{8D7FD6C1-1315-D234-34F5-BB6F402451C0}"/>
              </a:ext>
            </a:extLst>
          </p:cNvPr>
          <p:cNvSpPr>
            <a:spLocks noGrp="1"/>
          </p:cNvSpPr>
          <p:nvPr>
            <p:ph type="body" sz="quarter" idx="54" hasCustomPrompt="1"/>
          </p:nvPr>
        </p:nvSpPr>
        <p:spPr>
          <a:xfrm>
            <a:off x="5306751"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42" name="Text Placeholder 6">
            <a:extLst>
              <a:ext uri="{FF2B5EF4-FFF2-40B4-BE49-F238E27FC236}">
                <a16:creationId xmlns:a16="http://schemas.microsoft.com/office/drawing/2014/main" id="{172DB8D6-A77C-0FEA-5239-A3366C71D74D}"/>
              </a:ext>
            </a:extLst>
          </p:cNvPr>
          <p:cNvSpPr>
            <a:spLocks noGrp="1"/>
          </p:cNvSpPr>
          <p:nvPr>
            <p:ph type="body" sz="quarter" idx="55" hasCustomPrompt="1"/>
          </p:nvPr>
        </p:nvSpPr>
        <p:spPr>
          <a:xfrm>
            <a:off x="4001420"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5" name="Text Placeholder 6">
            <a:extLst>
              <a:ext uri="{FF2B5EF4-FFF2-40B4-BE49-F238E27FC236}">
                <a16:creationId xmlns:a16="http://schemas.microsoft.com/office/drawing/2014/main" id="{7F7D0F12-65D5-D2DC-B2DD-E9AFAE356681}"/>
              </a:ext>
            </a:extLst>
          </p:cNvPr>
          <p:cNvSpPr>
            <a:spLocks noGrp="1"/>
          </p:cNvSpPr>
          <p:nvPr>
            <p:ph type="body" sz="quarter" idx="56" hasCustomPrompt="1"/>
          </p:nvPr>
        </p:nvSpPr>
        <p:spPr>
          <a:xfrm>
            <a:off x="4001420"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7" name="Text Placeholder 6">
            <a:extLst>
              <a:ext uri="{FF2B5EF4-FFF2-40B4-BE49-F238E27FC236}">
                <a16:creationId xmlns:a16="http://schemas.microsoft.com/office/drawing/2014/main" id="{44D97E93-C62F-4CEB-BE2D-89CB25E26D18}"/>
              </a:ext>
            </a:extLst>
          </p:cNvPr>
          <p:cNvSpPr>
            <a:spLocks noGrp="1"/>
          </p:cNvSpPr>
          <p:nvPr>
            <p:ph type="body" sz="quarter" idx="57" hasCustomPrompt="1"/>
          </p:nvPr>
        </p:nvSpPr>
        <p:spPr>
          <a:xfrm>
            <a:off x="6751095"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51" name="Text Placeholder 6">
            <a:extLst>
              <a:ext uri="{FF2B5EF4-FFF2-40B4-BE49-F238E27FC236}">
                <a16:creationId xmlns:a16="http://schemas.microsoft.com/office/drawing/2014/main" id="{D0F02415-03EF-1E01-B19B-4F97D0839468}"/>
              </a:ext>
            </a:extLst>
          </p:cNvPr>
          <p:cNvSpPr>
            <a:spLocks noGrp="1"/>
          </p:cNvSpPr>
          <p:nvPr>
            <p:ph type="body" sz="quarter" idx="58" hasCustomPrompt="1"/>
          </p:nvPr>
        </p:nvSpPr>
        <p:spPr>
          <a:xfrm>
            <a:off x="8369364"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52" name="Text Placeholder 6">
            <a:extLst>
              <a:ext uri="{FF2B5EF4-FFF2-40B4-BE49-F238E27FC236}">
                <a16:creationId xmlns:a16="http://schemas.microsoft.com/office/drawing/2014/main" id="{F517DBDB-BB07-3850-F383-ADF60C57E9D6}"/>
              </a:ext>
            </a:extLst>
          </p:cNvPr>
          <p:cNvSpPr>
            <a:spLocks noGrp="1"/>
          </p:cNvSpPr>
          <p:nvPr>
            <p:ph type="body" sz="quarter" idx="59" hasCustomPrompt="1"/>
          </p:nvPr>
        </p:nvSpPr>
        <p:spPr>
          <a:xfrm>
            <a:off x="7064033"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4" name="Text Placeholder 6">
            <a:extLst>
              <a:ext uri="{FF2B5EF4-FFF2-40B4-BE49-F238E27FC236}">
                <a16:creationId xmlns:a16="http://schemas.microsoft.com/office/drawing/2014/main" id="{6E071A5A-9CE8-ACCC-F2EA-1B86ECB4738B}"/>
              </a:ext>
            </a:extLst>
          </p:cNvPr>
          <p:cNvSpPr>
            <a:spLocks noGrp="1"/>
          </p:cNvSpPr>
          <p:nvPr>
            <p:ph type="body" sz="quarter" idx="60" hasCustomPrompt="1"/>
          </p:nvPr>
        </p:nvSpPr>
        <p:spPr>
          <a:xfrm>
            <a:off x="7064033"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cxnSp>
        <p:nvCxnSpPr>
          <p:cNvPr id="44" name="Straight Connector 43">
            <a:extLst>
              <a:ext uri="{FF2B5EF4-FFF2-40B4-BE49-F238E27FC236}">
                <a16:creationId xmlns:a16="http://schemas.microsoft.com/office/drawing/2014/main" id="{DAD92373-F187-1A7D-70CC-72294BC5EB48}"/>
              </a:ext>
              <a:ext uri="{C183D7F6-B498-43B3-948B-1728B52AA6E4}">
                <adec:decorative xmlns:adec="http://schemas.microsoft.com/office/drawing/2017/decorative" val="1"/>
              </a:ext>
            </a:extLst>
          </p:cNvPr>
          <p:cNvCxnSpPr>
            <a:cxnSpLocks/>
          </p:cNvCxnSpPr>
          <p:nvPr userDrawn="1"/>
        </p:nvCxnSpPr>
        <p:spPr>
          <a:xfrm>
            <a:off x="708688" y="14618784"/>
            <a:ext cx="10774624" cy="0"/>
          </a:xfrm>
          <a:prstGeom prst="line">
            <a:avLst/>
          </a:prstGeom>
          <a:ln w="158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4967350"/>
            <a:ext cx="2011680" cy="665163"/>
          </a:xfrm>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058790"/>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064590"/>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058791"/>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236715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713508" y="989880"/>
            <a:ext cx="7058892" cy="2852586"/>
          </a:xfrm>
          <a:noFill/>
        </p:spPr>
        <p:txBody>
          <a:bodyPr anchor="t"/>
          <a:lstStyle>
            <a:lvl1pPr>
              <a:defRPr cap="all" spc="-300" baseline="0">
                <a:solidFill>
                  <a:schemeClr val="accent2">
                    <a:lumMod val="60000"/>
                    <a:lumOff val="40000"/>
                  </a:schemeClr>
                </a:solidFill>
              </a:defRPr>
            </a:lvl1pPr>
          </a:lstStyle>
          <a:p>
            <a:r>
              <a:rPr lang="en-US" dirty="0"/>
              <a:t>Add title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8976507" y="1663752"/>
            <a:ext cx="1475432" cy="1060450"/>
          </a:xfrm>
        </p:spPr>
        <p:txBody>
          <a:bodyPr>
            <a:noAutofit/>
          </a:bodyPr>
          <a:lstStyle>
            <a:lvl1pPr marL="0" indent="0">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10500419" y="1663752"/>
            <a:ext cx="1218100" cy="1060450"/>
          </a:xfrm>
        </p:spPr>
        <p:txBody>
          <a:bodyPr lIns="0">
            <a:noAutofit/>
          </a:bodyPr>
          <a:lstStyle>
            <a:lvl1pPr marL="0" indent="0">
              <a:buNone/>
              <a:defRPr sz="800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9018159" y="2881280"/>
            <a:ext cx="2652685"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708024" y="4125065"/>
            <a:ext cx="2941263" cy="1012044"/>
          </a:xfrm>
        </p:spPr>
        <p:txBody>
          <a:bodyPr lIns="91440" tIns="0">
            <a:noAutofit/>
          </a:bodyPr>
          <a:lstStyle>
            <a:lvl1pPr marL="0" indent="0">
              <a:lnSpc>
                <a:spcPct val="100000"/>
              </a:lnSpc>
              <a:spcBef>
                <a:spcPts val="0"/>
              </a:spcBef>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3956960" y="4125065"/>
            <a:ext cx="2316944" cy="1275730"/>
          </a:xfrm>
        </p:spPr>
        <p:txBody>
          <a:bodyPr lIns="91440" tIns="45720" numCol="1" spcCol="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 name="Text Placeholder 6">
            <a:extLst>
              <a:ext uri="{FF2B5EF4-FFF2-40B4-BE49-F238E27FC236}">
                <a16:creationId xmlns:a16="http://schemas.microsoft.com/office/drawing/2014/main" id="{62E4C9C1-AF65-482E-FB5E-B1A06C27D8DE}"/>
              </a:ext>
            </a:extLst>
          </p:cNvPr>
          <p:cNvSpPr>
            <a:spLocks noGrp="1"/>
          </p:cNvSpPr>
          <p:nvPr>
            <p:ph type="body" sz="quarter" idx="51" hasCustomPrompt="1"/>
          </p:nvPr>
        </p:nvSpPr>
        <p:spPr>
          <a:xfrm>
            <a:off x="6395630" y="4125065"/>
            <a:ext cx="2316944" cy="1275730"/>
          </a:xfrm>
        </p:spPr>
        <p:txBody>
          <a:bodyPr lIns="91440" tIns="45720" numCol="1" spcCol="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8974513" y="4125065"/>
            <a:ext cx="2316944" cy="1264164"/>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1" y="5683395"/>
            <a:ext cx="6013571" cy="8877854"/>
          </a:xfrm>
        </p:spPr>
        <p:txBody>
          <a:bodyPr anchor="ctr">
            <a:normAutofit/>
          </a:bodyPr>
          <a:lstStyle>
            <a:lvl1pPr marL="0" indent="0" algn="ctr">
              <a:buNone/>
              <a:defRPr sz="3200"/>
            </a:lvl1pPr>
          </a:lstStyle>
          <a:p>
            <a:endParaRPr lang="en-US" dirty="0"/>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6472794" y="5968577"/>
            <a:ext cx="749121" cy="656736"/>
          </a:xfrm>
        </p:spPr>
        <p:txBody>
          <a:bodyPr rIns="0" anchor="ctr">
            <a:noAutofit/>
          </a:bodyPr>
          <a:lstStyle>
            <a:lvl1pPr marL="0" indent="0" algn="r">
              <a:buNone/>
              <a:defRPr sz="4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7242236" y="5968577"/>
            <a:ext cx="1141333" cy="656736"/>
          </a:xfrm>
        </p:spPr>
        <p:txBody>
          <a:bodyPr lIns="0" rIns="0" anchor="ctr">
            <a:noAutofit/>
          </a:bodyPr>
          <a:lstStyle>
            <a:lvl1pPr marL="0" indent="0">
              <a:buNone/>
              <a:defRPr sz="40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6472795" y="6645901"/>
            <a:ext cx="1910774" cy="656737"/>
          </a:xfrm>
        </p:spPr>
        <p:txBody>
          <a:bodyPr lIns="91440" tIns="4572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6472795" y="7333118"/>
            <a:ext cx="1910774" cy="277983"/>
          </a:xfrm>
        </p:spPr>
        <p:txBody>
          <a:bodyPr lIns="91440" tIns="4572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6" name="Text Placeholder 6">
            <a:extLst>
              <a:ext uri="{FF2B5EF4-FFF2-40B4-BE49-F238E27FC236}">
                <a16:creationId xmlns:a16="http://schemas.microsoft.com/office/drawing/2014/main" id="{058B7214-F288-BF2B-559A-731056C6BDBD}"/>
              </a:ext>
            </a:extLst>
          </p:cNvPr>
          <p:cNvSpPr>
            <a:spLocks noGrp="1"/>
          </p:cNvSpPr>
          <p:nvPr>
            <p:ph type="body" sz="quarter" idx="52" hasCustomPrompt="1"/>
          </p:nvPr>
        </p:nvSpPr>
        <p:spPr>
          <a:xfrm>
            <a:off x="6472794" y="8051055"/>
            <a:ext cx="749121" cy="656736"/>
          </a:xfrm>
        </p:spPr>
        <p:txBody>
          <a:bodyPr rIns="0" anchor="ctr">
            <a:noAutofit/>
          </a:bodyPr>
          <a:lstStyle>
            <a:lvl1pPr marL="0" indent="0" algn="r">
              <a:buNone/>
              <a:defRPr sz="4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1" name="Text Placeholder 6">
            <a:extLst>
              <a:ext uri="{FF2B5EF4-FFF2-40B4-BE49-F238E27FC236}">
                <a16:creationId xmlns:a16="http://schemas.microsoft.com/office/drawing/2014/main" id="{B667D199-9D97-85FC-E070-6484F037C318}"/>
              </a:ext>
            </a:extLst>
          </p:cNvPr>
          <p:cNvSpPr>
            <a:spLocks noGrp="1"/>
          </p:cNvSpPr>
          <p:nvPr>
            <p:ph type="body" sz="quarter" idx="53" hasCustomPrompt="1"/>
          </p:nvPr>
        </p:nvSpPr>
        <p:spPr>
          <a:xfrm>
            <a:off x="7242236" y="8051055"/>
            <a:ext cx="1141333" cy="656736"/>
          </a:xfrm>
        </p:spPr>
        <p:txBody>
          <a:bodyPr lIns="0" rIns="0" anchor="ctr">
            <a:noAutofit/>
          </a:bodyPr>
          <a:lstStyle>
            <a:lvl1pPr marL="0" indent="0">
              <a:buNone/>
              <a:defRPr sz="40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2" name="Text Placeholder 6">
            <a:extLst>
              <a:ext uri="{FF2B5EF4-FFF2-40B4-BE49-F238E27FC236}">
                <a16:creationId xmlns:a16="http://schemas.microsoft.com/office/drawing/2014/main" id="{16051807-A5B8-E8B5-A21A-A20579E0A7F2}"/>
              </a:ext>
            </a:extLst>
          </p:cNvPr>
          <p:cNvSpPr>
            <a:spLocks noGrp="1"/>
          </p:cNvSpPr>
          <p:nvPr>
            <p:ph type="body" sz="quarter" idx="54" hasCustomPrompt="1"/>
          </p:nvPr>
        </p:nvSpPr>
        <p:spPr>
          <a:xfrm>
            <a:off x="6472795" y="8728379"/>
            <a:ext cx="1910774" cy="656737"/>
          </a:xfrm>
        </p:spPr>
        <p:txBody>
          <a:bodyPr lIns="91440" tIns="4572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3" name="Text Placeholder 6">
            <a:extLst>
              <a:ext uri="{FF2B5EF4-FFF2-40B4-BE49-F238E27FC236}">
                <a16:creationId xmlns:a16="http://schemas.microsoft.com/office/drawing/2014/main" id="{F979966B-5AC3-8AB7-B0CB-2B8BA33C534E}"/>
              </a:ext>
            </a:extLst>
          </p:cNvPr>
          <p:cNvSpPr>
            <a:spLocks noGrp="1"/>
          </p:cNvSpPr>
          <p:nvPr>
            <p:ph type="body" sz="quarter" idx="55" hasCustomPrompt="1"/>
          </p:nvPr>
        </p:nvSpPr>
        <p:spPr>
          <a:xfrm>
            <a:off x="6472795" y="9415596"/>
            <a:ext cx="1910774" cy="277983"/>
          </a:xfrm>
        </p:spPr>
        <p:txBody>
          <a:bodyPr lIns="91440" tIns="4572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8991880" y="6010664"/>
            <a:ext cx="2327333"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2" name="Chart Placeholder 42">
            <a:extLst>
              <a:ext uri="{FF2B5EF4-FFF2-40B4-BE49-F238E27FC236}">
                <a16:creationId xmlns:a16="http://schemas.microsoft.com/office/drawing/2014/main" id="{D35C226F-8E86-D21B-A4D6-313B54D87FC5}"/>
              </a:ext>
            </a:extLst>
          </p:cNvPr>
          <p:cNvSpPr>
            <a:spLocks noGrp="1"/>
          </p:cNvSpPr>
          <p:nvPr>
            <p:ph type="chart" sz="quarter" idx="42"/>
          </p:nvPr>
        </p:nvSpPr>
        <p:spPr>
          <a:xfrm>
            <a:off x="8643124" y="6287081"/>
            <a:ext cx="3017520" cy="4017623"/>
          </a:xfrm>
        </p:spPr>
        <p:txBody>
          <a:bodyPr anchor="ctr">
            <a:normAutofit/>
          </a:bodyPr>
          <a:lstStyle>
            <a:lvl1pPr marL="0" indent="0" algn="ctr">
              <a:buNone/>
              <a:defRPr sz="2000"/>
            </a:lvl1pPr>
          </a:lstStyle>
          <a:p>
            <a:endParaRPr lang="en-US" dirty="0"/>
          </a:p>
        </p:txBody>
      </p:sp>
      <p:sp>
        <p:nvSpPr>
          <p:cNvPr id="45" name="Text Placeholder 6">
            <a:extLst>
              <a:ext uri="{FF2B5EF4-FFF2-40B4-BE49-F238E27FC236}">
                <a16:creationId xmlns:a16="http://schemas.microsoft.com/office/drawing/2014/main" id="{EDCBACDE-2EBD-4650-F7AE-63300D431E41}"/>
              </a:ext>
            </a:extLst>
          </p:cNvPr>
          <p:cNvSpPr>
            <a:spLocks noGrp="1"/>
          </p:cNvSpPr>
          <p:nvPr>
            <p:ph type="body" sz="quarter" idx="48" hasCustomPrompt="1"/>
          </p:nvPr>
        </p:nvSpPr>
        <p:spPr>
          <a:xfrm>
            <a:off x="9338446" y="6823004"/>
            <a:ext cx="955387" cy="537123"/>
          </a:xfrm>
          <a:solidFill>
            <a:schemeClr val="accent2"/>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47" name="Text Placeholder 6">
            <a:extLst>
              <a:ext uri="{FF2B5EF4-FFF2-40B4-BE49-F238E27FC236}">
                <a16:creationId xmlns:a16="http://schemas.microsoft.com/office/drawing/2014/main" id="{DD18624F-1513-2F25-3860-2659CAF057B1}"/>
              </a:ext>
            </a:extLst>
          </p:cNvPr>
          <p:cNvSpPr>
            <a:spLocks noGrp="1"/>
          </p:cNvSpPr>
          <p:nvPr>
            <p:ph type="body" sz="quarter" idx="49" hasCustomPrompt="1"/>
          </p:nvPr>
        </p:nvSpPr>
        <p:spPr>
          <a:xfrm>
            <a:off x="8800994" y="9454477"/>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51" name="Text Placeholder 6">
            <a:extLst>
              <a:ext uri="{FF2B5EF4-FFF2-40B4-BE49-F238E27FC236}">
                <a16:creationId xmlns:a16="http://schemas.microsoft.com/office/drawing/2014/main" id="{39BD09F9-52CB-31C2-1632-F82D4C9948D6}"/>
              </a:ext>
            </a:extLst>
          </p:cNvPr>
          <p:cNvSpPr>
            <a:spLocks noGrp="1"/>
          </p:cNvSpPr>
          <p:nvPr>
            <p:ph type="body" sz="quarter" idx="50" hasCustomPrompt="1"/>
          </p:nvPr>
        </p:nvSpPr>
        <p:spPr>
          <a:xfrm>
            <a:off x="10870551" y="945323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39" name="Text Placeholder 6">
            <a:extLst>
              <a:ext uri="{FF2B5EF4-FFF2-40B4-BE49-F238E27FC236}">
                <a16:creationId xmlns:a16="http://schemas.microsoft.com/office/drawing/2014/main" id="{E80DD1B7-02B3-D40A-DC2E-A0E521281122}"/>
              </a:ext>
            </a:extLst>
          </p:cNvPr>
          <p:cNvSpPr>
            <a:spLocks noGrp="1"/>
          </p:cNvSpPr>
          <p:nvPr>
            <p:ph type="body" sz="quarter" idx="39" hasCustomPrompt="1"/>
          </p:nvPr>
        </p:nvSpPr>
        <p:spPr>
          <a:xfrm>
            <a:off x="6473661" y="10585824"/>
            <a:ext cx="4845552"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0" name="Text Placeholder 6">
            <a:extLst>
              <a:ext uri="{FF2B5EF4-FFF2-40B4-BE49-F238E27FC236}">
                <a16:creationId xmlns:a16="http://schemas.microsoft.com/office/drawing/2014/main" id="{58C5552D-2B74-D4AA-42E1-257F770163EB}"/>
              </a:ext>
            </a:extLst>
          </p:cNvPr>
          <p:cNvSpPr>
            <a:spLocks noGrp="1"/>
          </p:cNvSpPr>
          <p:nvPr>
            <p:ph type="body" sz="quarter" idx="40" hasCustomPrompt="1"/>
          </p:nvPr>
        </p:nvSpPr>
        <p:spPr>
          <a:xfrm>
            <a:off x="6472794" y="11174779"/>
            <a:ext cx="4846419" cy="1141538"/>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6472794" y="12529656"/>
            <a:ext cx="539174"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7061845" y="12529656"/>
            <a:ext cx="468283" cy="558800"/>
          </a:xfrm>
        </p:spPr>
        <p:txBody>
          <a:bodyPr lIns="0" rIns="0" anchor="ctr">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7605407" y="12529656"/>
            <a:ext cx="1109668"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6472794" y="13186392"/>
            <a:ext cx="4846418"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4955775"/>
            <a:ext cx="2011680" cy="665163"/>
          </a:xfrm>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047215"/>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053015"/>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047216"/>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1813613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4D91F3-DBAB-143E-D406-2ED0D671B61D}"/>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AEDADEB2-6C9F-388D-22FB-DD34FD0C9386}"/>
              </a:ext>
            </a:extLst>
          </p:cNvPr>
          <p:cNvSpPr>
            <a:spLocks noGrp="1"/>
          </p:cNvSpPr>
          <p:nvPr>
            <p:ph type="dt" sz="half" idx="10"/>
          </p:nvPr>
        </p:nvSpPr>
        <p:spPr/>
        <p:txBody>
          <a:bodyPr/>
          <a:lstStyle/>
          <a:p>
            <a:fld id="{DC50865A-F0F0-43A4-AB88-8F87FACD969A}" type="datetimeFigureOut">
              <a:rPr lang="en-US" smtClean="0"/>
              <a:t>7/15/2026</a:t>
            </a:fld>
            <a:endParaRPr lang="en-US" dirty="0"/>
          </a:p>
        </p:txBody>
      </p:sp>
      <p:sp>
        <p:nvSpPr>
          <p:cNvPr id="4" name="Footer Placeholder 3">
            <a:extLst>
              <a:ext uri="{FF2B5EF4-FFF2-40B4-BE49-F238E27FC236}">
                <a16:creationId xmlns:a16="http://schemas.microsoft.com/office/drawing/2014/main" id="{E124248E-2127-C4C0-4F96-EA0630ABB68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3D96FCB-8BC7-E75C-5DAB-10E285E87108}"/>
              </a:ext>
            </a:extLst>
          </p:cNvPr>
          <p:cNvSpPr>
            <a:spLocks noGrp="1"/>
          </p:cNvSpPr>
          <p:nvPr>
            <p:ph type="sldNum" sz="quarter" idx="12"/>
          </p:nvPr>
        </p:nvSpPr>
        <p:spPr/>
        <p:txBody>
          <a:bodyPr/>
          <a:lstStyle/>
          <a:p>
            <a:fld id="{E24DE12A-C23D-4FC7-A2A7-229C0123838B}" type="slidenum">
              <a:rPr lang="en-US" smtClean="0"/>
              <a:t>‹#›</a:t>
            </a:fld>
            <a:endParaRPr lang="en-US" dirty="0"/>
          </a:p>
        </p:txBody>
      </p:sp>
    </p:spTree>
    <p:extLst>
      <p:ext uri="{BB962C8B-B14F-4D97-AF65-F5344CB8AC3E}">
        <p14:creationId xmlns:p14="http://schemas.microsoft.com/office/powerpoint/2010/main" val="33325576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EF4089-61B5-5B42-FB40-D3436F3926A0}"/>
              </a:ext>
            </a:extLst>
          </p:cNvPr>
          <p:cNvSpPr>
            <a:spLocks noGrp="1"/>
          </p:cNvSpPr>
          <p:nvPr>
            <p:ph type="title"/>
          </p:nvPr>
        </p:nvSpPr>
        <p:spPr>
          <a:xfrm>
            <a:off x="838200" y="865188"/>
            <a:ext cx="10515600" cy="31416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59A395-0F00-9BD3-7D59-09E52FA84ADD}"/>
              </a:ext>
            </a:extLst>
          </p:cNvPr>
          <p:cNvSpPr>
            <a:spLocks noGrp="1"/>
          </p:cNvSpPr>
          <p:nvPr>
            <p:ph type="body" idx="1"/>
          </p:nvPr>
        </p:nvSpPr>
        <p:spPr>
          <a:xfrm>
            <a:off x="838200" y="4327525"/>
            <a:ext cx="10515600" cy="103139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DAC152-CA77-429D-574A-406DFCACCB08}"/>
              </a:ext>
            </a:extLst>
          </p:cNvPr>
          <p:cNvSpPr>
            <a:spLocks noGrp="1"/>
          </p:cNvSpPr>
          <p:nvPr>
            <p:ph type="dt" sz="half" idx="2"/>
          </p:nvPr>
        </p:nvSpPr>
        <p:spPr>
          <a:xfrm>
            <a:off x="838200" y="15066963"/>
            <a:ext cx="2743200" cy="865187"/>
          </a:xfrm>
          <a:prstGeom prst="rect">
            <a:avLst/>
          </a:prstGeom>
        </p:spPr>
        <p:txBody>
          <a:bodyPr vert="horz" lIns="91440" tIns="45720" rIns="91440" bIns="45720" rtlCol="0" anchor="ctr"/>
          <a:lstStyle>
            <a:lvl1pPr algn="l">
              <a:defRPr sz="1200">
                <a:solidFill>
                  <a:schemeClr val="tx1">
                    <a:tint val="75000"/>
                  </a:schemeClr>
                </a:solidFill>
              </a:defRPr>
            </a:lvl1pPr>
          </a:lstStyle>
          <a:p>
            <a:fld id="{DC50865A-F0F0-43A4-AB88-8F87FACD969A}" type="datetimeFigureOut">
              <a:rPr lang="en-US" smtClean="0"/>
              <a:t>7/15/2026</a:t>
            </a:fld>
            <a:endParaRPr lang="en-US" dirty="0"/>
          </a:p>
        </p:txBody>
      </p:sp>
      <p:sp>
        <p:nvSpPr>
          <p:cNvPr id="5" name="Footer Placeholder 4">
            <a:extLst>
              <a:ext uri="{FF2B5EF4-FFF2-40B4-BE49-F238E27FC236}">
                <a16:creationId xmlns:a16="http://schemas.microsoft.com/office/drawing/2014/main" id="{18BE0321-0FF5-3D22-45A9-C26A487E90FC}"/>
              </a:ext>
            </a:extLst>
          </p:cNvPr>
          <p:cNvSpPr>
            <a:spLocks noGrp="1"/>
          </p:cNvSpPr>
          <p:nvPr>
            <p:ph type="ftr" sz="quarter" idx="3"/>
          </p:nvPr>
        </p:nvSpPr>
        <p:spPr>
          <a:xfrm>
            <a:off x="4038600" y="15066963"/>
            <a:ext cx="4114800" cy="86518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8D8517C-DE91-7690-07F6-BF24138C809B}"/>
              </a:ext>
            </a:extLst>
          </p:cNvPr>
          <p:cNvSpPr>
            <a:spLocks noGrp="1"/>
          </p:cNvSpPr>
          <p:nvPr>
            <p:ph type="sldNum" sz="quarter" idx="4"/>
          </p:nvPr>
        </p:nvSpPr>
        <p:spPr>
          <a:xfrm>
            <a:off x="8610600" y="15066963"/>
            <a:ext cx="2743200" cy="865187"/>
          </a:xfrm>
          <a:prstGeom prst="rect">
            <a:avLst/>
          </a:prstGeom>
        </p:spPr>
        <p:txBody>
          <a:bodyPr vert="horz" lIns="91440" tIns="45720" rIns="91440" bIns="45720" rtlCol="0" anchor="ctr"/>
          <a:lstStyle>
            <a:lvl1pPr algn="r">
              <a:defRPr sz="1200">
                <a:solidFill>
                  <a:schemeClr val="tx1">
                    <a:tint val="75000"/>
                  </a:schemeClr>
                </a:solidFill>
              </a:defRPr>
            </a:lvl1pPr>
          </a:lstStyle>
          <a:p>
            <a:fld id="{E24DE12A-C23D-4FC7-A2A7-229C0123838B}" type="slidenum">
              <a:rPr lang="en-US" smtClean="0"/>
              <a:t>‹#›</a:t>
            </a:fld>
            <a:endParaRPr lang="en-US" dirty="0"/>
          </a:p>
        </p:txBody>
      </p:sp>
    </p:spTree>
    <p:extLst>
      <p:ext uri="{BB962C8B-B14F-4D97-AF65-F5344CB8AC3E}">
        <p14:creationId xmlns:p14="http://schemas.microsoft.com/office/powerpoint/2010/main" val="1441861479"/>
      </p:ext>
    </p:extLst>
  </p:cSld>
  <p:clrMap bg1="dk1" tx1="lt1" bg2="dk2" tx2="lt2" accent1="accent1" accent2="accent2" accent3="accent3" accent4="accent4" accent5="accent5" accent6="accent6" hlink="hlink" folHlink="folHlink"/>
  <p:sldLayoutIdLst>
    <p:sldLayoutId id="2147483692" r:id="rId1"/>
    <p:sldLayoutId id="2147483693" r:id="rId2"/>
    <p:sldLayoutId id="2147483694" r:id="rId3"/>
    <p:sldLayoutId id="2147483691" r:id="rId4"/>
  </p:sldLayoutIdLst>
  <p:txStyles>
    <p:titleStyle>
      <a:lvl1pPr algn="l" defTabSz="1219170" rtl="0" eaLnBrk="1" latinLnBrk="0" hangingPunct="1">
        <a:lnSpc>
          <a:spcPct val="75000"/>
        </a:lnSpc>
        <a:spcBef>
          <a:spcPct val="0"/>
        </a:spcBef>
        <a:buNone/>
        <a:defRPr sz="8000"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Picture Placeholder 116" descr="A person with black hat and black hair ">
            <a:extLst>
              <a:ext uri="{FF2B5EF4-FFF2-40B4-BE49-F238E27FC236}">
                <a16:creationId xmlns:a16="http://schemas.microsoft.com/office/drawing/2014/main" id="{E6B63B80-D73B-E25C-DF3C-7E9C807C8DB2}"/>
              </a:ext>
            </a:extLst>
          </p:cNvPr>
          <p:cNvPicPr>
            <a:picLocks noGrp="1" noChangeAspect="1"/>
          </p:cNvPicPr>
          <p:nvPr>
            <p:ph type="pic" sz="quarter" idx="47"/>
          </p:nvPr>
        </p:nvPicPr>
        <p:blipFill>
          <a:blip r:embed="rId3"/>
          <a:srcRect t="4" b="4"/>
          <a:stretch/>
        </p:blipFill>
        <p:spPr>
          <a:xfrm>
            <a:off x="2587625" y="3643313"/>
            <a:ext cx="7278688" cy="10917936"/>
          </a:xfrm>
        </p:spPr>
      </p:pic>
      <p:sp>
        <p:nvSpPr>
          <p:cNvPr id="158" name="Title 157">
            <a:extLst>
              <a:ext uri="{FF2B5EF4-FFF2-40B4-BE49-F238E27FC236}">
                <a16:creationId xmlns:a16="http://schemas.microsoft.com/office/drawing/2014/main" id="{489DAEEB-4374-9146-227E-010F2EB7272A}"/>
              </a:ext>
            </a:extLst>
          </p:cNvPr>
          <p:cNvSpPr>
            <a:spLocks noGrp="1"/>
          </p:cNvSpPr>
          <p:nvPr>
            <p:ph type="title"/>
          </p:nvPr>
        </p:nvSpPr>
        <p:spPr>
          <a:xfrm>
            <a:off x="713508" y="989880"/>
            <a:ext cx="7058892" cy="3249612"/>
          </a:xfrm>
        </p:spPr>
        <p:txBody>
          <a:bodyPr/>
          <a:lstStyle/>
          <a:p>
            <a:r>
              <a:rPr lang="en-US" dirty="0"/>
              <a:t>Who is disrupting fashion?</a:t>
            </a:r>
          </a:p>
        </p:txBody>
      </p:sp>
      <p:sp>
        <p:nvSpPr>
          <p:cNvPr id="159" name="Text Placeholder 158">
            <a:extLst>
              <a:ext uri="{FF2B5EF4-FFF2-40B4-BE49-F238E27FC236}">
                <a16:creationId xmlns:a16="http://schemas.microsoft.com/office/drawing/2014/main" id="{0E62E864-AA6B-66C2-CDF2-C755D7F3814A}"/>
              </a:ext>
            </a:extLst>
          </p:cNvPr>
          <p:cNvSpPr>
            <a:spLocks noGrp="1"/>
          </p:cNvSpPr>
          <p:nvPr>
            <p:ph type="body" sz="quarter" idx="10"/>
          </p:nvPr>
        </p:nvSpPr>
        <p:spPr>
          <a:xfrm>
            <a:off x="713508" y="4489017"/>
            <a:ext cx="1530928" cy="1060450"/>
          </a:xfrm>
        </p:spPr>
        <p:txBody>
          <a:bodyPr/>
          <a:lstStyle/>
          <a:p>
            <a:r>
              <a:rPr lang="en-US" dirty="0"/>
              <a:t>32</a:t>
            </a:r>
          </a:p>
        </p:txBody>
      </p:sp>
      <p:sp>
        <p:nvSpPr>
          <p:cNvPr id="160" name="Text Placeholder 159">
            <a:extLst>
              <a:ext uri="{FF2B5EF4-FFF2-40B4-BE49-F238E27FC236}">
                <a16:creationId xmlns:a16="http://schemas.microsoft.com/office/drawing/2014/main" id="{A2940CA7-832A-2F4E-6BA6-2DD9E9707952}"/>
              </a:ext>
            </a:extLst>
          </p:cNvPr>
          <p:cNvSpPr>
            <a:spLocks noGrp="1"/>
          </p:cNvSpPr>
          <p:nvPr>
            <p:ph type="body" sz="quarter" idx="11"/>
          </p:nvPr>
        </p:nvSpPr>
        <p:spPr>
          <a:xfrm>
            <a:off x="2272145" y="4489017"/>
            <a:ext cx="1100975" cy="1060450"/>
          </a:xfrm>
        </p:spPr>
        <p:txBody>
          <a:bodyPr/>
          <a:lstStyle/>
          <a:p>
            <a:r>
              <a:rPr lang="en-US" dirty="0"/>
              <a:t>%</a:t>
            </a:r>
          </a:p>
        </p:txBody>
      </p:sp>
      <p:sp>
        <p:nvSpPr>
          <p:cNvPr id="161" name="Text Placeholder 160">
            <a:extLst>
              <a:ext uri="{FF2B5EF4-FFF2-40B4-BE49-F238E27FC236}">
                <a16:creationId xmlns:a16="http://schemas.microsoft.com/office/drawing/2014/main" id="{0A18FF2A-6750-C569-84CA-4912A838A97A}"/>
              </a:ext>
            </a:extLst>
          </p:cNvPr>
          <p:cNvSpPr>
            <a:spLocks noGrp="1"/>
          </p:cNvSpPr>
          <p:nvPr>
            <p:ph type="body" sz="quarter" idx="12"/>
          </p:nvPr>
        </p:nvSpPr>
        <p:spPr>
          <a:xfrm>
            <a:off x="720435" y="5683395"/>
            <a:ext cx="2652685" cy="493885"/>
          </a:xfrm>
        </p:spPr>
        <p:txBody>
          <a:bodyPr/>
          <a:lstStyle/>
          <a:p>
            <a:r>
              <a:rPr lang="en-US" dirty="0"/>
              <a:t>Increase</a:t>
            </a:r>
          </a:p>
        </p:txBody>
      </p:sp>
      <p:sp>
        <p:nvSpPr>
          <p:cNvPr id="162" name="Text Placeholder 161">
            <a:extLst>
              <a:ext uri="{FF2B5EF4-FFF2-40B4-BE49-F238E27FC236}">
                <a16:creationId xmlns:a16="http://schemas.microsoft.com/office/drawing/2014/main" id="{B8FFEBC3-A8D8-D2E3-392C-B2B243F84EA1}"/>
              </a:ext>
            </a:extLst>
          </p:cNvPr>
          <p:cNvSpPr>
            <a:spLocks noGrp="1"/>
          </p:cNvSpPr>
          <p:nvPr>
            <p:ph type="body" sz="quarter" idx="13"/>
          </p:nvPr>
        </p:nvSpPr>
        <p:spPr>
          <a:xfrm>
            <a:off x="730826" y="6238240"/>
            <a:ext cx="2327332" cy="1060450"/>
          </a:xfrm>
        </p:spPr>
        <p:txBody>
          <a:bodyPr/>
          <a:lstStyle/>
          <a:p>
            <a:r>
              <a:rPr lang="en-US" dirty="0"/>
              <a:t>in sustainable fashion brands over the past five years.</a:t>
            </a:r>
            <a:endParaRPr lang="en-US" noProof="1"/>
          </a:p>
        </p:txBody>
      </p:sp>
      <p:sp>
        <p:nvSpPr>
          <p:cNvPr id="163" name="Text Placeholder 162">
            <a:extLst>
              <a:ext uri="{FF2B5EF4-FFF2-40B4-BE49-F238E27FC236}">
                <a16:creationId xmlns:a16="http://schemas.microsoft.com/office/drawing/2014/main" id="{A9C388AB-1E1A-E63B-0238-F443799125E7}"/>
              </a:ext>
            </a:extLst>
          </p:cNvPr>
          <p:cNvSpPr>
            <a:spLocks noGrp="1"/>
          </p:cNvSpPr>
          <p:nvPr>
            <p:ph type="body" sz="quarter" idx="14"/>
          </p:nvPr>
        </p:nvSpPr>
        <p:spPr>
          <a:xfrm>
            <a:off x="726439" y="7924800"/>
            <a:ext cx="543561" cy="558800"/>
          </a:xfrm>
        </p:spPr>
        <p:txBody>
          <a:bodyPr/>
          <a:lstStyle/>
          <a:p>
            <a:r>
              <a:rPr lang="en-US" dirty="0"/>
              <a:t>1</a:t>
            </a:r>
          </a:p>
        </p:txBody>
      </p:sp>
      <p:sp>
        <p:nvSpPr>
          <p:cNvPr id="164" name="Text Placeholder 163">
            <a:extLst>
              <a:ext uri="{FF2B5EF4-FFF2-40B4-BE49-F238E27FC236}">
                <a16:creationId xmlns:a16="http://schemas.microsoft.com/office/drawing/2014/main" id="{9E8586DF-AAF9-12AF-B7E0-D933E573752A}"/>
              </a:ext>
            </a:extLst>
          </p:cNvPr>
          <p:cNvSpPr>
            <a:spLocks noGrp="1"/>
          </p:cNvSpPr>
          <p:nvPr>
            <p:ph type="body" sz="quarter" idx="15"/>
          </p:nvPr>
        </p:nvSpPr>
        <p:spPr>
          <a:xfrm>
            <a:off x="1319877" y="7924800"/>
            <a:ext cx="468283" cy="558800"/>
          </a:xfrm>
        </p:spPr>
        <p:txBody>
          <a:bodyPr/>
          <a:lstStyle/>
          <a:p>
            <a:r>
              <a:rPr lang="en-US" dirty="0"/>
              <a:t>in</a:t>
            </a:r>
          </a:p>
        </p:txBody>
      </p:sp>
      <p:sp>
        <p:nvSpPr>
          <p:cNvPr id="166" name="Text Placeholder 165">
            <a:extLst>
              <a:ext uri="{FF2B5EF4-FFF2-40B4-BE49-F238E27FC236}">
                <a16:creationId xmlns:a16="http://schemas.microsoft.com/office/drawing/2014/main" id="{F93352EA-28CD-8B2B-786A-240915156E20}"/>
              </a:ext>
            </a:extLst>
          </p:cNvPr>
          <p:cNvSpPr>
            <a:spLocks noGrp="1"/>
          </p:cNvSpPr>
          <p:nvPr>
            <p:ph type="body" sz="quarter" idx="17"/>
          </p:nvPr>
        </p:nvSpPr>
        <p:spPr>
          <a:xfrm>
            <a:off x="1863439" y="7924800"/>
            <a:ext cx="1109668" cy="558800"/>
          </a:xfrm>
        </p:spPr>
        <p:txBody>
          <a:bodyPr/>
          <a:lstStyle/>
          <a:p>
            <a:r>
              <a:rPr lang="en-US" dirty="0"/>
              <a:t>3</a:t>
            </a:r>
          </a:p>
        </p:txBody>
      </p:sp>
      <p:sp>
        <p:nvSpPr>
          <p:cNvPr id="219" name="Text Placeholder 218">
            <a:extLst>
              <a:ext uri="{FF2B5EF4-FFF2-40B4-BE49-F238E27FC236}">
                <a16:creationId xmlns:a16="http://schemas.microsoft.com/office/drawing/2014/main" id="{0F029311-87D3-ACC1-9AB3-EE2961BBE5EA}"/>
              </a:ext>
            </a:extLst>
          </p:cNvPr>
          <p:cNvSpPr>
            <a:spLocks noGrp="1"/>
          </p:cNvSpPr>
          <p:nvPr>
            <p:ph type="body" sz="quarter" idx="16"/>
          </p:nvPr>
        </p:nvSpPr>
        <p:spPr>
          <a:xfrm>
            <a:off x="730826" y="8581536"/>
            <a:ext cx="2327332" cy="1314303"/>
          </a:xfrm>
        </p:spPr>
        <p:txBody>
          <a:bodyPr/>
          <a:lstStyle/>
          <a:p>
            <a:r>
              <a:rPr lang="en-US" dirty="0"/>
              <a:t>fashion companies report an increase in sales after adopting inclusive sizing.</a:t>
            </a:r>
            <a:endParaRPr lang="en-US" noProof="1"/>
          </a:p>
        </p:txBody>
      </p:sp>
      <p:sp>
        <p:nvSpPr>
          <p:cNvPr id="167" name="Text Placeholder 166">
            <a:extLst>
              <a:ext uri="{FF2B5EF4-FFF2-40B4-BE49-F238E27FC236}">
                <a16:creationId xmlns:a16="http://schemas.microsoft.com/office/drawing/2014/main" id="{C23ACDB1-FEC8-58E7-D15B-49C1239A7730}"/>
              </a:ext>
            </a:extLst>
          </p:cNvPr>
          <p:cNvSpPr>
            <a:spLocks noGrp="1"/>
          </p:cNvSpPr>
          <p:nvPr>
            <p:ph type="body" sz="quarter" idx="18"/>
          </p:nvPr>
        </p:nvSpPr>
        <p:spPr>
          <a:xfrm>
            <a:off x="8868755" y="2035955"/>
            <a:ext cx="2520605" cy="1012044"/>
          </a:xfrm>
        </p:spPr>
        <p:txBody>
          <a:bodyPr/>
          <a:lstStyle/>
          <a:p>
            <a:r>
              <a:rPr lang="en-US" dirty="0"/>
              <a:t>Shows 2 Sales</a:t>
            </a:r>
          </a:p>
        </p:txBody>
      </p:sp>
      <p:sp>
        <p:nvSpPr>
          <p:cNvPr id="298" name="Text Placeholder 297">
            <a:extLst>
              <a:ext uri="{FF2B5EF4-FFF2-40B4-BE49-F238E27FC236}">
                <a16:creationId xmlns:a16="http://schemas.microsoft.com/office/drawing/2014/main" id="{B8F0ADD4-D5CE-4656-60DE-D383AE13F0E4}"/>
              </a:ext>
            </a:extLst>
          </p:cNvPr>
          <p:cNvSpPr>
            <a:spLocks noGrp="1"/>
          </p:cNvSpPr>
          <p:nvPr>
            <p:ph type="body" sz="quarter" idx="19"/>
          </p:nvPr>
        </p:nvSpPr>
        <p:spPr>
          <a:xfrm>
            <a:off x="8879146" y="3088639"/>
            <a:ext cx="2510569" cy="1617177"/>
          </a:xfrm>
        </p:spPr>
        <p:txBody>
          <a:bodyPr/>
          <a:lstStyle/>
          <a:p>
            <a:r>
              <a:rPr lang="en-US" dirty="0"/>
              <a:t>Shows to sales rates in the fashion industry have seen a significant rise of 30% in the last decade.</a:t>
            </a:r>
            <a:endParaRPr lang="en-US" noProof="1"/>
          </a:p>
        </p:txBody>
      </p:sp>
      <p:sp>
        <p:nvSpPr>
          <p:cNvPr id="169" name="Text Placeholder 168">
            <a:extLst>
              <a:ext uri="{FF2B5EF4-FFF2-40B4-BE49-F238E27FC236}">
                <a16:creationId xmlns:a16="http://schemas.microsoft.com/office/drawing/2014/main" id="{0F516A1A-0239-AC61-BE75-9587277130EC}"/>
              </a:ext>
            </a:extLst>
          </p:cNvPr>
          <p:cNvSpPr>
            <a:spLocks noGrp="1"/>
          </p:cNvSpPr>
          <p:nvPr>
            <p:ph type="body" sz="quarter" idx="20"/>
          </p:nvPr>
        </p:nvSpPr>
        <p:spPr>
          <a:xfrm>
            <a:off x="8945879" y="5520544"/>
            <a:ext cx="1060798" cy="656736"/>
          </a:xfrm>
        </p:spPr>
        <p:txBody>
          <a:bodyPr/>
          <a:lstStyle/>
          <a:p>
            <a:r>
              <a:rPr lang="en-US" dirty="0"/>
              <a:t>60</a:t>
            </a:r>
          </a:p>
        </p:txBody>
      </p:sp>
      <p:sp>
        <p:nvSpPr>
          <p:cNvPr id="170" name="Text Placeholder 169">
            <a:extLst>
              <a:ext uri="{FF2B5EF4-FFF2-40B4-BE49-F238E27FC236}">
                <a16:creationId xmlns:a16="http://schemas.microsoft.com/office/drawing/2014/main" id="{BF75AC19-9A42-6A2C-D408-43CD4A4DFCEB}"/>
              </a:ext>
            </a:extLst>
          </p:cNvPr>
          <p:cNvSpPr>
            <a:spLocks noGrp="1"/>
          </p:cNvSpPr>
          <p:nvPr>
            <p:ph type="body" sz="quarter" idx="21"/>
          </p:nvPr>
        </p:nvSpPr>
        <p:spPr>
          <a:xfrm>
            <a:off x="10026997" y="5520544"/>
            <a:ext cx="834043" cy="656736"/>
          </a:xfrm>
        </p:spPr>
        <p:txBody>
          <a:bodyPr/>
          <a:lstStyle/>
          <a:p>
            <a:r>
              <a:rPr lang="en-US" dirty="0"/>
              <a:t>%</a:t>
            </a:r>
          </a:p>
        </p:txBody>
      </p:sp>
      <p:sp>
        <p:nvSpPr>
          <p:cNvPr id="338" name="Text Placeholder 337">
            <a:extLst>
              <a:ext uri="{FF2B5EF4-FFF2-40B4-BE49-F238E27FC236}">
                <a16:creationId xmlns:a16="http://schemas.microsoft.com/office/drawing/2014/main" id="{0BE8C532-90DE-9F5B-838B-FB8D5D034453}"/>
              </a:ext>
            </a:extLst>
          </p:cNvPr>
          <p:cNvSpPr>
            <a:spLocks noGrp="1"/>
          </p:cNvSpPr>
          <p:nvPr>
            <p:ph type="body" sz="quarter" idx="22"/>
          </p:nvPr>
        </p:nvSpPr>
        <p:spPr>
          <a:xfrm>
            <a:off x="8950266" y="6217920"/>
            <a:ext cx="1910774" cy="656737"/>
          </a:xfrm>
        </p:spPr>
        <p:txBody>
          <a:bodyPr/>
          <a:lstStyle/>
          <a:p>
            <a:r>
              <a:rPr lang="en-US" dirty="0"/>
              <a:t>Ethically sourced materials</a:t>
            </a:r>
            <a:endParaRPr lang="en-US" noProof="1"/>
          </a:p>
        </p:txBody>
      </p:sp>
      <p:sp>
        <p:nvSpPr>
          <p:cNvPr id="339" name="Text Placeholder 338">
            <a:extLst>
              <a:ext uri="{FF2B5EF4-FFF2-40B4-BE49-F238E27FC236}">
                <a16:creationId xmlns:a16="http://schemas.microsoft.com/office/drawing/2014/main" id="{D52B3824-87C2-B84C-291E-C6636BC2126B}"/>
              </a:ext>
            </a:extLst>
          </p:cNvPr>
          <p:cNvSpPr>
            <a:spLocks noGrp="1"/>
          </p:cNvSpPr>
          <p:nvPr>
            <p:ph type="body" sz="quarter" idx="23"/>
          </p:nvPr>
        </p:nvSpPr>
        <p:spPr>
          <a:xfrm>
            <a:off x="8950266" y="6905137"/>
            <a:ext cx="1910774" cy="277983"/>
          </a:xfrm>
        </p:spPr>
        <p:txBody>
          <a:bodyPr/>
          <a:lstStyle/>
          <a:p>
            <a:r>
              <a:rPr lang="en-US" dirty="0"/>
              <a:t>Q1 20XX</a:t>
            </a:r>
          </a:p>
        </p:txBody>
      </p:sp>
      <p:sp>
        <p:nvSpPr>
          <p:cNvPr id="173" name="Text Placeholder 172">
            <a:extLst>
              <a:ext uri="{FF2B5EF4-FFF2-40B4-BE49-F238E27FC236}">
                <a16:creationId xmlns:a16="http://schemas.microsoft.com/office/drawing/2014/main" id="{96550B5F-2A92-D288-7B37-0F826838686D}"/>
              </a:ext>
            </a:extLst>
          </p:cNvPr>
          <p:cNvSpPr>
            <a:spLocks noGrp="1"/>
          </p:cNvSpPr>
          <p:nvPr>
            <p:ph type="body" sz="quarter" idx="24"/>
          </p:nvPr>
        </p:nvSpPr>
        <p:spPr>
          <a:xfrm>
            <a:off x="9677399" y="7414594"/>
            <a:ext cx="1060798" cy="656736"/>
          </a:xfrm>
        </p:spPr>
        <p:txBody>
          <a:bodyPr/>
          <a:lstStyle/>
          <a:p>
            <a:r>
              <a:rPr lang="en-US" dirty="0"/>
              <a:t>60</a:t>
            </a:r>
          </a:p>
        </p:txBody>
      </p:sp>
      <p:sp>
        <p:nvSpPr>
          <p:cNvPr id="174" name="Text Placeholder 173">
            <a:extLst>
              <a:ext uri="{FF2B5EF4-FFF2-40B4-BE49-F238E27FC236}">
                <a16:creationId xmlns:a16="http://schemas.microsoft.com/office/drawing/2014/main" id="{D8B73B40-865F-4034-A0B9-6D8AAF47A72E}"/>
              </a:ext>
            </a:extLst>
          </p:cNvPr>
          <p:cNvSpPr>
            <a:spLocks noGrp="1"/>
          </p:cNvSpPr>
          <p:nvPr>
            <p:ph type="body" sz="quarter" idx="25"/>
          </p:nvPr>
        </p:nvSpPr>
        <p:spPr>
          <a:xfrm>
            <a:off x="10758517" y="7414594"/>
            <a:ext cx="834043" cy="656736"/>
          </a:xfrm>
        </p:spPr>
        <p:txBody>
          <a:bodyPr/>
          <a:lstStyle/>
          <a:p>
            <a:r>
              <a:rPr lang="en-US" dirty="0"/>
              <a:t>%</a:t>
            </a:r>
          </a:p>
        </p:txBody>
      </p:sp>
      <p:sp>
        <p:nvSpPr>
          <p:cNvPr id="379" name="Text Placeholder 378">
            <a:extLst>
              <a:ext uri="{FF2B5EF4-FFF2-40B4-BE49-F238E27FC236}">
                <a16:creationId xmlns:a16="http://schemas.microsoft.com/office/drawing/2014/main" id="{87D6A487-D363-D904-5556-2E5F91DE14DB}"/>
              </a:ext>
            </a:extLst>
          </p:cNvPr>
          <p:cNvSpPr>
            <a:spLocks noGrp="1"/>
          </p:cNvSpPr>
          <p:nvPr>
            <p:ph type="body" sz="quarter" idx="26"/>
          </p:nvPr>
        </p:nvSpPr>
        <p:spPr>
          <a:xfrm>
            <a:off x="9681786" y="8111970"/>
            <a:ext cx="1910774" cy="656737"/>
          </a:xfrm>
        </p:spPr>
        <p:txBody>
          <a:bodyPr/>
          <a:lstStyle/>
          <a:p>
            <a:r>
              <a:rPr lang="en-US" dirty="0"/>
              <a:t>Eco-friendly materials</a:t>
            </a:r>
            <a:endParaRPr lang="en-US" noProof="1"/>
          </a:p>
        </p:txBody>
      </p:sp>
      <p:sp>
        <p:nvSpPr>
          <p:cNvPr id="380" name="Text Placeholder 379">
            <a:extLst>
              <a:ext uri="{FF2B5EF4-FFF2-40B4-BE49-F238E27FC236}">
                <a16:creationId xmlns:a16="http://schemas.microsoft.com/office/drawing/2014/main" id="{874EC50A-399E-E695-8FE9-42435723E1D6}"/>
              </a:ext>
            </a:extLst>
          </p:cNvPr>
          <p:cNvSpPr>
            <a:spLocks noGrp="1"/>
          </p:cNvSpPr>
          <p:nvPr>
            <p:ph type="body" sz="quarter" idx="27"/>
          </p:nvPr>
        </p:nvSpPr>
        <p:spPr>
          <a:xfrm>
            <a:off x="9681786" y="8799187"/>
            <a:ext cx="1910774" cy="277983"/>
          </a:xfrm>
        </p:spPr>
        <p:txBody>
          <a:bodyPr/>
          <a:lstStyle/>
          <a:p>
            <a:r>
              <a:rPr lang="en-US" dirty="0"/>
              <a:t>Q2 20XX</a:t>
            </a:r>
          </a:p>
        </p:txBody>
      </p:sp>
      <p:sp>
        <p:nvSpPr>
          <p:cNvPr id="177" name="Text Placeholder 176">
            <a:extLst>
              <a:ext uri="{FF2B5EF4-FFF2-40B4-BE49-F238E27FC236}">
                <a16:creationId xmlns:a16="http://schemas.microsoft.com/office/drawing/2014/main" id="{06EFFE41-F871-C18A-1E21-105C077B3844}"/>
              </a:ext>
            </a:extLst>
          </p:cNvPr>
          <p:cNvSpPr>
            <a:spLocks noGrp="1"/>
          </p:cNvSpPr>
          <p:nvPr>
            <p:ph type="body" sz="quarter" idx="28"/>
          </p:nvPr>
        </p:nvSpPr>
        <p:spPr>
          <a:xfrm>
            <a:off x="8956039" y="9318804"/>
            <a:ext cx="1060798" cy="656736"/>
          </a:xfrm>
        </p:spPr>
        <p:txBody>
          <a:bodyPr/>
          <a:lstStyle/>
          <a:p>
            <a:r>
              <a:rPr lang="en-US" dirty="0"/>
              <a:t>60</a:t>
            </a:r>
          </a:p>
        </p:txBody>
      </p:sp>
      <p:sp>
        <p:nvSpPr>
          <p:cNvPr id="178" name="Text Placeholder 177">
            <a:extLst>
              <a:ext uri="{FF2B5EF4-FFF2-40B4-BE49-F238E27FC236}">
                <a16:creationId xmlns:a16="http://schemas.microsoft.com/office/drawing/2014/main" id="{ACBBD1C7-973B-B2BE-D94F-39AA204A6534}"/>
              </a:ext>
            </a:extLst>
          </p:cNvPr>
          <p:cNvSpPr>
            <a:spLocks noGrp="1"/>
          </p:cNvSpPr>
          <p:nvPr>
            <p:ph type="body" sz="quarter" idx="29"/>
          </p:nvPr>
        </p:nvSpPr>
        <p:spPr>
          <a:xfrm>
            <a:off x="10037157" y="9318804"/>
            <a:ext cx="834043" cy="656736"/>
          </a:xfrm>
        </p:spPr>
        <p:txBody>
          <a:bodyPr/>
          <a:lstStyle/>
          <a:p>
            <a:r>
              <a:rPr lang="en-US" dirty="0"/>
              <a:t>%</a:t>
            </a:r>
          </a:p>
        </p:txBody>
      </p:sp>
      <p:sp>
        <p:nvSpPr>
          <p:cNvPr id="420" name="Text Placeholder 419">
            <a:extLst>
              <a:ext uri="{FF2B5EF4-FFF2-40B4-BE49-F238E27FC236}">
                <a16:creationId xmlns:a16="http://schemas.microsoft.com/office/drawing/2014/main" id="{8E7090D6-D496-AC48-0918-B79F4CA39132}"/>
              </a:ext>
            </a:extLst>
          </p:cNvPr>
          <p:cNvSpPr>
            <a:spLocks noGrp="1"/>
          </p:cNvSpPr>
          <p:nvPr>
            <p:ph type="body" sz="quarter" idx="30"/>
          </p:nvPr>
        </p:nvSpPr>
        <p:spPr>
          <a:xfrm>
            <a:off x="8960426" y="10016180"/>
            <a:ext cx="1910774" cy="656737"/>
          </a:xfrm>
        </p:spPr>
        <p:txBody>
          <a:bodyPr/>
          <a:lstStyle/>
          <a:p>
            <a:r>
              <a:rPr lang="en-US" dirty="0"/>
              <a:t>Customer return rate</a:t>
            </a:r>
            <a:endParaRPr lang="en-US" noProof="1"/>
          </a:p>
        </p:txBody>
      </p:sp>
      <p:sp>
        <p:nvSpPr>
          <p:cNvPr id="421" name="Text Placeholder 420">
            <a:extLst>
              <a:ext uri="{FF2B5EF4-FFF2-40B4-BE49-F238E27FC236}">
                <a16:creationId xmlns:a16="http://schemas.microsoft.com/office/drawing/2014/main" id="{77AF39E1-EA36-18AA-86E2-E2CF50A1AEA9}"/>
              </a:ext>
            </a:extLst>
          </p:cNvPr>
          <p:cNvSpPr>
            <a:spLocks noGrp="1"/>
          </p:cNvSpPr>
          <p:nvPr>
            <p:ph type="body" sz="quarter" idx="31"/>
          </p:nvPr>
        </p:nvSpPr>
        <p:spPr>
          <a:xfrm>
            <a:off x="8960426" y="10703397"/>
            <a:ext cx="1910774" cy="277983"/>
          </a:xfrm>
        </p:spPr>
        <p:txBody>
          <a:bodyPr/>
          <a:lstStyle/>
          <a:p>
            <a:r>
              <a:rPr lang="en-US" dirty="0"/>
              <a:t>Q3 20XX</a:t>
            </a:r>
          </a:p>
        </p:txBody>
      </p:sp>
      <p:sp>
        <p:nvSpPr>
          <p:cNvPr id="181" name="Text Placeholder 180">
            <a:extLst>
              <a:ext uri="{FF2B5EF4-FFF2-40B4-BE49-F238E27FC236}">
                <a16:creationId xmlns:a16="http://schemas.microsoft.com/office/drawing/2014/main" id="{CB29777B-C9C2-3EB6-2A77-5878931AB959}"/>
              </a:ext>
            </a:extLst>
          </p:cNvPr>
          <p:cNvSpPr>
            <a:spLocks noGrp="1"/>
          </p:cNvSpPr>
          <p:nvPr>
            <p:ph type="body" sz="quarter" idx="32"/>
          </p:nvPr>
        </p:nvSpPr>
        <p:spPr>
          <a:xfrm>
            <a:off x="578195" y="11036316"/>
            <a:ext cx="1352205" cy="1684004"/>
          </a:xfrm>
        </p:spPr>
        <p:txBody>
          <a:bodyPr/>
          <a:lstStyle/>
          <a:p>
            <a:r>
              <a:rPr lang="en-US" dirty="0"/>
              <a:t>1</a:t>
            </a:r>
          </a:p>
        </p:txBody>
      </p:sp>
      <p:sp>
        <p:nvSpPr>
          <p:cNvPr id="182" name="Text Placeholder 181">
            <a:extLst>
              <a:ext uri="{FF2B5EF4-FFF2-40B4-BE49-F238E27FC236}">
                <a16:creationId xmlns:a16="http://schemas.microsoft.com/office/drawing/2014/main" id="{11E06E55-A9DB-541E-68CF-CCEC88A54C30}"/>
              </a:ext>
            </a:extLst>
          </p:cNvPr>
          <p:cNvSpPr>
            <a:spLocks noGrp="1"/>
          </p:cNvSpPr>
          <p:nvPr>
            <p:ph type="body" sz="quarter" idx="33"/>
          </p:nvPr>
        </p:nvSpPr>
        <p:spPr>
          <a:xfrm>
            <a:off x="730826" y="11983896"/>
            <a:ext cx="2327333" cy="493885"/>
          </a:xfrm>
        </p:spPr>
        <p:txBody>
          <a:bodyPr/>
          <a:lstStyle/>
          <a:p>
            <a:r>
              <a:rPr lang="en-US" dirty="0"/>
              <a:t>Present</a:t>
            </a:r>
          </a:p>
        </p:txBody>
      </p:sp>
      <p:sp>
        <p:nvSpPr>
          <p:cNvPr id="422" name="Text Placeholder 421">
            <a:extLst>
              <a:ext uri="{FF2B5EF4-FFF2-40B4-BE49-F238E27FC236}">
                <a16:creationId xmlns:a16="http://schemas.microsoft.com/office/drawing/2014/main" id="{104807E3-AF75-EFFC-10EC-664AD762B06B}"/>
              </a:ext>
            </a:extLst>
          </p:cNvPr>
          <p:cNvSpPr>
            <a:spLocks noGrp="1"/>
          </p:cNvSpPr>
          <p:nvPr>
            <p:ph type="body" sz="quarter" idx="34"/>
          </p:nvPr>
        </p:nvSpPr>
        <p:spPr>
          <a:xfrm>
            <a:off x="741216" y="12711460"/>
            <a:ext cx="2316943" cy="1578755"/>
          </a:xfrm>
        </p:spPr>
        <p:txBody>
          <a:bodyPr/>
          <a:lstStyle/>
          <a:p>
            <a:r>
              <a:rPr lang="en-US" dirty="0"/>
              <a:t>fashion companies report an increase in sales after adopting inclusive sizing.</a:t>
            </a:r>
            <a:endParaRPr lang="en-US" noProof="1"/>
          </a:p>
        </p:txBody>
      </p:sp>
      <p:sp>
        <p:nvSpPr>
          <p:cNvPr id="184" name="Text Placeholder 183">
            <a:extLst>
              <a:ext uri="{FF2B5EF4-FFF2-40B4-BE49-F238E27FC236}">
                <a16:creationId xmlns:a16="http://schemas.microsoft.com/office/drawing/2014/main" id="{DA515F3C-F291-77CD-E273-590D3839E767}"/>
              </a:ext>
            </a:extLst>
          </p:cNvPr>
          <p:cNvSpPr>
            <a:spLocks noGrp="1"/>
          </p:cNvSpPr>
          <p:nvPr>
            <p:ph type="body" sz="quarter" idx="35"/>
          </p:nvPr>
        </p:nvSpPr>
        <p:spPr>
          <a:xfrm>
            <a:off x="3491114" y="11036316"/>
            <a:ext cx="1352205" cy="1684004"/>
          </a:xfrm>
        </p:spPr>
        <p:txBody>
          <a:bodyPr/>
          <a:lstStyle/>
          <a:p>
            <a:r>
              <a:rPr lang="en-US" dirty="0"/>
              <a:t>2</a:t>
            </a:r>
          </a:p>
        </p:txBody>
      </p:sp>
      <p:sp>
        <p:nvSpPr>
          <p:cNvPr id="185" name="Text Placeholder 184">
            <a:extLst>
              <a:ext uri="{FF2B5EF4-FFF2-40B4-BE49-F238E27FC236}">
                <a16:creationId xmlns:a16="http://schemas.microsoft.com/office/drawing/2014/main" id="{D9AD5E3A-2858-5B9F-63A3-1B729D72A367}"/>
              </a:ext>
            </a:extLst>
          </p:cNvPr>
          <p:cNvSpPr>
            <a:spLocks noGrp="1"/>
          </p:cNvSpPr>
          <p:nvPr>
            <p:ph type="body" sz="quarter" idx="36"/>
          </p:nvPr>
        </p:nvSpPr>
        <p:spPr>
          <a:xfrm>
            <a:off x="3531985" y="11983896"/>
            <a:ext cx="2327333" cy="493885"/>
          </a:xfrm>
        </p:spPr>
        <p:txBody>
          <a:bodyPr/>
          <a:lstStyle/>
          <a:p>
            <a:r>
              <a:rPr lang="en-US" dirty="0"/>
              <a:t>Past</a:t>
            </a:r>
          </a:p>
        </p:txBody>
      </p:sp>
      <p:sp>
        <p:nvSpPr>
          <p:cNvPr id="423" name="Text Placeholder 422">
            <a:extLst>
              <a:ext uri="{FF2B5EF4-FFF2-40B4-BE49-F238E27FC236}">
                <a16:creationId xmlns:a16="http://schemas.microsoft.com/office/drawing/2014/main" id="{D248DF8F-9929-45FB-48B0-6FEAC22DC6BC}"/>
              </a:ext>
            </a:extLst>
          </p:cNvPr>
          <p:cNvSpPr>
            <a:spLocks noGrp="1"/>
          </p:cNvSpPr>
          <p:nvPr>
            <p:ph type="body" sz="quarter" idx="37"/>
          </p:nvPr>
        </p:nvSpPr>
        <p:spPr>
          <a:xfrm>
            <a:off x="3542375" y="12711460"/>
            <a:ext cx="2316943" cy="1578755"/>
          </a:xfrm>
        </p:spPr>
        <p:txBody>
          <a:bodyPr/>
          <a:lstStyle/>
          <a:p>
            <a:r>
              <a:rPr lang="en-US" dirty="0"/>
              <a:t>In the past, fashion designers used to create garments exclusively by hand. </a:t>
            </a:r>
            <a:endParaRPr lang="en-US" noProof="1"/>
          </a:p>
        </p:txBody>
      </p:sp>
      <p:sp>
        <p:nvSpPr>
          <p:cNvPr id="187" name="Text Placeholder 186">
            <a:extLst>
              <a:ext uri="{FF2B5EF4-FFF2-40B4-BE49-F238E27FC236}">
                <a16:creationId xmlns:a16="http://schemas.microsoft.com/office/drawing/2014/main" id="{8F4CE6A8-2F34-B19F-D131-5477FC9D4705}"/>
              </a:ext>
            </a:extLst>
          </p:cNvPr>
          <p:cNvSpPr>
            <a:spLocks noGrp="1"/>
          </p:cNvSpPr>
          <p:nvPr>
            <p:ph type="body" sz="quarter" idx="38"/>
          </p:nvPr>
        </p:nvSpPr>
        <p:spPr>
          <a:xfrm>
            <a:off x="6291813" y="11036316"/>
            <a:ext cx="1352205" cy="1684004"/>
          </a:xfrm>
        </p:spPr>
        <p:txBody>
          <a:bodyPr/>
          <a:lstStyle/>
          <a:p>
            <a:r>
              <a:rPr lang="en-US" dirty="0"/>
              <a:t>3</a:t>
            </a:r>
          </a:p>
        </p:txBody>
      </p:sp>
      <p:sp>
        <p:nvSpPr>
          <p:cNvPr id="188" name="Text Placeholder 187">
            <a:extLst>
              <a:ext uri="{FF2B5EF4-FFF2-40B4-BE49-F238E27FC236}">
                <a16:creationId xmlns:a16="http://schemas.microsoft.com/office/drawing/2014/main" id="{B4D2CC38-E327-A6E3-332A-395D0C5E7312}"/>
              </a:ext>
            </a:extLst>
          </p:cNvPr>
          <p:cNvSpPr>
            <a:spLocks noGrp="1"/>
          </p:cNvSpPr>
          <p:nvPr>
            <p:ph type="body" sz="quarter" idx="39"/>
          </p:nvPr>
        </p:nvSpPr>
        <p:spPr>
          <a:xfrm>
            <a:off x="6332684" y="11983896"/>
            <a:ext cx="2327333" cy="493885"/>
          </a:xfrm>
        </p:spPr>
        <p:txBody>
          <a:bodyPr/>
          <a:lstStyle/>
          <a:p>
            <a:r>
              <a:rPr lang="en-US" dirty="0"/>
              <a:t>Future</a:t>
            </a:r>
          </a:p>
        </p:txBody>
      </p:sp>
      <p:sp>
        <p:nvSpPr>
          <p:cNvPr id="424" name="Text Placeholder 423">
            <a:extLst>
              <a:ext uri="{FF2B5EF4-FFF2-40B4-BE49-F238E27FC236}">
                <a16:creationId xmlns:a16="http://schemas.microsoft.com/office/drawing/2014/main" id="{1705310D-6736-49E0-80F8-975664BC6992}"/>
              </a:ext>
            </a:extLst>
          </p:cNvPr>
          <p:cNvSpPr>
            <a:spLocks noGrp="1"/>
          </p:cNvSpPr>
          <p:nvPr>
            <p:ph type="body" sz="quarter" idx="40"/>
          </p:nvPr>
        </p:nvSpPr>
        <p:spPr>
          <a:xfrm>
            <a:off x="6343074" y="12711460"/>
            <a:ext cx="2316943" cy="1578755"/>
          </a:xfrm>
        </p:spPr>
        <p:txBody>
          <a:bodyPr/>
          <a:lstStyle/>
          <a:p>
            <a:r>
              <a:rPr lang="en-US" dirty="0"/>
              <a:t>However, the production process has become 50% faster and more efficient.</a:t>
            </a:r>
            <a:endParaRPr lang="en-US" noProof="1"/>
          </a:p>
        </p:txBody>
      </p:sp>
      <p:sp>
        <p:nvSpPr>
          <p:cNvPr id="190" name="Text Placeholder 189">
            <a:extLst>
              <a:ext uri="{FF2B5EF4-FFF2-40B4-BE49-F238E27FC236}">
                <a16:creationId xmlns:a16="http://schemas.microsoft.com/office/drawing/2014/main" id="{BAAFBDEE-57D6-F165-6377-F36B1A9F1C48}"/>
              </a:ext>
            </a:extLst>
          </p:cNvPr>
          <p:cNvSpPr>
            <a:spLocks noGrp="1"/>
          </p:cNvSpPr>
          <p:nvPr>
            <p:ph type="body" sz="quarter" idx="41"/>
          </p:nvPr>
        </p:nvSpPr>
        <p:spPr>
          <a:xfrm>
            <a:off x="9102672" y="11974520"/>
            <a:ext cx="2327333" cy="493885"/>
          </a:xfrm>
        </p:spPr>
        <p:txBody>
          <a:bodyPr/>
          <a:lstStyle/>
          <a:p>
            <a:r>
              <a:rPr lang="en-US" dirty="0"/>
              <a:t>Progress</a:t>
            </a:r>
          </a:p>
        </p:txBody>
      </p:sp>
      <p:sp>
        <p:nvSpPr>
          <p:cNvPr id="626" name="Text Placeholder 625">
            <a:extLst>
              <a:ext uri="{FF2B5EF4-FFF2-40B4-BE49-F238E27FC236}">
                <a16:creationId xmlns:a16="http://schemas.microsoft.com/office/drawing/2014/main" id="{5642B1E1-7E61-DEAB-1A25-04ACDAA38FBB}"/>
              </a:ext>
            </a:extLst>
          </p:cNvPr>
          <p:cNvSpPr>
            <a:spLocks noGrp="1"/>
          </p:cNvSpPr>
          <p:nvPr>
            <p:ph type="body" sz="quarter" idx="48"/>
          </p:nvPr>
        </p:nvSpPr>
        <p:spPr>
          <a:xfrm>
            <a:off x="9354197" y="12697511"/>
            <a:ext cx="955387" cy="276037"/>
          </a:xfrm>
        </p:spPr>
        <p:txBody>
          <a:bodyPr/>
          <a:lstStyle/>
          <a:p>
            <a:r>
              <a:rPr lang="en-US" dirty="0"/>
              <a:t>$2Bn</a:t>
            </a:r>
          </a:p>
        </p:txBody>
      </p:sp>
      <p:pic>
        <p:nvPicPr>
          <p:cNvPr id="4" name="Chart Placeholder 3" descr="Image of chart">
            <a:extLst>
              <a:ext uri="{FF2B5EF4-FFF2-40B4-BE49-F238E27FC236}">
                <a16:creationId xmlns:a16="http://schemas.microsoft.com/office/drawing/2014/main" id="{44C892B0-11B4-90CC-C477-B8CD47E96F4A}"/>
              </a:ext>
            </a:extLst>
          </p:cNvPr>
          <p:cNvPicPr>
            <a:picLocks noGrp="1" noChangeAspect="1"/>
          </p:cNvPicPr>
          <p:nvPr>
            <p:ph type="chart" sz="quarter" idx="42"/>
          </p:nvPr>
        </p:nvPicPr>
        <p:blipFill>
          <a:blip r:embed="rId4"/>
          <a:stretch>
            <a:fillRect/>
          </a:stretch>
        </p:blipFill>
        <p:spPr>
          <a:prstGeom prst="rect">
            <a:avLst/>
          </a:prstGeom>
        </p:spPr>
      </p:pic>
      <p:sp>
        <p:nvSpPr>
          <p:cNvPr id="627" name="Text Placeholder 626">
            <a:extLst>
              <a:ext uri="{FF2B5EF4-FFF2-40B4-BE49-F238E27FC236}">
                <a16:creationId xmlns:a16="http://schemas.microsoft.com/office/drawing/2014/main" id="{840DC330-B8F0-383F-FE6C-F415D0F4025C}"/>
              </a:ext>
            </a:extLst>
          </p:cNvPr>
          <p:cNvSpPr>
            <a:spLocks noGrp="1"/>
          </p:cNvSpPr>
          <p:nvPr>
            <p:ph type="body" sz="quarter" idx="49"/>
          </p:nvPr>
        </p:nvSpPr>
        <p:spPr>
          <a:xfrm>
            <a:off x="8830486" y="13692705"/>
            <a:ext cx="617249" cy="187569"/>
          </a:xfrm>
        </p:spPr>
        <p:txBody>
          <a:bodyPr/>
          <a:lstStyle/>
          <a:p>
            <a:r>
              <a:rPr lang="en-US" dirty="0"/>
              <a:t>20yy</a:t>
            </a:r>
          </a:p>
        </p:txBody>
      </p:sp>
      <p:sp>
        <p:nvSpPr>
          <p:cNvPr id="628" name="Text Placeholder 627">
            <a:extLst>
              <a:ext uri="{FF2B5EF4-FFF2-40B4-BE49-F238E27FC236}">
                <a16:creationId xmlns:a16="http://schemas.microsoft.com/office/drawing/2014/main" id="{CFEB38A3-D023-3FE5-7A40-B8B72DF6CE6A}"/>
              </a:ext>
            </a:extLst>
          </p:cNvPr>
          <p:cNvSpPr>
            <a:spLocks noGrp="1"/>
          </p:cNvSpPr>
          <p:nvPr>
            <p:ph type="body" sz="quarter" idx="50"/>
          </p:nvPr>
        </p:nvSpPr>
        <p:spPr>
          <a:xfrm>
            <a:off x="10900043" y="13691463"/>
            <a:ext cx="617249" cy="187569"/>
          </a:xfrm>
        </p:spPr>
        <p:txBody>
          <a:bodyPr/>
          <a:lstStyle/>
          <a:p>
            <a:r>
              <a:rPr lang="en-US" dirty="0"/>
              <a:t>20YY</a:t>
            </a:r>
          </a:p>
        </p:txBody>
      </p:sp>
      <p:pic>
        <p:nvPicPr>
          <p:cNvPr id="683" name="Picture Placeholder 682" descr="A black background with white text ">
            <a:extLst>
              <a:ext uri="{FF2B5EF4-FFF2-40B4-BE49-F238E27FC236}">
                <a16:creationId xmlns:a16="http://schemas.microsoft.com/office/drawing/2014/main" id="{261EF5C8-859A-6189-44CB-AC414C389C3F}"/>
              </a:ext>
            </a:extLst>
          </p:cNvPr>
          <p:cNvPicPr>
            <a:picLocks noGrp="1" noChangeAspect="1"/>
          </p:cNvPicPr>
          <p:nvPr>
            <p:ph type="pic" sz="quarter" idx="43"/>
          </p:nvPr>
        </p:nvPicPr>
        <p:blipFill>
          <a:blip r:embed="rId5"/>
          <a:srcRect t="8582" b="8582"/>
          <a:stretch/>
        </p:blipFill>
        <p:spPr>
          <a:xfrm>
            <a:off x="708024" y="15036800"/>
            <a:ext cx="2011680" cy="665163"/>
          </a:xfrm>
        </p:spPr>
      </p:pic>
      <p:sp>
        <p:nvSpPr>
          <p:cNvPr id="467" name="Text Placeholder 466">
            <a:extLst>
              <a:ext uri="{FF2B5EF4-FFF2-40B4-BE49-F238E27FC236}">
                <a16:creationId xmlns:a16="http://schemas.microsoft.com/office/drawing/2014/main" id="{B31828E6-A16F-7598-46A9-BD7FBFD035CE}"/>
              </a:ext>
            </a:extLst>
          </p:cNvPr>
          <p:cNvSpPr>
            <a:spLocks noGrp="1"/>
          </p:cNvSpPr>
          <p:nvPr>
            <p:ph type="body" sz="quarter" idx="44"/>
          </p:nvPr>
        </p:nvSpPr>
        <p:spPr>
          <a:xfrm>
            <a:off x="3241675" y="15128240"/>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468" name="Text Placeholder 467">
            <a:extLst>
              <a:ext uri="{FF2B5EF4-FFF2-40B4-BE49-F238E27FC236}">
                <a16:creationId xmlns:a16="http://schemas.microsoft.com/office/drawing/2014/main" id="{1B6936ED-4CD4-543C-9AA3-F2CD232A93AD}"/>
              </a:ext>
            </a:extLst>
          </p:cNvPr>
          <p:cNvSpPr>
            <a:spLocks noGrp="1"/>
          </p:cNvSpPr>
          <p:nvPr>
            <p:ph type="body" sz="quarter" idx="45"/>
          </p:nvPr>
        </p:nvSpPr>
        <p:spPr>
          <a:xfrm>
            <a:off x="5327002" y="15134040"/>
            <a:ext cx="4081158" cy="665161"/>
          </a:xfrm>
        </p:spPr>
        <p:txBody>
          <a:bodyPr/>
          <a:lstStyle/>
          <a:p>
            <a:r>
              <a:rPr lang="en-US" noProof="1"/>
              <a:t>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469" name="Text Placeholder 468">
            <a:extLst>
              <a:ext uri="{FF2B5EF4-FFF2-40B4-BE49-F238E27FC236}">
                <a16:creationId xmlns:a16="http://schemas.microsoft.com/office/drawing/2014/main" id="{E20ACF49-A32A-70F6-A65E-3BE0C4B92C47}"/>
              </a:ext>
            </a:extLst>
          </p:cNvPr>
          <p:cNvSpPr>
            <a:spLocks noGrp="1"/>
          </p:cNvSpPr>
          <p:nvPr>
            <p:ph type="body" sz="quarter" idx="46"/>
          </p:nvPr>
        </p:nvSpPr>
        <p:spPr>
          <a:xfrm>
            <a:off x="9763391" y="15128241"/>
            <a:ext cx="1829170" cy="792480"/>
          </a:xfrm>
        </p:spPr>
        <p:txBody>
          <a:bodyPr/>
          <a:lstStyle/>
          <a:p>
            <a:r>
              <a:rPr lang="en-US" dirty="0"/>
              <a:t>www.fabrikam.com  info@fabrikam.com</a:t>
            </a:r>
          </a:p>
          <a:p>
            <a:r>
              <a:rPr lang="en-US" dirty="0"/>
              <a:t>208 555 0100</a:t>
            </a:r>
          </a:p>
          <a:p>
            <a:endParaRPr lang="en-US" dirty="0"/>
          </a:p>
        </p:txBody>
      </p:sp>
      <p:grpSp>
        <p:nvGrpSpPr>
          <p:cNvPr id="637" name="Group 636">
            <a:extLst>
              <a:ext uri="{FF2B5EF4-FFF2-40B4-BE49-F238E27FC236}">
                <a16:creationId xmlns:a16="http://schemas.microsoft.com/office/drawing/2014/main" id="{9DCF8FF0-1376-66B7-1B39-3E37409E486E}"/>
              </a:ext>
              <a:ext uri="{C183D7F6-B498-43B3-948B-1728B52AA6E4}">
                <adec:decorative xmlns:adec="http://schemas.microsoft.com/office/drawing/2017/decorative" val="1"/>
              </a:ext>
            </a:extLst>
          </p:cNvPr>
          <p:cNvGrpSpPr/>
          <p:nvPr/>
        </p:nvGrpSpPr>
        <p:grpSpPr>
          <a:xfrm>
            <a:off x="10419756" y="12835529"/>
            <a:ext cx="433987" cy="255438"/>
            <a:chOff x="10454481" y="12835529"/>
            <a:chExt cx="433987" cy="255438"/>
          </a:xfrm>
        </p:grpSpPr>
        <p:cxnSp>
          <p:nvCxnSpPr>
            <p:cNvPr id="634" name="Straight Connector 633">
              <a:extLst>
                <a:ext uri="{FF2B5EF4-FFF2-40B4-BE49-F238E27FC236}">
                  <a16:creationId xmlns:a16="http://schemas.microsoft.com/office/drawing/2014/main" id="{F948C934-FC80-CED6-FC17-A0433927C103}"/>
                </a:ext>
              </a:extLst>
            </p:cNvPr>
            <p:cNvCxnSpPr/>
            <p:nvPr/>
          </p:nvCxnSpPr>
          <p:spPr>
            <a:xfrm>
              <a:off x="10454481" y="12835529"/>
              <a:ext cx="18256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6" name="Straight Connector 635">
              <a:extLst>
                <a:ext uri="{FF2B5EF4-FFF2-40B4-BE49-F238E27FC236}">
                  <a16:creationId xmlns:a16="http://schemas.microsoft.com/office/drawing/2014/main" id="{93194FEF-21E3-063B-6FAB-9B4C528AFEDC}"/>
                </a:ext>
              </a:extLst>
            </p:cNvPr>
            <p:cNvCxnSpPr/>
            <p:nvPr/>
          </p:nvCxnSpPr>
          <p:spPr>
            <a:xfrm>
              <a:off x="10625469" y="12835529"/>
              <a:ext cx="262999" cy="255438"/>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045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3" name="Picture Placeholder 692" descr="A person with dark hair and earrings">
            <a:extLst>
              <a:ext uri="{FF2B5EF4-FFF2-40B4-BE49-F238E27FC236}">
                <a16:creationId xmlns:a16="http://schemas.microsoft.com/office/drawing/2014/main" id="{017DFC7E-5AC7-B231-DE0B-3EC3303EEF8A}"/>
              </a:ext>
            </a:extLst>
          </p:cNvPr>
          <p:cNvPicPr>
            <a:picLocks noGrp="1" noChangeAspect="1"/>
          </p:cNvPicPr>
          <p:nvPr>
            <p:ph type="pic" sz="quarter" idx="47"/>
          </p:nvPr>
        </p:nvPicPr>
        <p:blipFill>
          <a:blip r:embed="rId2"/>
          <a:srcRect t="279" b="279"/>
          <a:stretch/>
        </p:blipFill>
        <p:spPr>
          <a:xfrm>
            <a:off x="1764665" y="3643313"/>
            <a:ext cx="6604699" cy="8213407"/>
          </a:xfrm>
        </p:spPr>
      </p:pic>
      <p:sp>
        <p:nvSpPr>
          <p:cNvPr id="221" name="Title 220">
            <a:extLst>
              <a:ext uri="{FF2B5EF4-FFF2-40B4-BE49-F238E27FC236}">
                <a16:creationId xmlns:a16="http://schemas.microsoft.com/office/drawing/2014/main" id="{CE6DDCDB-7BCF-C241-1C57-210CA02342FB}"/>
              </a:ext>
            </a:extLst>
          </p:cNvPr>
          <p:cNvSpPr>
            <a:spLocks noGrp="1"/>
          </p:cNvSpPr>
          <p:nvPr>
            <p:ph type="title"/>
          </p:nvPr>
        </p:nvSpPr>
        <p:spPr>
          <a:xfrm>
            <a:off x="5295596" y="989012"/>
            <a:ext cx="6604699" cy="3249612"/>
          </a:xfrm>
        </p:spPr>
        <p:txBody>
          <a:bodyPr/>
          <a:lstStyle/>
          <a:p>
            <a:r>
              <a:rPr lang="en-US" dirty="0"/>
              <a:t>Who is disrupting fashion?  </a:t>
            </a:r>
          </a:p>
        </p:txBody>
      </p:sp>
      <p:sp>
        <p:nvSpPr>
          <p:cNvPr id="230" name="Text Placeholder 229">
            <a:extLst>
              <a:ext uri="{FF2B5EF4-FFF2-40B4-BE49-F238E27FC236}">
                <a16:creationId xmlns:a16="http://schemas.microsoft.com/office/drawing/2014/main" id="{43103E7B-7DDE-ADE1-EAEF-685304450B50}"/>
              </a:ext>
            </a:extLst>
          </p:cNvPr>
          <p:cNvSpPr>
            <a:spLocks noGrp="1"/>
          </p:cNvSpPr>
          <p:nvPr>
            <p:ph type="body" sz="quarter" idx="18"/>
          </p:nvPr>
        </p:nvSpPr>
        <p:spPr>
          <a:xfrm>
            <a:off x="778450" y="989012"/>
            <a:ext cx="2663289" cy="1012044"/>
          </a:xfrm>
        </p:spPr>
        <p:txBody>
          <a:bodyPr/>
          <a:lstStyle/>
          <a:p>
            <a:r>
              <a:rPr lang="en-US" dirty="0"/>
              <a:t>Shows 2 sales</a:t>
            </a:r>
          </a:p>
        </p:txBody>
      </p:sp>
      <p:sp>
        <p:nvSpPr>
          <p:cNvPr id="303" name="Text Placeholder 302">
            <a:extLst>
              <a:ext uri="{FF2B5EF4-FFF2-40B4-BE49-F238E27FC236}">
                <a16:creationId xmlns:a16="http://schemas.microsoft.com/office/drawing/2014/main" id="{7057F5CD-5203-46F8-505D-3B00B73B1299}"/>
              </a:ext>
            </a:extLst>
          </p:cNvPr>
          <p:cNvSpPr>
            <a:spLocks noGrp="1"/>
          </p:cNvSpPr>
          <p:nvPr>
            <p:ph type="body" sz="quarter" idx="19"/>
          </p:nvPr>
        </p:nvSpPr>
        <p:spPr>
          <a:xfrm>
            <a:off x="788841" y="2041696"/>
            <a:ext cx="2652685" cy="1617177"/>
          </a:xfrm>
        </p:spPr>
        <p:txBody>
          <a:bodyPr/>
          <a:lstStyle/>
          <a:p>
            <a:r>
              <a:rPr lang="en-US" dirty="0"/>
              <a:t>Shows to sales rates in the fashion industry have seen a significant rise of 30% in the last decade.</a:t>
            </a:r>
            <a:endParaRPr lang="en-US" noProof="1"/>
          </a:p>
        </p:txBody>
      </p:sp>
      <p:sp>
        <p:nvSpPr>
          <p:cNvPr id="222" name="Text Placeholder 221">
            <a:extLst>
              <a:ext uri="{FF2B5EF4-FFF2-40B4-BE49-F238E27FC236}">
                <a16:creationId xmlns:a16="http://schemas.microsoft.com/office/drawing/2014/main" id="{B5FC4B7F-8C76-D308-9548-DEDB32CFC822}"/>
              </a:ext>
            </a:extLst>
          </p:cNvPr>
          <p:cNvSpPr>
            <a:spLocks noGrp="1"/>
          </p:cNvSpPr>
          <p:nvPr>
            <p:ph type="body" sz="quarter" idx="10"/>
          </p:nvPr>
        </p:nvSpPr>
        <p:spPr>
          <a:xfrm>
            <a:off x="713508" y="4489017"/>
            <a:ext cx="1530928" cy="1060450"/>
          </a:xfrm>
        </p:spPr>
        <p:txBody>
          <a:bodyPr/>
          <a:lstStyle/>
          <a:p>
            <a:r>
              <a:rPr lang="en-US" dirty="0"/>
              <a:t>32</a:t>
            </a:r>
          </a:p>
        </p:txBody>
      </p:sp>
      <p:sp>
        <p:nvSpPr>
          <p:cNvPr id="223" name="Text Placeholder 222">
            <a:extLst>
              <a:ext uri="{FF2B5EF4-FFF2-40B4-BE49-F238E27FC236}">
                <a16:creationId xmlns:a16="http://schemas.microsoft.com/office/drawing/2014/main" id="{579A7D5F-09D2-27B7-C654-40690DB2366F}"/>
              </a:ext>
            </a:extLst>
          </p:cNvPr>
          <p:cNvSpPr>
            <a:spLocks noGrp="1"/>
          </p:cNvSpPr>
          <p:nvPr>
            <p:ph type="body" sz="quarter" idx="11"/>
          </p:nvPr>
        </p:nvSpPr>
        <p:spPr>
          <a:xfrm>
            <a:off x="2179545" y="4489017"/>
            <a:ext cx="1100975" cy="1060450"/>
          </a:xfrm>
        </p:spPr>
        <p:txBody>
          <a:bodyPr/>
          <a:lstStyle/>
          <a:p>
            <a:r>
              <a:rPr lang="en-US" dirty="0"/>
              <a:t>%</a:t>
            </a:r>
          </a:p>
        </p:txBody>
      </p:sp>
      <p:sp>
        <p:nvSpPr>
          <p:cNvPr id="297" name="Text Placeholder 296">
            <a:extLst>
              <a:ext uri="{FF2B5EF4-FFF2-40B4-BE49-F238E27FC236}">
                <a16:creationId xmlns:a16="http://schemas.microsoft.com/office/drawing/2014/main" id="{F6B14F98-54A2-F660-E0B9-5A4EF75E9D1D}"/>
              </a:ext>
            </a:extLst>
          </p:cNvPr>
          <p:cNvSpPr>
            <a:spLocks noGrp="1"/>
          </p:cNvSpPr>
          <p:nvPr>
            <p:ph type="body" sz="quarter" idx="12"/>
          </p:nvPr>
        </p:nvSpPr>
        <p:spPr>
          <a:xfrm>
            <a:off x="720436" y="5683395"/>
            <a:ext cx="2549840" cy="493885"/>
          </a:xfrm>
        </p:spPr>
        <p:txBody>
          <a:bodyPr/>
          <a:lstStyle/>
          <a:p>
            <a:r>
              <a:rPr lang="en-US" dirty="0"/>
              <a:t>Increase</a:t>
            </a:r>
          </a:p>
        </p:txBody>
      </p:sp>
      <p:sp>
        <p:nvSpPr>
          <p:cNvPr id="387" name="Text Placeholder 386">
            <a:extLst>
              <a:ext uri="{FF2B5EF4-FFF2-40B4-BE49-F238E27FC236}">
                <a16:creationId xmlns:a16="http://schemas.microsoft.com/office/drawing/2014/main" id="{2A93E9BE-F755-94F8-2241-D5BDA294C208}"/>
              </a:ext>
            </a:extLst>
          </p:cNvPr>
          <p:cNvSpPr>
            <a:spLocks noGrp="1"/>
          </p:cNvSpPr>
          <p:nvPr>
            <p:ph type="body" sz="quarter" idx="13"/>
          </p:nvPr>
        </p:nvSpPr>
        <p:spPr>
          <a:xfrm>
            <a:off x="730826" y="6375400"/>
            <a:ext cx="2217478" cy="1060450"/>
          </a:xfrm>
        </p:spPr>
        <p:txBody>
          <a:bodyPr/>
          <a:lstStyle/>
          <a:p>
            <a:r>
              <a:rPr lang="en-US" dirty="0"/>
              <a:t>in sustainable fashion brands over the past five years.</a:t>
            </a:r>
            <a:endParaRPr lang="en-US" noProof="1"/>
          </a:p>
        </p:txBody>
      </p:sp>
      <p:sp>
        <p:nvSpPr>
          <p:cNvPr id="317" name="Text Placeholder 316">
            <a:extLst>
              <a:ext uri="{FF2B5EF4-FFF2-40B4-BE49-F238E27FC236}">
                <a16:creationId xmlns:a16="http://schemas.microsoft.com/office/drawing/2014/main" id="{03921E4F-AE71-F8A8-D669-D1AB68C76054}"/>
              </a:ext>
            </a:extLst>
          </p:cNvPr>
          <p:cNvSpPr>
            <a:spLocks noGrp="1"/>
          </p:cNvSpPr>
          <p:nvPr>
            <p:ph type="body" sz="quarter" idx="51"/>
          </p:nvPr>
        </p:nvSpPr>
        <p:spPr>
          <a:xfrm>
            <a:off x="730681" y="8504898"/>
            <a:ext cx="2549840" cy="493885"/>
          </a:xfrm>
        </p:spPr>
        <p:txBody>
          <a:bodyPr/>
          <a:lstStyle/>
          <a:p>
            <a:r>
              <a:rPr lang="en-US" dirty="0"/>
              <a:t>Online</a:t>
            </a:r>
          </a:p>
        </p:txBody>
      </p:sp>
      <p:sp>
        <p:nvSpPr>
          <p:cNvPr id="467" name="Text Placeholder 466">
            <a:extLst>
              <a:ext uri="{FF2B5EF4-FFF2-40B4-BE49-F238E27FC236}">
                <a16:creationId xmlns:a16="http://schemas.microsoft.com/office/drawing/2014/main" id="{6E5DF620-2812-48CF-5633-911EB1AA7575}"/>
              </a:ext>
            </a:extLst>
          </p:cNvPr>
          <p:cNvSpPr>
            <a:spLocks noGrp="1"/>
          </p:cNvSpPr>
          <p:nvPr>
            <p:ph type="body" sz="quarter" idx="52"/>
          </p:nvPr>
        </p:nvSpPr>
        <p:spPr>
          <a:xfrm>
            <a:off x="741071" y="9196902"/>
            <a:ext cx="2217478" cy="1714937"/>
          </a:xfrm>
        </p:spPr>
        <p:txBody>
          <a:bodyPr/>
          <a:lstStyle/>
          <a:p>
            <a:r>
              <a:rPr lang="en-US" dirty="0"/>
              <a:t>65% of people shop online for clothing, highlighting the shift towards e-commerce in the industry.</a:t>
            </a:r>
          </a:p>
        </p:txBody>
      </p:sp>
      <p:sp>
        <p:nvSpPr>
          <p:cNvPr id="299" name="Text Placeholder 298">
            <a:extLst>
              <a:ext uri="{FF2B5EF4-FFF2-40B4-BE49-F238E27FC236}">
                <a16:creationId xmlns:a16="http://schemas.microsoft.com/office/drawing/2014/main" id="{C7174D73-13E2-BBC7-9474-57C7A374338B}"/>
              </a:ext>
            </a:extLst>
          </p:cNvPr>
          <p:cNvSpPr>
            <a:spLocks noGrp="1"/>
          </p:cNvSpPr>
          <p:nvPr>
            <p:ph type="body" sz="quarter" idx="14"/>
          </p:nvPr>
        </p:nvSpPr>
        <p:spPr>
          <a:xfrm>
            <a:off x="8812762" y="4585111"/>
            <a:ext cx="543561" cy="558800"/>
          </a:xfrm>
        </p:spPr>
        <p:txBody>
          <a:bodyPr/>
          <a:lstStyle/>
          <a:p>
            <a:r>
              <a:rPr lang="en-US" dirty="0"/>
              <a:t>1</a:t>
            </a:r>
          </a:p>
        </p:txBody>
      </p:sp>
      <p:sp>
        <p:nvSpPr>
          <p:cNvPr id="300" name="Text Placeholder 299">
            <a:extLst>
              <a:ext uri="{FF2B5EF4-FFF2-40B4-BE49-F238E27FC236}">
                <a16:creationId xmlns:a16="http://schemas.microsoft.com/office/drawing/2014/main" id="{6E68FD12-0B8A-89C6-CF9A-AAA0AC3F5070}"/>
              </a:ext>
            </a:extLst>
          </p:cNvPr>
          <p:cNvSpPr>
            <a:spLocks noGrp="1"/>
          </p:cNvSpPr>
          <p:nvPr>
            <p:ph type="body" sz="quarter" idx="15"/>
          </p:nvPr>
        </p:nvSpPr>
        <p:spPr>
          <a:xfrm>
            <a:off x="9406200" y="4585111"/>
            <a:ext cx="468283" cy="558800"/>
          </a:xfrm>
        </p:spPr>
        <p:txBody>
          <a:bodyPr/>
          <a:lstStyle/>
          <a:p>
            <a:r>
              <a:rPr lang="en-US" dirty="0"/>
              <a:t>in</a:t>
            </a:r>
          </a:p>
        </p:txBody>
      </p:sp>
      <p:sp>
        <p:nvSpPr>
          <p:cNvPr id="302" name="Text Placeholder 301">
            <a:extLst>
              <a:ext uri="{FF2B5EF4-FFF2-40B4-BE49-F238E27FC236}">
                <a16:creationId xmlns:a16="http://schemas.microsoft.com/office/drawing/2014/main" id="{4283EFF5-93FD-C972-5DD3-07EDA34D5BC6}"/>
              </a:ext>
            </a:extLst>
          </p:cNvPr>
          <p:cNvSpPr>
            <a:spLocks noGrp="1"/>
          </p:cNvSpPr>
          <p:nvPr>
            <p:ph type="body" sz="quarter" idx="17"/>
          </p:nvPr>
        </p:nvSpPr>
        <p:spPr>
          <a:xfrm>
            <a:off x="9949761" y="4585111"/>
            <a:ext cx="1723507" cy="558800"/>
          </a:xfrm>
        </p:spPr>
        <p:txBody>
          <a:bodyPr/>
          <a:lstStyle/>
          <a:p>
            <a:r>
              <a:rPr lang="en-US" dirty="0"/>
              <a:t>3</a:t>
            </a:r>
          </a:p>
        </p:txBody>
      </p:sp>
      <p:sp>
        <p:nvSpPr>
          <p:cNvPr id="497" name="Text Placeholder 496">
            <a:extLst>
              <a:ext uri="{FF2B5EF4-FFF2-40B4-BE49-F238E27FC236}">
                <a16:creationId xmlns:a16="http://schemas.microsoft.com/office/drawing/2014/main" id="{2702E4C5-1288-CBF3-5970-FA1E9196A7B1}"/>
              </a:ext>
            </a:extLst>
          </p:cNvPr>
          <p:cNvSpPr>
            <a:spLocks noGrp="1"/>
          </p:cNvSpPr>
          <p:nvPr>
            <p:ph type="body" sz="quarter" idx="16"/>
          </p:nvPr>
        </p:nvSpPr>
        <p:spPr>
          <a:xfrm>
            <a:off x="8817149" y="5241847"/>
            <a:ext cx="2856120" cy="1314303"/>
          </a:xfrm>
        </p:spPr>
        <p:txBody>
          <a:bodyPr/>
          <a:lstStyle/>
          <a:p>
            <a:r>
              <a:rPr lang="en-US" dirty="0"/>
              <a:t>fashion companies report an increase in sales after adopting inclusive sizing.</a:t>
            </a:r>
            <a:endParaRPr lang="en-US" noProof="1"/>
          </a:p>
        </p:txBody>
      </p:sp>
      <p:sp>
        <p:nvSpPr>
          <p:cNvPr id="308" name="Text Placeholder 307">
            <a:extLst>
              <a:ext uri="{FF2B5EF4-FFF2-40B4-BE49-F238E27FC236}">
                <a16:creationId xmlns:a16="http://schemas.microsoft.com/office/drawing/2014/main" id="{78740D18-1EBA-1D36-C5B0-5BFB676A7FAD}"/>
              </a:ext>
            </a:extLst>
          </p:cNvPr>
          <p:cNvSpPr>
            <a:spLocks noGrp="1"/>
          </p:cNvSpPr>
          <p:nvPr>
            <p:ph type="body" sz="quarter" idx="41"/>
          </p:nvPr>
        </p:nvSpPr>
        <p:spPr>
          <a:xfrm>
            <a:off x="8863906" y="7007132"/>
            <a:ext cx="2327333" cy="493885"/>
          </a:xfrm>
        </p:spPr>
        <p:txBody>
          <a:bodyPr/>
          <a:lstStyle/>
          <a:p>
            <a:r>
              <a:rPr lang="en-US" dirty="0"/>
              <a:t>Shows</a:t>
            </a:r>
          </a:p>
        </p:txBody>
      </p:sp>
      <p:sp>
        <p:nvSpPr>
          <p:cNvPr id="508" name="Text Placeholder 507">
            <a:extLst>
              <a:ext uri="{FF2B5EF4-FFF2-40B4-BE49-F238E27FC236}">
                <a16:creationId xmlns:a16="http://schemas.microsoft.com/office/drawing/2014/main" id="{B0966E60-8345-61E4-E72C-0036E9FFB377}"/>
              </a:ext>
            </a:extLst>
          </p:cNvPr>
          <p:cNvSpPr>
            <a:spLocks noGrp="1"/>
          </p:cNvSpPr>
          <p:nvPr>
            <p:ph type="body" sz="quarter" idx="61"/>
          </p:nvPr>
        </p:nvSpPr>
        <p:spPr>
          <a:xfrm>
            <a:off x="8863906" y="7708747"/>
            <a:ext cx="2856120" cy="1002632"/>
          </a:xfrm>
        </p:spPr>
        <p:txBody>
          <a:bodyPr/>
          <a:lstStyle/>
          <a:p>
            <a:r>
              <a:rPr lang="en-US" dirty="0"/>
              <a:t>typically have an average attendance of 500 to 1,000 guests.</a:t>
            </a:r>
            <a:endParaRPr lang="en-US" noProof="1"/>
          </a:p>
        </p:txBody>
      </p:sp>
      <p:sp>
        <p:nvSpPr>
          <p:cNvPr id="314" name="Text Placeholder 313">
            <a:extLst>
              <a:ext uri="{FF2B5EF4-FFF2-40B4-BE49-F238E27FC236}">
                <a16:creationId xmlns:a16="http://schemas.microsoft.com/office/drawing/2014/main" id="{99E7BDE0-26BD-5D38-9B95-C823D5401553}"/>
              </a:ext>
            </a:extLst>
          </p:cNvPr>
          <p:cNvSpPr>
            <a:spLocks noGrp="1"/>
          </p:cNvSpPr>
          <p:nvPr>
            <p:ph type="body" sz="quarter" idx="48"/>
          </p:nvPr>
        </p:nvSpPr>
        <p:spPr>
          <a:xfrm>
            <a:off x="9420521" y="8930684"/>
            <a:ext cx="955387" cy="537123"/>
          </a:xfrm>
        </p:spPr>
        <p:txBody>
          <a:bodyPr/>
          <a:lstStyle/>
          <a:p>
            <a:r>
              <a:rPr lang="en-US" dirty="0"/>
              <a:t>$2Bn</a:t>
            </a:r>
          </a:p>
        </p:txBody>
      </p:sp>
      <p:pic>
        <p:nvPicPr>
          <p:cNvPr id="4" name="Chart Placeholder 3" descr="Image of chart">
            <a:extLst>
              <a:ext uri="{FF2B5EF4-FFF2-40B4-BE49-F238E27FC236}">
                <a16:creationId xmlns:a16="http://schemas.microsoft.com/office/drawing/2014/main" id="{1700D0DD-B052-EFDD-486C-60E1EDB1DEA2}"/>
              </a:ext>
            </a:extLst>
          </p:cNvPr>
          <p:cNvPicPr>
            <a:picLocks noGrp="1" noChangeAspect="1"/>
          </p:cNvPicPr>
          <p:nvPr>
            <p:ph type="chart" sz="quarter" idx="42"/>
          </p:nvPr>
        </p:nvPicPr>
        <p:blipFill>
          <a:blip r:embed="rId3"/>
          <a:stretch>
            <a:fillRect/>
          </a:stretch>
        </p:blipFill>
        <p:spPr>
          <a:xfrm>
            <a:off x="8783638" y="8766128"/>
            <a:ext cx="3016250" cy="3089370"/>
          </a:xfrm>
          <a:prstGeom prst="rect">
            <a:avLst/>
          </a:prstGeom>
        </p:spPr>
      </p:pic>
      <p:sp>
        <p:nvSpPr>
          <p:cNvPr id="315" name="Text Placeholder 314">
            <a:extLst>
              <a:ext uri="{FF2B5EF4-FFF2-40B4-BE49-F238E27FC236}">
                <a16:creationId xmlns:a16="http://schemas.microsoft.com/office/drawing/2014/main" id="{278AEC2D-0C97-1A09-7CC4-A7A9DB0D52C5}"/>
              </a:ext>
            </a:extLst>
          </p:cNvPr>
          <p:cNvSpPr>
            <a:spLocks noGrp="1"/>
          </p:cNvSpPr>
          <p:nvPr>
            <p:ph type="body" sz="quarter" idx="49"/>
          </p:nvPr>
        </p:nvSpPr>
        <p:spPr>
          <a:xfrm>
            <a:off x="8883069" y="11133895"/>
            <a:ext cx="617249" cy="187569"/>
          </a:xfrm>
        </p:spPr>
        <p:txBody>
          <a:bodyPr/>
          <a:lstStyle/>
          <a:p>
            <a:r>
              <a:rPr lang="en-US" dirty="0"/>
              <a:t>20yy</a:t>
            </a:r>
          </a:p>
        </p:txBody>
      </p:sp>
      <p:sp>
        <p:nvSpPr>
          <p:cNvPr id="316" name="Text Placeholder 315">
            <a:extLst>
              <a:ext uri="{FF2B5EF4-FFF2-40B4-BE49-F238E27FC236}">
                <a16:creationId xmlns:a16="http://schemas.microsoft.com/office/drawing/2014/main" id="{6B71ED55-D3F1-EF74-717C-0466B588ED20}"/>
              </a:ext>
            </a:extLst>
          </p:cNvPr>
          <p:cNvSpPr>
            <a:spLocks noGrp="1"/>
          </p:cNvSpPr>
          <p:nvPr>
            <p:ph type="body" sz="quarter" idx="50"/>
          </p:nvPr>
        </p:nvSpPr>
        <p:spPr>
          <a:xfrm>
            <a:off x="10952626" y="11132653"/>
            <a:ext cx="617249" cy="187569"/>
          </a:xfrm>
        </p:spPr>
        <p:txBody>
          <a:bodyPr/>
          <a:lstStyle/>
          <a:p>
            <a:r>
              <a:rPr lang="en-US" dirty="0"/>
              <a:t>20yy</a:t>
            </a:r>
          </a:p>
        </p:txBody>
      </p:sp>
      <p:sp>
        <p:nvSpPr>
          <p:cNvPr id="304" name="Text Placeholder 303">
            <a:extLst>
              <a:ext uri="{FF2B5EF4-FFF2-40B4-BE49-F238E27FC236}">
                <a16:creationId xmlns:a16="http://schemas.microsoft.com/office/drawing/2014/main" id="{366DD7A5-E6D1-4F67-51C5-3F3846C61C0A}"/>
              </a:ext>
            </a:extLst>
          </p:cNvPr>
          <p:cNvSpPr>
            <a:spLocks noGrp="1"/>
          </p:cNvSpPr>
          <p:nvPr>
            <p:ph type="body" sz="quarter" idx="20"/>
          </p:nvPr>
        </p:nvSpPr>
        <p:spPr>
          <a:xfrm>
            <a:off x="495992" y="12167205"/>
            <a:ext cx="1530927" cy="913595"/>
          </a:xfrm>
        </p:spPr>
        <p:txBody>
          <a:bodyPr/>
          <a:lstStyle/>
          <a:p>
            <a:r>
              <a:rPr lang="en-US" dirty="0"/>
              <a:t>60</a:t>
            </a:r>
          </a:p>
        </p:txBody>
      </p:sp>
      <p:sp>
        <p:nvSpPr>
          <p:cNvPr id="305" name="Text Placeholder 304">
            <a:extLst>
              <a:ext uri="{FF2B5EF4-FFF2-40B4-BE49-F238E27FC236}">
                <a16:creationId xmlns:a16="http://schemas.microsoft.com/office/drawing/2014/main" id="{B09BA497-5854-5C19-BC4E-BB43DF6500F5}"/>
              </a:ext>
            </a:extLst>
          </p:cNvPr>
          <p:cNvSpPr>
            <a:spLocks noGrp="1"/>
          </p:cNvSpPr>
          <p:nvPr>
            <p:ph type="body" sz="quarter" idx="21"/>
          </p:nvPr>
        </p:nvSpPr>
        <p:spPr>
          <a:xfrm>
            <a:off x="2114261" y="12151965"/>
            <a:ext cx="834043" cy="913595"/>
          </a:xfrm>
        </p:spPr>
        <p:txBody>
          <a:bodyPr/>
          <a:lstStyle/>
          <a:p>
            <a:r>
              <a:rPr lang="en-US" dirty="0"/>
              <a:t>%</a:t>
            </a:r>
          </a:p>
        </p:txBody>
      </p:sp>
      <p:sp>
        <p:nvSpPr>
          <p:cNvPr id="535" name="Text Placeholder 534">
            <a:extLst>
              <a:ext uri="{FF2B5EF4-FFF2-40B4-BE49-F238E27FC236}">
                <a16:creationId xmlns:a16="http://schemas.microsoft.com/office/drawing/2014/main" id="{F12769F5-21BB-2EE7-F0AB-14135B6DD101}"/>
              </a:ext>
            </a:extLst>
          </p:cNvPr>
          <p:cNvSpPr>
            <a:spLocks noGrp="1"/>
          </p:cNvSpPr>
          <p:nvPr>
            <p:ph type="body" sz="quarter" idx="22"/>
          </p:nvPr>
        </p:nvSpPr>
        <p:spPr>
          <a:xfrm>
            <a:off x="808930" y="13167160"/>
            <a:ext cx="1910774" cy="656737"/>
          </a:xfrm>
        </p:spPr>
        <p:txBody>
          <a:bodyPr/>
          <a:lstStyle/>
          <a:p>
            <a:r>
              <a:rPr lang="en-US" dirty="0"/>
              <a:t>Ethically sourced materials</a:t>
            </a:r>
            <a:endParaRPr lang="en-US" noProof="1"/>
          </a:p>
        </p:txBody>
      </p:sp>
      <p:sp>
        <p:nvSpPr>
          <p:cNvPr id="536" name="Text Placeholder 535">
            <a:extLst>
              <a:ext uri="{FF2B5EF4-FFF2-40B4-BE49-F238E27FC236}">
                <a16:creationId xmlns:a16="http://schemas.microsoft.com/office/drawing/2014/main" id="{758491E9-1AE2-3B84-38A2-E51743083F3A}"/>
              </a:ext>
            </a:extLst>
          </p:cNvPr>
          <p:cNvSpPr>
            <a:spLocks noGrp="1"/>
          </p:cNvSpPr>
          <p:nvPr>
            <p:ph type="body" sz="quarter" idx="23"/>
          </p:nvPr>
        </p:nvSpPr>
        <p:spPr>
          <a:xfrm>
            <a:off x="808930" y="13900097"/>
            <a:ext cx="1910774" cy="277983"/>
          </a:xfrm>
        </p:spPr>
        <p:txBody>
          <a:bodyPr/>
          <a:lstStyle/>
          <a:p>
            <a:r>
              <a:rPr lang="en-US" dirty="0"/>
              <a:t>Q1 20XX</a:t>
            </a:r>
          </a:p>
        </p:txBody>
      </p:sp>
      <p:sp>
        <p:nvSpPr>
          <p:cNvPr id="319" name="Text Placeholder 318">
            <a:extLst>
              <a:ext uri="{FF2B5EF4-FFF2-40B4-BE49-F238E27FC236}">
                <a16:creationId xmlns:a16="http://schemas.microsoft.com/office/drawing/2014/main" id="{B95EE00F-DDD2-2B1E-6C85-D41B87AA53CC}"/>
              </a:ext>
            </a:extLst>
          </p:cNvPr>
          <p:cNvSpPr>
            <a:spLocks noGrp="1"/>
          </p:cNvSpPr>
          <p:nvPr>
            <p:ph type="body" sz="quarter" idx="53"/>
          </p:nvPr>
        </p:nvSpPr>
        <p:spPr>
          <a:xfrm>
            <a:off x="3688482" y="12167205"/>
            <a:ext cx="1530927" cy="913595"/>
          </a:xfrm>
        </p:spPr>
        <p:txBody>
          <a:bodyPr/>
          <a:lstStyle/>
          <a:p>
            <a:r>
              <a:rPr lang="en-US" dirty="0"/>
              <a:t>45</a:t>
            </a:r>
          </a:p>
        </p:txBody>
      </p:sp>
      <p:sp>
        <p:nvSpPr>
          <p:cNvPr id="320" name="Text Placeholder 319">
            <a:extLst>
              <a:ext uri="{FF2B5EF4-FFF2-40B4-BE49-F238E27FC236}">
                <a16:creationId xmlns:a16="http://schemas.microsoft.com/office/drawing/2014/main" id="{8AFFC931-906B-37B0-84A5-68A988B60FA3}"/>
              </a:ext>
            </a:extLst>
          </p:cNvPr>
          <p:cNvSpPr>
            <a:spLocks noGrp="1"/>
          </p:cNvSpPr>
          <p:nvPr>
            <p:ph type="body" sz="quarter" idx="54"/>
          </p:nvPr>
        </p:nvSpPr>
        <p:spPr>
          <a:xfrm>
            <a:off x="5306751" y="12151965"/>
            <a:ext cx="834043" cy="913595"/>
          </a:xfrm>
        </p:spPr>
        <p:txBody>
          <a:bodyPr/>
          <a:lstStyle/>
          <a:p>
            <a:r>
              <a:rPr lang="en-US" dirty="0"/>
              <a:t>%</a:t>
            </a:r>
          </a:p>
        </p:txBody>
      </p:sp>
      <p:sp>
        <p:nvSpPr>
          <p:cNvPr id="541" name="Text Placeholder 540">
            <a:extLst>
              <a:ext uri="{FF2B5EF4-FFF2-40B4-BE49-F238E27FC236}">
                <a16:creationId xmlns:a16="http://schemas.microsoft.com/office/drawing/2014/main" id="{ED53E43E-0FB4-2907-2F5E-BA4E23513C86}"/>
              </a:ext>
            </a:extLst>
          </p:cNvPr>
          <p:cNvSpPr>
            <a:spLocks noGrp="1"/>
          </p:cNvSpPr>
          <p:nvPr>
            <p:ph type="body" sz="quarter" idx="55"/>
          </p:nvPr>
        </p:nvSpPr>
        <p:spPr>
          <a:xfrm>
            <a:off x="4001420" y="13167160"/>
            <a:ext cx="1910774" cy="656737"/>
          </a:xfrm>
        </p:spPr>
        <p:txBody>
          <a:bodyPr/>
          <a:lstStyle/>
          <a:p>
            <a:r>
              <a:rPr lang="en-US" dirty="0"/>
              <a:t>Eco-friendly materials</a:t>
            </a:r>
            <a:endParaRPr lang="en-US" noProof="1"/>
          </a:p>
        </p:txBody>
      </p:sp>
      <p:sp>
        <p:nvSpPr>
          <p:cNvPr id="542" name="Text Placeholder 541">
            <a:extLst>
              <a:ext uri="{FF2B5EF4-FFF2-40B4-BE49-F238E27FC236}">
                <a16:creationId xmlns:a16="http://schemas.microsoft.com/office/drawing/2014/main" id="{AFA4E5AD-287A-C493-B258-683FF1F865AA}"/>
              </a:ext>
            </a:extLst>
          </p:cNvPr>
          <p:cNvSpPr>
            <a:spLocks noGrp="1"/>
          </p:cNvSpPr>
          <p:nvPr>
            <p:ph type="body" sz="quarter" idx="56"/>
          </p:nvPr>
        </p:nvSpPr>
        <p:spPr>
          <a:xfrm>
            <a:off x="4001420" y="13900097"/>
            <a:ext cx="1910774" cy="277983"/>
          </a:xfrm>
        </p:spPr>
        <p:txBody>
          <a:bodyPr/>
          <a:lstStyle/>
          <a:p>
            <a:r>
              <a:rPr lang="en-US" dirty="0"/>
              <a:t>Q2 20XX</a:t>
            </a:r>
          </a:p>
        </p:txBody>
      </p:sp>
      <p:sp>
        <p:nvSpPr>
          <p:cNvPr id="323" name="Text Placeholder 322">
            <a:extLst>
              <a:ext uri="{FF2B5EF4-FFF2-40B4-BE49-F238E27FC236}">
                <a16:creationId xmlns:a16="http://schemas.microsoft.com/office/drawing/2014/main" id="{3728E74E-C039-4C34-F0BB-860BBC182B55}"/>
              </a:ext>
            </a:extLst>
          </p:cNvPr>
          <p:cNvSpPr>
            <a:spLocks noGrp="1"/>
          </p:cNvSpPr>
          <p:nvPr>
            <p:ph type="body" sz="quarter" idx="57"/>
          </p:nvPr>
        </p:nvSpPr>
        <p:spPr>
          <a:xfrm>
            <a:off x="6751095" y="12167205"/>
            <a:ext cx="1530927" cy="913595"/>
          </a:xfrm>
        </p:spPr>
        <p:txBody>
          <a:bodyPr/>
          <a:lstStyle/>
          <a:p>
            <a:r>
              <a:rPr lang="en-US" dirty="0"/>
              <a:t>24</a:t>
            </a:r>
          </a:p>
        </p:txBody>
      </p:sp>
      <p:sp>
        <p:nvSpPr>
          <p:cNvPr id="324" name="Text Placeholder 323">
            <a:extLst>
              <a:ext uri="{FF2B5EF4-FFF2-40B4-BE49-F238E27FC236}">
                <a16:creationId xmlns:a16="http://schemas.microsoft.com/office/drawing/2014/main" id="{F22BC088-A4BD-12B4-1C7C-5D59B3826225}"/>
              </a:ext>
            </a:extLst>
          </p:cNvPr>
          <p:cNvSpPr>
            <a:spLocks noGrp="1"/>
          </p:cNvSpPr>
          <p:nvPr>
            <p:ph type="body" sz="quarter" idx="58"/>
          </p:nvPr>
        </p:nvSpPr>
        <p:spPr>
          <a:xfrm>
            <a:off x="8369364" y="12151965"/>
            <a:ext cx="834043" cy="913595"/>
          </a:xfrm>
        </p:spPr>
        <p:txBody>
          <a:bodyPr/>
          <a:lstStyle/>
          <a:p>
            <a:r>
              <a:rPr lang="en-US" dirty="0"/>
              <a:t>%</a:t>
            </a:r>
          </a:p>
        </p:txBody>
      </p:sp>
      <p:sp>
        <p:nvSpPr>
          <p:cNvPr id="543" name="Text Placeholder 542">
            <a:extLst>
              <a:ext uri="{FF2B5EF4-FFF2-40B4-BE49-F238E27FC236}">
                <a16:creationId xmlns:a16="http://schemas.microsoft.com/office/drawing/2014/main" id="{F0746E95-DEED-0C6E-8032-BC5ABE86642D}"/>
              </a:ext>
            </a:extLst>
          </p:cNvPr>
          <p:cNvSpPr>
            <a:spLocks noGrp="1"/>
          </p:cNvSpPr>
          <p:nvPr>
            <p:ph type="body" sz="quarter" idx="59"/>
          </p:nvPr>
        </p:nvSpPr>
        <p:spPr>
          <a:xfrm>
            <a:off x="7064033" y="13167160"/>
            <a:ext cx="1910774" cy="656737"/>
          </a:xfrm>
        </p:spPr>
        <p:txBody>
          <a:bodyPr/>
          <a:lstStyle/>
          <a:p>
            <a:r>
              <a:rPr lang="en-US" dirty="0"/>
              <a:t>Customer return rate</a:t>
            </a:r>
            <a:endParaRPr lang="en-US" noProof="1"/>
          </a:p>
        </p:txBody>
      </p:sp>
      <p:sp>
        <p:nvSpPr>
          <p:cNvPr id="544" name="Text Placeholder 543">
            <a:extLst>
              <a:ext uri="{FF2B5EF4-FFF2-40B4-BE49-F238E27FC236}">
                <a16:creationId xmlns:a16="http://schemas.microsoft.com/office/drawing/2014/main" id="{C9441AD8-5771-A07F-7007-9502869B1600}"/>
              </a:ext>
            </a:extLst>
          </p:cNvPr>
          <p:cNvSpPr>
            <a:spLocks noGrp="1"/>
          </p:cNvSpPr>
          <p:nvPr>
            <p:ph type="body" sz="quarter" idx="60"/>
          </p:nvPr>
        </p:nvSpPr>
        <p:spPr>
          <a:xfrm>
            <a:off x="7064033" y="13900097"/>
            <a:ext cx="1910774" cy="277983"/>
          </a:xfrm>
        </p:spPr>
        <p:txBody>
          <a:bodyPr/>
          <a:lstStyle/>
          <a:p>
            <a:r>
              <a:rPr lang="en-US" dirty="0"/>
              <a:t>Q3 20XX</a:t>
            </a:r>
          </a:p>
        </p:txBody>
      </p:sp>
      <p:pic>
        <p:nvPicPr>
          <p:cNvPr id="328" name="Picture Placeholder 682" descr="A black background with white text ">
            <a:extLst>
              <a:ext uri="{FF2B5EF4-FFF2-40B4-BE49-F238E27FC236}">
                <a16:creationId xmlns:a16="http://schemas.microsoft.com/office/drawing/2014/main" id="{66AAAD51-9316-B230-4C83-20148C369C5F}"/>
              </a:ext>
            </a:extLst>
          </p:cNvPr>
          <p:cNvPicPr>
            <a:picLocks noGrp="1" noChangeAspect="1"/>
          </p:cNvPicPr>
          <p:nvPr>
            <p:ph type="pic" sz="quarter" idx="43"/>
          </p:nvPr>
        </p:nvPicPr>
        <p:blipFill>
          <a:blip r:embed="rId4"/>
          <a:srcRect t="8582" b="8582"/>
          <a:stretch/>
        </p:blipFill>
        <p:spPr>
          <a:xfrm>
            <a:off x="708024" y="14967350"/>
            <a:ext cx="2011680" cy="665163"/>
          </a:xfrm>
        </p:spPr>
      </p:pic>
      <p:sp>
        <p:nvSpPr>
          <p:cNvPr id="577" name="Text Placeholder 576">
            <a:extLst>
              <a:ext uri="{FF2B5EF4-FFF2-40B4-BE49-F238E27FC236}">
                <a16:creationId xmlns:a16="http://schemas.microsoft.com/office/drawing/2014/main" id="{5E09DF86-EEFF-62BB-3A9A-584195957A41}"/>
              </a:ext>
            </a:extLst>
          </p:cNvPr>
          <p:cNvSpPr>
            <a:spLocks noGrp="1"/>
          </p:cNvSpPr>
          <p:nvPr>
            <p:ph type="body" sz="quarter" idx="44"/>
          </p:nvPr>
        </p:nvSpPr>
        <p:spPr>
          <a:xfrm>
            <a:off x="3241675" y="15058790"/>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578" name="Text Placeholder 577">
            <a:extLst>
              <a:ext uri="{FF2B5EF4-FFF2-40B4-BE49-F238E27FC236}">
                <a16:creationId xmlns:a16="http://schemas.microsoft.com/office/drawing/2014/main" id="{DB6DA901-3716-7CF9-E334-1F3E024D5D61}"/>
              </a:ext>
            </a:extLst>
          </p:cNvPr>
          <p:cNvSpPr>
            <a:spLocks noGrp="1"/>
          </p:cNvSpPr>
          <p:nvPr>
            <p:ph type="body" sz="quarter" idx="45"/>
          </p:nvPr>
        </p:nvSpPr>
        <p:spPr>
          <a:xfrm>
            <a:off x="5327002" y="15064590"/>
            <a:ext cx="4081158" cy="665161"/>
          </a:xfrm>
        </p:spPr>
        <p:txBody>
          <a:bodyPr/>
          <a:lstStyle/>
          <a:p>
            <a:r>
              <a:rPr lang="en-US" noProof="1"/>
              <a:t>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579" name="Text Placeholder 578">
            <a:extLst>
              <a:ext uri="{FF2B5EF4-FFF2-40B4-BE49-F238E27FC236}">
                <a16:creationId xmlns:a16="http://schemas.microsoft.com/office/drawing/2014/main" id="{57E6CE21-72C8-8FFA-4517-3F4A4AE426A9}"/>
              </a:ext>
            </a:extLst>
          </p:cNvPr>
          <p:cNvSpPr>
            <a:spLocks noGrp="1"/>
          </p:cNvSpPr>
          <p:nvPr>
            <p:ph type="body" sz="quarter" idx="46"/>
          </p:nvPr>
        </p:nvSpPr>
        <p:spPr>
          <a:xfrm>
            <a:off x="9763391" y="15058791"/>
            <a:ext cx="1829170" cy="792480"/>
          </a:xfrm>
        </p:spPr>
        <p:txBody>
          <a:bodyPr/>
          <a:lstStyle/>
          <a:p>
            <a:r>
              <a:rPr lang="en-US" dirty="0"/>
              <a:t>www.fabrikam.com  info@fabrikam.com</a:t>
            </a:r>
          </a:p>
          <a:p>
            <a:r>
              <a:rPr lang="en-US" dirty="0"/>
              <a:t>208 555 0100</a:t>
            </a:r>
          </a:p>
          <a:p>
            <a:endParaRPr lang="en-US" dirty="0"/>
          </a:p>
        </p:txBody>
      </p:sp>
      <p:grpSp>
        <p:nvGrpSpPr>
          <p:cNvPr id="766" name="Group 765">
            <a:extLst>
              <a:ext uri="{FF2B5EF4-FFF2-40B4-BE49-F238E27FC236}">
                <a16:creationId xmlns:a16="http://schemas.microsoft.com/office/drawing/2014/main" id="{F4ACB537-4C9A-C77E-4D3E-A043CE7FFF8A}"/>
              </a:ext>
              <a:ext uri="{C183D7F6-B498-43B3-948B-1728B52AA6E4}">
                <adec:decorative xmlns:adec="http://schemas.microsoft.com/office/drawing/2017/decorative" val="1"/>
              </a:ext>
            </a:extLst>
          </p:cNvPr>
          <p:cNvGrpSpPr/>
          <p:nvPr/>
        </p:nvGrpSpPr>
        <p:grpSpPr>
          <a:xfrm>
            <a:off x="10460531" y="9196388"/>
            <a:ext cx="617537" cy="271462"/>
            <a:chOff x="10454481" y="12835529"/>
            <a:chExt cx="433987" cy="255438"/>
          </a:xfrm>
        </p:grpSpPr>
        <p:cxnSp>
          <p:nvCxnSpPr>
            <p:cNvPr id="767" name="Straight Connector 766">
              <a:extLst>
                <a:ext uri="{FF2B5EF4-FFF2-40B4-BE49-F238E27FC236}">
                  <a16:creationId xmlns:a16="http://schemas.microsoft.com/office/drawing/2014/main" id="{D6C414CD-4E8B-C045-3B0E-A04A0743695E}"/>
                </a:ext>
              </a:extLst>
            </p:cNvPr>
            <p:cNvCxnSpPr/>
            <p:nvPr/>
          </p:nvCxnSpPr>
          <p:spPr>
            <a:xfrm>
              <a:off x="10454481" y="12835529"/>
              <a:ext cx="182563"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68" name="Straight Connector 767">
              <a:extLst>
                <a:ext uri="{FF2B5EF4-FFF2-40B4-BE49-F238E27FC236}">
                  <a16:creationId xmlns:a16="http://schemas.microsoft.com/office/drawing/2014/main" id="{5E97BA7D-11B2-75EB-DB7A-40AC1AF361A9}"/>
                </a:ext>
              </a:extLst>
            </p:cNvPr>
            <p:cNvCxnSpPr/>
            <p:nvPr/>
          </p:nvCxnSpPr>
          <p:spPr>
            <a:xfrm>
              <a:off x="10625469" y="12835529"/>
              <a:ext cx="262999" cy="255438"/>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70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1DA788-B4C3-7A06-1E80-30F1F3FD0FE2}"/>
              </a:ext>
            </a:extLst>
          </p:cNvPr>
          <p:cNvSpPr>
            <a:spLocks noGrp="1"/>
          </p:cNvSpPr>
          <p:nvPr>
            <p:ph type="title"/>
          </p:nvPr>
        </p:nvSpPr>
        <p:spPr>
          <a:xfrm>
            <a:off x="713508" y="989880"/>
            <a:ext cx="7058892" cy="2852586"/>
          </a:xfrm>
        </p:spPr>
        <p:txBody>
          <a:bodyPr/>
          <a:lstStyle/>
          <a:p>
            <a:r>
              <a:rPr lang="en-US" dirty="0"/>
              <a:t>Who is disrupting fashion?   </a:t>
            </a:r>
          </a:p>
        </p:txBody>
      </p:sp>
      <p:sp>
        <p:nvSpPr>
          <p:cNvPr id="4" name="Text Placeholder 3">
            <a:extLst>
              <a:ext uri="{FF2B5EF4-FFF2-40B4-BE49-F238E27FC236}">
                <a16:creationId xmlns:a16="http://schemas.microsoft.com/office/drawing/2014/main" id="{C9FB7C1E-35B5-74D3-2E19-52843EC662F4}"/>
              </a:ext>
            </a:extLst>
          </p:cNvPr>
          <p:cNvSpPr>
            <a:spLocks noGrp="1"/>
          </p:cNvSpPr>
          <p:nvPr>
            <p:ph type="body" sz="quarter" idx="10"/>
          </p:nvPr>
        </p:nvSpPr>
        <p:spPr>
          <a:xfrm>
            <a:off x="8976507" y="1663752"/>
            <a:ext cx="1475432" cy="1060450"/>
          </a:xfrm>
        </p:spPr>
        <p:txBody>
          <a:bodyPr/>
          <a:lstStyle/>
          <a:p>
            <a:r>
              <a:rPr lang="en-US" dirty="0"/>
              <a:t>32</a:t>
            </a:r>
          </a:p>
        </p:txBody>
      </p:sp>
      <p:sp>
        <p:nvSpPr>
          <p:cNvPr id="5" name="Text Placeholder 4">
            <a:extLst>
              <a:ext uri="{FF2B5EF4-FFF2-40B4-BE49-F238E27FC236}">
                <a16:creationId xmlns:a16="http://schemas.microsoft.com/office/drawing/2014/main" id="{3D0719BC-AC23-B1F8-9368-61C2C1862F8C}"/>
              </a:ext>
            </a:extLst>
          </p:cNvPr>
          <p:cNvSpPr>
            <a:spLocks noGrp="1"/>
          </p:cNvSpPr>
          <p:nvPr>
            <p:ph type="body" sz="quarter" idx="11"/>
          </p:nvPr>
        </p:nvSpPr>
        <p:spPr>
          <a:xfrm>
            <a:off x="10500419" y="1663752"/>
            <a:ext cx="1218100" cy="1060450"/>
          </a:xfrm>
        </p:spPr>
        <p:txBody>
          <a:bodyPr/>
          <a:lstStyle/>
          <a:p>
            <a:r>
              <a:rPr lang="en-US" dirty="0"/>
              <a:t>%</a:t>
            </a:r>
          </a:p>
        </p:txBody>
      </p:sp>
      <p:sp>
        <p:nvSpPr>
          <p:cNvPr id="69" name="Text Placeholder 68">
            <a:extLst>
              <a:ext uri="{FF2B5EF4-FFF2-40B4-BE49-F238E27FC236}">
                <a16:creationId xmlns:a16="http://schemas.microsoft.com/office/drawing/2014/main" id="{9542CBA5-5987-4C23-3CC9-10C13AE1B914}"/>
              </a:ext>
            </a:extLst>
          </p:cNvPr>
          <p:cNvSpPr>
            <a:spLocks noGrp="1"/>
          </p:cNvSpPr>
          <p:nvPr>
            <p:ph type="body" sz="quarter" idx="12"/>
          </p:nvPr>
        </p:nvSpPr>
        <p:spPr>
          <a:xfrm>
            <a:off x="9018159" y="2881280"/>
            <a:ext cx="2652685" cy="493885"/>
          </a:xfrm>
        </p:spPr>
        <p:txBody>
          <a:bodyPr/>
          <a:lstStyle/>
          <a:p>
            <a:r>
              <a:rPr lang="en-US" dirty="0"/>
              <a:t>Increase</a:t>
            </a:r>
          </a:p>
        </p:txBody>
      </p:sp>
      <p:sp>
        <p:nvSpPr>
          <p:cNvPr id="75" name="Text Placeholder 74">
            <a:extLst>
              <a:ext uri="{FF2B5EF4-FFF2-40B4-BE49-F238E27FC236}">
                <a16:creationId xmlns:a16="http://schemas.microsoft.com/office/drawing/2014/main" id="{46866A9F-0207-F060-9A3C-841CB312CE84}"/>
              </a:ext>
            </a:extLst>
          </p:cNvPr>
          <p:cNvSpPr>
            <a:spLocks noGrp="1"/>
          </p:cNvSpPr>
          <p:nvPr>
            <p:ph type="body" sz="quarter" idx="18"/>
          </p:nvPr>
        </p:nvSpPr>
        <p:spPr>
          <a:xfrm>
            <a:off x="708024" y="4125065"/>
            <a:ext cx="2941263" cy="1012044"/>
          </a:xfrm>
        </p:spPr>
        <p:txBody>
          <a:bodyPr/>
          <a:lstStyle/>
          <a:p>
            <a:r>
              <a:rPr lang="en-US" dirty="0"/>
              <a:t>Highlights</a:t>
            </a:r>
          </a:p>
        </p:txBody>
      </p:sp>
      <p:sp>
        <p:nvSpPr>
          <p:cNvPr id="150" name="Text Placeholder 149">
            <a:extLst>
              <a:ext uri="{FF2B5EF4-FFF2-40B4-BE49-F238E27FC236}">
                <a16:creationId xmlns:a16="http://schemas.microsoft.com/office/drawing/2014/main" id="{32E5822B-8DA9-4F50-EE3A-1B8B82B5F094}"/>
              </a:ext>
            </a:extLst>
          </p:cNvPr>
          <p:cNvSpPr>
            <a:spLocks noGrp="1"/>
          </p:cNvSpPr>
          <p:nvPr>
            <p:ph type="body" sz="quarter" idx="19"/>
          </p:nvPr>
        </p:nvSpPr>
        <p:spPr>
          <a:xfrm>
            <a:off x="3956960" y="4125065"/>
            <a:ext cx="2316944" cy="1275730"/>
          </a:xfrm>
        </p:spPr>
        <p:txBody>
          <a:bodyPr/>
          <a:lstStyle/>
          <a:p>
            <a:r>
              <a:rPr lang="en-US" dirty="0"/>
              <a:t>65% of people shop online for clothing.</a:t>
            </a:r>
          </a:p>
        </p:txBody>
      </p:sp>
      <p:sp>
        <p:nvSpPr>
          <p:cNvPr id="160" name="Text Placeholder 159">
            <a:extLst>
              <a:ext uri="{FF2B5EF4-FFF2-40B4-BE49-F238E27FC236}">
                <a16:creationId xmlns:a16="http://schemas.microsoft.com/office/drawing/2014/main" id="{3A41D95C-10EB-831C-11A4-B932AABBE6D3}"/>
              </a:ext>
            </a:extLst>
          </p:cNvPr>
          <p:cNvSpPr>
            <a:spLocks noGrp="1"/>
          </p:cNvSpPr>
          <p:nvPr>
            <p:ph type="body" sz="quarter" idx="51"/>
          </p:nvPr>
        </p:nvSpPr>
        <p:spPr>
          <a:xfrm>
            <a:off x="6395630" y="4125065"/>
            <a:ext cx="2316944" cy="1275730"/>
          </a:xfrm>
        </p:spPr>
        <p:txBody>
          <a:bodyPr/>
          <a:lstStyle/>
          <a:p>
            <a:r>
              <a:rPr lang="en-US" dirty="0"/>
              <a:t>Fashion designers used to create garments by hand. </a:t>
            </a:r>
            <a:endParaRPr lang="en-US" noProof="1"/>
          </a:p>
        </p:txBody>
      </p:sp>
      <p:sp>
        <p:nvSpPr>
          <p:cNvPr id="145" name="Text Placeholder 144">
            <a:extLst>
              <a:ext uri="{FF2B5EF4-FFF2-40B4-BE49-F238E27FC236}">
                <a16:creationId xmlns:a16="http://schemas.microsoft.com/office/drawing/2014/main" id="{25245850-91C4-4D78-0153-1E28658B1076}"/>
              </a:ext>
            </a:extLst>
          </p:cNvPr>
          <p:cNvSpPr>
            <a:spLocks noGrp="1"/>
          </p:cNvSpPr>
          <p:nvPr>
            <p:ph type="body" sz="quarter" idx="13"/>
          </p:nvPr>
        </p:nvSpPr>
        <p:spPr>
          <a:xfrm>
            <a:off x="8974513" y="4125065"/>
            <a:ext cx="2316944" cy="1264164"/>
          </a:xfrm>
        </p:spPr>
        <p:txBody>
          <a:bodyPr/>
          <a:lstStyle/>
          <a:p>
            <a:r>
              <a:rPr lang="en-US" dirty="0"/>
              <a:t>The production process has become faster and more efficient.</a:t>
            </a:r>
          </a:p>
        </p:txBody>
      </p:sp>
      <p:pic>
        <p:nvPicPr>
          <p:cNvPr id="328" name="Picture Placeholder 327" descr="A person with long hair and earrings">
            <a:extLst>
              <a:ext uri="{FF2B5EF4-FFF2-40B4-BE49-F238E27FC236}">
                <a16:creationId xmlns:a16="http://schemas.microsoft.com/office/drawing/2014/main" id="{F1241D4B-1B05-472B-5D4A-0366CB99517B}"/>
              </a:ext>
            </a:extLst>
          </p:cNvPr>
          <p:cNvPicPr>
            <a:picLocks noGrp="1" noChangeAspect="1"/>
          </p:cNvPicPr>
          <p:nvPr>
            <p:ph type="pic" sz="quarter" idx="47"/>
          </p:nvPr>
        </p:nvPicPr>
        <p:blipFill>
          <a:blip r:embed="rId2"/>
          <a:srcRect t="187" b="187"/>
          <a:stretch/>
        </p:blipFill>
        <p:spPr>
          <a:xfrm>
            <a:off x="-1" y="5683395"/>
            <a:ext cx="6013571" cy="8877854"/>
          </a:xfrm>
        </p:spPr>
      </p:pic>
      <p:sp>
        <p:nvSpPr>
          <p:cNvPr id="77" name="Text Placeholder 76">
            <a:extLst>
              <a:ext uri="{FF2B5EF4-FFF2-40B4-BE49-F238E27FC236}">
                <a16:creationId xmlns:a16="http://schemas.microsoft.com/office/drawing/2014/main" id="{87ABE91C-05F0-3F49-2A57-DFCC5B12D6A8}"/>
              </a:ext>
            </a:extLst>
          </p:cNvPr>
          <p:cNvSpPr>
            <a:spLocks noGrp="1"/>
          </p:cNvSpPr>
          <p:nvPr>
            <p:ph type="body" sz="quarter" idx="20"/>
          </p:nvPr>
        </p:nvSpPr>
        <p:spPr>
          <a:xfrm>
            <a:off x="6472794" y="5968577"/>
            <a:ext cx="749121" cy="656736"/>
          </a:xfrm>
        </p:spPr>
        <p:txBody>
          <a:bodyPr/>
          <a:lstStyle/>
          <a:p>
            <a:r>
              <a:rPr lang="en-US" dirty="0"/>
              <a:t>60</a:t>
            </a:r>
          </a:p>
        </p:txBody>
      </p:sp>
      <p:sp>
        <p:nvSpPr>
          <p:cNvPr id="78" name="Text Placeholder 77">
            <a:extLst>
              <a:ext uri="{FF2B5EF4-FFF2-40B4-BE49-F238E27FC236}">
                <a16:creationId xmlns:a16="http://schemas.microsoft.com/office/drawing/2014/main" id="{84987A6E-2352-0B2E-3AC6-800694A42D30}"/>
              </a:ext>
            </a:extLst>
          </p:cNvPr>
          <p:cNvSpPr>
            <a:spLocks noGrp="1"/>
          </p:cNvSpPr>
          <p:nvPr>
            <p:ph type="body" sz="quarter" idx="21"/>
          </p:nvPr>
        </p:nvSpPr>
        <p:spPr>
          <a:xfrm>
            <a:off x="7242236" y="5968577"/>
            <a:ext cx="1141333" cy="656736"/>
          </a:xfrm>
        </p:spPr>
        <p:txBody>
          <a:bodyPr/>
          <a:lstStyle/>
          <a:p>
            <a:r>
              <a:rPr lang="en-US" dirty="0"/>
              <a:t>%</a:t>
            </a:r>
          </a:p>
        </p:txBody>
      </p:sp>
      <p:sp>
        <p:nvSpPr>
          <p:cNvPr id="151" name="Text Placeholder 150">
            <a:extLst>
              <a:ext uri="{FF2B5EF4-FFF2-40B4-BE49-F238E27FC236}">
                <a16:creationId xmlns:a16="http://schemas.microsoft.com/office/drawing/2014/main" id="{89F8FA46-E218-0DE8-4FBD-D953C879F880}"/>
              </a:ext>
            </a:extLst>
          </p:cNvPr>
          <p:cNvSpPr>
            <a:spLocks noGrp="1"/>
          </p:cNvSpPr>
          <p:nvPr>
            <p:ph type="body" sz="quarter" idx="22"/>
          </p:nvPr>
        </p:nvSpPr>
        <p:spPr>
          <a:xfrm>
            <a:off x="6472795" y="6645901"/>
            <a:ext cx="1910774" cy="656737"/>
          </a:xfrm>
        </p:spPr>
        <p:txBody>
          <a:bodyPr/>
          <a:lstStyle/>
          <a:p>
            <a:r>
              <a:rPr lang="en-US" dirty="0"/>
              <a:t>Ethically sourced materials</a:t>
            </a:r>
            <a:endParaRPr lang="en-US" noProof="1"/>
          </a:p>
        </p:txBody>
      </p:sp>
      <p:sp>
        <p:nvSpPr>
          <p:cNvPr id="116" name="Text Placeholder 115">
            <a:extLst>
              <a:ext uri="{FF2B5EF4-FFF2-40B4-BE49-F238E27FC236}">
                <a16:creationId xmlns:a16="http://schemas.microsoft.com/office/drawing/2014/main" id="{4BD1EB1E-63B1-74C5-636E-AE6F3B935B7F}"/>
              </a:ext>
            </a:extLst>
          </p:cNvPr>
          <p:cNvSpPr>
            <a:spLocks noGrp="1"/>
          </p:cNvSpPr>
          <p:nvPr>
            <p:ph type="body" sz="quarter" idx="23"/>
          </p:nvPr>
        </p:nvSpPr>
        <p:spPr>
          <a:xfrm>
            <a:off x="6472795" y="7333118"/>
            <a:ext cx="1910774" cy="277983"/>
          </a:xfrm>
        </p:spPr>
        <p:txBody>
          <a:bodyPr/>
          <a:lstStyle/>
          <a:p>
            <a:r>
              <a:rPr lang="en-US" dirty="0"/>
              <a:t>Q2 20xx</a:t>
            </a:r>
          </a:p>
        </p:txBody>
      </p:sp>
      <p:sp>
        <p:nvSpPr>
          <p:cNvPr id="126" name="Text Placeholder 125">
            <a:extLst>
              <a:ext uri="{FF2B5EF4-FFF2-40B4-BE49-F238E27FC236}">
                <a16:creationId xmlns:a16="http://schemas.microsoft.com/office/drawing/2014/main" id="{94DE3C45-713B-6639-E07C-FA50D8CCBD0B}"/>
              </a:ext>
            </a:extLst>
          </p:cNvPr>
          <p:cNvSpPr>
            <a:spLocks noGrp="1"/>
          </p:cNvSpPr>
          <p:nvPr>
            <p:ph type="body" sz="quarter" idx="52"/>
          </p:nvPr>
        </p:nvSpPr>
        <p:spPr>
          <a:xfrm>
            <a:off x="6472794" y="8051055"/>
            <a:ext cx="749121" cy="656736"/>
          </a:xfrm>
        </p:spPr>
        <p:txBody>
          <a:bodyPr/>
          <a:lstStyle/>
          <a:p>
            <a:r>
              <a:rPr lang="en-US" dirty="0"/>
              <a:t>45</a:t>
            </a:r>
          </a:p>
        </p:txBody>
      </p:sp>
      <p:sp>
        <p:nvSpPr>
          <p:cNvPr id="127" name="Text Placeholder 126">
            <a:extLst>
              <a:ext uri="{FF2B5EF4-FFF2-40B4-BE49-F238E27FC236}">
                <a16:creationId xmlns:a16="http://schemas.microsoft.com/office/drawing/2014/main" id="{B9A83917-4F5F-EBBC-35A7-EAB18F6BAA2D}"/>
              </a:ext>
            </a:extLst>
          </p:cNvPr>
          <p:cNvSpPr>
            <a:spLocks noGrp="1"/>
          </p:cNvSpPr>
          <p:nvPr>
            <p:ph type="body" sz="quarter" idx="53"/>
          </p:nvPr>
        </p:nvSpPr>
        <p:spPr>
          <a:xfrm>
            <a:off x="7242236" y="8051055"/>
            <a:ext cx="1141333" cy="656736"/>
          </a:xfrm>
        </p:spPr>
        <p:txBody>
          <a:bodyPr/>
          <a:lstStyle/>
          <a:p>
            <a:r>
              <a:rPr lang="en-US" dirty="0"/>
              <a:t>%</a:t>
            </a:r>
          </a:p>
        </p:txBody>
      </p:sp>
      <p:sp>
        <p:nvSpPr>
          <p:cNvPr id="161" name="Text Placeholder 160">
            <a:extLst>
              <a:ext uri="{FF2B5EF4-FFF2-40B4-BE49-F238E27FC236}">
                <a16:creationId xmlns:a16="http://schemas.microsoft.com/office/drawing/2014/main" id="{ECE55732-216A-15EE-9941-DD5C50763AF9}"/>
              </a:ext>
            </a:extLst>
          </p:cNvPr>
          <p:cNvSpPr>
            <a:spLocks noGrp="1"/>
          </p:cNvSpPr>
          <p:nvPr>
            <p:ph type="body" sz="quarter" idx="54"/>
          </p:nvPr>
        </p:nvSpPr>
        <p:spPr>
          <a:xfrm>
            <a:off x="6472795" y="8728379"/>
            <a:ext cx="1910774" cy="656737"/>
          </a:xfrm>
        </p:spPr>
        <p:txBody>
          <a:bodyPr/>
          <a:lstStyle/>
          <a:p>
            <a:r>
              <a:rPr lang="en-US" dirty="0"/>
              <a:t>Eco-friendly materials</a:t>
            </a:r>
            <a:endParaRPr lang="en-US" noProof="1"/>
          </a:p>
        </p:txBody>
      </p:sp>
      <p:sp>
        <p:nvSpPr>
          <p:cNvPr id="129" name="Text Placeholder 128">
            <a:extLst>
              <a:ext uri="{FF2B5EF4-FFF2-40B4-BE49-F238E27FC236}">
                <a16:creationId xmlns:a16="http://schemas.microsoft.com/office/drawing/2014/main" id="{488B695A-EB2F-E8E6-2BB0-B7E4C04780E3}"/>
              </a:ext>
            </a:extLst>
          </p:cNvPr>
          <p:cNvSpPr>
            <a:spLocks noGrp="1"/>
          </p:cNvSpPr>
          <p:nvPr>
            <p:ph type="body" sz="quarter" idx="55"/>
          </p:nvPr>
        </p:nvSpPr>
        <p:spPr>
          <a:xfrm>
            <a:off x="6472795" y="9415596"/>
            <a:ext cx="1910774" cy="277983"/>
          </a:xfrm>
        </p:spPr>
        <p:txBody>
          <a:bodyPr/>
          <a:lstStyle/>
          <a:p>
            <a:r>
              <a:rPr lang="en-US" dirty="0"/>
              <a:t>q20xx</a:t>
            </a:r>
          </a:p>
        </p:txBody>
      </p:sp>
      <p:sp>
        <p:nvSpPr>
          <p:cNvPr id="83" name="Text Placeholder 82">
            <a:extLst>
              <a:ext uri="{FF2B5EF4-FFF2-40B4-BE49-F238E27FC236}">
                <a16:creationId xmlns:a16="http://schemas.microsoft.com/office/drawing/2014/main" id="{C2B5EA46-100C-35F1-DA9F-064F60D51A95}"/>
              </a:ext>
            </a:extLst>
          </p:cNvPr>
          <p:cNvSpPr>
            <a:spLocks noGrp="1"/>
          </p:cNvSpPr>
          <p:nvPr>
            <p:ph type="body" sz="quarter" idx="41"/>
          </p:nvPr>
        </p:nvSpPr>
        <p:spPr>
          <a:xfrm>
            <a:off x="8991880" y="6010664"/>
            <a:ext cx="2327333" cy="493885"/>
          </a:xfrm>
        </p:spPr>
        <p:txBody>
          <a:bodyPr/>
          <a:lstStyle/>
          <a:p>
            <a:r>
              <a:rPr lang="en-US" dirty="0"/>
              <a:t>Progress</a:t>
            </a:r>
          </a:p>
        </p:txBody>
      </p:sp>
      <p:pic>
        <p:nvPicPr>
          <p:cNvPr id="7" name="Chart Placeholder 6" descr="Image of chart">
            <a:extLst>
              <a:ext uri="{FF2B5EF4-FFF2-40B4-BE49-F238E27FC236}">
                <a16:creationId xmlns:a16="http://schemas.microsoft.com/office/drawing/2014/main" id="{94E66E58-4684-2E25-E86B-80C218755189}"/>
              </a:ext>
            </a:extLst>
          </p:cNvPr>
          <p:cNvPicPr>
            <a:picLocks noGrp="1" noChangeAspect="1"/>
          </p:cNvPicPr>
          <p:nvPr>
            <p:ph type="chart" sz="quarter" idx="42"/>
          </p:nvPr>
        </p:nvPicPr>
        <p:blipFill>
          <a:blip r:embed="rId3"/>
          <a:stretch>
            <a:fillRect/>
          </a:stretch>
        </p:blipFill>
        <p:spPr>
          <a:prstGeom prst="rect">
            <a:avLst/>
          </a:prstGeom>
        </p:spPr>
      </p:pic>
      <p:sp>
        <p:nvSpPr>
          <p:cNvPr id="90" name="Text Placeholder 89">
            <a:extLst>
              <a:ext uri="{FF2B5EF4-FFF2-40B4-BE49-F238E27FC236}">
                <a16:creationId xmlns:a16="http://schemas.microsoft.com/office/drawing/2014/main" id="{24C48D51-60E3-8563-54DA-E99AFFBEF855}"/>
              </a:ext>
            </a:extLst>
          </p:cNvPr>
          <p:cNvSpPr>
            <a:spLocks noGrp="1"/>
          </p:cNvSpPr>
          <p:nvPr>
            <p:ph type="body" sz="quarter" idx="48"/>
          </p:nvPr>
        </p:nvSpPr>
        <p:spPr>
          <a:xfrm>
            <a:off x="9338446" y="6823004"/>
            <a:ext cx="955387" cy="537123"/>
          </a:xfrm>
        </p:spPr>
        <p:txBody>
          <a:bodyPr/>
          <a:lstStyle/>
          <a:p>
            <a:r>
              <a:rPr lang="en-US" dirty="0"/>
              <a:t>$2Bn</a:t>
            </a:r>
          </a:p>
        </p:txBody>
      </p:sp>
      <p:sp>
        <p:nvSpPr>
          <p:cNvPr id="91" name="Text Placeholder 90">
            <a:extLst>
              <a:ext uri="{FF2B5EF4-FFF2-40B4-BE49-F238E27FC236}">
                <a16:creationId xmlns:a16="http://schemas.microsoft.com/office/drawing/2014/main" id="{4EFC0B9B-A37E-1230-ADD8-956860D17D27}"/>
              </a:ext>
            </a:extLst>
          </p:cNvPr>
          <p:cNvSpPr>
            <a:spLocks noGrp="1"/>
          </p:cNvSpPr>
          <p:nvPr>
            <p:ph type="body" sz="quarter" idx="49"/>
          </p:nvPr>
        </p:nvSpPr>
        <p:spPr>
          <a:xfrm>
            <a:off x="8800994" y="9454477"/>
            <a:ext cx="617249" cy="187569"/>
          </a:xfrm>
        </p:spPr>
        <p:txBody>
          <a:bodyPr/>
          <a:lstStyle/>
          <a:p>
            <a:r>
              <a:rPr lang="en-US" dirty="0"/>
              <a:t>20YY</a:t>
            </a:r>
          </a:p>
        </p:txBody>
      </p:sp>
      <p:sp>
        <p:nvSpPr>
          <p:cNvPr id="92" name="Text Placeholder 91">
            <a:extLst>
              <a:ext uri="{FF2B5EF4-FFF2-40B4-BE49-F238E27FC236}">
                <a16:creationId xmlns:a16="http://schemas.microsoft.com/office/drawing/2014/main" id="{98DC9932-627A-3997-702A-060E1515B6CE}"/>
              </a:ext>
            </a:extLst>
          </p:cNvPr>
          <p:cNvSpPr>
            <a:spLocks noGrp="1"/>
          </p:cNvSpPr>
          <p:nvPr>
            <p:ph type="body" sz="quarter" idx="50"/>
          </p:nvPr>
        </p:nvSpPr>
        <p:spPr>
          <a:xfrm>
            <a:off x="10870551" y="9453235"/>
            <a:ext cx="617249" cy="187569"/>
          </a:xfrm>
        </p:spPr>
        <p:txBody>
          <a:bodyPr/>
          <a:lstStyle/>
          <a:p>
            <a:r>
              <a:rPr lang="en-US" dirty="0"/>
              <a:t>20YY</a:t>
            </a:r>
          </a:p>
        </p:txBody>
      </p:sp>
      <p:sp>
        <p:nvSpPr>
          <p:cNvPr id="152" name="Text Placeholder 151">
            <a:extLst>
              <a:ext uri="{FF2B5EF4-FFF2-40B4-BE49-F238E27FC236}">
                <a16:creationId xmlns:a16="http://schemas.microsoft.com/office/drawing/2014/main" id="{601C9F89-9D6A-E539-265B-C20185D5A0A9}"/>
              </a:ext>
            </a:extLst>
          </p:cNvPr>
          <p:cNvSpPr>
            <a:spLocks noGrp="1"/>
          </p:cNvSpPr>
          <p:nvPr>
            <p:ph type="body" sz="quarter" idx="39"/>
          </p:nvPr>
        </p:nvSpPr>
        <p:spPr>
          <a:xfrm>
            <a:off x="6473661" y="10585824"/>
            <a:ext cx="4845552" cy="493885"/>
          </a:xfrm>
        </p:spPr>
        <p:txBody>
          <a:bodyPr/>
          <a:lstStyle/>
          <a:p>
            <a:r>
              <a:rPr lang="en-US" dirty="0"/>
              <a:t>Shows 2 sales</a:t>
            </a:r>
          </a:p>
        </p:txBody>
      </p:sp>
      <p:sp>
        <p:nvSpPr>
          <p:cNvPr id="153" name="Text Placeholder 152">
            <a:extLst>
              <a:ext uri="{FF2B5EF4-FFF2-40B4-BE49-F238E27FC236}">
                <a16:creationId xmlns:a16="http://schemas.microsoft.com/office/drawing/2014/main" id="{2EE464F1-ABD8-7A24-71F3-C5EDCF7215D3}"/>
              </a:ext>
            </a:extLst>
          </p:cNvPr>
          <p:cNvSpPr>
            <a:spLocks noGrp="1"/>
          </p:cNvSpPr>
          <p:nvPr>
            <p:ph type="body" sz="quarter" idx="40"/>
          </p:nvPr>
        </p:nvSpPr>
        <p:spPr>
          <a:xfrm>
            <a:off x="6472794" y="11174779"/>
            <a:ext cx="4846419" cy="1141538"/>
          </a:xfrm>
        </p:spPr>
        <p:txBody>
          <a:bodyPr/>
          <a:lstStyle/>
          <a:p>
            <a:r>
              <a:rPr lang="en-US" dirty="0"/>
              <a:t>Shows to sales rates in the fashion industry have seen a significant rise of 30% in the last decade.</a:t>
            </a:r>
            <a:endParaRPr lang="en-US" noProof="1"/>
          </a:p>
        </p:txBody>
      </p:sp>
      <p:sp>
        <p:nvSpPr>
          <p:cNvPr id="146" name="Text Placeholder 145">
            <a:extLst>
              <a:ext uri="{FF2B5EF4-FFF2-40B4-BE49-F238E27FC236}">
                <a16:creationId xmlns:a16="http://schemas.microsoft.com/office/drawing/2014/main" id="{E0E6D1D6-5336-847E-6E59-A59255FEB91A}"/>
              </a:ext>
            </a:extLst>
          </p:cNvPr>
          <p:cNvSpPr>
            <a:spLocks noGrp="1"/>
          </p:cNvSpPr>
          <p:nvPr>
            <p:ph type="body" sz="quarter" idx="14"/>
          </p:nvPr>
        </p:nvSpPr>
        <p:spPr>
          <a:xfrm>
            <a:off x="6472794" y="12529656"/>
            <a:ext cx="539174" cy="558800"/>
          </a:xfrm>
        </p:spPr>
        <p:txBody>
          <a:bodyPr/>
          <a:lstStyle/>
          <a:p>
            <a:r>
              <a:rPr lang="en-US" dirty="0"/>
              <a:t>1</a:t>
            </a:r>
          </a:p>
        </p:txBody>
      </p:sp>
      <p:sp>
        <p:nvSpPr>
          <p:cNvPr id="147" name="Text Placeholder 146">
            <a:extLst>
              <a:ext uri="{FF2B5EF4-FFF2-40B4-BE49-F238E27FC236}">
                <a16:creationId xmlns:a16="http://schemas.microsoft.com/office/drawing/2014/main" id="{E44D21B4-DAEB-6C3C-D0FE-448223425E3B}"/>
              </a:ext>
            </a:extLst>
          </p:cNvPr>
          <p:cNvSpPr>
            <a:spLocks noGrp="1"/>
          </p:cNvSpPr>
          <p:nvPr>
            <p:ph type="body" sz="quarter" idx="15"/>
          </p:nvPr>
        </p:nvSpPr>
        <p:spPr>
          <a:xfrm>
            <a:off x="7061845" y="12529656"/>
            <a:ext cx="468283" cy="558800"/>
          </a:xfrm>
        </p:spPr>
        <p:txBody>
          <a:bodyPr/>
          <a:lstStyle/>
          <a:p>
            <a:r>
              <a:rPr lang="en-US" dirty="0"/>
              <a:t>in</a:t>
            </a:r>
          </a:p>
        </p:txBody>
      </p:sp>
      <p:sp>
        <p:nvSpPr>
          <p:cNvPr id="149" name="Text Placeholder 148">
            <a:extLst>
              <a:ext uri="{FF2B5EF4-FFF2-40B4-BE49-F238E27FC236}">
                <a16:creationId xmlns:a16="http://schemas.microsoft.com/office/drawing/2014/main" id="{953F8A9B-C628-B17D-9A69-2F865729FCE4}"/>
              </a:ext>
            </a:extLst>
          </p:cNvPr>
          <p:cNvSpPr>
            <a:spLocks noGrp="1"/>
          </p:cNvSpPr>
          <p:nvPr>
            <p:ph type="body" sz="quarter" idx="17"/>
          </p:nvPr>
        </p:nvSpPr>
        <p:spPr>
          <a:xfrm>
            <a:off x="7605407" y="12529656"/>
            <a:ext cx="1109668" cy="558800"/>
          </a:xfrm>
        </p:spPr>
        <p:txBody>
          <a:bodyPr/>
          <a:lstStyle/>
          <a:p>
            <a:r>
              <a:rPr lang="en-US" dirty="0"/>
              <a:t>3</a:t>
            </a:r>
          </a:p>
        </p:txBody>
      </p:sp>
      <p:sp>
        <p:nvSpPr>
          <p:cNvPr id="148" name="Text Placeholder 147">
            <a:extLst>
              <a:ext uri="{FF2B5EF4-FFF2-40B4-BE49-F238E27FC236}">
                <a16:creationId xmlns:a16="http://schemas.microsoft.com/office/drawing/2014/main" id="{7084453D-6FAF-5F89-0E87-10CD44E5A170}"/>
              </a:ext>
            </a:extLst>
          </p:cNvPr>
          <p:cNvSpPr>
            <a:spLocks noGrp="1"/>
          </p:cNvSpPr>
          <p:nvPr>
            <p:ph type="body" sz="quarter" idx="16"/>
          </p:nvPr>
        </p:nvSpPr>
        <p:spPr>
          <a:xfrm>
            <a:off x="6472794" y="13186392"/>
            <a:ext cx="4846418" cy="1314303"/>
          </a:xfrm>
        </p:spPr>
        <p:txBody>
          <a:bodyPr/>
          <a:lstStyle/>
          <a:p>
            <a:r>
              <a:rPr lang="en-US" dirty="0"/>
              <a:t>fashion companies report an increase in sales after adopting inclusive sizing.</a:t>
            </a:r>
            <a:endParaRPr lang="en-US" noProof="1"/>
          </a:p>
        </p:txBody>
      </p:sp>
      <p:pic>
        <p:nvPicPr>
          <p:cNvPr id="162" name="Picture Placeholder 682" descr="A black background with white text ">
            <a:extLst>
              <a:ext uri="{FF2B5EF4-FFF2-40B4-BE49-F238E27FC236}">
                <a16:creationId xmlns:a16="http://schemas.microsoft.com/office/drawing/2014/main" id="{74942454-EADF-ABA2-9BE0-1677D94D9B8D}"/>
              </a:ext>
            </a:extLst>
          </p:cNvPr>
          <p:cNvPicPr>
            <a:picLocks noGrp="1" noChangeAspect="1"/>
          </p:cNvPicPr>
          <p:nvPr>
            <p:ph type="pic" sz="quarter" idx="43"/>
          </p:nvPr>
        </p:nvPicPr>
        <p:blipFill>
          <a:blip r:embed="rId4"/>
          <a:srcRect t="8582" b="8582"/>
          <a:stretch/>
        </p:blipFill>
        <p:spPr>
          <a:xfrm>
            <a:off x="708024" y="14955775"/>
            <a:ext cx="2011680" cy="665163"/>
          </a:xfrm>
        </p:spPr>
      </p:pic>
      <p:sp>
        <p:nvSpPr>
          <p:cNvPr id="156" name="Text Placeholder 155">
            <a:extLst>
              <a:ext uri="{FF2B5EF4-FFF2-40B4-BE49-F238E27FC236}">
                <a16:creationId xmlns:a16="http://schemas.microsoft.com/office/drawing/2014/main" id="{9D02BB67-2071-55E5-79B0-FC9ED1338327}"/>
              </a:ext>
            </a:extLst>
          </p:cNvPr>
          <p:cNvSpPr>
            <a:spLocks noGrp="1"/>
          </p:cNvSpPr>
          <p:nvPr>
            <p:ph type="body" sz="quarter" idx="44"/>
          </p:nvPr>
        </p:nvSpPr>
        <p:spPr>
          <a:xfrm>
            <a:off x="3241675" y="15047215"/>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157" name="Text Placeholder 156">
            <a:extLst>
              <a:ext uri="{FF2B5EF4-FFF2-40B4-BE49-F238E27FC236}">
                <a16:creationId xmlns:a16="http://schemas.microsoft.com/office/drawing/2014/main" id="{EB69E66E-8F9C-B78F-EEAF-983269F3460D}"/>
              </a:ext>
            </a:extLst>
          </p:cNvPr>
          <p:cNvSpPr>
            <a:spLocks noGrp="1"/>
          </p:cNvSpPr>
          <p:nvPr>
            <p:ph type="body" sz="quarter" idx="45"/>
          </p:nvPr>
        </p:nvSpPr>
        <p:spPr>
          <a:xfrm>
            <a:off x="5327002" y="15053015"/>
            <a:ext cx="4081158" cy="665161"/>
          </a:xfrm>
        </p:spPr>
        <p:txBody>
          <a:bodyPr/>
          <a:lstStyle/>
          <a:p>
            <a:r>
              <a:rPr lang="en-US" noProof="1"/>
              <a:t> 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158" name="Text Placeholder 157">
            <a:extLst>
              <a:ext uri="{FF2B5EF4-FFF2-40B4-BE49-F238E27FC236}">
                <a16:creationId xmlns:a16="http://schemas.microsoft.com/office/drawing/2014/main" id="{B5719A6E-AD9B-495F-8FD1-274D9F4EB437}"/>
              </a:ext>
            </a:extLst>
          </p:cNvPr>
          <p:cNvSpPr>
            <a:spLocks noGrp="1"/>
          </p:cNvSpPr>
          <p:nvPr>
            <p:ph type="body" sz="quarter" idx="46"/>
          </p:nvPr>
        </p:nvSpPr>
        <p:spPr>
          <a:xfrm>
            <a:off x="9763391" y="15047216"/>
            <a:ext cx="1829170" cy="792480"/>
          </a:xfrm>
        </p:spPr>
        <p:txBody>
          <a:bodyPr/>
          <a:lstStyle/>
          <a:p>
            <a:r>
              <a:rPr lang="en-US" dirty="0"/>
              <a:t>www.fabrikam.com  info@fabrikam.com</a:t>
            </a:r>
          </a:p>
          <a:p>
            <a:r>
              <a:rPr lang="en-US" dirty="0"/>
              <a:t>208 555 0100</a:t>
            </a:r>
          </a:p>
          <a:p>
            <a:endParaRPr lang="en-US" dirty="0"/>
          </a:p>
        </p:txBody>
      </p:sp>
      <p:grpSp>
        <p:nvGrpSpPr>
          <p:cNvPr id="324" name="Group 323">
            <a:extLst>
              <a:ext uri="{FF2B5EF4-FFF2-40B4-BE49-F238E27FC236}">
                <a16:creationId xmlns:a16="http://schemas.microsoft.com/office/drawing/2014/main" id="{FCC6C7DB-0D3F-5050-0B22-B7AB875F32EC}"/>
              </a:ext>
              <a:ext uri="{C183D7F6-B498-43B3-948B-1728B52AA6E4}">
                <adec:decorative xmlns:adec="http://schemas.microsoft.com/office/drawing/2017/decorative" val="1"/>
              </a:ext>
            </a:extLst>
          </p:cNvPr>
          <p:cNvGrpSpPr/>
          <p:nvPr/>
        </p:nvGrpSpPr>
        <p:grpSpPr>
          <a:xfrm>
            <a:off x="10312792" y="6902329"/>
            <a:ext cx="440089" cy="536574"/>
            <a:chOff x="10454481" y="12835529"/>
            <a:chExt cx="433987" cy="255438"/>
          </a:xfrm>
        </p:grpSpPr>
        <p:cxnSp>
          <p:nvCxnSpPr>
            <p:cNvPr id="325" name="Straight Connector 324">
              <a:extLst>
                <a:ext uri="{FF2B5EF4-FFF2-40B4-BE49-F238E27FC236}">
                  <a16:creationId xmlns:a16="http://schemas.microsoft.com/office/drawing/2014/main" id="{F698D5EA-B12F-58F4-576F-45CC3A97E70B}"/>
                </a:ext>
              </a:extLst>
            </p:cNvPr>
            <p:cNvCxnSpPr/>
            <p:nvPr/>
          </p:nvCxnSpPr>
          <p:spPr>
            <a:xfrm>
              <a:off x="10454481" y="12835529"/>
              <a:ext cx="182563"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8CCF61FF-589E-0375-B738-0973ACF77992}"/>
                </a:ext>
              </a:extLst>
            </p:cNvPr>
            <p:cNvCxnSpPr/>
            <p:nvPr/>
          </p:nvCxnSpPr>
          <p:spPr>
            <a:xfrm>
              <a:off x="10625469" y="12835529"/>
              <a:ext cx="262999" cy="255438"/>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9401377"/>
      </p:ext>
    </p:extLst>
  </p:cSld>
  <p:clrMapOvr>
    <a:masterClrMapping/>
  </p:clrMapOvr>
</p:sld>
</file>

<file path=ppt/theme/theme1.xml><?xml version="1.0" encoding="utf-8"?>
<a:theme xmlns:a="http://schemas.openxmlformats.org/drawingml/2006/main" name="Custom">
  <a:themeElements>
    <a:clrScheme name="Custom 22">
      <a:dk1>
        <a:srgbClr val="000000"/>
      </a:dk1>
      <a:lt1>
        <a:srgbClr val="FFFFFF"/>
      </a:lt1>
      <a:dk2>
        <a:srgbClr val="44546A"/>
      </a:dk2>
      <a:lt2>
        <a:srgbClr val="E7E6E6"/>
      </a:lt2>
      <a:accent1>
        <a:srgbClr val="FAF0E3"/>
      </a:accent1>
      <a:accent2>
        <a:srgbClr val="416449"/>
      </a:accent2>
      <a:accent3>
        <a:srgbClr val="A66CFF"/>
      </a:accent3>
      <a:accent4>
        <a:srgbClr val="FA6336"/>
      </a:accent4>
      <a:accent5>
        <a:srgbClr val="10A19D"/>
      </a:accent5>
      <a:accent6>
        <a:srgbClr val="FCE700"/>
      </a:accent6>
      <a:hlink>
        <a:srgbClr val="FFFFFF"/>
      </a:hlink>
      <a:folHlink>
        <a:srgbClr val="FA6336"/>
      </a:folHlink>
    </a:clrScheme>
    <a:fontScheme name="Custom 68">
      <a:majorFont>
        <a:latin typeface="Batang"/>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bg1">
              <a:lumMod val="9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2800" b="1" dirty="0" smtClean="0">
            <a:solidFill>
              <a:schemeClr val="bg1"/>
            </a:solidFill>
            <a:latin typeface="Corbel" panose="020B0503020204020204" pitchFamily="34" charset="0"/>
          </a:defRPr>
        </a:defPPr>
      </a:lstStyle>
    </a:txDef>
  </a:objectDefaults>
  <a:extraClrSchemeLst/>
  <a:extLst>
    <a:ext uri="{05A4C25C-085E-4340-85A3-A5531E510DB2}">
      <thm15:themeFamily xmlns:thm15="http://schemas.microsoft.com/office/thememl/2012/main" name="TM89326784_Win32_SL_v4" id="{6A6BA0C0-588C-4764-87AF-E47AC7FC7D63}" vid="{DC24400D-740E-43CD-B0CE-C9D2F45536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939876-4422-4AD0-8ED7-E4E98B94BD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AB5F51-ADE3-495F-927A-CA5D5546B0F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1D66797-A0A7-42ED-A96E-AF846220674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638</Words>
  <Application>Microsoft Office PowerPoint</Application>
  <PresentationFormat>Custom</PresentationFormat>
  <Paragraphs>105</Paragraphs>
  <Slides>3</Slides>
  <Notes>1</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Custom</vt:lpstr>
      <vt:lpstr>Who is disrupting fashion?</vt:lpstr>
      <vt:lpstr>Who is disrupting fashion?  </vt:lpstr>
      <vt:lpstr>Who is disrupting fashion?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2026-07-16T05:44:15Z</dcterms:created>
  <dcterms:modified xsi:type="dcterms:W3CDTF">2026-07-16T05:44:18Z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