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8"/>
  </p:notesMasterIdLst>
  <p:handoutMasterIdLst>
    <p:handoutMasterId r:id="rId19"/>
  </p:handoutMasterIdLst>
  <p:sldIdLst>
    <p:sldId id="271" r:id="rId5"/>
    <p:sldId id="260" r:id="rId6"/>
    <p:sldId id="258" r:id="rId7"/>
    <p:sldId id="273" r:id="rId8"/>
    <p:sldId id="279" r:id="rId9"/>
    <p:sldId id="276" r:id="rId10"/>
    <p:sldId id="280" r:id="rId11"/>
    <p:sldId id="281" r:id="rId12"/>
    <p:sldId id="277" r:id="rId13"/>
    <p:sldId id="268" r:id="rId14"/>
    <p:sldId id="282" r:id="rId15"/>
    <p:sldId id="267" r:id="rId16"/>
    <p:sldId id="28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 varScale="1">
        <p:scale>
          <a:sx n="105" d="100"/>
          <a:sy n="105" d="100"/>
        </p:scale>
        <p:origin x="54" y="53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B9DE37-2591-3FBC-4415-0798EA9C95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719BB2-4044-DB46-8152-A53D1D6D25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55E036-44DE-4DB6-B39A-7EF029F6B033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484F4A-57D8-189B-8B9B-F927B93641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8B0EFF-2C0C-B88B-55E6-897E08026D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C9B27-5061-43AE-B89C-0F9BAB5CFA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9466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93C6C-DAFB-47FB-93A8-51530B0A0ED7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95A62F-2362-4553-A8D3-DDC42D2E5E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11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430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740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920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1549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317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575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3773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44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83242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147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146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4834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95A62F-2362-4553-A8D3-DDC42D2E5E9C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232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95C89-2E28-4777-95B0-BA7EECAE3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9928" y="987552"/>
            <a:ext cx="8385048" cy="3081528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052321-4D71-4DA8-BD2C-DC22FC1525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5506" y="4480561"/>
            <a:ext cx="5993892" cy="1166495"/>
          </a:xfrm>
        </p:spPr>
        <p:txBody>
          <a:bodyPr>
            <a:normAutofit/>
          </a:bodyPr>
          <a:lstStyle>
            <a:lvl1pPr marL="0" indent="0" algn="ctr">
              <a:buNone/>
              <a:defRPr sz="1400" cap="all" spc="6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37183-71EA-4A92-8609-41ECB53F4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9F2E6-1ECC-4081-8EBF-C80C6C94A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3FA67-CD72-4503-BA25-FEC880107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475875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BA523-EF01-4656-9D54-347E984FD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52871-79D5-420E-8207-BEF7BE44A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D32D3-8223-4851-BB8E-CB489B975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4444B-9FC3-414D-8EA0-15AB806D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448B-FCF6-40C5-8BB6-15B70E889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BC727E-09A3-07FB-BA6F-A0FBB048D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E4304B4-7CB7-1D06-146B-9CB01306874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A6DDC742-888F-1557-6636-5399508B702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5">
              <a:extLst>
                <a:ext uri="{FF2B5EF4-FFF2-40B4-BE49-F238E27FC236}">
                  <a16:creationId xmlns:a16="http://schemas.microsoft.com/office/drawing/2014/main" id="{DEDBE17B-3C05-8141-EE8C-11D16A365B6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B73B540F-A2F3-99C9-09ED-073F6365368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4FB13203-AE93-92CA-AD25-3055EB69A45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20">
              <a:extLst>
                <a:ext uri="{FF2B5EF4-FFF2-40B4-BE49-F238E27FC236}">
                  <a16:creationId xmlns:a16="http://schemas.microsoft.com/office/drawing/2014/main" id="{813D39AA-E83A-4EF7-333B-7FAE766AF05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58BE5F24-0B48-24B9-9883-4F98E193C1B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133B2F04-7A7C-78DE-B19A-7BB8A93611A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775DA21E-E8DB-7907-D03A-BA227FDC7FB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7">
              <a:extLst>
                <a:ext uri="{FF2B5EF4-FFF2-40B4-BE49-F238E27FC236}">
                  <a16:creationId xmlns:a16="http://schemas.microsoft.com/office/drawing/2014/main" id="{CA10DE90-80F1-BEBB-615B-B59FA25CF64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666DA3B1-B847-0BC8-C1E0-D41DA6F9309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676327F3-6CA6-8C0A-FA1A-D56DFFC3206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951ACF9F-B60E-541A-D221-F69C51AAA13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51">
              <a:extLst>
                <a:ext uri="{FF2B5EF4-FFF2-40B4-BE49-F238E27FC236}">
                  <a16:creationId xmlns:a16="http://schemas.microsoft.com/office/drawing/2014/main" id="{FF82D3F6-502C-FF00-FAC0-A541AF0EE21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2">
              <a:extLst>
                <a:ext uri="{FF2B5EF4-FFF2-40B4-BE49-F238E27FC236}">
                  <a16:creationId xmlns:a16="http://schemas.microsoft.com/office/drawing/2014/main" id="{93F5B263-1BA1-38EB-2EAA-07879C65F7D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3">
              <a:extLst>
                <a:ext uri="{FF2B5EF4-FFF2-40B4-BE49-F238E27FC236}">
                  <a16:creationId xmlns:a16="http://schemas.microsoft.com/office/drawing/2014/main" id="{E4D956CC-0AA0-3637-B6DF-D0BE44B219E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4">
              <a:extLst>
                <a:ext uri="{FF2B5EF4-FFF2-40B4-BE49-F238E27FC236}">
                  <a16:creationId xmlns:a16="http://schemas.microsoft.com/office/drawing/2014/main" id="{8CCBFA9B-3CBB-3322-C50F-7BBE1FD20BF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5">
              <a:extLst>
                <a:ext uri="{FF2B5EF4-FFF2-40B4-BE49-F238E27FC236}">
                  <a16:creationId xmlns:a16="http://schemas.microsoft.com/office/drawing/2014/main" id="{131CCC4E-93A8-B57A-6725-EC78E785C8A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6">
              <a:extLst>
                <a:ext uri="{FF2B5EF4-FFF2-40B4-BE49-F238E27FC236}">
                  <a16:creationId xmlns:a16="http://schemas.microsoft.com/office/drawing/2014/main" id="{7A5682CF-BED2-B970-C79F-483E1AB3496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7">
              <a:extLst>
                <a:ext uri="{FF2B5EF4-FFF2-40B4-BE49-F238E27FC236}">
                  <a16:creationId xmlns:a16="http://schemas.microsoft.com/office/drawing/2014/main" id="{7E648FDB-ECD4-A846-486D-088C37F931F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0CC2E918-19BA-754A-E2F1-45AB2C605B4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AD22B1BC-9C54-B792-E46F-E560383E82C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1">
              <a:extLst>
                <a:ext uri="{FF2B5EF4-FFF2-40B4-BE49-F238E27FC236}">
                  <a16:creationId xmlns:a16="http://schemas.microsoft.com/office/drawing/2014/main" id="{AF150A64-DA4A-CE3D-69F6-1CA28C66350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55BB7325-3E5F-AA83-4D24-729514E5A89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1142449F-212E-BDA5-F8A6-5DC6C2CF9DA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F17E128D-446C-C655-DF1D-B4F8614DB23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F3FA0042-0079-07D4-4CEB-9BBEE2AC71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5CC6E42E-4F2D-20F1-F944-B80F3C00252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B2D55F13-DB96-0F35-7A81-40D36C9C967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CF1F6C2F-A5FE-E077-5120-C471D68870C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D87D8A30-4EE5-5132-D405-2ABF69B43B9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F9CAEEA5-9549-FAA0-294E-F8C399C5206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633AE50-30A4-10A7-96CD-16CE1954636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C0220BDE-F9BE-0DDA-F6C4-DEF1E547F3B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21">
              <a:extLst>
                <a:ext uri="{FF2B5EF4-FFF2-40B4-BE49-F238E27FC236}">
                  <a16:creationId xmlns:a16="http://schemas.microsoft.com/office/drawing/2014/main" id="{7F439801-E1ED-AC69-712D-E369EBA0B0B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476858F0-4579-3017-824A-18E75DE45F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8E58B66C-91D2-0326-74DF-E1D9248C4BC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F6905897-3663-494F-7BC1-020B74ACF8A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8D3A0371-900F-31CD-81CF-B82DDEC1694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AECE2ADD-1AF2-2982-416A-655002878D5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31E3B22D-EA3D-381C-15C4-1571957F6AA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85BCEF16-5759-AB24-5312-12DAFDBA35D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47657C25-EC2B-FA36-AAE5-F15760C8E8E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BBF568CC-0CFE-3B8E-54BD-F893188995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826B67EB-0726-C7B0-D69E-395B8EEF494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2484D7B3-7400-F699-5B99-CB113F6F177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2472A849-0EF8-8168-7BC7-2E4F9E0543B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1">
              <a:extLst>
                <a:ext uri="{FF2B5EF4-FFF2-40B4-BE49-F238E27FC236}">
                  <a16:creationId xmlns:a16="http://schemas.microsoft.com/office/drawing/2014/main" id="{96649AF9-B6B1-9227-EB9E-78D00E639A7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535D6E18-11DB-0593-F047-30D527A2B2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08B4BF07-2851-85DA-2DA2-D7C7161A929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5">
              <a:extLst>
                <a:ext uri="{FF2B5EF4-FFF2-40B4-BE49-F238E27FC236}">
                  <a16:creationId xmlns:a16="http://schemas.microsoft.com/office/drawing/2014/main" id="{6345F338-FE6B-1C97-3662-7352A3130BA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043420EC-D72F-116E-FBFD-9B59309AB27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474BF854-4310-EDF0-675F-331B01E67C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D0741016-6845-0F86-313A-93A55286C03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D4E232A8-CF37-AA61-123A-7C6429A3BF9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0A8EACEB-6B68-5460-DF02-403C4FA689F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251E3205-4A57-A504-F6A1-33E347272B9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8813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F79BA-620F-4443-807B-BE44F36F9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1709738"/>
            <a:ext cx="9430811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9A625-6442-4047-B545-433C44512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4589463"/>
            <a:ext cx="943081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EAA30-3B1A-4BEA-9835-33D207245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56440-3149-446F-8105-485333B18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FEDB1-D604-4E10-B334-5DB303498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627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6E563-D552-439E-8DF5-45062D875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36873-2DD5-456E-A3A9-FE408419E3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9848" y="1825625"/>
            <a:ext cx="468405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6B04C-FB9E-4A9E-8892-4B5B7028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2" y="1825625"/>
            <a:ext cx="4684058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2F0B4-0E86-473E-BC42-78D856A0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B9537-F43C-4042-B165-A00358F9E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F9F52F-61F2-4FEE-8989-2FB400190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283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2E5C-0B2D-4DB5-95F6-3C2C825DF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8999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F1C53-3F27-42E6-BE80-1DF5798574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872132" cy="823912"/>
          </a:xfrm>
        </p:spPr>
        <p:txBody>
          <a:bodyPr anchor="b">
            <a:no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CC6CB-F028-4322-B54F-571203106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7" y="2510632"/>
            <a:ext cx="4872133" cy="3684588"/>
          </a:xfrm>
        </p:spPr>
        <p:txBody>
          <a:bodyPr/>
          <a:lstStyle>
            <a:lvl2pPr>
              <a:defRPr b="1"/>
            </a:lvl2pPr>
            <a:lvl3pPr>
              <a:defRPr b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AD2CD7-554E-4EAA-BAF6-86ABB7E81D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889809" y="1681163"/>
            <a:ext cx="4849909" cy="823912"/>
          </a:xfrm>
        </p:spPr>
        <p:txBody>
          <a:bodyPr anchor="b">
            <a:no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82A2D6-379C-4D26-90AC-9F2F46DCE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89810" y="2505075"/>
            <a:ext cx="4872134" cy="3684588"/>
          </a:xfrm>
        </p:spPr>
        <p:txBody>
          <a:bodyPr/>
          <a:lstStyle>
            <a:lvl2pPr>
              <a:defRPr b="1"/>
            </a:lvl2pPr>
            <a:lvl3pPr>
              <a:defRPr b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A0E4F3-8A65-4788-AE96-1FB2060F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522DA4-5EE1-440C-ADDE-D7B4F77B4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BC291E-B8EF-4ED7-A04A-23426C22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70507"/>
      </p:ext>
    </p:extLst>
  </p:cSld>
  <p:clrMapOvr>
    <a:masterClrMapping/>
  </p:clrMapOvr>
  <p:hf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CB818-E8D0-497B-9A7E-4F281D0DB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E82B9D-CD58-4C05-8A78-CB6E0E9D4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DE60CD-D6F3-40A7-BB8B-FEC8E315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02B832-C4FE-4F88-85EA-DDC16A82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964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75B2FC-801A-44A4-96BF-26A9E8B2A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127F04-7E7E-485C-8B30-6B89E5A69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33C81-AA74-4BCE-AA9E-56E5791D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797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FD3CB-0541-46AD-B35E-0E0A1375E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8EFDE-1D7D-46B8-AB55-A3C02EDD1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5652153" cy="5403850"/>
          </a:xfrm>
        </p:spPr>
        <p:txBody>
          <a:bodyPr/>
          <a:lstStyle>
            <a:lvl1pPr>
              <a:defRPr sz="3200"/>
            </a:lvl1pPr>
            <a:lvl2pPr>
              <a:defRPr sz="2800" b="1"/>
            </a:lvl2pPr>
            <a:lvl3pPr>
              <a:defRPr sz="2400" b="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1D2F5-DB36-4943-8A14-96AFC48830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C07D4-6597-444C-9EFD-62021AE76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D0D2C-70E8-4A24-9727-BEAF10B17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9E0F6-7216-48A1-8BCA-770C6DE38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983724"/>
      </p:ext>
    </p:extLst>
  </p:cSld>
  <p:clrMapOvr>
    <a:masterClrMapping/>
  </p:clrMapOvr>
  <p:hf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CBEBD-5F1A-4111-A7F2-1CE82C9A6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0517FB-4008-4F68-B193-482971BA7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06C5F-0885-458F-9B21-47E60171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86F2E-B752-4D78-8DC4-C96A1A00E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37751-8BB8-4224-870A-A2953E76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2CE94-BD7E-44B3-9B5E-67D4BD317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992938"/>
      </p:ext>
    </p:extLst>
  </p:cSld>
  <p:clrMapOvr>
    <a:masterClrMapping/>
  </p:clrMapOvr>
  <p:hf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83CBE-1EA9-4E8B-A281-C50B792E5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2EB1A0-A59D-4CB9-BABB-C6BF1D2E99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6265B-940D-433C-AD76-2D6A42449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AB98E-314F-45C4-9A64-AD3FAE051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9F32-B214-4A0C-8669-7FE4BA445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012047"/>
      </p:ext>
    </p:extLst>
  </p:cSld>
  <p:clrMapOvr>
    <a:masterClrMapping/>
  </p:clrMapOvr>
  <p:hf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DE4A6D-DAA1-4551-A093-3C36C1C8C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25FDA9-71CD-4B86-B291-BEBA43D8E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9F5B1-B635-4479-A426-B1D406650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33098-8769-47C3-80B2-C2942F984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A9297-65D4-45BE-BE6C-5531FC6A5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098247"/>
      </p:ext>
    </p:extLst>
  </p:cSld>
  <p:clrMapOvr>
    <a:masterClrMapping/>
  </p:clrMapOvr>
  <p:hf sldNum="0"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9498770-5483-773B-4916-4A4C078251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39" y="8"/>
            <a:ext cx="12188938" cy="6857992"/>
          </a:xfrm>
          <a:custGeom>
            <a:avLst/>
            <a:gdLst>
              <a:gd name="connsiteX0" fmla="*/ 10789622 w 12188938"/>
              <a:gd name="connsiteY0" fmla="*/ 4110765 h 6857992"/>
              <a:gd name="connsiteX1" fmla="*/ 10793496 w 12188938"/>
              <a:gd name="connsiteY1" fmla="*/ 4192880 h 6857992"/>
              <a:gd name="connsiteX2" fmla="*/ 10789622 w 12188938"/>
              <a:gd name="connsiteY2" fmla="*/ 4110765 h 6857992"/>
              <a:gd name="connsiteX3" fmla="*/ 11430043 w 12188938"/>
              <a:gd name="connsiteY3" fmla="*/ 4107476 h 6857992"/>
              <a:gd name="connsiteX4" fmla="*/ 11480790 w 12188938"/>
              <a:gd name="connsiteY4" fmla="*/ 4171816 h 6857992"/>
              <a:gd name="connsiteX5" fmla="*/ 11430043 w 12188938"/>
              <a:gd name="connsiteY5" fmla="*/ 4107476 h 6857992"/>
              <a:gd name="connsiteX6" fmla="*/ 11643184 w 12188938"/>
              <a:gd name="connsiteY6" fmla="*/ 4107090 h 6857992"/>
              <a:gd name="connsiteX7" fmla="*/ 11643184 w 12188938"/>
              <a:gd name="connsiteY7" fmla="*/ 4186306 h 6857992"/>
              <a:gd name="connsiteX8" fmla="*/ 11643184 w 12188938"/>
              <a:gd name="connsiteY8" fmla="*/ 4107090 h 6857992"/>
              <a:gd name="connsiteX9" fmla="*/ 11084439 w 12188938"/>
              <a:gd name="connsiteY9" fmla="*/ 4104189 h 6857992"/>
              <a:gd name="connsiteX10" fmla="*/ 11088324 w 12188938"/>
              <a:gd name="connsiteY10" fmla="*/ 4196932 h 6857992"/>
              <a:gd name="connsiteX11" fmla="*/ 11084439 w 12188938"/>
              <a:gd name="connsiteY11" fmla="*/ 4104189 h 6857992"/>
              <a:gd name="connsiteX12" fmla="*/ 11977268 w 12188938"/>
              <a:gd name="connsiteY12" fmla="*/ 4064583 h 6857992"/>
              <a:gd name="connsiteX13" fmla="*/ 11957860 w 12188938"/>
              <a:gd name="connsiteY13" fmla="*/ 4157259 h 6857992"/>
              <a:gd name="connsiteX14" fmla="*/ 11977268 w 12188938"/>
              <a:gd name="connsiteY14" fmla="*/ 4064583 h 6857992"/>
              <a:gd name="connsiteX15" fmla="*/ 10164195 w 12188938"/>
              <a:gd name="connsiteY15" fmla="*/ 4056856 h 6857992"/>
              <a:gd name="connsiteX16" fmla="*/ 10164195 w 12188938"/>
              <a:gd name="connsiteY16" fmla="*/ 4150563 h 6857992"/>
              <a:gd name="connsiteX17" fmla="*/ 10164195 w 12188938"/>
              <a:gd name="connsiteY17" fmla="*/ 4056856 h 6857992"/>
              <a:gd name="connsiteX18" fmla="*/ 10470889 w 12188938"/>
              <a:gd name="connsiteY18" fmla="*/ 4053956 h 6857992"/>
              <a:gd name="connsiteX19" fmla="*/ 10447647 w 12188938"/>
              <a:gd name="connsiteY19" fmla="*/ 4147134 h 6857992"/>
              <a:gd name="connsiteX20" fmla="*/ 10470889 w 12188938"/>
              <a:gd name="connsiteY20" fmla="*/ 4053956 h 6857992"/>
              <a:gd name="connsiteX21" fmla="*/ 152046 w 12188938"/>
              <a:gd name="connsiteY21" fmla="*/ 3893917 h 6857992"/>
              <a:gd name="connsiteX22" fmla="*/ 124874 w 12188938"/>
              <a:gd name="connsiteY22" fmla="*/ 3973187 h 6857992"/>
              <a:gd name="connsiteX23" fmla="*/ 152046 w 12188938"/>
              <a:gd name="connsiteY23" fmla="*/ 3893917 h 6857992"/>
              <a:gd name="connsiteX24" fmla="*/ 638431 w 12188938"/>
              <a:gd name="connsiteY24" fmla="*/ 3886118 h 6857992"/>
              <a:gd name="connsiteX25" fmla="*/ 591851 w 12188938"/>
              <a:gd name="connsiteY25" fmla="*/ 3954475 h 6857992"/>
              <a:gd name="connsiteX26" fmla="*/ 638431 w 12188938"/>
              <a:gd name="connsiteY26" fmla="*/ 3886118 h 6857992"/>
              <a:gd name="connsiteX27" fmla="*/ 2020621 w 12188938"/>
              <a:gd name="connsiteY27" fmla="*/ 3879602 h 6857992"/>
              <a:gd name="connsiteX28" fmla="*/ 1970159 w 12188938"/>
              <a:gd name="connsiteY28" fmla="*/ 3940557 h 6857992"/>
              <a:gd name="connsiteX29" fmla="*/ 2020621 w 12188938"/>
              <a:gd name="connsiteY29" fmla="*/ 3879602 h 6857992"/>
              <a:gd name="connsiteX30" fmla="*/ 1438182 w 12188938"/>
              <a:gd name="connsiteY30" fmla="*/ 3868995 h 6857992"/>
              <a:gd name="connsiteX31" fmla="*/ 1438182 w 12188938"/>
              <a:gd name="connsiteY31" fmla="*/ 3947246 h 6857992"/>
              <a:gd name="connsiteX32" fmla="*/ 1438182 w 12188938"/>
              <a:gd name="connsiteY32" fmla="*/ 3868995 h 6857992"/>
              <a:gd name="connsiteX33" fmla="*/ 1765862 w 12188938"/>
              <a:gd name="connsiteY33" fmla="*/ 3862391 h 6857992"/>
              <a:gd name="connsiteX34" fmla="*/ 1738637 w 12188938"/>
              <a:gd name="connsiteY34" fmla="*/ 3951206 h 6857992"/>
              <a:gd name="connsiteX35" fmla="*/ 1765862 w 12188938"/>
              <a:gd name="connsiteY35" fmla="*/ 3862391 h 6857992"/>
              <a:gd name="connsiteX36" fmla="*/ 1154678 w 12188938"/>
              <a:gd name="connsiteY36" fmla="*/ 3861266 h 6857992"/>
              <a:gd name="connsiteX37" fmla="*/ 1154678 w 12188938"/>
              <a:gd name="connsiteY37" fmla="*/ 3939811 h 6857992"/>
              <a:gd name="connsiteX38" fmla="*/ 1154678 w 12188938"/>
              <a:gd name="connsiteY38" fmla="*/ 3861266 h 6857992"/>
              <a:gd name="connsiteX39" fmla="*/ 878722 w 12188938"/>
              <a:gd name="connsiteY39" fmla="*/ 3858367 h 6857992"/>
              <a:gd name="connsiteX40" fmla="*/ 902082 w 12188938"/>
              <a:gd name="connsiteY40" fmla="*/ 3947246 h 6857992"/>
              <a:gd name="connsiteX41" fmla="*/ 878722 w 12188938"/>
              <a:gd name="connsiteY41" fmla="*/ 3858367 h 6857992"/>
              <a:gd name="connsiteX42" fmla="*/ 449757 w 12188938"/>
              <a:gd name="connsiteY42" fmla="*/ 3849853 h 6857992"/>
              <a:gd name="connsiteX43" fmla="*/ 368452 w 12188938"/>
              <a:gd name="connsiteY43" fmla="*/ 3914667 h 6857992"/>
              <a:gd name="connsiteX44" fmla="*/ 449757 w 12188938"/>
              <a:gd name="connsiteY44" fmla="*/ 3849853 h 6857992"/>
              <a:gd name="connsiteX45" fmla="*/ 11651208 w 12188938"/>
              <a:gd name="connsiteY45" fmla="*/ 3796213 h 6857992"/>
              <a:gd name="connsiteX46" fmla="*/ 11600851 w 12188938"/>
              <a:gd name="connsiteY46" fmla="*/ 3856978 h 6857992"/>
              <a:gd name="connsiteX47" fmla="*/ 11651208 w 12188938"/>
              <a:gd name="connsiteY47" fmla="*/ 3796213 h 6857992"/>
              <a:gd name="connsiteX48" fmla="*/ 11969505 w 12188938"/>
              <a:gd name="connsiteY48" fmla="*/ 3789255 h 6857992"/>
              <a:gd name="connsiteX49" fmla="*/ 11946215 w 12188938"/>
              <a:gd name="connsiteY49" fmla="*/ 3878313 h 6857992"/>
              <a:gd name="connsiteX50" fmla="*/ 11969505 w 12188938"/>
              <a:gd name="connsiteY50" fmla="*/ 3789255 h 6857992"/>
              <a:gd name="connsiteX51" fmla="*/ 11015833 w 12188938"/>
              <a:gd name="connsiteY51" fmla="*/ 3747231 h 6857992"/>
              <a:gd name="connsiteX52" fmla="*/ 11008064 w 12188938"/>
              <a:gd name="connsiteY52" fmla="*/ 3829375 h 6857992"/>
              <a:gd name="connsiteX53" fmla="*/ 11015833 w 12188938"/>
              <a:gd name="connsiteY53" fmla="*/ 3747231 h 6857992"/>
              <a:gd name="connsiteX54" fmla="*/ 10638051 w 12188938"/>
              <a:gd name="connsiteY54" fmla="*/ 3736359 h 6857992"/>
              <a:gd name="connsiteX55" fmla="*/ 10680915 w 12188938"/>
              <a:gd name="connsiteY55" fmla="*/ 3804381 h 6857992"/>
              <a:gd name="connsiteX56" fmla="*/ 10638051 w 12188938"/>
              <a:gd name="connsiteY56" fmla="*/ 3736359 h 6857992"/>
              <a:gd name="connsiteX57" fmla="*/ 10264977 w 12188938"/>
              <a:gd name="connsiteY57" fmla="*/ 3722113 h 6857992"/>
              <a:gd name="connsiteX58" fmla="*/ 10233803 w 12188938"/>
              <a:gd name="connsiteY58" fmla="*/ 3811564 h 6857992"/>
              <a:gd name="connsiteX59" fmla="*/ 10264977 w 12188938"/>
              <a:gd name="connsiteY59" fmla="*/ 3722113 h 6857992"/>
              <a:gd name="connsiteX60" fmla="*/ 11255210 w 12188938"/>
              <a:gd name="connsiteY60" fmla="*/ 3710038 h 6857992"/>
              <a:gd name="connsiteX61" fmla="*/ 11305640 w 12188938"/>
              <a:gd name="connsiteY61" fmla="*/ 3785221 h 6857992"/>
              <a:gd name="connsiteX62" fmla="*/ 11255210 w 12188938"/>
              <a:gd name="connsiteY62" fmla="*/ 3710038 h 6857992"/>
              <a:gd name="connsiteX63" fmla="*/ 343061 w 12188938"/>
              <a:gd name="connsiteY63" fmla="*/ 3611056 h 6857992"/>
              <a:gd name="connsiteX64" fmla="*/ 327601 w 12188938"/>
              <a:gd name="connsiteY64" fmla="*/ 3703799 h 6857992"/>
              <a:gd name="connsiteX65" fmla="*/ 343061 w 12188938"/>
              <a:gd name="connsiteY65" fmla="*/ 3611056 h 6857992"/>
              <a:gd name="connsiteX66" fmla="*/ 2040279 w 12188938"/>
              <a:gd name="connsiteY66" fmla="*/ 3578335 h 6857992"/>
              <a:gd name="connsiteX67" fmla="*/ 2090709 w 12188938"/>
              <a:gd name="connsiteY67" fmla="*/ 3650011 h 6857992"/>
              <a:gd name="connsiteX68" fmla="*/ 2040279 w 12188938"/>
              <a:gd name="connsiteY68" fmla="*/ 3578335 h 6857992"/>
              <a:gd name="connsiteX69" fmla="*/ 99393 w 12188938"/>
              <a:gd name="connsiteY69" fmla="*/ 3575932 h 6857992"/>
              <a:gd name="connsiteX70" fmla="*/ 149855 w 12188938"/>
              <a:gd name="connsiteY70" fmla="*/ 3647887 h 6857992"/>
              <a:gd name="connsiteX71" fmla="*/ 99393 w 12188938"/>
              <a:gd name="connsiteY71" fmla="*/ 3575932 h 6857992"/>
              <a:gd name="connsiteX72" fmla="*/ 801257 w 12188938"/>
              <a:gd name="connsiteY72" fmla="*/ 3571806 h 6857992"/>
              <a:gd name="connsiteX73" fmla="*/ 847929 w 12188938"/>
              <a:gd name="connsiteY73" fmla="*/ 3639458 h 6857992"/>
              <a:gd name="connsiteX74" fmla="*/ 801257 w 12188938"/>
              <a:gd name="connsiteY74" fmla="*/ 3571806 h 6857992"/>
              <a:gd name="connsiteX75" fmla="*/ 1771669 w 12188938"/>
              <a:gd name="connsiteY75" fmla="*/ 3571447 h 6857992"/>
              <a:gd name="connsiteX76" fmla="*/ 1775551 w 12188938"/>
              <a:gd name="connsiteY76" fmla="*/ 3653562 h 6857992"/>
              <a:gd name="connsiteX77" fmla="*/ 1771669 w 12188938"/>
              <a:gd name="connsiteY77" fmla="*/ 3571447 h 6857992"/>
              <a:gd name="connsiteX78" fmla="*/ 1531232 w 12188938"/>
              <a:gd name="connsiteY78" fmla="*/ 3567584 h 6857992"/>
              <a:gd name="connsiteX79" fmla="*/ 1515737 w 12188938"/>
              <a:gd name="connsiteY79" fmla="*/ 3661291 h 6857992"/>
              <a:gd name="connsiteX80" fmla="*/ 1531232 w 12188938"/>
              <a:gd name="connsiteY80" fmla="*/ 3567584 h 6857992"/>
              <a:gd name="connsiteX81" fmla="*/ 576083 w 12188938"/>
              <a:gd name="connsiteY81" fmla="*/ 3560820 h 6857992"/>
              <a:gd name="connsiteX82" fmla="*/ 579988 w 12188938"/>
              <a:gd name="connsiteY82" fmla="*/ 3657427 h 6857992"/>
              <a:gd name="connsiteX83" fmla="*/ 576083 w 12188938"/>
              <a:gd name="connsiteY83" fmla="*/ 3560820 h 6857992"/>
              <a:gd name="connsiteX84" fmla="*/ 1243735 w 12188938"/>
              <a:gd name="connsiteY84" fmla="*/ 3554060 h 6857992"/>
              <a:gd name="connsiteX85" fmla="*/ 1267115 w 12188938"/>
              <a:gd name="connsiteY85" fmla="*/ 3621974 h 6857992"/>
              <a:gd name="connsiteX86" fmla="*/ 1298288 w 12188938"/>
              <a:gd name="connsiteY86" fmla="*/ 3607677 h 6857992"/>
              <a:gd name="connsiteX87" fmla="*/ 1243735 w 12188938"/>
              <a:gd name="connsiteY87" fmla="*/ 3554060 h 6857992"/>
              <a:gd name="connsiteX88" fmla="*/ 1069080 w 12188938"/>
              <a:gd name="connsiteY88" fmla="*/ 3514450 h 6857992"/>
              <a:gd name="connsiteX89" fmla="*/ 1057493 w 12188938"/>
              <a:gd name="connsiteY89" fmla="*/ 3603329 h 6857992"/>
              <a:gd name="connsiteX90" fmla="*/ 1069080 w 12188938"/>
              <a:gd name="connsiteY90" fmla="*/ 3514450 h 6857992"/>
              <a:gd name="connsiteX91" fmla="*/ 11577350 w 12188938"/>
              <a:gd name="connsiteY91" fmla="*/ 3430849 h 6857992"/>
              <a:gd name="connsiteX92" fmla="*/ 11534652 w 12188938"/>
              <a:gd name="connsiteY92" fmla="*/ 3506317 h 6857992"/>
              <a:gd name="connsiteX93" fmla="*/ 11577350 w 12188938"/>
              <a:gd name="connsiteY93" fmla="*/ 3430849 h 6857992"/>
              <a:gd name="connsiteX94" fmla="*/ 12105571 w 12188938"/>
              <a:gd name="connsiteY94" fmla="*/ 3430847 h 6857992"/>
              <a:gd name="connsiteX95" fmla="*/ 12160022 w 12188938"/>
              <a:gd name="connsiteY95" fmla="*/ 3498761 h 6857992"/>
              <a:gd name="connsiteX96" fmla="*/ 12105571 w 12188938"/>
              <a:gd name="connsiteY96" fmla="*/ 3430847 h 6857992"/>
              <a:gd name="connsiteX97" fmla="*/ 11825923 w 12188938"/>
              <a:gd name="connsiteY97" fmla="*/ 3416356 h 6857992"/>
              <a:gd name="connsiteX98" fmla="*/ 11794935 w 12188938"/>
              <a:gd name="connsiteY98" fmla="*/ 3488207 h 6857992"/>
              <a:gd name="connsiteX99" fmla="*/ 11825923 w 12188938"/>
              <a:gd name="connsiteY99" fmla="*/ 3416356 h 6857992"/>
              <a:gd name="connsiteX100" fmla="*/ 11297784 w 12188938"/>
              <a:gd name="connsiteY100" fmla="*/ 3380614 h 6857992"/>
              <a:gd name="connsiteX101" fmla="*/ 11239709 w 12188938"/>
              <a:gd name="connsiteY101" fmla="*/ 3448527 h 6857992"/>
              <a:gd name="connsiteX102" fmla="*/ 11297784 w 12188938"/>
              <a:gd name="connsiteY102" fmla="*/ 3380614 h 6857992"/>
              <a:gd name="connsiteX103" fmla="*/ 10284650 w 12188938"/>
              <a:gd name="connsiteY103" fmla="*/ 3366124 h 6857992"/>
              <a:gd name="connsiteX104" fmla="*/ 10261360 w 12188938"/>
              <a:gd name="connsiteY104" fmla="*/ 3459057 h 6857992"/>
              <a:gd name="connsiteX105" fmla="*/ 10284650 w 12188938"/>
              <a:gd name="connsiteY105" fmla="*/ 3366124 h 6857992"/>
              <a:gd name="connsiteX106" fmla="*/ 10933029 w 12188938"/>
              <a:gd name="connsiteY106" fmla="*/ 3359362 h 6857992"/>
              <a:gd name="connsiteX107" fmla="*/ 10983552 w 12188938"/>
              <a:gd name="connsiteY107" fmla="*/ 3434478 h 6857992"/>
              <a:gd name="connsiteX108" fmla="*/ 10933029 w 12188938"/>
              <a:gd name="connsiteY108" fmla="*/ 3359362 h 6857992"/>
              <a:gd name="connsiteX109" fmla="*/ 10579447 w 12188938"/>
              <a:gd name="connsiteY109" fmla="*/ 3355210 h 6857992"/>
              <a:gd name="connsiteX110" fmla="*/ 10649317 w 12188938"/>
              <a:gd name="connsiteY110" fmla="*/ 3416018 h 6857992"/>
              <a:gd name="connsiteX111" fmla="*/ 10579447 w 12188938"/>
              <a:gd name="connsiteY111" fmla="*/ 3355210 h 6857992"/>
              <a:gd name="connsiteX112" fmla="*/ 1915689 w 12188938"/>
              <a:gd name="connsiteY112" fmla="*/ 3277771 h 6857992"/>
              <a:gd name="connsiteX113" fmla="*/ 1896321 w 12188938"/>
              <a:gd name="connsiteY113" fmla="*/ 3359884 h 6857992"/>
              <a:gd name="connsiteX114" fmla="*/ 1915689 w 12188938"/>
              <a:gd name="connsiteY114" fmla="*/ 3277771 h 6857992"/>
              <a:gd name="connsiteX115" fmla="*/ 1698041 w 12188938"/>
              <a:gd name="connsiteY115" fmla="*/ 3245892 h 6857992"/>
              <a:gd name="connsiteX116" fmla="*/ 1682547 w 12188938"/>
              <a:gd name="connsiteY116" fmla="*/ 3335065 h 6857992"/>
              <a:gd name="connsiteX117" fmla="*/ 1698041 w 12188938"/>
              <a:gd name="connsiteY117" fmla="*/ 3245892 h 6857992"/>
              <a:gd name="connsiteX118" fmla="*/ 1104067 w 12188938"/>
              <a:gd name="connsiteY118" fmla="*/ 3224638 h 6857992"/>
              <a:gd name="connsiteX119" fmla="*/ 1061284 w 12188938"/>
              <a:gd name="connsiteY119" fmla="*/ 3296199 h 6857992"/>
              <a:gd name="connsiteX120" fmla="*/ 1104067 w 12188938"/>
              <a:gd name="connsiteY120" fmla="*/ 3224638 h 6857992"/>
              <a:gd name="connsiteX121" fmla="*/ 1383806 w 12188938"/>
              <a:gd name="connsiteY121" fmla="*/ 3220776 h 6857992"/>
              <a:gd name="connsiteX122" fmla="*/ 1430332 w 12188938"/>
              <a:gd name="connsiteY122" fmla="*/ 3299346 h 6857992"/>
              <a:gd name="connsiteX123" fmla="*/ 1383806 w 12188938"/>
              <a:gd name="connsiteY123" fmla="*/ 3220776 h 6857992"/>
              <a:gd name="connsiteX124" fmla="*/ 804868 w 12188938"/>
              <a:gd name="connsiteY124" fmla="*/ 3191793 h 6857992"/>
              <a:gd name="connsiteX125" fmla="*/ 785446 w 12188938"/>
              <a:gd name="connsiteY125" fmla="*/ 3277771 h 6857992"/>
              <a:gd name="connsiteX126" fmla="*/ 804868 w 12188938"/>
              <a:gd name="connsiteY126" fmla="*/ 3191793 h 6857992"/>
              <a:gd name="connsiteX127" fmla="*/ 482687 w 12188938"/>
              <a:gd name="connsiteY127" fmla="*/ 3191410 h 6857992"/>
              <a:gd name="connsiteX128" fmla="*/ 455563 w 12188938"/>
              <a:gd name="connsiteY128" fmla="*/ 3195805 h 6857992"/>
              <a:gd name="connsiteX129" fmla="*/ 514013 w 12188938"/>
              <a:gd name="connsiteY129" fmla="*/ 3267146 h 6857992"/>
              <a:gd name="connsiteX130" fmla="*/ 482687 w 12188938"/>
              <a:gd name="connsiteY130" fmla="*/ 3191410 h 6857992"/>
              <a:gd name="connsiteX131" fmla="*/ 218915 w 12188938"/>
              <a:gd name="connsiteY131" fmla="*/ 3177302 h 6857992"/>
              <a:gd name="connsiteX132" fmla="*/ 187741 w 12188938"/>
              <a:gd name="connsiteY132" fmla="*/ 3267244 h 6857992"/>
              <a:gd name="connsiteX133" fmla="*/ 218915 w 12188938"/>
              <a:gd name="connsiteY133" fmla="*/ 3177302 h 6857992"/>
              <a:gd name="connsiteX134" fmla="*/ 2152903 w 12188938"/>
              <a:gd name="connsiteY134" fmla="*/ 1624906 h 6857992"/>
              <a:gd name="connsiteX135" fmla="*/ 2152903 w 12188938"/>
              <a:gd name="connsiteY135" fmla="*/ 5233079 h 6857992"/>
              <a:gd name="connsiteX136" fmla="*/ 10036020 w 12188938"/>
              <a:gd name="connsiteY136" fmla="*/ 5233079 h 6857992"/>
              <a:gd name="connsiteX137" fmla="*/ 10036020 w 12188938"/>
              <a:gd name="connsiteY137" fmla="*/ 3459281 h 6857992"/>
              <a:gd name="connsiteX138" fmla="*/ 10047194 w 12188938"/>
              <a:gd name="connsiteY138" fmla="*/ 3454934 h 6857992"/>
              <a:gd name="connsiteX139" fmla="*/ 10038968 w 12188938"/>
              <a:gd name="connsiteY139" fmla="*/ 3375592 h 6857992"/>
              <a:gd name="connsiteX140" fmla="*/ 10036020 w 12188938"/>
              <a:gd name="connsiteY140" fmla="*/ 3374870 h 6857992"/>
              <a:gd name="connsiteX141" fmla="*/ 10036020 w 12188938"/>
              <a:gd name="connsiteY141" fmla="*/ 1624906 h 6857992"/>
              <a:gd name="connsiteX142" fmla="*/ 0 w 12188938"/>
              <a:gd name="connsiteY142" fmla="*/ 0 h 6857992"/>
              <a:gd name="connsiteX143" fmla="*/ 12188938 w 12188938"/>
              <a:gd name="connsiteY143" fmla="*/ 0 h 6857992"/>
              <a:gd name="connsiteX144" fmla="*/ 12188938 w 12188938"/>
              <a:gd name="connsiteY144" fmla="*/ 6857992 h 6857992"/>
              <a:gd name="connsiteX145" fmla="*/ 0 w 12188938"/>
              <a:gd name="connsiteY145" fmla="*/ 6857992 h 6857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</a:cxnLst>
            <a:rect l="l" t="t" r="r" b="b"/>
            <a:pathLst>
              <a:path w="12188938" h="6857992">
                <a:moveTo>
                  <a:pt x="10789622" y="4110765"/>
                </a:moveTo>
                <a:cubicBezTo>
                  <a:pt x="10708277" y="4128616"/>
                  <a:pt x="10735392" y="4189310"/>
                  <a:pt x="10793496" y="4192880"/>
                </a:cubicBezTo>
                <a:cubicBezTo>
                  <a:pt x="10859347" y="4189310"/>
                  <a:pt x="10851600" y="4110765"/>
                  <a:pt x="10789622" y="4110765"/>
                </a:cubicBezTo>
                <a:close/>
                <a:moveTo>
                  <a:pt x="11430043" y="4107476"/>
                </a:moveTo>
                <a:cubicBezTo>
                  <a:pt x="11320742" y="4150369"/>
                  <a:pt x="11414429" y="4207560"/>
                  <a:pt x="11480790" y="4171816"/>
                </a:cubicBezTo>
                <a:cubicBezTo>
                  <a:pt x="11488597" y="4143220"/>
                  <a:pt x="11461272" y="4100327"/>
                  <a:pt x="11430043" y="4107476"/>
                </a:cubicBezTo>
                <a:close/>
                <a:moveTo>
                  <a:pt x="11643184" y="4107090"/>
                </a:moveTo>
                <a:cubicBezTo>
                  <a:pt x="11569378" y="4121493"/>
                  <a:pt x="11592685" y="4171903"/>
                  <a:pt x="11643184" y="4186306"/>
                </a:cubicBezTo>
                <a:cubicBezTo>
                  <a:pt x="11713106" y="4186306"/>
                  <a:pt x="11705337" y="4110691"/>
                  <a:pt x="11643184" y="4107090"/>
                </a:cubicBezTo>
                <a:close/>
                <a:moveTo>
                  <a:pt x="11084439" y="4104189"/>
                </a:moveTo>
                <a:cubicBezTo>
                  <a:pt x="11002864" y="4107756"/>
                  <a:pt x="11014518" y="4196932"/>
                  <a:pt x="11088324" y="4196932"/>
                </a:cubicBezTo>
                <a:cubicBezTo>
                  <a:pt x="11146592" y="4186231"/>
                  <a:pt x="11127169" y="4111323"/>
                  <a:pt x="11084439" y="4104189"/>
                </a:cubicBezTo>
                <a:close/>
                <a:moveTo>
                  <a:pt x="11977268" y="4064583"/>
                </a:moveTo>
                <a:cubicBezTo>
                  <a:pt x="11899635" y="4071712"/>
                  <a:pt x="11884108" y="4132308"/>
                  <a:pt x="11957860" y="4157259"/>
                </a:cubicBezTo>
                <a:cubicBezTo>
                  <a:pt x="12016085" y="4167952"/>
                  <a:pt x="12039375" y="4071712"/>
                  <a:pt x="11977268" y="4064583"/>
                </a:cubicBezTo>
                <a:close/>
                <a:moveTo>
                  <a:pt x="10164195" y="4056856"/>
                </a:moveTo>
                <a:cubicBezTo>
                  <a:pt x="10082803" y="4064064"/>
                  <a:pt x="10086679" y="4143355"/>
                  <a:pt x="10164195" y="4150563"/>
                </a:cubicBezTo>
                <a:cubicBezTo>
                  <a:pt x="10222333" y="4139751"/>
                  <a:pt x="10206830" y="4071273"/>
                  <a:pt x="10164195" y="4056856"/>
                </a:cubicBezTo>
                <a:close/>
                <a:moveTo>
                  <a:pt x="10470889" y="4053956"/>
                </a:moveTo>
                <a:cubicBezTo>
                  <a:pt x="10439900" y="4071875"/>
                  <a:pt x="10381796" y="4075459"/>
                  <a:pt x="10447647" y="4147134"/>
                </a:cubicBezTo>
                <a:cubicBezTo>
                  <a:pt x="10532866" y="4165053"/>
                  <a:pt x="10532866" y="4064707"/>
                  <a:pt x="10470889" y="4053956"/>
                </a:cubicBezTo>
                <a:close/>
                <a:moveTo>
                  <a:pt x="152046" y="3893917"/>
                </a:moveTo>
                <a:cubicBezTo>
                  <a:pt x="93821" y="3890314"/>
                  <a:pt x="66649" y="3962377"/>
                  <a:pt x="124874" y="3973187"/>
                </a:cubicBezTo>
                <a:cubicBezTo>
                  <a:pt x="194744" y="4023631"/>
                  <a:pt x="221916" y="3901124"/>
                  <a:pt x="152046" y="3893917"/>
                </a:cubicBezTo>
                <a:close/>
                <a:moveTo>
                  <a:pt x="638431" y="3886118"/>
                </a:moveTo>
                <a:cubicBezTo>
                  <a:pt x="587970" y="3882520"/>
                  <a:pt x="568561" y="3918497"/>
                  <a:pt x="591851" y="3954475"/>
                </a:cubicBezTo>
                <a:cubicBezTo>
                  <a:pt x="665603" y="3986854"/>
                  <a:pt x="723828" y="3904106"/>
                  <a:pt x="638431" y="3886118"/>
                </a:cubicBezTo>
                <a:close/>
                <a:moveTo>
                  <a:pt x="2020621" y="3879602"/>
                </a:moveTo>
                <a:cubicBezTo>
                  <a:pt x="1993449" y="3915458"/>
                  <a:pt x="1977922" y="3854503"/>
                  <a:pt x="1970159" y="3940557"/>
                </a:cubicBezTo>
                <a:cubicBezTo>
                  <a:pt x="2040029" y="4040953"/>
                  <a:pt x="2125430" y="3897530"/>
                  <a:pt x="2020621" y="3879602"/>
                </a:cubicBezTo>
                <a:close/>
                <a:moveTo>
                  <a:pt x="1438182" y="3868995"/>
                </a:moveTo>
                <a:cubicBezTo>
                  <a:pt x="1356435" y="3890336"/>
                  <a:pt x="1391468" y="3925905"/>
                  <a:pt x="1438182" y="3947246"/>
                </a:cubicBezTo>
                <a:cubicBezTo>
                  <a:pt x="1504359" y="3940132"/>
                  <a:pt x="1500466" y="3876109"/>
                  <a:pt x="1438182" y="3868995"/>
                </a:cubicBezTo>
                <a:close/>
                <a:moveTo>
                  <a:pt x="1765862" y="3862391"/>
                </a:moveTo>
                <a:cubicBezTo>
                  <a:pt x="1730858" y="3876602"/>
                  <a:pt x="1676408" y="3887259"/>
                  <a:pt x="1738637" y="3951206"/>
                </a:cubicBezTo>
                <a:cubicBezTo>
                  <a:pt x="1835871" y="3972522"/>
                  <a:pt x="1831981" y="3873049"/>
                  <a:pt x="1765862" y="3862391"/>
                </a:cubicBezTo>
                <a:close/>
                <a:moveTo>
                  <a:pt x="1154678" y="3861266"/>
                </a:moveTo>
                <a:cubicBezTo>
                  <a:pt x="1077376" y="3879117"/>
                  <a:pt x="1108297" y="3925530"/>
                  <a:pt x="1154678" y="3939811"/>
                </a:cubicBezTo>
                <a:cubicBezTo>
                  <a:pt x="1224250" y="3943381"/>
                  <a:pt x="1220385" y="3871977"/>
                  <a:pt x="1154678" y="3861266"/>
                </a:cubicBezTo>
                <a:close/>
                <a:moveTo>
                  <a:pt x="878722" y="3858367"/>
                </a:moveTo>
                <a:cubicBezTo>
                  <a:pt x="793069" y="3890364"/>
                  <a:pt x="828109" y="3940136"/>
                  <a:pt x="902082" y="3947246"/>
                </a:cubicBezTo>
                <a:cubicBezTo>
                  <a:pt x="968269" y="3933025"/>
                  <a:pt x="917656" y="3861922"/>
                  <a:pt x="878722" y="3858367"/>
                </a:cubicBezTo>
                <a:close/>
                <a:moveTo>
                  <a:pt x="449757" y="3849853"/>
                </a:moveTo>
                <a:cubicBezTo>
                  <a:pt x="411040" y="3846252"/>
                  <a:pt x="352965" y="3867857"/>
                  <a:pt x="368452" y="3914667"/>
                </a:cubicBezTo>
                <a:cubicBezTo>
                  <a:pt x="411040" y="3965078"/>
                  <a:pt x="515576" y="3896663"/>
                  <a:pt x="449757" y="3849853"/>
                </a:cubicBezTo>
                <a:close/>
                <a:moveTo>
                  <a:pt x="11651208" y="3796213"/>
                </a:moveTo>
                <a:cubicBezTo>
                  <a:pt x="11620219" y="3824808"/>
                  <a:pt x="11604725" y="3774766"/>
                  <a:pt x="11600851" y="3856978"/>
                </a:cubicBezTo>
                <a:cubicBezTo>
                  <a:pt x="11662828" y="3953488"/>
                  <a:pt x="11751921" y="3810511"/>
                  <a:pt x="11651208" y="3796213"/>
                </a:cubicBezTo>
                <a:close/>
                <a:moveTo>
                  <a:pt x="11969505" y="3789255"/>
                </a:moveTo>
                <a:cubicBezTo>
                  <a:pt x="11938451" y="3803504"/>
                  <a:pt x="11884108" y="3814191"/>
                  <a:pt x="11946215" y="3878313"/>
                </a:cubicBezTo>
                <a:cubicBezTo>
                  <a:pt x="12039375" y="3903249"/>
                  <a:pt x="12039375" y="3799942"/>
                  <a:pt x="11969505" y="3789255"/>
                </a:cubicBezTo>
                <a:close/>
                <a:moveTo>
                  <a:pt x="11015833" y="3747231"/>
                </a:moveTo>
                <a:cubicBezTo>
                  <a:pt x="10945912" y="3747231"/>
                  <a:pt x="10934258" y="3854375"/>
                  <a:pt x="11008064" y="3829375"/>
                </a:cubicBezTo>
                <a:cubicBezTo>
                  <a:pt x="11046910" y="3865089"/>
                  <a:pt x="11077986" y="3747231"/>
                  <a:pt x="11015833" y="3747231"/>
                </a:cubicBezTo>
                <a:close/>
                <a:moveTo>
                  <a:pt x="10638051" y="3736359"/>
                </a:moveTo>
                <a:cubicBezTo>
                  <a:pt x="10525048" y="3765000"/>
                  <a:pt x="10610775" y="3854503"/>
                  <a:pt x="10680915" y="3804381"/>
                </a:cubicBezTo>
                <a:cubicBezTo>
                  <a:pt x="10688708" y="3775741"/>
                  <a:pt x="10673121" y="3732779"/>
                  <a:pt x="10638051" y="3736359"/>
                </a:cubicBezTo>
                <a:close/>
                <a:moveTo>
                  <a:pt x="10264977" y="3722113"/>
                </a:moveTo>
                <a:cubicBezTo>
                  <a:pt x="10214320" y="3729269"/>
                  <a:pt x="10179250" y="3786518"/>
                  <a:pt x="10233803" y="3811564"/>
                </a:cubicBezTo>
                <a:cubicBezTo>
                  <a:pt x="10288357" y="3818720"/>
                  <a:pt x="10342910" y="3747159"/>
                  <a:pt x="10264977" y="3722113"/>
                </a:cubicBezTo>
                <a:close/>
                <a:moveTo>
                  <a:pt x="11255210" y="3710038"/>
                </a:moveTo>
                <a:cubicBezTo>
                  <a:pt x="11146591" y="3735099"/>
                  <a:pt x="11235813" y="3831762"/>
                  <a:pt x="11305640" y="3785221"/>
                </a:cubicBezTo>
                <a:cubicBezTo>
                  <a:pt x="11313398" y="3749419"/>
                  <a:pt x="11282364" y="3713618"/>
                  <a:pt x="11255210" y="3710038"/>
                </a:cubicBezTo>
                <a:close/>
                <a:moveTo>
                  <a:pt x="343061" y="3611056"/>
                </a:moveTo>
                <a:cubicBezTo>
                  <a:pt x="281219" y="3621757"/>
                  <a:pt x="258029" y="3682397"/>
                  <a:pt x="327601" y="3703799"/>
                </a:cubicBezTo>
                <a:cubicBezTo>
                  <a:pt x="385577" y="3700232"/>
                  <a:pt x="404903" y="3621757"/>
                  <a:pt x="343061" y="3611056"/>
                </a:cubicBezTo>
                <a:close/>
                <a:moveTo>
                  <a:pt x="2040279" y="3578335"/>
                </a:moveTo>
                <a:cubicBezTo>
                  <a:pt x="1935539" y="3621341"/>
                  <a:pt x="2017003" y="3678681"/>
                  <a:pt x="2090709" y="3650011"/>
                </a:cubicBezTo>
                <a:cubicBezTo>
                  <a:pt x="2102350" y="3628508"/>
                  <a:pt x="2071313" y="3567584"/>
                  <a:pt x="2040279" y="3578335"/>
                </a:cubicBezTo>
                <a:close/>
                <a:moveTo>
                  <a:pt x="99393" y="3575932"/>
                </a:moveTo>
                <a:cubicBezTo>
                  <a:pt x="-1531" y="3611909"/>
                  <a:pt x="64458" y="3680266"/>
                  <a:pt x="149855" y="3647887"/>
                </a:cubicBezTo>
                <a:cubicBezTo>
                  <a:pt x="153736" y="3611909"/>
                  <a:pt x="130446" y="3575932"/>
                  <a:pt x="99393" y="3575932"/>
                </a:cubicBezTo>
                <a:close/>
                <a:moveTo>
                  <a:pt x="801257" y="3571806"/>
                </a:moveTo>
                <a:cubicBezTo>
                  <a:pt x="692355" y="3600291"/>
                  <a:pt x="777921" y="3689306"/>
                  <a:pt x="847929" y="3639458"/>
                </a:cubicBezTo>
                <a:cubicBezTo>
                  <a:pt x="851818" y="3610973"/>
                  <a:pt x="836261" y="3564685"/>
                  <a:pt x="801257" y="3571806"/>
                </a:cubicBezTo>
                <a:close/>
                <a:moveTo>
                  <a:pt x="1771669" y="3571447"/>
                </a:moveTo>
                <a:cubicBezTo>
                  <a:pt x="1701799" y="3582158"/>
                  <a:pt x="1678509" y="3649992"/>
                  <a:pt x="1775551" y="3653562"/>
                </a:cubicBezTo>
                <a:cubicBezTo>
                  <a:pt x="1826012" y="3642851"/>
                  <a:pt x="1833776" y="3571447"/>
                  <a:pt x="1771669" y="3571447"/>
                </a:cubicBezTo>
                <a:close/>
                <a:moveTo>
                  <a:pt x="1531232" y="3567584"/>
                </a:moveTo>
                <a:cubicBezTo>
                  <a:pt x="1449886" y="3578396"/>
                  <a:pt x="1438265" y="3632458"/>
                  <a:pt x="1515737" y="3661291"/>
                </a:cubicBezTo>
                <a:cubicBezTo>
                  <a:pt x="1577714" y="3661291"/>
                  <a:pt x="1589335" y="3578396"/>
                  <a:pt x="1531232" y="3567584"/>
                </a:cubicBezTo>
                <a:close/>
                <a:moveTo>
                  <a:pt x="576083" y="3560820"/>
                </a:moveTo>
                <a:cubicBezTo>
                  <a:pt x="494078" y="3564398"/>
                  <a:pt x="505793" y="3650271"/>
                  <a:pt x="579988" y="3657427"/>
                </a:cubicBezTo>
                <a:cubicBezTo>
                  <a:pt x="634658" y="3643115"/>
                  <a:pt x="622943" y="3571554"/>
                  <a:pt x="576083" y="3560820"/>
                </a:cubicBezTo>
                <a:close/>
                <a:moveTo>
                  <a:pt x="1243735" y="3554060"/>
                </a:moveTo>
                <a:cubicBezTo>
                  <a:pt x="1169699" y="3571932"/>
                  <a:pt x="1196975" y="3661293"/>
                  <a:pt x="1267115" y="3621974"/>
                </a:cubicBezTo>
                <a:cubicBezTo>
                  <a:pt x="1274908" y="3614825"/>
                  <a:pt x="1286598" y="3596953"/>
                  <a:pt x="1298288" y="3607677"/>
                </a:cubicBezTo>
                <a:cubicBezTo>
                  <a:pt x="1306082" y="3582656"/>
                  <a:pt x="1271012" y="3554060"/>
                  <a:pt x="1243735" y="3554060"/>
                </a:cubicBezTo>
                <a:close/>
                <a:moveTo>
                  <a:pt x="1069080" y="3514450"/>
                </a:moveTo>
                <a:cubicBezTo>
                  <a:pt x="995691" y="3532226"/>
                  <a:pt x="960928" y="3603329"/>
                  <a:pt x="1057493" y="3603329"/>
                </a:cubicBezTo>
                <a:cubicBezTo>
                  <a:pt x="1107706" y="3592664"/>
                  <a:pt x="1130882" y="3521560"/>
                  <a:pt x="1069080" y="3514450"/>
                </a:cubicBezTo>
                <a:close/>
                <a:moveTo>
                  <a:pt x="11577350" y="3430849"/>
                </a:moveTo>
                <a:cubicBezTo>
                  <a:pt x="11526888" y="3430849"/>
                  <a:pt x="11507480" y="3470380"/>
                  <a:pt x="11534652" y="3506317"/>
                </a:cubicBezTo>
                <a:cubicBezTo>
                  <a:pt x="11608404" y="3520692"/>
                  <a:pt x="11662747" y="3463193"/>
                  <a:pt x="11577350" y="3430849"/>
                </a:cubicBezTo>
                <a:close/>
                <a:moveTo>
                  <a:pt x="12105571" y="3430847"/>
                </a:moveTo>
                <a:cubicBezTo>
                  <a:pt x="12000559" y="3466591"/>
                  <a:pt x="12082235" y="3538080"/>
                  <a:pt x="12160022" y="3498761"/>
                </a:cubicBezTo>
                <a:cubicBezTo>
                  <a:pt x="12156133" y="3470166"/>
                  <a:pt x="12136686" y="3430847"/>
                  <a:pt x="12105571" y="3430847"/>
                </a:cubicBezTo>
                <a:close/>
                <a:moveTo>
                  <a:pt x="11825923" y="3416356"/>
                </a:moveTo>
                <a:cubicBezTo>
                  <a:pt x="11744578" y="3419949"/>
                  <a:pt x="11756199" y="3498984"/>
                  <a:pt x="11794935" y="3488207"/>
                </a:cubicBezTo>
                <a:cubicBezTo>
                  <a:pt x="11868533" y="3531317"/>
                  <a:pt x="11895648" y="3423543"/>
                  <a:pt x="11825923" y="3416356"/>
                </a:cubicBezTo>
                <a:close/>
                <a:moveTo>
                  <a:pt x="11297784" y="3380614"/>
                </a:moveTo>
                <a:cubicBezTo>
                  <a:pt x="11255196" y="3384189"/>
                  <a:pt x="11224222" y="3402061"/>
                  <a:pt x="11239709" y="3448527"/>
                </a:cubicBezTo>
                <a:cubicBezTo>
                  <a:pt x="11301656" y="3523589"/>
                  <a:pt x="11386833" y="3416358"/>
                  <a:pt x="11297784" y="3380614"/>
                </a:cubicBezTo>
                <a:close/>
                <a:moveTo>
                  <a:pt x="10284650" y="3366124"/>
                </a:moveTo>
                <a:cubicBezTo>
                  <a:pt x="10253596" y="3380421"/>
                  <a:pt x="10199253" y="3391144"/>
                  <a:pt x="10261360" y="3459057"/>
                </a:cubicBezTo>
                <a:cubicBezTo>
                  <a:pt x="10354520" y="3473355"/>
                  <a:pt x="10350638" y="3376847"/>
                  <a:pt x="10284650" y="3366124"/>
                </a:cubicBezTo>
                <a:close/>
                <a:moveTo>
                  <a:pt x="10933029" y="3359362"/>
                </a:moveTo>
                <a:cubicBezTo>
                  <a:pt x="10820322" y="3384401"/>
                  <a:pt x="10917483" y="3491711"/>
                  <a:pt x="10983552" y="3434478"/>
                </a:cubicBezTo>
                <a:cubicBezTo>
                  <a:pt x="10991325" y="3402285"/>
                  <a:pt x="10960234" y="3366515"/>
                  <a:pt x="10933029" y="3359362"/>
                </a:cubicBezTo>
                <a:close/>
                <a:moveTo>
                  <a:pt x="10579447" y="3355210"/>
                </a:moveTo>
                <a:cubicBezTo>
                  <a:pt x="10494050" y="3401711"/>
                  <a:pt x="10598855" y="3483982"/>
                  <a:pt x="10649317" y="3416018"/>
                </a:cubicBezTo>
                <a:cubicBezTo>
                  <a:pt x="10649317" y="3380249"/>
                  <a:pt x="10633790" y="3351633"/>
                  <a:pt x="10579447" y="3355210"/>
                </a:cubicBezTo>
                <a:close/>
                <a:moveTo>
                  <a:pt x="1915689" y="3277771"/>
                </a:moveTo>
                <a:cubicBezTo>
                  <a:pt x="1869206" y="3284911"/>
                  <a:pt x="1853712" y="3334893"/>
                  <a:pt x="1896321" y="3359884"/>
                </a:cubicBezTo>
                <a:cubicBezTo>
                  <a:pt x="1973793" y="3338462"/>
                  <a:pt x="2004782" y="3302761"/>
                  <a:pt x="1915689" y="3277771"/>
                </a:cubicBezTo>
                <a:close/>
                <a:moveTo>
                  <a:pt x="1698041" y="3245892"/>
                </a:moveTo>
                <a:cubicBezTo>
                  <a:pt x="1616696" y="3256592"/>
                  <a:pt x="1605075" y="3310097"/>
                  <a:pt x="1682547" y="3335065"/>
                </a:cubicBezTo>
                <a:cubicBezTo>
                  <a:pt x="1744524" y="3338632"/>
                  <a:pt x="1756145" y="3253025"/>
                  <a:pt x="1698041" y="3245892"/>
                </a:cubicBezTo>
                <a:close/>
                <a:moveTo>
                  <a:pt x="1104067" y="3224638"/>
                </a:moveTo>
                <a:cubicBezTo>
                  <a:pt x="1057395" y="3231794"/>
                  <a:pt x="1030170" y="3253263"/>
                  <a:pt x="1061284" y="3296199"/>
                </a:cubicBezTo>
                <a:cubicBezTo>
                  <a:pt x="1139071" y="3321243"/>
                  <a:pt x="1189633" y="3260418"/>
                  <a:pt x="1104067" y="3224638"/>
                </a:cubicBezTo>
                <a:close/>
                <a:moveTo>
                  <a:pt x="1383806" y="3220776"/>
                </a:moveTo>
                <a:cubicBezTo>
                  <a:pt x="1283002" y="3238632"/>
                  <a:pt x="1345035" y="3338631"/>
                  <a:pt x="1430332" y="3299346"/>
                </a:cubicBezTo>
                <a:cubicBezTo>
                  <a:pt x="1461349" y="3277918"/>
                  <a:pt x="1395437" y="3220776"/>
                  <a:pt x="1383806" y="3220776"/>
                </a:cubicBezTo>
                <a:close/>
                <a:moveTo>
                  <a:pt x="804868" y="3191793"/>
                </a:moveTo>
                <a:cubicBezTo>
                  <a:pt x="762138" y="3202540"/>
                  <a:pt x="742716" y="3252696"/>
                  <a:pt x="785446" y="3277771"/>
                </a:cubicBezTo>
                <a:cubicBezTo>
                  <a:pt x="859252" y="3263441"/>
                  <a:pt x="886444" y="3213289"/>
                  <a:pt x="804868" y="3191793"/>
                </a:cubicBezTo>
                <a:close/>
                <a:moveTo>
                  <a:pt x="482687" y="3191410"/>
                </a:moveTo>
                <a:cubicBezTo>
                  <a:pt x="473950" y="3191737"/>
                  <a:pt x="464817" y="3193131"/>
                  <a:pt x="455563" y="3195805"/>
                </a:cubicBezTo>
                <a:cubicBezTo>
                  <a:pt x="432183" y="3231476"/>
                  <a:pt x="467253" y="3267146"/>
                  <a:pt x="514013" y="3267146"/>
                </a:cubicBezTo>
                <a:cubicBezTo>
                  <a:pt x="585614" y="3239056"/>
                  <a:pt x="543846" y="3189119"/>
                  <a:pt x="482687" y="3191410"/>
                </a:cubicBezTo>
                <a:close/>
                <a:moveTo>
                  <a:pt x="218915" y="3177302"/>
                </a:moveTo>
                <a:cubicBezTo>
                  <a:pt x="164362" y="3180900"/>
                  <a:pt x="133188" y="3242060"/>
                  <a:pt x="187741" y="3267244"/>
                </a:cubicBezTo>
                <a:cubicBezTo>
                  <a:pt x="242295" y="3281635"/>
                  <a:pt x="296848" y="3202486"/>
                  <a:pt x="218915" y="3177302"/>
                </a:cubicBezTo>
                <a:close/>
                <a:moveTo>
                  <a:pt x="2152903" y="1624906"/>
                </a:moveTo>
                <a:lnTo>
                  <a:pt x="2152903" y="5233079"/>
                </a:lnTo>
                <a:lnTo>
                  <a:pt x="10036020" y="5233079"/>
                </a:lnTo>
                <a:lnTo>
                  <a:pt x="10036020" y="3459281"/>
                </a:lnTo>
                <a:lnTo>
                  <a:pt x="10047194" y="3454934"/>
                </a:lnTo>
                <a:cubicBezTo>
                  <a:pt x="10075852" y="3435526"/>
                  <a:pt x="10071530" y="3391335"/>
                  <a:pt x="10038968" y="3375592"/>
                </a:cubicBezTo>
                <a:lnTo>
                  <a:pt x="10036020" y="3374870"/>
                </a:lnTo>
                <a:lnTo>
                  <a:pt x="10036020" y="1624906"/>
                </a:lnTo>
                <a:close/>
                <a:moveTo>
                  <a:pt x="0" y="0"/>
                </a:moveTo>
                <a:lnTo>
                  <a:pt x="12188938" y="0"/>
                </a:lnTo>
                <a:lnTo>
                  <a:pt x="12188938" y="6857992"/>
                </a:lnTo>
                <a:lnTo>
                  <a:pt x="0" y="6857992"/>
                </a:ln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95C89-2E28-4777-95B0-BA7EECAE3B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52217" y="3001754"/>
            <a:ext cx="7883117" cy="854493"/>
          </a:xfrm>
          <a:noFill/>
          <a:ln>
            <a:noFill/>
          </a:ln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076505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603F58-3A9F-AB36-2AA1-3F51ECFFF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96112"/>
            <a:ext cx="9770165" cy="5029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9BA523-EF01-4656-9D54-347E984FD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848" y="914400"/>
            <a:ext cx="3916018" cy="4992624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52871-79D5-420E-8207-BEF7BE44A9B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85865" y="914400"/>
            <a:ext cx="4784298" cy="4992624"/>
          </a:xfrm>
        </p:spPr>
        <p:txBody>
          <a:bodyPr anchor="ctr"/>
          <a:lstStyle>
            <a:lvl1pPr>
              <a:defRPr/>
            </a:lvl1pPr>
            <a:lvl2pPr marL="514350" indent="-285750">
              <a:buFont typeface="Arial" panose="020B0604020202020204" pitchFamily="34" charset="0"/>
              <a:buChar char="•"/>
              <a:defRPr/>
            </a:lvl2pPr>
            <a:lvl3pPr marL="822960">
              <a:defRPr/>
            </a:lvl3pPr>
            <a:lvl4pPr marL="1097280" indent="-285750">
              <a:buFont typeface="Arial" panose="020B0604020202020204" pitchFamily="34" charset="0"/>
              <a:buChar char="•"/>
              <a:defRPr/>
            </a:lvl4pPr>
            <a:lvl5pPr marL="1371600"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D32D3-8223-4851-BB8E-CB489B975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448B-FCF6-40C5-8BB6-15B70E889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524BA3-05A5-6B79-0847-47B9200CA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4A96F87-C96C-5C77-5F19-7E7718B182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A72435CD-AEF9-2E9D-2CB8-C32EF59C925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5">
              <a:extLst>
                <a:ext uri="{FF2B5EF4-FFF2-40B4-BE49-F238E27FC236}">
                  <a16:creationId xmlns:a16="http://schemas.microsoft.com/office/drawing/2014/main" id="{EE245742-CACD-E9FD-847C-368F946EFB2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32BB9EC6-01D5-DED4-4BCB-E6E51D3B98B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DE36C030-58F1-1888-1D47-945FCC9584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20">
              <a:extLst>
                <a:ext uri="{FF2B5EF4-FFF2-40B4-BE49-F238E27FC236}">
                  <a16:creationId xmlns:a16="http://schemas.microsoft.com/office/drawing/2014/main" id="{466FDC08-12F1-2CB3-55E5-4223F1217DD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5E48192E-A210-10FC-64F0-87C12AD695C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A4D29756-7DDD-363E-DDBA-29F32449370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977AA206-7B0D-630E-2C5B-9550571F99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7">
              <a:extLst>
                <a:ext uri="{FF2B5EF4-FFF2-40B4-BE49-F238E27FC236}">
                  <a16:creationId xmlns:a16="http://schemas.microsoft.com/office/drawing/2014/main" id="{C578E452-C96A-4AD6-03EF-7436CFB85BC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C438EC8D-F884-2CCB-C0B8-F1DFF293343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BA1C17DB-42EF-C725-6164-123558E5FD4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06750BBF-690D-5F90-5163-18063ADC25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51">
              <a:extLst>
                <a:ext uri="{FF2B5EF4-FFF2-40B4-BE49-F238E27FC236}">
                  <a16:creationId xmlns:a16="http://schemas.microsoft.com/office/drawing/2014/main" id="{89906FC3-98D6-7517-878A-5C26150B3F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2">
              <a:extLst>
                <a:ext uri="{FF2B5EF4-FFF2-40B4-BE49-F238E27FC236}">
                  <a16:creationId xmlns:a16="http://schemas.microsoft.com/office/drawing/2014/main" id="{75F49575-E7DD-AE0C-5DF7-E0C73186764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3">
              <a:extLst>
                <a:ext uri="{FF2B5EF4-FFF2-40B4-BE49-F238E27FC236}">
                  <a16:creationId xmlns:a16="http://schemas.microsoft.com/office/drawing/2014/main" id="{709045A5-2F7F-92CC-97B8-410B6D7E4D6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4">
              <a:extLst>
                <a:ext uri="{FF2B5EF4-FFF2-40B4-BE49-F238E27FC236}">
                  <a16:creationId xmlns:a16="http://schemas.microsoft.com/office/drawing/2014/main" id="{703C71CC-B46F-7BBE-90EA-2001D8AD54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5">
              <a:extLst>
                <a:ext uri="{FF2B5EF4-FFF2-40B4-BE49-F238E27FC236}">
                  <a16:creationId xmlns:a16="http://schemas.microsoft.com/office/drawing/2014/main" id="{B4C944EE-3B01-2182-831C-BAFA820EA3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6">
              <a:extLst>
                <a:ext uri="{FF2B5EF4-FFF2-40B4-BE49-F238E27FC236}">
                  <a16:creationId xmlns:a16="http://schemas.microsoft.com/office/drawing/2014/main" id="{727646B3-834E-594A-5B4B-B217CB5CC95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7">
              <a:extLst>
                <a:ext uri="{FF2B5EF4-FFF2-40B4-BE49-F238E27FC236}">
                  <a16:creationId xmlns:a16="http://schemas.microsoft.com/office/drawing/2014/main" id="{4098E858-E702-BCEE-34E1-4FB7FCC0384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1D73C9C0-AEBB-4212-2317-04A443DE6C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7A9ADFE8-600D-EC70-1526-70D43721D47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1">
              <a:extLst>
                <a:ext uri="{FF2B5EF4-FFF2-40B4-BE49-F238E27FC236}">
                  <a16:creationId xmlns:a16="http://schemas.microsoft.com/office/drawing/2014/main" id="{47093F4D-746D-B229-71F1-BBBD2A412DE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E79385DE-E8DC-D3BD-8F48-2B0EC4A7A4F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ADB21756-515B-FDA0-F289-99C5BA0AC20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CA68471-EC31-03E2-FABA-89DF61C9542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C6DCACC-784C-B8E8-8898-8A3054F7BB1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5142D3E8-23FC-2DE1-4133-445F85F858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834331B7-F09D-F2F0-D7E6-0EB8C688F7F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305070D6-F045-EA4D-B977-990FA5AD80A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9A4AB825-6845-E0D4-F157-1B948E19375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1DC24A75-0693-795A-17CD-2BC189B01B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7623FAB8-FD45-2810-775A-D5F12B0C597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AFB53E66-FB09-7C3D-5E42-BA4B99CBF4D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21">
              <a:extLst>
                <a:ext uri="{FF2B5EF4-FFF2-40B4-BE49-F238E27FC236}">
                  <a16:creationId xmlns:a16="http://schemas.microsoft.com/office/drawing/2014/main" id="{C0748BCE-826C-3D38-4EA4-53C9E7ECCA7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E3088280-5A11-FEE1-C425-5F9B9138566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7C801BDC-004A-68E7-856A-D681506B773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0BDA8CC8-E51E-5BF7-CBC2-B60291A802F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3B0B61F7-5A35-A15E-6E4B-6D6A298FFA5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81D6A465-F994-20E5-49E8-175597AD68B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D75A0419-EF75-A155-9681-652E6B346EA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45DD044E-FBD8-59A7-C0A4-1B4C0C42510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ED7D8618-6C65-EAFD-D6C9-9BDCFD912A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80EC0767-4417-DE89-BD3D-00D457589FC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9ECD19A6-4F3F-15B6-5735-411CA65BA3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812AA157-A92D-EA70-8BFE-88D61D0C1E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6B31E4CC-E710-8892-2E71-34DC876F651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1">
              <a:extLst>
                <a:ext uri="{FF2B5EF4-FFF2-40B4-BE49-F238E27FC236}">
                  <a16:creationId xmlns:a16="http://schemas.microsoft.com/office/drawing/2014/main" id="{85E5200A-6950-CF88-4242-8FD3D625DEA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CA54D161-9EF8-78DF-1B0A-4766817848F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C64272B3-20CB-3F91-8A8F-595CFB252B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5">
              <a:extLst>
                <a:ext uri="{FF2B5EF4-FFF2-40B4-BE49-F238E27FC236}">
                  <a16:creationId xmlns:a16="http://schemas.microsoft.com/office/drawing/2014/main" id="{4E27BC89-3702-B5D8-FF7A-2A9DC0C0EC1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83653270-5B66-5986-EFCD-119B007A9B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F3BF5718-BDC9-840C-4E9A-1D89A5934A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C228B2C6-09B9-0197-99EA-39EC047DF7B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57C6648C-C0B4-BD17-D230-91DE452DAB1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9AC9B6FA-998F-B567-2F39-781F57ACA70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42B138FE-612F-3B50-AB2F-C13E6E2A875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5289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1541" y="4529448"/>
            <a:ext cx="10866378" cy="1806056"/>
          </a:xfrm>
        </p:spPr>
        <p:txBody>
          <a:bodyPr anchor="ctr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8" name="Picture Placeholder 107">
            <a:extLst>
              <a:ext uri="{FF2B5EF4-FFF2-40B4-BE49-F238E27FC236}">
                <a16:creationId xmlns:a16="http://schemas.microsoft.com/office/drawing/2014/main" id="{E12E6D41-7C52-E539-371E-04865B83A3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4362" y="1108"/>
            <a:ext cx="12196362" cy="4491095"/>
          </a:xfrm>
          <a:custGeom>
            <a:avLst/>
            <a:gdLst>
              <a:gd name="connsiteX0" fmla="*/ 8875213 w 12196362"/>
              <a:gd name="connsiteY0" fmla="*/ 4399821 h 4491095"/>
              <a:gd name="connsiteX1" fmla="*/ 8828080 w 12196362"/>
              <a:gd name="connsiteY1" fmla="*/ 4408867 h 4491095"/>
              <a:gd name="connsiteX2" fmla="*/ 8864147 w 12196362"/>
              <a:gd name="connsiteY2" fmla="*/ 4457362 h 4491095"/>
              <a:gd name="connsiteX3" fmla="*/ 8875213 w 12196362"/>
              <a:gd name="connsiteY3" fmla="*/ 4399821 h 4491095"/>
              <a:gd name="connsiteX4" fmla="*/ 11795748 w 12196362"/>
              <a:gd name="connsiteY4" fmla="*/ 4398237 h 4491095"/>
              <a:gd name="connsiteX5" fmla="*/ 11750385 w 12196362"/>
              <a:gd name="connsiteY5" fmla="*/ 4404102 h 4491095"/>
              <a:gd name="connsiteX6" fmla="*/ 11792983 w 12196362"/>
              <a:gd name="connsiteY6" fmla="*/ 4464646 h 4491095"/>
              <a:gd name="connsiteX7" fmla="*/ 11795748 w 12196362"/>
              <a:gd name="connsiteY7" fmla="*/ 4398237 h 4491095"/>
              <a:gd name="connsiteX8" fmla="*/ 8107164 w 12196362"/>
              <a:gd name="connsiteY8" fmla="*/ 4395054 h 4491095"/>
              <a:gd name="connsiteX9" fmla="*/ 8099310 w 12196362"/>
              <a:gd name="connsiteY9" fmla="*/ 4462595 h 4491095"/>
              <a:gd name="connsiteX10" fmla="*/ 8145304 w 12196362"/>
              <a:gd name="connsiteY10" fmla="*/ 4399557 h 4491095"/>
              <a:gd name="connsiteX11" fmla="*/ 8107164 w 12196362"/>
              <a:gd name="connsiteY11" fmla="*/ 4395054 h 4491095"/>
              <a:gd name="connsiteX12" fmla="*/ 9086283 w 12196362"/>
              <a:gd name="connsiteY12" fmla="*/ 4387521 h 4491095"/>
              <a:gd name="connsiteX13" fmla="*/ 9106048 w 12196362"/>
              <a:gd name="connsiteY13" fmla="*/ 4462596 h 4491095"/>
              <a:gd name="connsiteX14" fmla="*/ 9086283 w 12196362"/>
              <a:gd name="connsiteY14" fmla="*/ 4387521 h 4491095"/>
              <a:gd name="connsiteX15" fmla="*/ 12052208 w 12196362"/>
              <a:gd name="connsiteY15" fmla="*/ 4382645 h 4491095"/>
              <a:gd name="connsiteX16" fmla="*/ 12055487 w 12196362"/>
              <a:gd name="connsiteY16" fmla="*/ 4452007 h 4491095"/>
              <a:gd name="connsiteX17" fmla="*/ 12052208 w 12196362"/>
              <a:gd name="connsiteY17" fmla="*/ 4382645 h 4491095"/>
              <a:gd name="connsiteX18" fmla="*/ 8337035 w 12196362"/>
              <a:gd name="connsiteY18" fmla="*/ 4373903 h 4491095"/>
              <a:gd name="connsiteX19" fmla="*/ 8289800 w 12196362"/>
              <a:gd name="connsiteY19" fmla="*/ 4378484 h 4491095"/>
              <a:gd name="connsiteX20" fmla="*/ 8332425 w 12196362"/>
              <a:gd name="connsiteY20" fmla="*/ 4438931 h 4491095"/>
              <a:gd name="connsiteX21" fmla="*/ 8337035 w 12196362"/>
              <a:gd name="connsiteY21" fmla="*/ 4373903 h 4491095"/>
              <a:gd name="connsiteX22" fmla="*/ 10891040 w 12196362"/>
              <a:gd name="connsiteY22" fmla="*/ 4371914 h 4491095"/>
              <a:gd name="connsiteX23" fmla="*/ 10897045 w 12196362"/>
              <a:gd name="connsiteY23" fmla="*/ 4435667 h 4491095"/>
              <a:gd name="connsiteX24" fmla="*/ 10936469 w 12196362"/>
              <a:gd name="connsiteY24" fmla="*/ 4375220 h 4491095"/>
              <a:gd name="connsiteX25" fmla="*/ 10891040 w 12196362"/>
              <a:gd name="connsiteY25" fmla="*/ 4371914 h 4491095"/>
              <a:gd name="connsiteX26" fmla="*/ 7408266 w 12196362"/>
              <a:gd name="connsiteY26" fmla="*/ 4370174 h 4491095"/>
              <a:gd name="connsiteX27" fmla="*/ 7403419 w 12196362"/>
              <a:gd name="connsiteY27" fmla="*/ 4441618 h 4491095"/>
              <a:gd name="connsiteX28" fmla="*/ 7423116 w 12196362"/>
              <a:gd name="connsiteY28" fmla="*/ 4378112 h 4491095"/>
              <a:gd name="connsiteX29" fmla="*/ 7408266 w 12196362"/>
              <a:gd name="connsiteY29" fmla="*/ 4370174 h 4491095"/>
              <a:gd name="connsiteX30" fmla="*/ 10162620 w 12196362"/>
              <a:gd name="connsiteY30" fmla="*/ 4370052 h 4491095"/>
              <a:gd name="connsiteX31" fmla="*/ 10116199 w 12196362"/>
              <a:gd name="connsiteY31" fmla="*/ 4380992 h 4491095"/>
              <a:gd name="connsiteX32" fmla="*/ 10162158 w 12196362"/>
              <a:gd name="connsiteY32" fmla="*/ 4444642 h 4491095"/>
              <a:gd name="connsiteX33" fmla="*/ 10162620 w 12196362"/>
              <a:gd name="connsiteY33" fmla="*/ 4370052 h 4491095"/>
              <a:gd name="connsiteX34" fmla="*/ 8574792 w 12196362"/>
              <a:gd name="connsiteY34" fmla="*/ 4369568 h 4491095"/>
              <a:gd name="connsiteX35" fmla="*/ 8574792 w 12196362"/>
              <a:gd name="connsiteY35" fmla="*/ 4438930 h 4491095"/>
              <a:gd name="connsiteX36" fmla="*/ 8574792 w 12196362"/>
              <a:gd name="connsiteY36" fmla="*/ 4369568 h 4491095"/>
              <a:gd name="connsiteX37" fmla="*/ 10389169 w 12196362"/>
              <a:gd name="connsiteY37" fmla="*/ 4368333 h 4491095"/>
              <a:gd name="connsiteX38" fmla="*/ 10359025 w 12196362"/>
              <a:gd name="connsiteY38" fmla="*/ 4405575 h 4491095"/>
              <a:gd name="connsiteX39" fmla="*/ 10414980 w 12196362"/>
              <a:gd name="connsiteY39" fmla="*/ 4439012 h 4491095"/>
              <a:gd name="connsiteX40" fmla="*/ 10389169 w 12196362"/>
              <a:gd name="connsiteY40" fmla="*/ 4368333 h 4491095"/>
              <a:gd name="connsiteX41" fmla="*/ 9885248 w 12196362"/>
              <a:gd name="connsiteY41" fmla="*/ 4368305 h 4491095"/>
              <a:gd name="connsiteX42" fmla="*/ 9891215 w 12196362"/>
              <a:gd name="connsiteY42" fmla="*/ 4429954 h 4491095"/>
              <a:gd name="connsiteX43" fmla="*/ 9930379 w 12196362"/>
              <a:gd name="connsiteY43" fmla="*/ 4372110 h 4491095"/>
              <a:gd name="connsiteX44" fmla="*/ 9885248 w 12196362"/>
              <a:gd name="connsiteY44" fmla="*/ 4368305 h 4491095"/>
              <a:gd name="connsiteX45" fmla="*/ 7856713 w 12196362"/>
              <a:gd name="connsiteY45" fmla="*/ 4365469 h 4491095"/>
              <a:gd name="connsiteX46" fmla="*/ 7816857 w 12196362"/>
              <a:gd name="connsiteY46" fmla="*/ 4381400 h 4491095"/>
              <a:gd name="connsiteX47" fmla="*/ 7856251 w 12196362"/>
              <a:gd name="connsiteY47" fmla="*/ 4426919 h 4491095"/>
              <a:gd name="connsiteX48" fmla="*/ 7856713 w 12196362"/>
              <a:gd name="connsiteY48" fmla="*/ 4365469 h 4491095"/>
              <a:gd name="connsiteX49" fmla="*/ 11577057 w 12196362"/>
              <a:gd name="connsiteY49" fmla="*/ 4361931 h 4491095"/>
              <a:gd name="connsiteX50" fmla="*/ 11580336 w 12196362"/>
              <a:gd name="connsiteY50" fmla="*/ 4431293 h 4491095"/>
              <a:gd name="connsiteX51" fmla="*/ 11577057 w 12196362"/>
              <a:gd name="connsiteY51" fmla="*/ 4361931 h 4491095"/>
              <a:gd name="connsiteX52" fmla="*/ 9395903 w 12196362"/>
              <a:gd name="connsiteY52" fmla="*/ 4360405 h 4491095"/>
              <a:gd name="connsiteX53" fmla="*/ 9348770 w 12196362"/>
              <a:gd name="connsiteY53" fmla="*/ 4369451 h 4491095"/>
              <a:gd name="connsiteX54" fmla="*/ 9384837 w 12196362"/>
              <a:gd name="connsiteY54" fmla="*/ 4417946 h 4491095"/>
              <a:gd name="connsiteX55" fmla="*/ 9395903 w 12196362"/>
              <a:gd name="connsiteY55" fmla="*/ 4360405 h 4491095"/>
              <a:gd name="connsiteX56" fmla="*/ 10651295 w 12196362"/>
              <a:gd name="connsiteY56" fmla="*/ 4359777 h 4491095"/>
              <a:gd name="connsiteX57" fmla="*/ 10657857 w 12196362"/>
              <a:gd name="connsiteY57" fmla="*/ 4438357 h 4491095"/>
              <a:gd name="connsiteX58" fmla="*/ 10651295 w 12196362"/>
              <a:gd name="connsiteY58" fmla="*/ 4359777 h 4491095"/>
              <a:gd name="connsiteX59" fmla="*/ 5778476 w 12196362"/>
              <a:gd name="connsiteY59" fmla="*/ 4359708 h 4491095"/>
              <a:gd name="connsiteX60" fmla="*/ 5758052 w 12196362"/>
              <a:gd name="connsiteY60" fmla="*/ 4367398 h 4491095"/>
              <a:gd name="connsiteX61" fmla="*/ 5731720 w 12196362"/>
              <a:gd name="connsiteY61" fmla="*/ 4379475 h 4491095"/>
              <a:gd name="connsiteX62" fmla="*/ 5777801 w 12196362"/>
              <a:gd name="connsiteY62" fmla="*/ 4424765 h 4491095"/>
              <a:gd name="connsiteX63" fmla="*/ 5778476 w 12196362"/>
              <a:gd name="connsiteY63" fmla="*/ 4359708 h 4491095"/>
              <a:gd name="connsiteX64" fmla="*/ 7200065 w 12196362"/>
              <a:gd name="connsiteY64" fmla="*/ 4354063 h 4491095"/>
              <a:gd name="connsiteX65" fmla="*/ 7190217 w 12196362"/>
              <a:gd name="connsiteY65" fmla="*/ 4432402 h 4491095"/>
              <a:gd name="connsiteX66" fmla="*/ 7200065 w 12196362"/>
              <a:gd name="connsiteY66" fmla="*/ 4354063 h 4491095"/>
              <a:gd name="connsiteX67" fmla="*/ 6553320 w 12196362"/>
              <a:gd name="connsiteY67" fmla="*/ 4350800 h 4491095"/>
              <a:gd name="connsiteX68" fmla="*/ 6540261 w 12196362"/>
              <a:gd name="connsiteY68" fmla="*/ 4429139 h 4491095"/>
              <a:gd name="connsiteX69" fmla="*/ 6553320 w 12196362"/>
              <a:gd name="connsiteY69" fmla="*/ 4350800 h 4491095"/>
              <a:gd name="connsiteX70" fmla="*/ 11151209 w 12196362"/>
              <a:gd name="connsiteY70" fmla="*/ 4344699 h 4491095"/>
              <a:gd name="connsiteX71" fmla="*/ 11154503 w 12196362"/>
              <a:gd name="connsiteY71" fmla="*/ 4417325 h 4491095"/>
              <a:gd name="connsiteX72" fmla="*/ 11151209 w 12196362"/>
              <a:gd name="connsiteY72" fmla="*/ 4344699 h 4491095"/>
              <a:gd name="connsiteX73" fmla="*/ 11365866 w 12196362"/>
              <a:gd name="connsiteY73" fmla="*/ 4343621 h 4491095"/>
              <a:gd name="connsiteX74" fmla="*/ 11330914 w 12196362"/>
              <a:gd name="connsiteY74" fmla="*/ 4412771 h 4491095"/>
              <a:gd name="connsiteX75" fmla="*/ 11399592 w 12196362"/>
              <a:gd name="connsiteY75" fmla="*/ 4358469 h 4491095"/>
              <a:gd name="connsiteX76" fmla="*/ 11365866 w 12196362"/>
              <a:gd name="connsiteY76" fmla="*/ 4343621 h 4491095"/>
              <a:gd name="connsiteX77" fmla="*/ 7620828 w 12196362"/>
              <a:gd name="connsiteY77" fmla="*/ 4343430 h 4491095"/>
              <a:gd name="connsiteX78" fmla="*/ 7577330 w 12196362"/>
              <a:gd name="connsiteY78" fmla="*/ 4356991 h 4491095"/>
              <a:gd name="connsiteX79" fmla="*/ 7613441 w 12196362"/>
              <a:gd name="connsiteY79" fmla="*/ 4414449 h 4491095"/>
              <a:gd name="connsiteX80" fmla="*/ 7620828 w 12196362"/>
              <a:gd name="connsiteY80" fmla="*/ 4343430 h 4491095"/>
              <a:gd name="connsiteX81" fmla="*/ 5978936 w 12196362"/>
              <a:gd name="connsiteY81" fmla="*/ 4342251 h 4491095"/>
              <a:gd name="connsiteX82" fmla="*/ 5969148 w 12196362"/>
              <a:gd name="connsiteY82" fmla="*/ 4417326 h 4491095"/>
              <a:gd name="connsiteX83" fmla="*/ 5978936 w 12196362"/>
              <a:gd name="connsiteY83" fmla="*/ 4342251 h 4491095"/>
              <a:gd name="connsiteX84" fmla="*/ 5328580 w 12196362"/>
              <a:gd name="connsiteY84" fmla="*/ 4340716 h 4491095"/>
              <a:gd name="connsiteX85" fmla="*/ 5331858 w 12196362"/>
              <a:gd name="connsiteY85" fmla="*/ 4410078 h 4491095"/>
              <a:gd name="connsiteX86" fmla="*/ 5328580 w 12196362"/>
              <a:gd name="connsiteY86" fmla="*/ 4340716 h 4491095"/>
              <a:gd name="connsiteX87" fmla="*/ 6156176 w 12196362"/>
              <a:gd name="connsiteY87" fmla="*/ 4340411 h 4491095"/>
              <a:gd name="connsiteX88" fmla="*/ 6112132 w 12196362"/>
              <a:gd name="connsiteY88" fmla="*/ 4352629 h 4491095"/>
              <a:gd name="connsiteX89" fmla="*/ 6151556 w 12196362"/>
              <a:gd name="connsiteY89" fmla="*/ 4409774 h 4491095"/>
              <a:gd name="connsiteX90" fmla="*/ 6156176 w 12196362"/>
              <a:gd name="connsiteY90" fmla="*/ 4340411 h 4491095"/>
              <a:gd name="connsiteX91" fmla="*/ 6727825 w 12196362"/>
              <a:gd name="connsiteY91" fmla="*/ 4339022 h 4491095"/>
              <a:gd name="connsiteX92" fmla="*/ 6701787 w 12196362"/>
              <a:gd name="connsiteY92" fmla="*/ 4345509 h 4491095"/>
              <a:gd name="connsiteX93" fmla="*/ 6744411 w 12196362"/>
              <a:gd name="connsiteY93" fmla="*/ 4406289 h 4491095"/>
              <a:gd name="connsiteX94" fmla="*/ 6727825 w 12196362"/>
              <a:gd name="connsiteY94" fmla="*/ 4339022 h 4491095"/>
              <a:gd name="connsiteX95" fmla="*/ 5107731 w 12196362"/>
              <a:gd name="connsiteY95" fmla="*/ 4337851 h 4491095"/>
              <a:gd name="connsiteX96" fmla="*/ 5062370 w 12196362"/>
              <a:gd name="connsiteY96" fmla="*/ 4343716 h 4491095"/>
              <a:gd name="connsiteX97" fmla="*/ 5104967 w 12196362"/>
              <a:gd name="connsiteY97" fmla="*/ 4404260 h 4491095"/>
              <a:gd name="connsiteX98" fmla="*/ 5107731 w 12196362"/>
              <a:gd name="connsiteY98" fmla="*/ 4337851 h 4491095"/>
              <a:gd name="connsiteX99" fmla="*/ 6338461 w 12196362"/>
              <a:gd name="connsiteY99" fmla="*/ 4337452 h 4491095"/>
              <a:gd name="connsiteX100" fmla="*/ 6341760 w 12196362"/>
              <a:gd name="connsiteY100" fmla="*/ 4419055 h 4491095"/>
              <a:gd name="connsiteX101" fmla="*/ 6338461 w 12196362"/>
              <a:gd name="connsiteY101" fmla="*/ 4337452 h 4491095"/>
              <a:gd name="connsiteX102" fmla="*/ 2193029 w 12196362"/>
              <a:gd name="connsiteY102" fmla="*/ 4335925 h 4491095"/>
              <a:gd name="connsiteX103" fmla="*/ 2145897 w 12196362"/>
              <a:gd name="connsiteY103" fmla="*/ 4344971 h 4491095"/>
              <a:gd name="connsiteX104" fmla="*/ 2181964 w 12196362"/>
              <a:gd name="connsiteY104" fmla="*/ 4393466 h 4491095"/>
              <a:gd name="connsiteX105" fmla="*/ 2193029 w 12196362"/>
              <a:gd name="connsiteY105" fmla="*/ 4335925 h 4491095"/>
              <a:gd name="connsiteX106" fmla="*/ 1419152 w 12196362"/>
              <a:gd name="connsiteY106" fmla="*/ 4334669 h 4491095"/>
              <a:gd name="connsiteX107" fmla="*/ 1411298 w 12196362"/>
              <a:gd name="connsiteY107" fmla="*/ 4402210 h 4491095"/>
              <a:gd name="connsiteX108" fmla="*/ 1457292 w 12196362"/>
              <a:gd name="connsiteY108" fmla="*/ 4339172 h 4491095"/>
              <a:gd name="connsiteX109" fmla="*/ 1419152 w 12196362"/>
              <a:gd name="connsiteY109" fmla="*/ 4334669 h 4491095"/>
              <a:gd name="connsiteX110" fmla="*/ 5548044 w 12196362"/>
              <a:gd name="connsiteY110" fmla="*/ 4334188 h 4491095"/>
              <a:gd name="connsiteX111" fmla="*/ 5534955 w 12196362"/>
              <a:gd name="connsiteY111" fmla="*/ 4413342 h 4491095"/>
              <a:gd name="connsiteX112" fmla="*/ 5548044 w 12196362"/>
              <a:gd name="connsiteY112" fmla="*/ 4334188 h 4491095"/>
              <a:gd name="connsiteX113" fmla="*/ 9624091 w 12196362"/>
              <a:gd name="connsiteY113" fmla="*/ 4332846 h 4491095"/>
              <a:gd name="connsiteX114" fmla="*/ 9643823 w 12196362"/>
              <a:gd name="connsiteY114" fmla="*/ 4411185 h 4491095"/>
              <a:gd name="connsiteX115" fmla="*/ 9624091 w 12196362"/>
              <a:gd name="connsiteY115" fmla="*/ 4332846 h 4491095"/>
              <a:gd name="connsiteX116" fmla="*/ 2398272 w 12196362"/>
              <a:gd name="connsiteY116" fmla="*/ 4327136 h 4491095"/>
              <a:gd name="connsiteX117" fmla="*/ 2418038 w 12196362"/>
              <a:gd name="connsiteY117" fmla="*/ 4402211 h 4491095"/>
              <a:gd name="connsiteX118" fmla="*/ 2398272 w 12196362"/>
              <a:gd name="connsiteY118" fmla="*/ 4327136 h 4491095"/>
              <a:gd name="connsiteX119" fmla="*/ 6961081 w 12196362"/>
              <a:gd name="connsiteY119" fmla="*/ 4323961 h 4491095"/>
              <a:gd name="connsiteX120" fmla="*/ 6977441 w 12196362"/>
              <a:gd name="connsiteY120" fmla="*/ 4390452 h 4491095"/>
              <a:gd name="connsiteX121" fmla="*/ 6961081 w 12196362"/>
              <a:gd name="connsiteY121" fmla="*/ 4323961 h 4491095"/>
              <a:gd name="connsiteX122" fmla="*/ 1649023 w 12196362"/>
              <a:gd name="connsiteY122" fmla="*/ 4313518 h 4491095"/>
              <a:gd name="connsiteX123" fmla="*/ 1601788 w 12196362"/>
              <a:gd name="connsiteY123" fmla="*/ 4318099 h 4491095"/>
              <a:gd name="connsiteX124" fmla="*/ 1644412 w 12196362"/>
              <a:gd name="connsiteY124" fmla="*/ 4378546 h 4491095"/>
              <a:gd name="connsiteX125" fmla="*/ 1649023 w 12196362"/>
              <a:gd name="connsiteY125" fmla="*/ 4313518 h 4491095"/>
              <a:gd name="connsiteX126" fmla="*/ 4203020 w 12196362"/>
              <a:gd name="connsiteY126" fmla="*/ 4311529 h 4491095"/>
              <a:gd name="connsiteX127" fmla="*/ 4209027 w 12196362"/>
              <a:gd name="connsiteY127" fmla="*/ 4375282 h 4491095"/>
              <a:gd name="connsiteX128" fmla="*/ 4248450 w 12196362"/>
              <a:gd name="connsiteY128" fmla="*/ 4314835 h 4491095"/>
              <a:gd name="connsiteX129" fmla="*/ 4203020 w 12196362"/>
              <a:gd name="connsiteY129" fmla="*/ 4311529 h 4491095"/>
              <a:gd name="connsiteX130" fmla="*/ 720255 w 12196362"/>
              <a:gd name="connsiteY130" fmla="*/ 4309789 h 4491095"/>
              <a:gd name="connsiteX131" fmla="*/ 715408 w 12196362"/>
              <a:gd name="connsiteY131" fmla="*/ 4381233 h 4491095"/>
              <a:gd name="connsiteX132" fmla="*/ 735104 w 12196362"/>
              <a:gd name="connsiteY132" fmla="*/ 4317727 h 4491095"/>
              <a:gd name="connsiteX133" fmla="*/ 720255 w 12196362"/>
              <a:gd name="connsiteY133" fmla="*/ 4309789 h 4491095"/>
              <a:gd name="connsiteX134" fmla="*/ 3474610 w 12196362"/>
              <a:gd name="connsiteY134" fmla="*/ 4309667 h 4491095"/>
              <a:gd name="connsiteX135" fmla="*/ 3428188 w 12196362"/>
              <a:gd name="connsiteY135" fmla="*/ 4320607 h 4491095"/>
              <a:gd name="connsiteX136" fmla="*/ 3474149 w 12196362"/>
              <a:gd name="connsiteY136" fmla="*/ 4384257 h 4491095"/>
              <a:gd name="connsiteX137" fmla="*/ 3474610 w 12196362"/>
              <a:gd name="connsiteY137" fmla="*/ 4309667 h 4491095"/>
              <a:gd name="connsiteX138" fmla="*/ 1886780 w 12196362"/>
              <a:gd name="connsiteY138" fmla="*/ 4309183 h 4491095"/>
              <a:gd name="connsiteX139" fmla="*/ 1886780 w 12196362"/>
              <a:gd name="connsiteY139" fmla="*/ 4378545 h 4491095"/>
              <a:gd name="connsiteX140" fmla="*/ 1886780 w 12196362"/>
              <a:gd name="connsiteY140" fmla="*/ 4309183 h 4491095"/>
              <a:gd name="connsiteX141" fmla="*/ 3196126 w 12196362"/>
              <a:gd name="connsiteY141" fmla="*/ 4308982 h 4491095"/>
              <a:gd name="connsiteX142" fmla="*/ 3202093 w 12196362"/>
              <a:gd name="connsiteY142" fmla="*/ 4370631 h 4491095"/>
              <a:gd name="connsiteX143" fmla="*/ 3241256 w 12196362"/>
              <a:gd name="connsiteY143" fmla="*/ 4312787 h 4491095"/>
              <a:gd name="connsiteX144" fmla="*/ 3196126 w 12196362"/>
              <a:gd name="connsiteY144" fmla="*/ 4308982 h 4491095"/>
              <a:gd name="connsiteX145" fmla="*/ 3701156 w 12196362"/>
              <a:gd name="connsiteY145" fmla="*/ 4307948 h 4491095"/>
              <a:gd name="connsiteX146" fmla="*/ 3671012 w 12196362"/>
              <a:gd name="connsiteY146" fmla="*/ 4345190 h 4491095"/>
              <a:gd name="connsiteX147" fmla="*/ 3726967 w 12196362"/>
              <a:gd name="connsiteY147" fmla="*/ 4378627 h 4491095"/>
              <a:gd name="connsiteX148" fmla="*/ 3701156 w 12196362"/>
              <a:gd name="connsiteY148" fmla="*/ 4307948 h 4491095"/>
              <a:gd name="connsiteX149" fmla="*/ 1168700 w 12196362"/>
              <a:gd name="connsiteY149" fmla="*/ 4305084 h 4491095"/>
              <a:gd name="connsiteX150" fmla="*/ 1128845 w 12196362"/>
              <a:gd name="connsiteY150" fmla="*/ 4321015 h 4491095"/>
              <a:gd name="connsiteX151" fmla="*/ 1168239 w 12196362"/>
              <a:gd name="connsiteY151" fmla="*/ 4366534 h 4491095"/>
              <a:gd name="connsiteX152" fmla="*/ 1168700 w 12196362"/>
              <a:gd name="connsiteY152" fmla="*/ 4305084 h 4491095"/>
              <a:gd name="connsiteX153" fmla="*/ 4889040 w 12196362"/>
              <a:gd name="connsiteY153" fmla="*/ 4301546 h 4491095"/>
              <a:gd name="connsiteX154" fmla="*/ 4892317 w 12196362"/>
              <a:gd name="connsiteY154" fmla="*/ 4370908 h 4491095"/>
              <a:gd name="connsiteX155" fmla="*/ 4889040 w 12196362"/>
              <a:gd name="connsiteY155" fmla="*/ 4301546 h 4491095"/>
              <a:gd name="connsiteX156" fmla="*/ 2707891 w 12196362"/>
              <a:gd name="connsiteY156" fmla="*/ 4300020 h 4491095"/>
              <a:gd name="connsiteX157" fmla="*/ 2660758 w 12196362"/>
              <a:gd name="connsiteY157" fmla="*/ 4309066 h 4491095"/>
              <a:gd name="connsiteX158" fmla="*/ 2696825 w 12196362"/>
              <a:gd name="connsiteY158" fmla="*/ 4357561 h 4491095"/>
              <a:gd name="connsiteX159" fmla="*/ 2707891 w 12196362"/>
              <a:gd name="connsiteY159" fmla="*/ 4300020 h 4491095"/>
              <a:gd name="connsiteX160" fmla="*/ 3963282 w 12196362"/>
              <a:gd name="connsiteY160" fmla="*/ 4299392 h 4491095"/>
              <a:gd name="connsiteX161" fmla="*/ 3969844 w 12196362"/>
              <a:gd name="connsiteY161" fmla="*/ 4377972 h 4491095"/>
              <a:gd name="connsiteX162" fmla="*/ 3963282 w 12196362"/>
              <a:gd name="connsiteY162" fmla="*/ 4299392 h 4491095"/>
              <a:gd name="connsiteX163" fmla="*/ 512053 w 12196362"/>
              <a:gd name="connsiteY163" fmla="*/ 4293678 h 4491095"/>
              <a:gd name="connsiteX164" fmla="*/ 502205 w 12196362"/>
              <a:gd name="connsiteY164" fmla="*/ 4372017 h 4491095"/>
              <a:gd name="connsiteX165" fmla="*/ 512053 w 12196362"/>
              <a:gd name="connsiteY165" fmla="*/ 4293678 h 4491095"/>
              <a:gd name="connsiteX166" fmla="*/ 4463191 w 12196362"/>
              <a:gd name="connsiteY166" fmla="*/ 4284314 h 4491095"/>
              <a:gd name="connsiteX167" fmla="*/ 4466486 w 12196362"/>
              <a:gd name="connsiteY167" fmla="*/ 4356940 h 4491095"/>
              <a:gd name="connsiteX168" fmla="*/ 4463191 w 12196362"/>
              <a:gd name="connsiteY168" fmla="*/ 4284314 h 4491095"/>
              <a:gd name="connsiteX169" fmla="*/ 4677850 w 12196362"/>
              <a:gd name="connsiteY169" fmla="*/ 4283236 h 4491095"/>
              <a:gd name="connsiteX170" fmla="*/ 4642898 w 12196362"/>
              <a:gd name="connsiteY170" fmla="*/ 4352386 h 4491095"/>
              <a:gd name="connsiteX171" fmla="*/ 4711575 w 12196362"/>
              <a:gd name="connsiteY171" fmla="*/ 4298084 h 4491095"/>
              <a:gd name="connsiteX172" fmla="*/ 4677850 w 12196362"/>
              <a:gd name="connsiteY172" fmla="*/ 4283236 h 4491095"/>
              <a:gd name="connsiteX173" fmla="*/ 932815 w 12196362"/>
              <a:gd name="connsiteY173" fmla="*/ 4283045 h 4491095"/>
              <a:gd name="connsiteX174" fmla="*/ 889317 w 12196362"/>
              <a:gd name="connsiteY174" fmla="*/ 4296606 h 4491095"/>
              <a:gd name="connsiteX175" fmla="*/ 925429 w 12196362"/>
              <a:gd name="connsiteY175" fmla="*/ 4354064 h 4491095"/>
              <a:gd name="connsiteX176" fmla="*/ 932815 w 12196362"/>
              <a:gd name="connsiteY176" fmla="*/ 4283045 h 4491095"/>
              <a:gd name="connsiteX177" fmla="*/ 63124 w 12196362"/>
              <a:gd name="connsiteY177" fmla="*/ 4276190 h 4491095"/>
              <a:gd name="connsiteX178" fmla="*/ 37086 w 12196362"/>
              <a:gd name="connsiteY178" fmla="*/ 4282677 h 4491095"/>
              <a:gd name="connsiteX179" fmla="*/ 79710 w 12196362"/>
              <a:gd name="connsiteY179" fmla="*/ 4343457 h 4491095"/>
              <a:gd name="connsiteX180" fmla="*/ 63124 w 12196362"/>
              <a:gd name="connsiteY180" fmla="*/ 4276190 h 4491095"/>
              <a:gd name="connsiteX181" fmla="*/ 2936080 w 12196362"/>
              <a:gd name="connsiteY181" fmla="*/ 4272461 h 4491095"/>
              <a:gd name="connsiteX182" fmla="*/ 2955813 w 12196362"/>
              <a:gd name="connsiteY182" fmla="*/ 4350800 h 4491095"/>
              <a:gd name="connsiteX183" fmla="*/ 2936080 w 12196362"/>
              <a:gd name="connsiteY183" fmla="*/ 4272461 h 4491095"/>
              <a:gd name="connsiteX184" fmla="*/ 273069 w 12196362"/>
              <a:gd name="connsiteY184" fmla="*/ 4263576 h 4491095"/>
              <a:gd name="connsiteX185" fmla="*/ 289429 w 12196362"/>
              <a:gd name="connsiteY185" fmla="*/ 4330067 h 4491095"/>
              <a:gd name="connsiteX186" fmla="*/ 273069 w 12196362"/>
              <a:gd name="connsiteY186" fmla="*/ 4263576 h 4491095"/>
              <a:gd name="connsiteX187" fmla="*/ 0 w 12196362"/>
              <a:gd name="connsiteY187" fmla="*/ 0 h 4491095"/>
              <a:gd name="connsiteX188" fmla="*/ 12196362 w 12196362"/>
              <a:gd name="connsiteY188" fmla="*/ 0 h 4491095"/>
              <a:gd name="connsiteX189" fmla="*/ 12196362 w 12196362"/>
              <a:gd name="connsiteY189" fmla="*/ 4491095 h 4491095"/>
              <a:gd name="connsiteX190" fmla="*/ 0 w 12196362"/>
              <a:gd name="connsiteY190" fmla="*/ 4491095 h 4491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</a:cxnLst>
            <a:rect l="l" t="t" r="r" b="b"/>
            <a:pathLst>
              <a:path w="12196362" h="4491095">
                <a:moveTo>
                  <a:pt x="8875213" y="4399821"/>
                </a:moveTo>
                <a:cubicBezTo>
                  <a:pt x="8861688" y="4398259"/>
                  <a:pt x="8845294" y="4400532"/>
                  <a:pt x="8828080" y="4408867"/>
                </a:cubicBezTo>
                <a:cubicBezTo>
                  <a:pt x="8821522" y="4430083"/>
                  <a:pt x="8837916" y="4460393"/>
                  <a:pt x="8864147" y="4457362"/>
                </a:cubicBezTo>
                <a:cubicBezTo>
                  <a:pt x="8930543" y="4443723"/>
                  <a:pt x="8915788" y="4404510"/>
                  <a:pt x="8875213" y="4399821"/>
                </a:cubicBezTo>
                <a:close/>
                <a:moveTo>
                  <a:pt x="11795748" y="4398237"/>
                </a:moveTo>
                <a:cubicBezTo>
                  <a:pt x="11781924" y="4396534"/>
                  <a:pt x="11765950" y="4398047"/>
                  <a:pt x="11750385" y="4404102"/>
                </a:cubicBezTo>
                <a:cubicBezTo>
                  <a:pt x="11740555" y="4422265"/>
                  <a:pt x="11766769" y="4473727"/>
                  <a:pt x="11792983" y="4464646"/>
                </a:cubicBezTo>
                <a:cubicBezTo>
                  <a:pt x="11859338" y="4437401"/>
                  <a:pt x="11837220" y="4403345"/>
                  <a:pt x="11795748" y="4398237"/>
                </a:cubicBezTo>
                <a:close/>
                <a:moveTo>
                  <a:pt x="8107164" y="4395054"/>
                </a:moveTo>
                <a:cubicBezTo>
                  <a:pt x="8072206" y="4400682"/>
                  <a:pt x="8052494" y="4433327"/>
                  <a:pt x="8099310" y="4462595"/>
                </a:cubicBezTo>
                <a:cubicBezTo>
                  <a:pt x="8145304" y="4462595"/>
                  <a:pt x="8171586" y="4438580"/>
                  <a:pt x="8145304" y="4399557"/>
                </a:cubicBezTo>
                <a:cubicBezTo>
                  <a:pt x="8132163" y="4394304"/>
                  <a:pt x="8118816" y="4393178"/>
                  <a:pt x="8107164" y="4395054"/>
                </a:cubicBezTo>
                <a:close/>
                <a:moveTo>
                  <a:pt x="9086283" y="4387521"/>
                </a:moveTo>
                <a:cubicBezTo>
                  <a:pt x="9030281" y="4399533"/>
                  <a:pt x="9076400" y="4459593"/>
                  <a:pt x="9106048" y="4462596"/>
                </a:cubicBezTo>
                <a:cubicBezTo>
                  <a:pt x="9181816" y="4435569"/>
                  <a:pt x="9148874" y="4393527"/>
                  <a:pt x="9086283" y="4387521"/>
                </a:cubicBezTo>
                <a:close/>
                <a:moveTo>
                  <a:pt x="12052208" y="4382645"/>
                </a:moveTo>
                <a:cubicBezTo>
                  <a:pt x="12009584" y="4391692"/>
                  <a:pt x="12003026" y="4452007"/>
                  <a:pt x="12055487" y="4452007"/>
                </a:cubicBezTo>
                <a:cubicBezTo>
                  <a:pt x="12114506" y="4442960"/>
                  <a:pt x="12134179" y="4385661"/>
                  <a:pt x="12052208" y="4382645"/>
                </a:cubicBezTo>
                <a:close/>
                <a:moveTo>
                  <a:pt x="8337035" y="4373903"/>
                </a:moveTo>
                <a:cubicBezTo>
                  <a:pt x="8323408" y="4372062"/>
                  <a:pt x="8307014" y="4373195"/>
                  <a:pt x="8289800" y="4378484"/>
                </a:cubicBezTo>
                <a:cubicBezTo>
                  <a:pt x="8283242" y="4405685"/>
                  <a:pt x="8302915" y="4438931"/>
                  <a:pt x="8332425" y="4438931"/>
                </a:cubicBezTo>
                <a:cubicBezTo>
                  <a:pt x="8393902" y="4411730"/>
                  <a:pt x="8377918" y="4379429"/>
                  <a:pt x="8337035" y="4373903"/>
                </a:cubicBezTo>
                <a:close/>
                <a:moveTo>
                  <a:pt x="10891040" y="4371914"/>
                </a:moveTo>
                <a:cubicBezTo>
                  <a:pt x="10853310" y="4379565"/>
                  <a:pt x="10842838" y="4415266"/>
                  <a:pt x="10897045" y="4435667"/>
                </a:cubicBezTo>
                <a:cubicBezTo>
                  <a:pt x="10936469" y="4432644"/>
                  <a:pt x="10959466" y="4411488"/>
                  <a:pt x="10936469" y="4375220"/>
                </a:cubicBezTo>
                <a:cubicBezTo>
                  <a:pt x="10919221" y="4369931"/>
                  <a:pt x="10903616" y="4369364"/>
                  <a:pt x="10891040" y="4371914"/>
                </a:cubicBezTo>
                <a:close/>
                <a:moveTo>
                  <a:pt x="7408266" y="4370174"/>
                </a:moveTo>
                <a:cubicBezTo>
                  <a:pt x="7376490" y="4363889"/>
                  <a:pt x="7366077" y="4436325"/>
                  <a:pt x="7403419" y="4441618"/>
                </a:cubicBezTo>
                <a:cubicBezTo>
                  <a:pt x="7459227" y="4444642"/>
                  <a:pt x="7505187" y="4359967"/>
                  <a:pt x="7423116" y="4378112"/>
                </a:cubicBezTo>
                <a:cubicBezTo>
                  <a:pt x="7417782" y="4373576"/>
                  <a:pt x="7412806" y="4371071"/>
                  <a:pt x="7408266" y="4370174"/>
                </a:cubicBezTo>
                <a:close/>
                <a:moveTo>
                  <a:pt x="10162620" y="4370052"/>
                </a:moveTo>
                <a:cubicBezTo>
                  <a:pt x="10148207" y="4367731"/>
                  <a:pt x="10131792" y="4370384"/>
                  <a:pt x="10116199" y="4380992"/>
                </a:cubicBezTo>
                <a:cubicBezTo>
                  <a:pt x="10109633" y="4408270"/>
                  <a:pt x="10135896" y="4441611"/>
                  <a:pt x="10162158" y="4444642"/>
                </a:cubicBezTo>
                <a:cubicBezTo>
                  <a:pt x="10231098" y="4428729"/>
                  <a:pt x="10205861" y="4377014"/>
                  <a:pt x="10162620" y="4370052"/>
                </a:cubicBezTo>
                <a:close/>
                <a:moveTo>
                  <a:pt x="8574792" y="4369568"/>
                </a:moveTo>
                <a:cubicBezTo>
                  <a:pt x="8535528" y="4375599"/>
                  <a:pt x="8532256" y="4435914"/>
                  <a:pt x="8574792" y="4438930"/>
                </a:cubicBezTo>
                <a:cubicBezTo>
                  <a:pt x="8643504" y="4432898"/>
                  <a:pt x="8659864" y="4369568"/>
                  <a:pt x="8574792" y="4369568"/>
                </a:cubicBezTo>
                <a:close/>
                <a:moveTo>
                  <a:pt x="10389169" y="4368333"/>
                </a:moveTo>
                <a:cubicBezTo>
                  <a:pt x="10372756" y="4366962"/>
                  <a:pt x="10357790" y="4377078"/>
                  <a:pt x="10359025" y="4405575"/>
                </a:cubicBezTo>
                <a:cubicBezTo>
                  <a:pt x="10362316" y="4451171"/>
                  <a:pt x="10352442" y="4439012"/>
                  <a:pt x="10414980" y="4439012"/>
                </a:cubicBezTo>
                <a:cubicBezTo>
                  <a:pt x="10447895" y="4404815"/>
                  <a:pt x="10416523" y="4370619"/>
                  <a:pt x="10389169" y="4368333"/>
                </a:cubicBezTo>
                <a:close/>
                <a:moveTo>
                  <a:pt x="9885248" y="4368305"/>
                </a:moveTo>
                <a:cubicBezTo>
                  <a:pt x="9847766" y="4375155"/>
                  <a:pt x="9837363" y="4409404"/>
                  <a:pt x="9891215" y="4429954"/>
                </a:cubicBezTo>
                <a:cubicBezTo>
                  <a:pt x="9930379" y="4426909"/>
                  <a:pt x="9953225" y="4405599"/>
                  <a:pt x="9930379" y="4372110"/>
                </a:cubicBezTo>
                <a:cubicBezTo>
                  <a:pt x="9913244" y="4366783"/>
                  <a:pt x="9897742" y="4366022"/>
                  <a:pt x="9885248" y="4368305"/>
                </a:cubicBezTo>
                <a:close/>
                <a:moveTo>
                  <a:pt x="7856713" y="4365469"/>
                </a:moveTo>
                <a:cubicBezTo>
                  <a:pt x="7842915" y="4364900"/>
                  <a:pt x="7828347" y="4369262"/>
                  <a:pt x="7816857" y="4381400"/>
                </a:cubicBezTo>
                <a:cubicBezTo>
                  <a:pt x="7813574" y="4405677"/>
                  <a:pt x="7826706" y="4429954"/>
                  <a:pt x="7856251" y="4426919"/>
                </a:cubicBezTo>
                <a:cubicBezTo>
                  <a:pt x="7932577" y="4413264"/>
                  <a:pt x="7898107" y="4367176"/>
                  <a:pt x="7856713" y="4365469"/>
                </a:cubicBezTo>
                <a:close/>
                <a:moveTo>
                  <a:pt x="11577057" y="4361931"/>
                </a:moveTo>
                <a:cubicBezTo>
                  <a:pt x="11534433" y="4370978"/>
                  <a:pt x="11527875" y="4431293"/>
                  <a:pt x="11580336" y="4431293"/>
                </a:cubicBezTo>
                <a:cubicBezTo>
                  <a:pt x="11639355" y="4419230"/>
                  <a:pt x="11659028" y="4364947"/>
                  <a:pt x="11577057" y="4361931"/>
                </a:cubicBezTo>
                <a:close/>
                <a:moveTo>
                  <a:pt x="9395903" y="4360405"/>
                </a:moveTo>
                <a:cubicBezTo>
                  <a:pt x="9382378" y="4358843"/>
                  <a:pt x="9365984" y="4361116"/>
                  <a:pt x="9348770" y="4369451"/>
                </a:cubicBezTo>
                <a:cubicBezTo>
                  <a:pt x="9342212" y="4390667"/>
                  <a:pt x="9358606" y="4420977"/>
                  <a:pt x="9384837" y="4417946"/>
                </a:cubicBezTo>
                <a:cubicBezTo>
                  <a:pt x="9451233" y="4404307"/>
                  <a:pt x="9436478" y="4365094"/>
                  <a:pt x="9395903" y="4360405"/>
                </a:cubicBezTo>
                <a:close/>
                <a:moveTo>
                  <a:pt x="10651295" y="4359777"/>
                </a:moveTo>
                <a:cubicBezTo>
                  <a:pt x="10598795" y="4368844"/>
                  <a:pt x="10618482" y="4435335"/>
                  <a:pt x="10657857" y="4438357"/>
                </a:cubicBezTo>
                <a:cubicBezTo>
                  <a:pt x="10720201" y="4441380"/>
                  <a:pt x="10716920" y="4359777"/>
                  <a:pt x="10651295" y="4359777"/>
                </a:cubicBezTo>
                <a:close/>
                <a:moveTo>
                  <a:pt x="5778476" y="4359708"/>
                </a:moveTo>
                <a:cubicBezTo>
                  <a:pt x="5772298" y="4360793"/>
                  <a:pt x="5765459" y="4363247"/>
                  <a:pt x="5758052" y="4367398"/>
                </a:cubicBezTo>
                <a:cubicBezTo>
                  <a:pt x="5751469" y="4373437"/>
                  <a:pt x="5741594" y="4388533"/>
                  <a:pt x="5731720" y="4379475"/>
                </a:cubicBezTo>
                <a:cubicBezTo>
                  <a:pt x="5725138" y="4400610"/>
                  <a:pt x="5754760" y="4424765"/>
                  <a:pt x="5777801" y="4424765"/>
                </a:cubicBezTo>
                <a:cubicBezTo>
                  <a:pt x="5832521" y="4411555"/>
                  <a:pt x="5821721" y="4352113"/>
                  <a:pt x="5778476" y="4359708"/>
                </a:cubicBezTo>
                <a:close/>
                <a:moveTo>
                  <a:pt x="7200065" y="4354063"/>
                </a:moveTo>
                <a:cubicBezTo>
                  <a:pt x="7154106" y="4366115"/>
                  <a:pt x="7140974" y="4423363"/>
                  <a:pt x="7190217" y="4432402"/>
                </a:cubicBezTo>
                <a:cubicBezTo>
                  <a:pt x="7249308" y="4414324"/>
                  <a:pt x="7285419" y="4357076"/>
                  <a:pt x="7200065" y="4354063"/>
                </a:cubicBezTo>
                <a:close/>
                <a:moveTo>
                  <a:pt x="6553320" y="4350800"/>
                </a:moveTo>
                <a:cubicBezTo>
                  <a:pt x="6504348" y="4353813"/>
                  <a:pt x="6488024" y="4420100"/>
                  <a:pt x="6540261" y="4429139"/>
                </a:cubicBezTo>
                <a:cubicBezTo>
                  <a:pt x="6592498" y="4420100"/>
                  <a:pt x="6612087" y="4368878"/>
                  <a:pt x="6553320" y="4350800"/>
                </a:cubicBezTo>
                <a:close/>
                <a:moveTo>
                  <a:pt x="11151209" y="4344699"/>
                </a:moveTo>
                <a:cubicBezTo>
                  <a:pt x="11095198" y="4347725"/>
                  <a:pt x="11101787" y="4417325"/>
                  <a:pt x="11154503" y="4417325"/>
                </a:cubicBezTo>
                <a:cubicBezTo>
                  <a:pt x="11223693" y="4402194"/>
                  <a:pt x="11200630" y="4350751"/>
                  <a:pt x="11151209" y="4344699"/>
                </a:cubicBezTo>
                <a:close/>
                <a:moveTo>
                  <a:pt x="11365866" y="4343621"/>
                </a:moveTo>
                <a:cubicBezTo>
                  <a:pt x="11328461" y="4343762"/>
                  <a:pt x="11289217" y="4383357"/>
                  <a:pt x="11330914" y="4412771"/>
                </a:cubicBezTo>
                <a:cubicBezTo>
                  <a:pt x="11360348" y="4415788"/>
                  <a:pt x="11412674" y="4400704"/>
                  <a:pt x="11399592" y="4358469"/>
                </a:cubicBezTo>
                <a:cubicBezTo>
                  <a:pt x="11390598" y="4347910"/>
                  <a:pt x="11378335" y="4343573"/>
                  <a:pt x="11365866" y="4343621"/>
                </a:cubicBezTo>
                <a:close/>
                <a:moveTo>
                  <a:pt x="7620828" y="4343430"/>
                </a:moveTo>
                <a:cubicBezTo>
                  <a:pt x="7606875" y="4342060"/>
                  <a:pt x="7591282" y="4345651"/>
                  <a:pt x="7577330" y="4356991"/>
                </a:cubicBezTo>
                <a:cubicBezTo>
                  <a:pt x="7570764" y="4378160"/>
                  <a:pt x="7587178" y="4414449"/>
                  <a:pt x="7613441" y="4414449"/>
                </a:cubicBezTo>
                <a:cubicBezTo>
                  <a:pt x="7689767" y="4396304"/>
                  <a:pt x="7662684" y="4347541"/>
                  <a:pt x="7620828" y="4343430"/>
                </a:cubicBezTo>
                <a:close/>
                <a:moveTo>
                  <a:pt x="5978936" y="4342251"/>
                </a:moveTo>
                <a:cubicBezTo>
                  <a:pt x="5936521" y="4351260"/>
                  <a:pt x="5916946" y="4411320"/>
                  <a:pt x="5969148" y="4417326"/>
                </a:cubicBezTo>
                <a:cubicBezTo>
                  <a:pt x="6031138" y="4402311"/>
                  <a:pt x="6060503" y="4342251"/>
                  <a:pt x="5978936" y="4342251"/>
                </a:cubicBezTo>
                <a:close/>
                <a:moveTo>
                  <a:pt x="5328580" y="4340716"/>
                </a:moveTo>
                <a:cubicBezTo>
                  <a:pt x="5285955" y="4349763"/>
                  <a:pt x="5279398" y="4410078"/>
                  <a:pt x="5331858" y="4410078"/>
                </a:cubicBezTo>
                <a:cubicBezTo>
                  <a:pt x="5390877" y="4401031"/>
                  <a:pt x="5410551" y="4343731"/>
                  <a:pt x="5328580" y="4340716"/>
                </a:cubicBezTo>
                <a:close/>
                <a:moveTo>
                  <a:pt x="6156176" y="4340411"/>
                </a:moveTo>
                <a:cubicBezTo>
                  <a:pt x="6142521" y="4338907"/>
                  <a:pt x="6126916" y="4342103"/>
                  <a:pt x="6112132" y="4352629"/>
                </a:cubicBezTo>
                <a:cubicBezTo>
                  <a:pt x="6108847" y="4376690"/>
                  <a:pt x="6121988" y="4415789"/>
                  <a:pt x="6151556" y="4409774"/>
                </a:cubicBezTo>
                <a:cubicBezTo>
                  <a:pt x="6220547" y="4391728"/>
                  <a:pt x="6197139" y="4344922"/>
                  <a:pt x="6156176" y="4340411"/>
                </a:cubicBezTo>
                <a:close/>
                <a:moveTo>
                  <a:pt x="6727825" y="4339022"/>
                </a:moveTo>
                <a:cubicBezTo>
                  <a:pt x="6719564" y="4340001"/>
                  <a:pt x="6710803" y="4342090"/>
                  <a:pt x="6701787" y="4345509"/>
                </a:cubicBezTo>
                <a:cubicBezTo>
                  <a:pt x="6698508" y="4375899"/>
                  <a:pt x="6718181" y="4406289"/>
                  <a:pt x="6744411" y="4406289"/>
                </a:cubicBezTo>
                <a:cubicBezTo>
                  <a:pt x="6819005" y="4379698"/>
                  <a:pt x="6785653" y="4332167"/>
                  <a:pt x="6727825" y="4339022"/>
                </a:cubicBezTo>
                <a:close/>
                <a:moveTo>
                  <a:pt x="5107731" y="4337851"/>
                </a:moveTo>
                <a:cubicBezTo>
                  <a:pt x="5093908" y="4336148"/>
                  <a:pt x="5077933" y="4337662"/>
                  <a:pt x="5062370" y="4343716"/>
                </a:cubicBezTo>
                <a:cubicBezTo>
                  <a:pt x="5052540" y="4361879"/>
                  <a:pt x="5078754" y="4413342"/>
                  <a:pt x="5104967" y="4404260"/>
                </a:cubicBezTo>
                <a:cubicBezTo>
                  <a:pt x="5171322" y="4377015"/>
                  <a:pt x="5149203" y="4342959"/>
                  <a:pt x="5107731" y="4337851"/>
                </a:cubicBezTo>
                <a:close/>
                <a:moveTo>
                  <a:pt x="6338461" y="4337452"/>
                </a:moveTo>
                <a:cubicBezTo>
                  <a:pt x="6292282" y="4349541"/>
                  <a:pt x="6302177" y="4409988"/>
                  <a:pt x="6341760" y="4419055"/>
                </a:cubicBezTo>
                <a:cubicBezTo>
                  <a:pt x="6411029" y="4416032"/>
                  <a:pt x="6401133" y="4343496"/>
                  <a:pt x="6338461" y="4337452"/>
                </a:cubicBezTo>
                <a:close/>
                <a:moveTo>
                  <a:pt x="2193029" y="4335925"/>
                </a:moveTo>
                <a:cubicBezTo>
                  <a:pt x="2179503" y="4334363"/>
                  <a:pt x="2163111" y="4336636"/>
                  <a:pt x="2145897" y="4344971"/>
                </a:cubicBezTo>
                <a:cubicBezTo>
                  <a:pt x="2139339" y="4366187"/>
                  <a:pt x="2155733" y="4396497"/>
                  <a:pt x="2181964" y="4393466"/>
                </a:cubicBezTo>
                <a:cubicBezTo>
                  <a:pt x="2248360" y="4379827"/>
                  <a:pt x="2233604" y="4340614"/>
                  <a:pt x="2193029" y="4335925"/>
                </a:cubicBezTo>
                <a:close/>
                <a:moveTo>
                  <a:pt x="1419152" y="4334669"/>
                </a:moveTo>
                <a:cubicBezTo>
                  <a:pt x="1384194" y="4340297"/>
                  <a:pt x="1364483" y="4372942"/>
                  <a:pt x="1411298" y="4402210"/>
                </a:cubicBezTo>
                <a:cubicBezTo>
                  <a:pt x="1457292" y="4402210"/>
                  <a:pt x="1483575" y="4378195"/>
                  <a:pt x="1457292" y="4339172"/>
                </a:cubicBezTo>
                <a:cubicBezTo>
                  <a:pt x="1444151" y="4333919"/>
                  <a:pt x="1430805" y="4332793"/>
                  <a:pt x="1419152" y="4334669"/>
                </a:cubicBezTo>
                <a:close/>
                <a:moveTo>
                  <a:pt x="5548044" y="4334188"/>
                </a:moveTo>
                <a:cubicBezTo>
                  <a:pt x="5495691" y="4334188"/>
                  <a:pt x="5485876" y="4404209"/>
                  <a:pt x="5534955" y="4413342"/>
                </a:cubicBezTo>
                <a:cubicBezTo>
                  <a:pt x="5603666" y="4404209"/>
                  <a:pt x="5613482" y="4358543"/>
                  <a:pt x="5548044" y="4334188"/>
                </a:cubicBezTo>
                <a:close/>
                <a:moveTo>
                  <a:pt x="9624091" y="4332846"/>
                </a:moveTo>
                <a:cubicBezTo>
                  <a:pt x="9568184" y="4344898"/>
                  <a:pt x="9610937" y="4405159"/>
                  <a:pt x="9643823" y="4411185"/>
                </a:cubicBezTo>
                <a:cubicBezTo>
                  <a:pt x="9716174" y="4384067"/>
                  <a:pt x="9683287" y="4338872"/>
                  <a:pt x="9624091" y="4332846"/>
                </a:cubicBezTo>
                <a:close/>
                <a:moveTo>
                  <a:pt x="2398272" y="4327136"/>
                </a:moveTo>
                <a:cubicBezTo>
                  <a:pt x="2342271" y="4339148"/>
                  <a:pt x="2388390" y="4399208"/>
                  <a:pt x="2418038" y="4402211"/>
                </a:cubicBezTo>
                <a:cubicBezTo>
                  <a:pt x="2493805" y="4375184"/>
                  <a:pt x="2460862" y="4333142"/>
                  <a:pt x="2398272" y="4327136"/>
                </a:cubicBezTo>
                <a:close/>
                <a:moveTo>
                  <a:pt x="6961081" y="4323961"/>
                </a:moveTo>
                <a:cubicBezTo>
                  <a:pt x="6918545" y="4345117"/>
                  <a:pt x="6928361" y="4396497"/>
                  <a:pt x="6977441" y="4390452"/>
                </a:cubicBezTo>
                <a:cubicBezTo>
                  <a:pt x="7046153" y="4369296"/>
                  <a:pt x="7019977" y="4314894"/>
                  <a:pt x="6961081" y="4323961"/>
                </a:cubicBezTo>
                <a:close/>
                <a:moveTo>
                  <a:pt x="1649023" y="4313518"/>
                </a:moveTo>
                <a:cubicBezTo>
                  <a:pt x="1635395" y="4311677"/>
                  <a:pt x="1619002" y="4312810"/>
                  <a:pt x="1601788" y="4318099"/>
                </a:cubicBezTo>
                <a:cubicBezTo>
                  <a:pt x="1595230" y="4345300"/>
                  <a:pt x="1614903" y="4378546"/>
                  <a:pt x="1644412" y="4378546"/>
                </a:cubicBezTo>
                <a:cubicBezTo>
                  <a:pt x="1705890" y="4351345"/>
                  <a:pt x="1689906" y="4319044"/>
                  <a:pt x="1649023" y="4313518"/>
                </a:cubicBezTo>
                <a:close/>
                <a:moveTo>
                  <a:pt x="4203020" y="4311529"/>
                </a:moveTo>
                <a:cubicBezTo>
                  <a:pt x="4165298" y="4319180"/>
                  <a:pt x="4154826" y="4354881"/>
                  <a:pt x="4209027" y="4375282"/>
                </a:cubicBezTo>
                <a:cubicBezTo>
                  <a:pt x="4248450" y="4372259"/>
                  <a:pt x="4271448" y="4351103"/>
                  <a:pt x="4248450" y="4314835"/>
                </a:cubicBezTo>
                <a:cubicBezTo>
                  <a:pt x="4231203" y="4309546"/>
                  <a:pt x="4215597" y="4308979"/>
                  <a:pt x="4203020" y="4311529"/>
                </a:cubicBezTo>
                <a:close/>
                <a:moveTo>
                  <a:pt x="720255" y="4309789"/>
                </a:moveTo>
                <a:cubicBezTo>
                  <a:pt x="688478" y="4303504"/>
                  <a:pt x="678065" y="4375940"/>
                  <a:pt x="715408" y="4381233"/>
                </a:cubicBezTo>
                <a:cubicBezTo>
                  <a:pt x="771216" y="4384257"/>
                  <a:pt x="817175" y="4299582"/>
                  <a:pt x="735104" y="4317727"/>
                </a:cubicBezTo>
                <a:cubicBezTo>
                  <a:pt x="729770" y="4313191"/>
                  <a:pt x="724794" y="4310686"/>
                  <a:pt x="720255" y="4309789"/>
                </a:cubicBezTo>
                <a:close/>
                <a:moveTo>
                  <a:pt x="3474610" y="4309667"/>
                </a:moveTo>
                <a:cubicBezTo>
                  <a:pt x="3460197" y="4307346"/>
                  <a:pt x="3443782" y="4309999"/>
                  <a:pt x="3428188" y="4320607"/>
                </a:cubicBezTo>
                <a:cubicBezTo>
                  <a:pt x="3421623" y="4347885"/>
                  <a:pt x="3447885" y="4381226"/>
                  <a:pt x="3474149" y="4384257"/>
                </a:cubicBezTo>
                <a:cubicBezTo>
                  <a:pt x="3543086" y="4368344"/>
                  <a:pt x="3517851" y="4316629"/>
                  <a:pt x="3474610" y="4309667"/>
                </a:cubicBezTo>
                <a:close/>
                <a:moveTo>
                  <a:pt x="1886780" y="4309183"/>
                </a:moveTo>
                <a:cubicBezTo>
                  <a:pt x="1847516" y="4315214"/>
                  <a:pt x="1844244" y="4375529"/>
                  <a:pt x="1886780" y="4378545"/>
                </a:cubicBezTo>
                <a:cubicBezTo>
                  <a:pt x="1955492" y="4372513"/>
                  <a:pt x="1971852" y="4309183"/>
                  <a:pt x="1886780" y="4309183"/>
                </a:cubicBezTo>
                <a:close/>
                <a:moveTo>
                  <a:pt x="3196126" y="4308982"/>
                </a:moveTo>
                <a:cubicBezTo>
                  <a:pt x="3158644" y="4315832"/>
                  <a:pt x="3148241" y="4350081"/>
                  <a:pt x="3202093" y="4370631"/>
                </a:cubicBezTo>
                <a:cubicBezTo>
                  <a:pt x="3241256" y="4367586"/>
                  <a:pt x="3264103" y="4346276"/>
                  <a:pt x="3241256" y="4312787"/>
                </a:cubicBezTo>
                <a:cubicBezTo>
                  <a:pt x="3224123" y="4307460"/>
                  <a:pt x="3208620" y="4306699"/>
                  <a:pt x="3196126" y="4308982"/>
                </a:cubicBezTo>
                <a:close/>
                <a:moveTo>
                  <a:pt x="3701156" y="4307948"/>
                </a:moveTo>
                <a:cubicBezTo>
                  <a:pt x="3684743" y="4306577"/>
                  <a:pt x="3669779" y="4316693"/>
                  <a:pt x="3671012" y="4345190"/>
                </a:cubicBezTo>
                <a:cubicBezTo>
                  <a:pt x="3674303" y="4390786"/>
                  <a:pt x="3664429" y="4378627"/>
                  <a:pt x="3726967" y="4378627"/>
                </a:cubicBezTo>
                <a:cubicBezTo>
                  <a:pt x="3759881" y="4344430"/>
                  <a:pt x="3728509" y="4310234"/>
                  <a:pt x="3701156" y="4307948"/>
                </a:cubicBezTo>
                <a:close/>
                <a:moveTo>
                  <a:pt x="1168700" y="4305084"/>
                </a:moveTo>
                <a:cubicBezTo>
                  <a:pt x="1154902" y="4304515"/>
                  <a:pt x="1140335" y="4308877"/>
                  <a:pt x="1128845" y="4321015"/>
                </a:cubicBezTo>
                <a:cubicBezTo>
                  <a:pt x="1125562" y="4345292"/>
                  <a:pt x="1138693" y="4369569"/>
                  <a:pt x="1168239" y="4366534"/>
                </a:cubicBezTo>
                <a:cubicBezTo>
                  <a:pt x="1244564" y="4352879"/>
                  <a:pt x="1210095" y="4306791"/>
                  <a:pt x="1168700" y="4305084"/>
                </a:cubicBezTo>
                <a:close/>
                <a:moveTo>
                  <a:pt x="4889040" y="4301546"/>
                </a:moveTo>
                <a:cubicBezTo>
                  <a:pt x="4846413" y="4310593"/>
                  <a:pt x="4839856" y="4370908"/>
                  <a:pt x="4892317" y="4370908"/>
                </a:cubicBezTo>
                <a:cubicBezTo>
                  <a:pt x="4951338" y="4358845"/>
                  <a:pt x="4971012" y="4304561"/>
                  <a:pt x="4889040" y="4301546"/>
                </a:cubicBezTo>
                <a:close/>
                <a:moveTo>
                  <a:pt x="2707891" y="4300020"/>
                </a:moveTo>
                <a:cubicBezTo>
                  <a:pt x="2694367" y="4298458"/>
                  <a:pt x="2677972" y="4300731"/>
                  <a:pt x="2660758" y="4309066"/>
                </a:cubicBezTo>
                <a:cubicBezTo>
                  <a:pt x="2654200" y="4330282"/>
                  <a:pt x="2670595" y="4360592"/>
                  <a:pt x="2696825" y="4357561"/>
                </a:cubicBezTo>
                <a:cubicBezTo>
                  <a:pt x="2763221" y="4343922"/>
                  <a:pt x="2748467" y="4304709"/>
                  <a:pt x="2707891" y="4300020"/>
                </a:cubicBezTo>
                <a:close/>
                <a:moveTo>
                  <a:pt x="3963282" y="4299392"/>
                </a:moveTo>
                <a:cubicBezTo>
                  <a:pt x="3910782" y="4308459"/>
                  <a:pt x="3930469" y="4374950"/>
                  <a:pt x="3969844" y="4377972"/>
                </a:cubicBezTo>
                <a:cubicBezTo>
                  <a:pt x="4032188" y="4380995"/>
                  <a:pt x="4028907" y="4299392"/>
                  <a:pt x="3963282" y="4299392"/>
                </a:cubicBezTo>
                <a:close/>
                <a:moveTo>
                  <a:pt x="512053" y="4293678"/>
                </a:moveTo>
                <a:cubicBezTo>
                  <a:pt x="466094" y="4305730"/>
                  <a:pt x="452962" y="4362978"/>
                  <a:pt x="502205" y="4372017"/>
                </a:cubicBezTo>
                <a:cubicBezTo>
                  <a:pt x="561296" y="4353939"/>
                  <a:pt x="597407" y="4296691"/>
                  <a:pt x="512053" y="4293678"/>
                </a:cubicBezTo>
                <a:close/>
                <a:moveTo>
                  <a:pt x="4463191" y="4284314"/>
                </a:moveTo>
                <a:cubicBezTo>
                  <a:pt x="4407180" y="4287340"/>
                  <a:pt x="4413769" y="4356940"/>
                  <a:pt x="4466486" y="4356940"/>
                </a:cubicBezTo>
                <a:cubicBezTo>
                  <a:pt x="4535676" y="4341809"/>
                  <a:pt x="4512613" y="4290366"/>
                  <a:pt x="4463191" y="4284314"/>
                </a:cubicBezTo>
                <a:close/>
                <a:moveTo>
                  <a:pt x="4677850" y="4283236"/>
                </a:moveTo>
                <a:cubicBezTo>
                  <a:pt x="4640445" y="4283377"/>
                  <a:pt x="4601199" y="4322972"/>
                  <a:pt x="4642898" y="4352386"/>
                </a:cubicBezTo>
                <a:cubicBezTo>
                  <a:pt x="4672331" y="4355403"/>
                  <a:pt x="4724657" y="4340319"/>
                  <a:pt x="4711575" y="4298084"/>
                </a:cubicBezTo>
                <a:cubicBezTo>
                  <a:pt x="4702583" y="4287525"/>
                  <a:pt x="4690318" y="4283188"/>
                  <a:pt x="4677850" y="4283236"/>
                </a:cubicBezTo>
                <a:close/>
                <a:moveTo>
                  <a:pt x="932815" y="4283045"/>
                </a:moveTo>
                <a:cubicBezTo>
                  <a:pt x="918863" y="4281675"/>
                  <a:pt x="903269" y="4285266"/>
                  <a:pt x="889317" y="4296606"/>
                </a:cubicBezTo>
                <a:cubicBezTo>
                  <a:pt x="882752" y="4317775"/>
                  <a:pt x="899166" y="4354064"/>
                  <a:pt x="925429" y="4354064"/>
                </a:cubicBezTo>
                <a:cubicBezTo>
                  <a:pt x="1001755" y="4335919"/>
                  <a:pt x="974671" y="4287156"/>
                  <a:pt x="932815" y="4283045"/>
                </a:cubicBezTo>
                <a:close/>
                <a:moveTo>
                  <a:pt x="63124" y="4276190"/>
                </a:moveTo>
                <a:cubicBezTo>
                  <a:pt x="54863" y="4277169"/>
                  <a:pt x="46103" y="4279258"/>
                  <a:pt x="37086" y="4282677"/>
                </a:cubicBezTo>
                <a:cubicBezTo>
                  <a:pt x="33807" y="4313067"/>
                  <a:pt x="53480" y="4343457"/>
                  <a:pt x="79710" y="4343457"/>
                </a:cubicBezTo>
                <a:cubicBezTo>
                  <a:pt x="154304" y="4316866"/>
                  <a:pt x="120952" y="4269335"/>
                  <a:pt x="63124" y="4276190"/>
                </a:cubicBezTo>
                <a:close/>
                <a:moveTo>
                  <a:pt x="2936080" y="4272461"/>
                </a:moveTo>
                <a:cubicBezTo>
                  <a:pt x="2880173" y="4284513"/>
                  <a:pt x="2922925" y="4344774"/>
                  <a:pt x="2955813" y="4350800"/>
                </a:cubicBezTo>
                <a:cubicBezTo>
                  <a:pt x="3028162" y="4323682"/>
                  <a:pt x="2995276" y="4278487"/>
                  <a:pt x="2936080" y="4272461"/>
                </a:cubicBezTo>
                <a:close/>
                <a:moveTo>
                  <a:pt x="273069" y="4263576"/>
                </a:moveTo>
                <a:cubicBezTo>
                  <a:pt x="230533" y="4284732"/>
                  <a:pt x="240349" y="4336112"/>
                  <a:pt x="289429" y="4330067"/>
                </a:cubicBezTo>
                <a:cubicBezTo>
                  <a:pt x="358141" y="4308911"/>
                  <a:pt x="331965" y="4254509"/>
                  <a:pt x="273069" y="4263576"/>
                </a:cubicBezTo>
                <a:close/>
                <a:moveTo>
                  <a:pt x="0" y="0"/>
                </a:moveTo>
                <a:lnTo>
                  <a:pt x="12196362" y="0"/>
                </a:lnTo>
                <a:lnTo>
                  <a:pt x="12196362" y="4491095"/>
                </a:lnTo>
                <a:lnTo>
                  <a:pt x="0" y="4491095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CE078D2-EBDE-55F4-2F88-26C9B8FBAB1A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2367" y="4263675"/>
            <a:ext cx="12133526" cy="480448"/>
          </a:xfrm>
          <a:custGeom>
            <a:avLst/>
            <a:gdLst>
              <a:gd name="connsiteX0" fmla="*/ 5701636 w 12133526"/>
              <a:gd name="connsiteY0" fmla="*/ 75891 h 480448"/>
              <a:gd name="connsiteX1" fmla="*/ 5652264 w 12133526"/>
              <a:gd name="connsiteY1" fmla="*/ 15630 h 480448"/>
              <a:gd name="connsiteX2" fmla="*/ 5701636 w 12133526"/>
              <a:gd name="connsiteY2" fmla="*/ 75891 h 480448"/>
              <a:gd name="connsiteX3" fmla="*/ 5426037 w 12133526"/>
              <a:gd name="connsiteY3" fmla="*/ 75974 h 480448"/>
              <a:gd name="connsiteX4" fmla="*/ 5452369 w 12133526"/>
              <a:gd name="connsiteY4" fmla="*/ 0 h 480448"/>
              <a:gd name="connsiteX5" fmla="*/ 5426037 w 12133526"/>
              <a:gd name="connsiteY5" fmla="*/ 75974 h 480448"/>
              <a:gd name="connsiteX6" fmla="*/ 1768640 w 12133526"/>
              <a:gd name="connsiteY6" fmla="*/ 82254 h 480448"/>
              <a:gd name="connsiteX7" fmla="*/ 1771928 w 12133526"/>
              <a:gd name="connsiteY7" fmla="*/ 12892 h 480448"/>
              <a:gd name="connsiteX8" fmla="*/ 1768640 w 12133526"/>
              <a:gd name="connsiteY8" fmla="*/ 82254 h 480448"/>
              <a:gd name="connsiteX9" fmla="*/ 3455386 w 12133526"/>
              <a:gd name="connsiteY9" fmla="*/ 84112 h 480448"/>
              <a:gd name="connsiteX10" fmla="*/ 3438799 w 12133526"/>
              <a:gd name="connsiteY10" fmla="*/ 16845 h 480448"/>
              <a:gd name="connsiteX11" fmla="*/ 3481424 w 12133526"/>
              <a:gd name="connsiteY11" fmla="*/ 77625 h 480448"/>
              <a:gd name="connsiteX12" fmla="*/ 3455386 w 12133526"/>
              <a:gd name="connsiteY12" fmla="*/ 84112 h 480448"/>
              <a:gd name="connsiteX13" fmla="*/ 5930913 w 12133526"/>
              <a:gd name="connsiteY13" fmla="*/ 84866 h 480448"/>
              <a:gd name="connsiteX14" fmla="*/ 5947319 w 12133526"/>
              <a:gd name="connsiteY14" fmla="*/ 12240 h 480448"/>
              <a:gd name="connsiteX15" fmla="*/ 5930913 w 12133526"/>
              <a:gd name="connsiteY15" fmla="*/ 84866 h 480448"/>
              <a:gd name="connsiteX16" fmla="*/ 477150 w 12133526"/>
              <a:gd name="connsiteY16" fmla="*/ 85882 h 480448"/>
              <a:gd name="connsiteX17" fmla="*/ 451425 w 12133526"/>
              <a:gd name="connsiteY17" fmla="*/ 83547 h 480448"/>
              <a:gd name="connsiteX18" fmla="*/ 471098 w 12133526"/>
              <a:gd name="connsiteY18" fmla="*/ 7867 h 480448"/>
              <a:gd name="connsiteX19" fmla="*/ 477150 w 12133526"/>
              <a:gd name="connsiteY19" fmla="*/ 85882 h 480448"/>
              <a:gd name="connsiteX20" fmla="*/ 952416 w 12133526"/>
              <a:gd name="connsiteY20" fmla="*/ 88128 h 480448"/>
              <a:gd name="connsiteX21" fmla="*/ 965595 w 12133526"/>
              <a:gd name="connsiteY21" fmla="*/ 9789 h 480448"/>
              <a:gd name="connsiteX22" fmla="*/ 952416 w 12133526"/>
              <a:gd name="connsiteY22" fmla="*/ 88128 h 480448"/>
              <a:gd name="connsiteX23" fmla="*/ 44128 w 12133526"/>
              <a:gd name="connsiteY23" fmla="*/ 89315 h 480448"/>
              <a:gd name="connsiteX24" fmla="*/ 57216 w 12133526"/>
              <a:gd name="connsiteY24" fmla="*/ 13989 h 480448"/>
              <a:gd name="connsiteX25" fmla="*/ 44128 w 12133526"/>
              <a:gd name="connsiteY25" fmla="*/ 89315 h 480448"/>
              <a:gd name="connsiteX26" fmla="*/ 665958 w 12133526"/>
              <a:gd name="connsiteY26" fmla="*/ 92327 h 480448"/>
              <a:gd name="connsiteX27" fmla="*/ 685687 w 12133526"/>
              <a:gd name="connsiteY27" fmla="*/ 22965 h 480448"/>
              <a:gd name="connsiteX28" fmla="*/ 665958 w 12133526"/>
              <a:gd name="connsiteY28" fmla="*/ 92327 h 480448"/>
              <a:gd name="connsiteX29" fmla="*/ 212501 w 12133526"/>
              <a:gd name="connsiteY29" fmla="*/ 92328 h 480448"/>
              <a:gd name="connsiteX30" fmla="*/ 228861 w 12133526"/>
              <a:gd name="connsiteY30" fmla="*/ 22966 h 480448"/>
              <a:gd name="connsiteX31" fmla="*/ 212501 w 12133526"/>
              <a:gd name="connsiteY31" fmla="*/ 92328 h 480448"/>
              <a:gd name="connsiteX32" fmla="*/ 1509764 w 12133526"/>
              <a:gd name="connsiteY32" fmla="*/ 97110 h 480448"/>
              <a:gd name="connsiteX33" fmla="*/ 1503202 w 12133526"/>
              <a:gd name="connsiteY33" fmla="*/ 18530 h 480448"/>
              <a:gd name="connsiteX34" fmla="*/ 1509764 w 12133526"/>
              <a:gd name="connsiteY34" fmla="*/ 97110 h 480448"/>
              <a:gd name="connsiteX35" fmla="*/ 3769734 w 12133526"/>
              <a:gd name="connsiteY35" fmla="*/ 98446 h 480448"/>
              <a:gd name="connsiteX36" fmla="*/ 3759940 w 12133526"/>
              <a:gd name="connsiteY36" fmla="*/ 20164 h 480448"/>
              <a:gd name="connsiteX37" fmla="*/ 3769734 w 12133526"/>
              <a:gd name="connsiteY37" fmla="*/ 98446 h 480448"/>
              <a:gd name="connsiteX38" fmla="*/ 4347466 w 12133526"/>
              <a:gd name="connsiteY38" fmla="*/ 99860 h 480448"/>
              <a:gd name="connsiteX39" fmla="*/ 4330333 w 12133526"/>
              <a:gd name="connsiteY39" fmla="*/ 92926 h 480448"/>
              <a:gd name="connsiteX40" fmla="*/ 4363101 w 12133526"/>
              <a:gd name="connsiteY40" fmla="*/ 23372 h 480448"/>
              <a:gd name="connsiteX41" fmla="*/ 4347466 w 12133526"/>
              <a:gd name="connsiteY41" fmla="*/ 99860 h 480448"/>
              <a:gd name="connsiteX42" fmla="*/ 3150138 w 12133526"/>
              <a:gd name="connsiteY42" fmla="*/ 101710 h 480448"/>
              <a:gd name="connsiteX43" fmla="*/ 3137013 w 12133526"/>
              <a:gd name="connsiteY43" fmla="*/ 25736 h 480448"/>
              <a:gd name="connsiteX44" fmla="*/ 3150138 w 12133526"/>
              <a:gd name="connsiteY44" fmla="*/ 101710 h 480448"/>
              <a:gd name="connsiteX45" fmla="*/ 4063897 w 12133526"/>
              <a:gd name="connsiteY45" fmla="*/ 102932 h 480448"/>
              <a:gd name="connsiteX46" fmla="*/ 4063897 w 12133526"/>
              <a:gd name="connsiteY46" fmla="*/ 33570 h 480448"/>
              <a:gd name="connsiteX47" fmla="*/ 4063897 w 12133526"/>
              <a:gd name="connsiteY47" fmla="*/ 102932 h 480448"/>
              <a:gd name="connsiteX48" fmla="*/ 2368751 w 12133526"/>
              <a:gd name="connsiteY48" fmla="*/ 103089 h 480448"/>
              <a:gd name="connsiteX49" fmla="*/ 2330611 w 12133526"/>
              <a:gd name="connsiteY49" fmla="*/ 98508 h 480448"/>
              <a:gd name="connsiteX50" fmla="*/ 2376605 w 12133526"/>
              <a:gd name="connsiteY50" fmla="*/ 38061 h 480448"/>
              <a:gd name="connsiteX51" fmla="*/ 2368751 w 12133526"/>
              <a:gd name="connsiteY51" fmla="*/ 103089 h 480448"/>
              <a:gd name="connsiteX52" fmla="*/ 6207442 w 12133526"/>
              <a:gd name="connsiteY52" fmla="*/ 104163 h 480448"/>
              <a:gd name="connsiteX53" fmla="*/ 6163912 w 12133526"/>
              <a:gd name="connsiteY53" fmla="*/ 100432 h 480448"/>
              <a:gd name="connsiteX54" fmla="*/ 6200050 w 12133526"/>
              <a:gd name="connsiteY54" fmla="*/ 39985 h 480448"/>
              <a:gd name="connsiteX55" fmla="*/ 6207442 w 12133526"/>
              <a:gd name="connsiteY55" fmla="*/ 104163 h 480448"/>
              <a:gd name="connsiteX56" fmla="*/ 4619077 w 12133526"/>
              <a:gd name="connsiteY56" fmla="*/ 105863 h 480448"/>
              <a:gd name="connsiteX57" fmla="*/ 4592405 w 12133526"/>
              <a:gd name="connsiteY57" fmla="*/ 35659 h 480448"/>
              <a:gd name="connsiteX58" fmla="*/ 4651779 w 12133526"/>
              <a:gd name="connsiteY58" fmla="*/ 68871 h 480448"/>
              <a:gd name="connsiteX59" fmla="*/ 4619077 w 12133526"/>
              <a:gd name="connsiteY59" fmla="*/ 105863 h 480448"/>
              <a:gd name="connsiteX60" fmla="*/ 2906790 w 12133526"/>
              <a:gd name="connsiteY60" fmla="*/ 105864 h 480448"/>
              <a:gd name="connsiteX61" fmla="*/ 2914131 w 12133526"/>
              <a:gd name="connsiteY61" fmla="*/ 37822 h 480448"/>
              <a:gd name="connsiteX62" fmla="*/ 2950021 w 12133526"/>
              <a:gd name="connsiteY62" fmla="*/ 92256 h 480448"/>
              <a:gd name="connsiteX63" fmla="*/ 2906790 w 12133526"/>
              <a:gd name="connsiteY63" fmla="*/ 105864 h 480448"/>
              <a:gd name="connsiteX64" fmla="*/ 4898717 w 12133526"/>
              <a:gd name="connsiteY64" fmla="*/ 107298 h 480448"/>
              <a:gd name="connsiteX65" fmla="*/ 4895439 w 12133526"/>
              <a:gd name="connsiteY65" fmla="*/ 34672 h 480448"/>
              <a:gd name="connsiteX66" fmla="*/ 4898717 w 12133526"/>
              <a:gd name="connsiteY66" fmla="*/ 107298 h 480448"/>
              <a:gd name="connsiteX67" fmla="*/ 2028810 w 12133526"/>
              <a:gd name="connsiteY67" fmla="*/ 107864 h 480448"/>
              <a:gd name="connsiteX68" fmla="*/ 2035279 w 12133526"/>
              <a:gd name="connsiteY68" fmla="*/ 44356 h 480448"/>
              <a:gd name="connsiteX69" fmla="*/ 2077987 w 12133526"/>
              <a:gd name="connsiteY69" fmla="*/ 101944 h 480448"/>
              <a:gd name="connsiteX70" fmla="*/ 2028810 w 12133526"/>
              <a:gd name="connsiteY70" fmla="*/ 107864 h 480448"/>
              <a:gd name="connsiteX71" fmla="*/ 2651367 w 12133526"/>
              <a:gd name="connsiteY71" fmla="*/ 109816 h 480448"/>
              <a:gd name="connsiteX72" fmla="*/ 2651826 w 12133526"/>
              <a:gd name="connsiteY72" fmla="*/ 50073 h 480448"/>
              <a:gd name="connsiteX73" fmla="*/ 2690978 w 12133526"/>
              <a:gd name="connsiteY73" fmla="*/ 92557 h 480448"/>
              <a:gd name="connsiteX74" fmla="*/ 2651367 w 12133526"/>
              <a:gd name="connsiteY74" fmla="*/ 109816 h 480448"/>
              <a:gd name="connsiteX75" fmla="*/ 1198481 w 12133526"/>
              <a:gd name="connsiteY75" fmla="*/ 110162 h 480448"/>
              <a:gd name="connsiteX76" fmla="*/ 1164538 w 12133526"/>
              <a:gd name="connsiteY76" fmla="*/ 95192 h 480448"/>
              <a:gd name="connsiteX77" fmla="*/ 1233659 w 12133526"/>
              <a:gd name="connsiteY77" fmla="*/ 40444 h 480448"/>
              <a:gd name="connsiteX78" fmla="*/ 1198481 w 12133526"/>
              <a:gd name="connsiteY78" fmla="*/ 110162 h 480448"/>
              <a:gd name="connsiteX79" fmla="*/ 6449776 w 12133526"/>
              <a:gd name="connsiteY79" fmla="*/ 110385 h 480448"/>
              <a:gd name="connsiteX80" fmla="*/ 6436343 w 12133526"/>
              <a:gd name="connsiteY80" fmla="*/ 36721 h 480448"/>
              <a:gd name="connsiteX81" fmla="*/ 6475642 w 12133526"/>
              <a:gd name="connsiteY81" fmla="*/ 103091 h 480448"/>
              <a:gd name="connsiteX82" fmla="*/ 6449776 w 12133526"/>
              <a:gd name="connsiteY82" fmla="*/ 110385 h 480448"/>
              <a:gd name="connsiteX83" fmla="*/ 5171754 w 12133526"/>
              <a:gd name="connsiteY83" fmla="*/ 119091 h 480448"/>
              <a:gd name="connsiteX84" fmla="*/ 5145979 w 12133526"/>
              <a:gd name="connsiteY84" fmla="*/ 117004 h 480448"/>
              <a:gd name="connsiteX85" fmla="*/ 5165690 w 12133526"/>
              <a:gd name="connsiteY85" fmla="*/ 41324 h 480448"/>
              <a:gd name="connsiteX86" fmla="*/ 5171754 w 12133526"/>
              <a:gd name="connsiteY86" fmla="*/ 119091 h 480448"/>
              <a:gd name="connsiteX87" fmla="*/ 6688686 w 12133526"/>
              <a:gd name="connsiteY87" fmla="*/ 133264 h 480448"/>
              <a:gd name="connsiteX88" fmla="*/ 6701775 w 12133526"/>
              <a:gd name="connsiteY88" fmla="*/ 57938 h 480448"/>
              <a:gd name="connsiteX89" fmla="*/ 6688686 w 12133526"/>
              <a:gd name="connsiteY89" fmla="*/ 133264 h 480448"/>
              <a:gd name="connsiteX90" fmla="*/ 8456653 w 12133526"/>
              <a:gd name="connsiteY90" fmla="*/ 142639 h 480448"/>
              <a:gd name="connsiteX91" fmla="*/ 8459942 w 12133526"/>
              <a:gd name="connsiteY91" fmla="*/ 73277 h 480448"/>
              <a:gd name="connsiteX92" fmla="*/ 8456653 w 12133526"/>
              <a:gd name="connsiteY92" fmla="*/ 142639 h 480448"/>
              <a:gd name="connsiteX93" fmla="*/ 7165164 w 12133526"/>
              <a:gd name="connsiteY93" fmla="*/ 146268 h 480448"/>
              <a:gd name="connsiteX94" fmla="*/ 7139439 w 12133526"/>
              <a:gd name="connsiteY94" fmla="*/ 143932 h 480448"/>
              <a:gd name="connsiteX95" fmla="*/ 7159112 w 12133526"/>
              <a:gd name="connsiteY95" fmla="*/ 68252 h 480448"/>
              <a:gd name="connsiteX96" fmla="*/ 7165164 w 12133526"/>
              <a:gd name="connsiteY96" fmla="*/ 146268 h 480448"/>
              <a:gd name="connsiteX97" fmla="*/ 7640433 w 12133526"/>
              <a:gd name="connsiteY97" fmla="*/ 148513 h 480448"/>
              <a:gd name="connsiteX98" fmla="*/ 7653612 w 12133526"/>
              <a:gd name="connsiteY98" fmla="*/ 70174 h 480448"/>
              <a:gd name="connsiteX99" fmla="*/ 7640433 w 12133526"/>
              <a:gd name="connsiteY99" fmla="*/ 148513 h 480448"/>
              <a:gd name="connsiteX100" fmla="*/ 7353976 w 12133526"/>
              <a:gd name="connsiteY100" fmla="*/ 152712 h 480448"/>
              <a:gd name="connsiteX101" fmla="*/ 7373704 w 12133526"/>
              <a:gd name="connsiteY101" fmla="*/ 83350 h 480448"/>
              <a:gd name="connsiteX102" fmla="*/ 7353976 w 12133526"/>
              <a:gd name="connsiteY102" fmla="*/ 152712 h 480448"/>
              <a:gd name="connsiteX103" fmla="*/ 6869260 w 12133526"/>
              <a:gd name="connsiteY103" fmla="*/ 154228 h 480448"/>
              <a:gd name="connsiteX104" fmla="*/ 6885619 w 12133526"/>
              <a:gd name="connsiteY104" fmla="*/ 84866 h 480448"/>
              <a:gd name="connsiteX105" fmla="*/ 6869260 w 12133526"/>
              <a:gd name="connsiteY105" fmla="*/ 154228 h 480448"/>
              <a:gd name="connsiteX106" fmla="*/ 8197777 w 12133526"/>
              <a:gd name="connsiteY106" fmla="*/ 157495 h 480448"/>
              <a:gd name="connsiteX107" fmla="*/ 8191215 w 12133526"/>
              <a:gd name="connsiteY107" fmla="*/ 78915 h 480448"/>
              <a:gd name="connsiteX108" fmla="*/ 8197777 w 12133526"/>
              <a:gd name="connsiteY108" fmla="*/ 157495 h 480448"/>
              <a:gd name="connsiteX109" fmla="*/ 8766382 w 12133526"/>
              <a:gd name="connsiteY109" fmla="*/ 158859 h 480448"/>
              <a:gd name="connsiteX110" fmla="*/ 8772849 w 12133526"/>
              <a:gd name="connsiteY110" fmla="*/ 95351 h 480448"/>
              <a:gd name="connsiteX111" fmla="*/ 8815554 w 12133526"/>
              <a:gd name="connsiteY111" fmla="*/ 152939 h 480448"/>
              <a:gd name="connsiteX112" fmla="*/ 8766382 w 12133526"/>
              <a:gd name="connsiteY112" fmla="*/ 158859 h 480448"/>
              <a:gd name="connsiteX113" fmla="*/ 9838147 w 12133526"/>
              <a:gd name="connsiteY113" fmla="*/ 162095 h 480448"/>
              <a:gd name="connsiteX114" fmla="*/ 9825023 w 12133526"/>
              <a:gd name="connsiteY114" fmla="*/ 86121 h 480448"/>
              <a:gd name="connsiteX115" fmla="*/ 9838147 w 12133526"/>
              <a:gd name="connsiteY115" fmla="*/ 162095 h 480448"/>
              <a:gd name="connsiteX116" fmla="*/ 9056760 w 12133526"/>
              <a:gd name="connsiteY116" fmla="*/ 163474 h 480448"/>
              <a:gd name="connsiteX117" fmla="*/ 9018620 w 12133526"/>
              <a:gd name="connsiteY117" fmla="*/ 158893 h 480448"/>
              <a:gd name="connsiteX118" fmla="*/ 9064614 w 12133526"/>
              <a:gd name="connsiteY118" fmla="*/ 98446 h 480448"/>
              <a:gd name="connsiteX119" fmla="*/ 9056760 w 12133526"/>
              <a:gd name="connsiteY119" fmla="*/ 163474 h 480448"/>
              <a:gd name="connsiteX120" fmla="*/ 9594800 w 12133526"/>
              <a:gd name="connsiteY120" fmla="*/ 166249 h 480448"/>
              <a:gd name="connsiteX121" fmla="*/ 9602140 w 12133526"/>
              <a:gd name="connsiteY121" fmla="*/ 98207 h 480448"/>
              <a:gd name="connsiteX122" fmla="*/ 9638030 w 12133526"/>
              <a:gd name="connsiteY122" fmla="*/ 152641 h 480448"/>
              <a:gd name="connsiteX123" fmla="*/ 9594800 w 12133526"/>
              <a:gd name="connsiteY123" fmla="*/ 166249 h 480448"/>
              <a:gd name="connsiteX124" fmla="*/ 9339377 w 12133526"/>
              <a:gd name="connsiteY124" fmla="*/ 170201 h 480448"/>
              <a:gd name="connsiteX125" fmla="*/ 9339834 w 12133526"/>
              <a:gd name="connsiteY125" fmla="*/ 110458 h 480448"/>
              <a:gd name="connsiteX126" fmla="*/ 9378987 w 12133526"/>
              <a:gd name="connsiteY126" fmla="*/ 152942 h 480448"/>
              <a:gd name="connsiteX127" fmla="*/ 9339377 w 12133526"/>
              <a:gd name="connsiteY127" fmla="*/ 170201 h 480448"/>
              <a:gd name="connsiteX128" fmla="*/ 7886500 w 12133526"/>
              <a:gd name="connsiteY128" fmla="*/ 170547 h 480448"/>
              <a:gd name="connsiteX129" fmla="*/ 7852556 w 12133526"/>
              <a:gd name="connsiteY129" fmla="*/ 155577 h 480448"/>
              <a:gd name="connsiteX130" fmla="*/ 7921678 w 12133526"/>
              <a:gd name="connsiteY130" fmla="*/ 100829 h 480448"/>
              <a:gd name="connsiteX131" fmla="*/ 7886500 w 12133526"/>
              <a:gd name="connsiteY131" fmla="*/ 170547 h 480448"/>
              <a:gd name="connsiteX132" fmla="*/ 10445963 w 12133526"/>
              <a:gd name="connsiteY132" fmla="*/ 178146 h 480448"/>
              <a:gd name="connsiteX133" fmla="*/ 10436168 w 12133526"/>
              <a:gd name="connsiteY133" fmla="*/ 99864 h 480448"/>
              <a:gd name="connsiteX134" fmla="*/ 10445963 w 12133526"/>
              <a:gd name="connsiteY134" fmla="*/ 178146 h 480448"/>
              <a:gd name="connsiteX135" fmla="*/ 10704384 w 12133526"/>
              <a:gd name="connsiteY135" fmla="*/ 180048 h 480448"/>
              <a:gd name="connsiteX136" fmla="*/ 10704384 w 12133526"/>
              <a:gd name="connsiteY136" fmla="*/ 110686 h 480448"/>
              <a:gd name="connsiteX137" fmla="*/ 10704384 w 12133526"/>
              <a:gd name="connsiteY137" fmla="*/ 180048 h 480448"/>
              <a:gd name="connsiteX138" fmla="*/ 10143845 w 12133526"/>
              <a:gd name="connsiteY138" fmla="*/ 180475 h 480448"/>
              <a:gd name="connsiteX139" fmla="*/ 10127259 w 12133526"/>
              <a:gd name="connsiteY139" fmla="*/ 113208 h 480448"/>
              <a:gd name="connsiteX140" fmla="*/ 10169883 w 12133526"/>
              <a:gd name="connsiteY140" fmla="*/ 173988 h 480448"/>
              <a:gd name="connsiteX141" fmla="*/ 10143845 w 12133526"/>
              <a:gd name="connsiteY141" fmla="*/ 180475 h 480448"/>
              <a:gd name="connsiteX142" fmla="*/ 11029727 w 12133526"/>
              <a:gd name="connsiteY142" fmla="*/ 199414 h 480448"/>
              <a:gd name="connsiteX143" fmla="*/ 11012595 w 12133526"/>
              <a:gd name="connsiteY143" fmla="*/ 192480 h 480448"/>
              <a:gd name="connsiteX144" fmla="*/ 11045363 w 12133526"/>
              <a:gd name="connsiteY144" fmla="*/ 122926 h 480448"/>
              <a:gd name="connsiteX145" fmla="*/ 11029727 w 12133526"/>
              <a:gd name="connsiteY145" fmla="*/ 199414 h 480448"/>
              <a:gd name="connsiteX146" fmla="*/ 11563025 w 12133526"/>
              <a:gd name="connsiteY146" fmla="*/ 202944 h 480448"/>
              <a:gd name="connsiteX147" fmla="*/ 11559746 w 12133526"/>
              <a:gd name="connsiteY147" fmla="*/ 130318 h 480448"/>
              <a:gd name="connsiteX148" fmla="*/ 11563025 w 12133526"/>
              <a:gd name="connsiteY148" fmla="*/ 202944 h 480448"/>
              <a:gd name="connsiteX149" fmla="*/ 12047820 w 12133526"/>
              <a:gd name="connsiteY149" fmla="*/ 212198 h 480448"/>
              <a:gd name="connsiteX150" fmla="*/ 12014403 w 12133526"/>
              <a:gd name="connsiteY150" fmla="*/ 197262 h 480448"/>
              <a:gd name="connsiteX151" fmla="*/ 12083394 w 12133526"/>
              <a:gd name="connsiteY151" fmla="*/ 142639 h 480448"/>
              <a:gd name="connsiteX152" fmla="*/ 12047820 w 12133526"/>
              <a:gd name="connsiteY152" fmla="*/ 212198 h 480448"/>
              <a:gd name="connsiteX153" fmla="*/ 11304928 w 12133526"/>
              <a:gd name="connsiteY153" fmla="*/ 226425 h 480448"/>
              <a:gd name="connsiteX154" fmla="*/ 11278257 w 12133526"/>
              <a:gd name="connsiteY154" fmla="*/ 156221 h 480448"/>
              <a:gd name="connsiteX155" fmla="*/ 11337630 w 12133526"/>
              <a:gd name="connsiteY155" fmla="*/ 189433 h 480448"/>
              <a:gd name="connsiteX156" fmla="*/ 11304928 w 12133526"/>
              <a:gd name="connsiteY156" fmla="*/ 226425 h 480448"/>
              <a:gd name="connsiteX157" fmla="*/ 11812221 w 12133526"/>
              <a:gd name="connsiteY157" fmla="*/ 227622 h 480448"/>
              <a:gd name="connsiteX158" fmla="*/ 11786445 w 12133526"/>
              <a:gd name="connsiteY158" fmla="*/ 225535 h 480448"/>
              <a:gd name="connsiteX159" fmla="*/ 11806157 w 12133526"/>
              <a:gd name="connsiteY159" fmla="*/ 149855 h 480448"/>
              <a:gd name="connsiteX160" fmla="*/ 11812221 w 12133526"/>
              <a:gd name="connsiteY160" fmla="*/ 227622 h 480448"/>
              <a:gd name="connsiteX161" fmla="*/ 3295042 w 12133526"/>
              <a:gd name="connsiteY161" fmla="*/ 343194 h 480448"/>
              <a:gd name="connsiteX162" fmla="*/ 3306108 w 12133526"/>
              <a:gd name="connsiteY162" fmla="*/ 285653 h 480448"/>
              <a:gd name="connsiteX163" fmla="*/ 3342175 w 12133526"/>
              <a:gd name="connsiteY163" fmla="*/ 334148 h 480448"/>
              <a:gd name="connsiteX164" fmla="*/ 3295042 w 12133526"/>
              <a:gd name="connsiteY164" fmla="*/ 343194 h 480448"/>
              <a:gd name="connsiteX165" fmla="*/ 374507 w 12133526"/>
              <a:gd name="connsiteY165" fmla="*/ 344778 h 480448"/>
              <a:gd name="connsiteX166" fmla="*/ 377272 w 12133526"/>
              <a:gd name="connsiteY166" fmla="*/ 278369 h 480448"/>
              <a:gd name="connsiteX167" fmla="*/ 419870 w 12133526"/>
              <a:gd name="connsiteY167" fmla="*/ 338913 h 480448"/>
              <a:gd name="connsiteX168" fmla="*/ 374507 w 12133526"/>
              <a:gd name="connsiteY168" fmla="*/ 344778 h 480448"/>
              <a:gd name="connsiteX169" fmla="*/ 4063091 w 12133526"/>
              <a:gd name="connsiteY169" fmla="*/ 347961 h 480448"/>
              <a:gd name="connsiteX170" fmla="*/ 4024951 w 12133526"/>
              <a:gd name="connsiteY170" fmla="*/ 343458 h 480448"/>
              <a:gd name="connsiteX171" fmla="*/ 4070945 w 12133526"/>
              <a:gd name="connsiteY171" fmla="*/ 280420 h 480448"/>
              <a:gd name="connsiteX172" fmla="*/ 4063091 w 12133526"/>
              <a:gd name="connsiteY172" fmla="*/ 347961 h 480448"/>
              <a:gd name="connsiteX173" fmla="*/ 3083972 w 12133526"/>
              <a:gd name="connsiteY173" fmla="*/ 355494 h 480448"/>
              <a:gd name="connsiteX174" fmla="*/ 3064207 w 12133526"/>
              <a:gd name="connsiteY174" fmla="*/ 280419 h 480448"/>
              <a:gd name="connsiteX175" fmla="*/ 3083972 w 12133526"/>
              <a:gd name="connsiteY175" fmla="*/ 355494 h 480448"/>
              <a:gd name="connsiteX176" fmla="*/ 118047 w 12133526"/>
              <a:gd name="connsiteY176" fmla="*/ 360370 h 480448"/>
              <a:gd name="connsiteX177" fmla="*/ 114768 w 12133526"/>
              <a:gd name="connsiteY177" fmla="*/ 291008 h 480448"/>
              <a:gd name="connsiteX178" fmla="*/ 118047 w 12133526"/>
              <a:gd name="connsiteY178" fmla="*/ 360370 h 480448"/>
              <a:gd name="connsiteX179" fmla="*/ 3833220 w 12133526"/>
              <a:gd name="connsiteY179" fmla="*/ 369112 h 480448"/>
              <a:gd name="connsiteX180" fmla="*/ 3837830 w 12133526"/>
              <a:gd name="connsiteY180" fmla="*/ 304084 h 480448"/>
              <a:gd name="connsiteX181" fmla="*/ 3880455 w 12133526"/>
              <a:gd name="connsiteY181" fmla="*/ 364531 h 480448"/>
              <a:gd name="connsiteX182" fmla="*/ 3833220 w 12133526"/>
              <a:gd name="connsiteY182" fmla="*/ 369112 h 480448"/>
              <a:gd name="connsiteX183" fmla="*/ 1279215 w 12133526"/>
              <a:gd name="connsiteY183" fmla="*/ 371101 h 480448"/>
              <a:gd name="connsiteX184" fmla="*/ 1233786 w 12133526"/>
              <a:gd name="connsiteY184" fmla="*/ 367795 h 480448"/>
              <a:gd name="connsiteX185" fmla="*/ 1273210 w 12133526"/>
              <a:gd name="connsiteY185" fmla="*/ 307348 h 480448"/>
              <a:gd name="connsiteX186" fmla="*/ 1279215 w 12133526"/>
              <a:gd name="connsiteY186" fmla="*/ 371101 h 480448"/>
              <a:gd name="connsiteX187" fmla="*/ 4761989 w 12133526"/>
              <a:gd name="connsiteY187" fmla="*/ 372841 h 480448"/>
              <a:gd name="connsiteX188" fmla="*/ 4747139 w 12133526"/>
              <a:gd name="connsiteY188" fmla="*/ 364903 h 480448"/>
              <a:gd name="connsiteX189" fmla="*/ 4766836 w 12133526"/>
              <a:gd name="connsiteY189" fmla="*/ 301397 h 480448"/>
              <a:gd name="connsiteX190" fmla="*/ 4761989 w 12133526"/>
              <a:gd name="connsiteY190" fmla="*/ 372841 h 480448"/>
              <a:gd name="connsiteX191" fmla="*/ 2007635 w 12133526"/>
              <a:gd name="connsiteY191" fmla="*/ 372963 h 480448"/>
              <a:gd name="connsiteX192" fmla="*/ 2008097 w 12133526"/>
              <a:gd name="connsiteY192" fmla="*/ 298373 h 480448"/>
              <a:gd name="connsiteX193" fmla="*/ 2054056 w 12133526"/>
              <a:gd name="connsiteY193" fmla="*/ 362023 h 480448"/>
              <a:gd name="connsiteX194" fmla="*/ 2007635 w 12133526"/>
              <a:gd name="connsiteY194" fmla="*/ 372963 h 480448"/>
              <a:gd name="connsiteX195" fmla="*/ 3595463 w 12133526"/>
              <a:gd name="connsiteY195" fmla="*/ 373447 h 480448"/>
              <a:gd name="connsiteX196" fmla="*/ 3595463 w 12133526"/>
              <a:gd name="connsiteY196" fmla="*/ 304085 h 480448"/>
              <a:gd name="connsiteX197" fmla="*/ 3595463 w 12133526"/>
              <a:gd name="connsiteY197" fmla="*/ 373447 h 480448"/>
              <a:gd name="connsiteX198" fmla="*/ 1781086 w 12133526"/>
              <a:gd name="connsiteY198" fmla="*/ 374682 h 480448"/>
              <a:gd name="connsiteX199" fmla="*/ 1755275 w 12133526"/>
              <a:gd name="connsiteY199" fmla="*/ 304003 h 480448"/>
              <a:gd name="connsiteX200" fmla="*/ 1811230 w 12133526"/>
              <a:gd name="connsiteY200" fmla="*/ 337440 h 480448"/>
              <a:gd name="connsiteX201" fmla="*/ 1781086 w 12133526"/>
              <a:gd name="connsiteY201" fmla="*/ 374682 h 480448"/>
              <a:gd name="connsiteX202" fmla="*/ 2285007 w 12133526"/>
              <a:gd name="connsiteY202" fmla="*/ 374710 h 480448"/>
              <a:gd name="connsiteX203" fmla="*/ 2239876 w 12133526"/>
              <a:gd name="connsiteY203" fmla="*/ 370905 h 480448"/>
              <a:gd name="connsiteX204" fmla="*/ 2279040 w 12133526"/>
              <a:gd name="connsiteY204" fmla="*/ 313061 h 480448"/>
              <a:gd name="connsiteX205" fmla="*/ 2285007 w 12133526"/>
              <a:gd name="connsiteY205" fmla="*/ 374710 h 480448"/>
              <a:gd name="connsiteX206" fmla="*/ 4313542 w 12133526"/>
              <a:gd name="connsiteY206" fmla="*/ 377546 h 480448"/>
              <a:gd name="connsiteX207" fmla="*/ 4314004 w 12133526"/>
              <a:gd name="connsiteY207" fmla="*/ 316096 h 480448"/>
              <a:gd name="connsiteX208" fmla="*/ 4353398 w 12133526"/>
              <a:gd name="connsiteY208" fmla="*/ 361615 h 480448"/>
              <a:gd name="connsiteX209" fmla="*/ 4313542 w 12133526"/>
              <a:gd name="connsiteY209" fmla="*/ 377546 h 480448"/>
              <a:gd name="connsiteX210" fmla="*/ 593198 w 12133526"/>
              <a:gd name="connsiteY210" fmla="*/ 381084 h 480448"/>
              <a:gd name="connsiteX211" fmla="*/ 589919 w 12133526"/>
              <a:gd name="connsiteY211" fmla="*/ 311722 h 480448"/>
              <a:gd name="connsiteX212" fmla="*/ 593198 w 12133526"/>
              <a:gd name="connsiteY212" fmla="*/ 381084 h 480448"/>
              <a:gd name="connsiteX213" fmla="*/ 2774352 w 12133526"/>
              <a:gd name="connsiteY213" fmla="*/ 382610 h 480448"/>
              <a:gd name="connsiteX214" fmla="*/ 2785418 w 12133526"/>
              <a:gd name="connsiteY214" fmla="*/ 325069 h 480448"/>
              <a:gd name="connsiteX215" fmla="*/ 2821485 w 12133526"/>
              <a:gd name="connsiteY215" fmla="*/ 373564 h 480448"/>
              <a:gd name="connsiteX216" fmla="*/ 2774352 w 12133526"/>
              <a:gd name="connsiteY216" fmla="*/ 382610 h 480448"/>
              <a:gd name="connsiteX217" fmla="*/ 1518960 w 12133526"/>
              <a:gd name="connsiteY217" fmla="*/ 383238 h 480448"/>
              <a:gd name="connsiteX218" fmla="*/ 1512398 w 12133526"/>
              <a:gd name="connsiteY218" fmla="*/ 304658 h 480448"/>
              <a:gd name="connsiteX219" fmla="*/ 1518960 w 12133526"/>
              <a:gd name="connsiteY219" fmla="*/ 383238 h 480448"/>
              <a:gd name="connsiteX220" fmla="*/ 6391779 w 12133526"/>
              <a:gd name="connsiteY220" fmla="*/ 383307 h 480448"/>
              <a:gd name="connsiteX221" fmla="*/ 6392454 w 12133526"/>
              <a:gd name="connsiteY221" fmla="*/ 318250 h 480448"/>
              <a:gd name="connsiteX222" fmla="*/ 6438535 w 12133526"/>
              <a:gd name="connsiteY222" fmla="*/ 363540 h 480448"/>
              <a:gd name="connsiteX223" fmla="*/ 6412203 w 12133526"/>
              <a:gd name="connsiteY223" fmla="*/ 375617 h 480448"/>
              <a:gd name="connsiteX224" fmla="*/ 6391779 w 12133526"/>
              <a:gd name="connsiteY224" fmla="*/ 383307 h 480448"/>
              <a:gd name="connsiteX225" fmla="*/ 4970190 w 12133526"/>
              <a:gd name="connsiteY225" fmla="*/ 388952 h 480448"/>
              <a:gd name="connsiteX226" fmla="*/ 4980038 w 12133526"/>
              <a:gd name="connsiteY226" fmla="*/ 310613 h 480448"/>
              <a:gd name="connsiteX227" fmla="*/ 4970190 w 12133526"/>
              <a:gd name="connsiteY227" fmla="*/ 388952 h 480448"/>
              <a:gd name="connsiteX228" fmla="*/ 5616935 w 12133526"/>
              <a:gd name="connsiteY228" fmla="*/ 392215 h 480448"/>
              <a:gd name="connsiteX229" fmla="*/ 5629994 w 12133526"/>
              <a:gd name="connsiteY229" fmla="*/ 313876 h 480448"/>
              <a:gd name="connsiteX230" fmla="*/ 5616935 w 12133526"/>
              <a:gd name="connsiteY230" fmla="*/ 392215 h 480448"/>
              <a:gd name="connsiteX231" fmla="*/ 1019046 w 12133526"/>
              <a:gd name="connsiteY231" fmla="*/ 398316 h 480448"/>
              <a:gd name="connsiteX232" fmla="*/ 1015752 w 12133526"/>
              <a:gd name="connsiteY232" fmla="*/ 325690 h 480448"/>
              <a:gd name="connsiteX233" fmla="*/ 1019046 w 12133526"/>
              <a:gd name="connsiteY233" fmla="*/ 398316 h 480448"/>
              <a:gd name="connsiteX234" fmla="*/ 804389 w 12133526"/>
              <a:gd name="connsiteY234" fmla="*/ 399394 h 480448"/>
              <a:gd name="connsiteX235" fmla="*/ 770663 w 12133526"/>
              <a:gd name="connsiteY235" fmla="*/ 384546 h 480448"/>
              <a:gd name="connsiteX236" fmla="*/ 839341 w 12133526"/>
              <a:gd name="connsiteY236" fmla="*/ 330244 h 480448"/>
              <a:gd name="connsiteX237" fmla="*/ 804389 w 12133526"/>
              <a:gd name="connsiteY237" fmla="*/ 399394 h 480448"/>
              <a:gd name="connsiteX238" fmla="*/ 4549427 w 12133526"/>
              <a:gd name="connsiteY238" fmla="*/ 399585 h 480448"/>
              <a:gd name="connsiteX239" fmla="*/ 4556814 w 12133526"/>
              <a:gd name="connsiteY239" fmla="*/ 328566 h 480448"/>
              <a:gd name="connsiteX240" fmla="*/ 4592925 w 12133526"/>
              <a:gd name="connsiteY240" fmla="*/ 386024 h 480448"/>
              <a:gd name="connsiteX241" fmla="*/ 4549427 w 12133526"/>
              <a:gd name="connsiteY241" fmla="*/ 399585 h 480448"/>
              <a:gd name="connsiteX242" fmla="*/ 6191319 w 12133526"/>
              <a:gd name="connsiteY242" fmla="*/ 400764 h 480448"/>
              <a:gd name="connsiteX243" fmla="*/ 6201107 w 12133526"/>
              <a:gd name="connsiteY243" fmla="*/ 325689 h 480448"/>
              <a:gd name="connsiteX244" fmla="*/ 6191319 w 12133526"/>
              <a:gd name="connsiteY244" fmla="*/ 400764 h 480448"/>
              <a:gd name="connsiteX245" fmla="*/ 6841675 w 12133526"/>
              <a:gd name="connsiteY245" fmla="*/ 402299 h 480448"/>
              <a:gd name="connsiteX246" fmla="*/ 6838397 w 12133526"/>
              <a:gd name="connsiteY246" fmla="*/ 332937 h 480448"/>
              <a:gd name="connsiteX247" fmla="*/ 6841675 w 12133526"/>
              <a:gd name="connsiteY247" fmla="*/ 402299 h 480448"/>
              <a:gd name="connsiteX248" fmla="*/ 6014079 w 12133526"/>
              <a:gd name="connsiteY248" fmla="*/ 402604 h 480448"/>
              <a:gd name="connsiteX249" fmla="*/ 6018699 w 12133526"/>
              <a:gd name="connsiteY249" fmla="*/ 333241 h 480448"/>
              <a:gd name="connsiteX250" fmla="*/ 6058123 w 12133526"/>
              <a:gd name="connsiteY250" fmla="*/ 390386 h 480448"/>
              <a:gd name="connsiteX251" fmla="*/ 6014079 w 12133526"/>
              <a:gd name="connsiteY251" fmla="*/ 402604 h 480448"/>
              <a:gd name="connsiteX252" fmla="*/ 5442430 w 12133526"/>
              <a:gd name="connsiteY252" fmla="*/ 403993 h 480448"/>
              <a:gd name="connsiteX253" fmla="*/ 5425844 w 12133526"/>
              <a:gd name="connsiteY253" fmla="*/ 336726 h 480448"/>
              <a:gd name="connsiteX254" fmla="*/ 5468468 w 12133526"/>
              <a:gd name="connsiteY254" fmla="*/ 397506 h 480448"/>
              <a:gd name="connsiteX255" fmla="*/ 5442430 w 12133526"/>
              <a:gd name="connsiteY255" fmla="*/ 403993 h 480448"/>
              <a:gd name="connsiteX256" fmla="*/ 7062524 w 12133526"/>
              <a:gd name="connsiteY256" fmla="*/ 405164 h 480448"/>
              <a:gd name="connsiteX257" fmla="*/ 7065288 w 12133526"/>
              <a:gd name="connsiteY257" fmla="*/ 338755 h 480448"/>
              <a:gd name="connsiteX258" fmla="*/ 7107885 w 12133526"/>
              <a:gd name="connsiteY258" fmla="*/ 399299 h 480448"/>
              <a:gd name="connsiteX259" fmla="*/ 7062524 w 12133526"/>
              <a:gd name="connsiteY259" fmla="*/ 405164 h 480448"/>
              <a:gd name="connsiteX260" fmla="*/ 5831794 w 12133526"/>
              <a:gd name="connsiteY260" fmla="*/ 405563 h 480448"/>
              <a:gd name="connsiteX261" fmla="*/ 5828495 w 12133526"/>
              <a:gd name="connsiteY261" fmla="*/ 323960 h 480448"/>
              <a:gd name="connsiteX262" fmla="*/ 5831794 w 12133526"/>
              <a:gd name="connsiteY262" fmla="*/ 405563 h 480448"/>
              <a:gd name="connsiteX263" fmla="*/ 9977226 w 12133526"/>
              <a:gd name="connsiteY263" fmla="*/ 407090 h 480448"/>
              <a:gd name="connsiteX264" fmla="*/ 9988291 w 12133526"/>
              <a:gd name="connsiteY264" fmla="*/ 349549 h 480448"/>
              <a:gd name="connsiteX265" fmla="*/ 10024358 w 12133526"/>
              <a:gd name="connsiteY265" fmla="*/ 398044 h 480448"/>
              <a:gd name="connsiteX266" fmla="*/ 9977226 w 12133526"/>
              <a:gd name="connsiteY266" fmla="*/ 407090 h 480448"/>
              <a:gd name="connsiteX267" fmla="*/ 10751103 w 12133526"/>
              <a:gd name="connsiteY267" fmla="*/ 408346 h 480448"/>
              <a:gd name="connsiteX268" fmla="*/ 10712963 w 12133526"/>
              <a:gd name="connsiteY268" fmla="*/ 403843 h 480448"/>
              <a:gd name="connsiteX269" fmla="*/ 10758957 w 12133526"/>
              <a:gd name="connsiteY269" fmla="*/ 340805 h 480448"/>
              <a:gd name="connsiteX270" fmla="*/ 10751103 w 12133526"/>
              <a:gd name="connsiteY270" fmla="*/ 408346 h 480448"/>
              <a:gd name="connsiteX271" fmla="*/ 6622211 w 12133526"/>
              <a:gd name="connsiteY271" fmla="*/ 408827 h 480448"/>
              <a:gd name="connsiteX272" fmla="*/ 6635300 w 12133526"/>
              <a:gd name="connsiteY272" fmla="*/ 329673 h 480448"/>
              <a:gd name="connsiteX273" fmla="*/ 6622211 w 12133526"/>
              <a:gd name="connsiteY273" fmla="*/ 408827 h 480448"/>
              <a:gd name="connsiteX274" fmla="*/ 2546164 w 12133526"/>
              <a:gd name="connsiteY274" fmla="*/ 410169 h 480448"/>
              <a:gd name="connsiteX275" fmla="*/ 2526432 w 12133526"/>
              <a:gd name="connsiteY275" fmla="*/ 331830 h 480448"/>
              <a:gd name="connsiteX276" fmla="*/ 2546164 w 12133526"/>
              <a:gd name="connsiteY276" fmla="*/ 410169 h 480448"/>
              <a:gd name="connsiteX277" fmla="*/ 9771983 w 12133526"/>
              <a:gd name="connsiteY277" fmla="*/ 415879 h 480448"/>
              <a:gd name="connsiteX278" fmla="*/ 9752217 w 12133526"/>
              <a:gd name="connsiteY278" fmla="*/ 340804 h 480448"/>
              <a:gd name="connsiteX279" fmla="*/ 9771983 w 12133526"/>
              <a:gd name="connsiteY279" fmla="*/ 415879 h 480448"/>
              <a:gd name="connsiteX280" fmla="*/ 5209174 w 12133526"/>
              <a:gd name="connsiteY280" fmla="*/ 419054 h 480448"/>
              <a:gd name="connsiteX281" fmla="*/ 5192814 w 12133526"/>
              <a:gd name="connsiteY281" fmla="*/ 352563 h 480448"/>
              <a:gd name="connsiteX282" fmla="*/ 5209174 w 12133526"/>
              <a:gd name="connsiteY282" fmla="*/ 419054 h 480448"/>
              <a:gd name="connsiteX283" fmla="*/ 10521232 w 12133526"/>
              <a:gd name="connsiteY283" fmla="*/ 429497 h 480448"/>
              <a:gd name="connsiteX284" fmla="*/ 10525843 w 12133526"/>
              <a:gd name="connsiteY284" fmla="*/ 364469 h 480448"/>
              <a:gd name="connsiteX285" fmla="*/ 10568467 w 12133526"/>
              <a:gd name="connsiteY285" fmla="*/ 424916 h 480448"/>
              <a:gd name="connsiteX286" fmla="*/ 10521232 w 12133526"/>
              <a:gd name="connsiteY286" fmla="*/ 429497 h 480448"/>
              <a:gd name="connsiteX287" fmla="*/ 7967235 w 12133526"/>
              <a:gd name="connsiteY287" fmla="*/ 431486 h 480448"/>
              <a:gd name="connsiteX288" fmla="*/ 7921805 w 12133526"/>
              <a:gd name="connsiteY288" fmla="*/ 428180 h 480448"/>
              <a:gd name="connsiteX289" fmla="*/ 7961228 w 12133526"/>
              <a:gd name="connsiteY289" fmla="*/ 367733 h 480448"/>
              <a:gd name="connsiteX290" fmla="*/ 7967235 w 12133526"/>
              <a:gd name="connsiteY290" fmla="*/ 431486 h 480448"/>
              <a:gd name="connsiteX291" fmla="*/ 11450000 w 12133526"/>
              <a:gd name="connsiteY291" fmla="*/ 433226 h 480448"/>
              <a:gd name="connsiteX292" fmla="*/ 11435151 w 12133526"/>
              <a:gd name="connsiteY292" fmla="*/ 425288 h 480448"/>
              <a:gd name="connsiteX293" fmla="*/ 11454847 w 12133526"/>
              <a:gd name="connsiteY293" fmla="*/ 361782 h 480448"/>
              <a:gd name="connsiteX294" fmla="*/ 11450000 w 12133526"/>
              <a:gd name="connsiteY294" fmla="*/ 433226 h 480448"/>
              <a:gd name="connsiteX295" fmla="*/ 8695645 w 12133526"/>
              <a:gd name="connsiteY295" fmla="*/ 433348 h 480448"/>
              <a:gd name="connsiteX296" fmla="*/ 8696106 w 12133526"/>
              <a:gd name="connsiteY296" fmla="*/ 358758 h 480448"/>
              <a:gd name="connsiteX297" fmla="*/ 8742067 w 12133526"/>
              <a:gd name="connsiteY297" fmla="*/ 422408 h 480448"/>
              <a:gd name="connsiteX298" fmla="*/ 8695645 w 12133526"/>
              <a:gd name="connsiteY298" fmla="*/ 433348 h 480448"/>
              <a:gd name="connsiteX299" fmla="*/ 10283475 w 12133526"/>
              <a:gd name="connsiteY299" fmla="*/ 433832 h 480448"/>
              <a:gd name="connsiteX300" fmla="*/ 10283475 w 12133526"/>
              <a:gd name="connsiteY300" fmla="*/ 364470 h 480448"/>
              <a:gd name="connsiteX301" fmla="*/ 10283475 w 12133526"/>
              <a:gd name="connsiteY301" fmla="*/ 433832 h 480448"/>
              <a:gd name="connsiteX302" fmla="*/ 8974129 w 12133526"/>
              <a:gd name="connsiteY302" fmla="*/ 434033 h 480448"/>
              <a:gd name="connsiteX303" fmla="*/ 8928999 w 12133526"/>
              <a:gd name="connsiteY303" fmla="*/ 430228 h 480448"/>
              <a:gd name="connsiteX304" fmla="*/ 8968162 w 12133526"/>
              <a:gd name="connsiteY304" fmla="*/ 372384 h 480448"/>
              <a:gd name="connsiteX305" fmla="*/ 8974129 w 12133526"/>
              <a:gd name="connsiteY305" fmla="*/ 434033 h 480448"/>
              <a:gd name="connsiteX306" fmla="*/ 8469099 w 12133526"/>
              <a:gd name="connsiteY306" fmla="*/ 435067 h 480448"/>
              <a:gd name="connsiteX307" fmla="*/ 8443288 w 12133526"/>
              <a:gd name="connsiteY307" fmla="*/ 364388 h 480448"/>
              <a:gd name="connsiteX308" fmla="*/ 8499243 w 12133526"/>
              <a:gd name="connsiteY308" fmla="*/ 397825 h 480448"/>
              <a:gd name="connsiteX309" fmla="*/ 8469099 w 12133526"/>
              <a:gd name="connsiteY309" fmla="*/ 435067 h 480448"/>
              <a:gd name="connsiteX310" fmla="*/ 11001555 w 12133526"/>
              <a:gd name="connsiteY310" fmla="*/ 437931 h 480448"/>
              <a:gd name="connsiteX311" fmla="*/ 11002016 w 12133526"/>
              <a:gd name="connsiteY311" fmla="*/ 376481 h 480448"/>
              <a:gd name="connsiteX312" fmla="*/ 11041410 w 12133526"/>
              <a:gd name="connsiteY312" fmla="*/ 422000 h 480448"/>
              <a:gd name="connsiteX313" fmla="*/ 11001555 w 12133526"/>
              <a:gd name="connsiteY313" fmla="*/ 437931 h 480448"/>
              <a:gd name="connsiteX314" fmla="*/ 7281215 w 12133526"/>
              <a:gd name="connsiteY314" fmla="*/ 441469 h 480448"/>
              <a:gd name="connsiteX315" fmla="*/ 7277938 w 12133526"/>
              <a:gd name="connsiteY315" fmla="*/ 372107 h 480448"/>
              <a:gd name="connsiteX316" fmla="*/ 7281215 w 12133526"/>
              <a:gd name="connsiteY316" fmla="*/ 441469 h 480448"/>
              <a:gd name="connsiteX317" fmla="*/ 9462364 w 12133526"/>
              <a:gd name="connsiteY317" fmla="*/ 442995 h 480448"/>
              <a:gd name="connsiteX318" fmla="*/ 9473430 w 12133526"/>
              <a:gd name="connsiteY318" fmla="*/ 385454 h 480448"/>
              <a:gd name="connsiteX319" fmla="*/ 9509497 w 12133526"/>
              <a:gd name="connsiteY319" fmla="*/ 433949 h 480448"/>
              <a:gd name="connsiteX320" fmla="*/ 9462364 w 12133526"/>
              <a:gd name="connsiteY320" fmla="*/ 442995 h 480448"/>
              <a:gd name="connsiteX321" fmla="*/ 8206973 w 12133526"/>
              <a:gd name="connsiteY321" fmla="*/ 443623 h 480448"/>
              <a:gd name="connsiteX322" fmla="*/ 8200411 w 12133526"/>
              <a:gd name="connsiteY322" fmla="*/ 365043 h 480448"/>
              <a:gd name="connsiteX323" fmla="*/ 8206973 w 12133526"/>
              <a:gd name="connsiteY323" fmla="*/ 443623 h 480448"/>
              <a:gd name="connsiteX324" fmla="*/ 11658202 w 12133526"/>
              <a:gd name="connsiteY324" fmla="*/ 449337 h 480448"/>
              <a:gd name="connsiteX325" fmla="*/ 11668050 w 12133526"/>
              <a:gd name="connsiteY325" fmla="*/ 370998 h 480448"/>
              <a:gd name="connsiteX326" fmla="*/ 11658202 w 12133526"/>
              <a:gd name="connsiteY326" fmla="*/ 449337 h 480448"/>
              <a:gd name="connsiteX327" fmla="*/ 7707064 w 12133526"/>
              <a:gd name="connsiteY327" fmla="*/ 458701 h 480448"/>
              <a:gd name="connsiteX328" fmla="*/ 7703769 w 12133526"/>
              <a:gd name="connsiteY328" fmla="*/ 386075 h 480448"/>
              <a:gd name="connsiteX329" fmla="*/ 7707064 w 12133526"/>
              <a:gd name="connsiteY329" fmla="*/ 458701 h 480448"/>
              <a:gd name="connsiteX330" fmla="*/ 7492405 w 12133526"/>
              <a:gd name="connsiteY330" fmla="*/ 459779 h 480448"/>
              <a:gd name="connsiteX331" fmla="*/ 7458680 w 12133526"/>
              <a:gd name="connsiteY331" fmla="*/ 444931 h 480448"/>
              <a:gd name="connsiteX332" fmla="*/ 7527358 w 12133526"/>
              <a:gd name="connsiteY332" fmla="*/ 390629 h 480448"/>
              <a:gd name="connsiteX333" fmla="*/ 7492405 w 12133526"/>
              <a:gd name="connsiteY333" fmla="*/ 459779 h 480448"/>
              <a:gd name="connsiteX334" fmla="*/ 11237440 w 12133526"/>
              <a:gd name="connsiteY334" fmla="*/ 459970 h 480448"/>
              <a:gd name="connsiteX335" fmla="*/ 11244826 w 12133526"/>
              <a:gd name="connsiteY335" fmla="*/ 388951 h 480448"/>
              <a:gd name="connsiteX336" fmla="*/ 11280938 w 12133526"/>
              <a:gd name="connsiteY336" fmla="*/ 446409 h 480448"/>
              <a:gd name="connsiteX337" fmla="*/ 11237440 w 12133526"/>
              <a:gd name="connsiteY337" fmla="*/ 459970 h 480448"/>
              <a:gd name="connsiteX338" fmla="*/ 12107131 w 12133526"/>
              <a:gd name="connsiteY338" fmla="*/ 466825 h 480448"/>
              <a:gd name="connsiteX339" fmla="*/ 12090545 w 12133526"/>
              <a:gd name="connsiteY339" fmla="*/ 399558 h 480448"/>
              <a:gd name="connsiteX340" fmla="*/ 12133169 w 12133526"/>
              <a:gd name="connsiteY340" fmla="*/ 460338 h 480448"/>
              <a:gd name="connsiteX341" fmla="*/ 12107131 w 12133526"/>
              <a:gd name="connsiteY341" fmla="*/ 466825 h 480448"/>
              <a:gd name="connsiteX342" fmla="*/ 9234175 w 12133526"/>
              <a:gd name="connsiteY342" fmla="*/ 470554 h 480448"/>
              <a:gd name="connsiteX343" fmla="*/ 9214442 w 12133526"/>
              <a:gd name="connsiteY343" fmla="*/ 392215 h 480448"/>
              <a:gd name="connsiteX344" fmla="*/ 9234175 w 12133526"/>
              <a:gd name="connsiteY344" fmla="*/ 470554 h 480448"/>
              <a:gd name="connsiteX345" fmla="*/ 11897186 w 12133526"/>
              <a:gd name="connsiteY345" fmla="*/ 479439 h 480448"/>
              <a:gd name="connsiteX346" fmla="*/ 11880826 w 12133526"/>
              <a:gd name="connsiteY346" fmla="*/ 412948 h 480448"/>
              <a:gd name="connsiteX347" fmla="*/ 11897186 w 12133526"/>
              <a:gd name="connsiteY347" fmla="*/ 479439 h 480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</a:cxnLst>
            <a:rect l="l" t="t" r="r" b="b"/>
            <a:pathLst>
              <a:path w="12133526" h="480448">
                <a:moveTo>
                  <a:pt x="5701636" y="75891"/>
                </a:moveTo>
                <a:cubicBezTo>
                  <a:pt x="5662139" y="75891"/>
                  <a:pt x="5632515" y="45761"/>
                  <a:pt x="5652264" y="15630"/>
                </a:cubicBezTo>
                <a:cubicBezTo>
                  <a:pt x="5714802" y="-2448"/>
                  <a:pt x="5770757" y="48774"/>
                  <a:pt x="5701636" y="75891"/>
                </a:cubicBezTo>
                <a:close/>
                <a:moveTo>
                  <a:pt x="5426037" y="75974"/>
                </a:moveTo>
                <a:cubicBezTo>
                  <a:pt x="5379956" y="54702"/>
                  <a:pt x="5406288" y="3039"/>
                  <a:pt x="5452369" y="0"/>
                </a:cubicBezTo>
                <a:cubicBezTo>
                  <a:pt x="5518198" y="21273"/>
                  <a:pt x="5472118" y="88130"/>
                  <a:pt x="5426037" y="75974"/>
                </a:cubicBezTo>
                <a:close/>
                <a:moveTo>
                  <a:pt x="1768640" y="82254"/>
                </a:moveTo>
                <a:cubicBezTo>
                  <a:pt x="1686435" y="82254"/>
                  <a:pt x="1702876" y="15908"/>
                  <a:pt x="1771928" y="12892"/>
                </a:cubicBezTo>
                <a:cubicBezTo>
                  <a:pt x="1811386" y="12892"/>
                  <a:pt x="1808098" y="73207"/>
                  <a:pt x="1768640" y="82254"/>
                </a:cubicBezTo>
                <a:close/>
                <a:moveTo>
                  <a:pt x="3455386" y="84112"/>
                </a:moveTo>
                <a:cubicBezTo>
                  <a:pt x="3397558" y="90967"/>
                  <a:pt x="3364206" y="43436"/>
                  <a:pt x="3438799" y="16845"/>
                </a:cubicBezTo>
                <a:cubicBezTo>
                  <a:pt x="3465030" y="16845"/>
                  <a:pt x="3484703" y="47235"/>
                  <a:pt x="3481424" y="77625"/>
                </a:cubicBezTo>
                <a:cubicBezTo>
                  <a:pt x="3472407" y="81044"/>
                  <a:pt x="3463647" y="83133"/>
                  <a:pt x="3455386" y="84112"/>
                </a:cubicBezTo>
                <a:close/>
                <a:moveTo>
                  <a:pt x="5930913" y="84866"/>
                </a:moveTo>
                <a:cubicBezTo>
                  <a:pt x="5894819" y="63684"/>
                  <a:pt x="5911225" y="21318"/>
                  <a:pt x="5947319" y="12240"/>
                </a:cubicBezTo>
                <a:cubicBezTo>
                  <a:pt x="6016225" y="30397"/>
                  <a:pt x="5993257" y="72762"/>
                  <a:pt x="5930913" y="84866"/>
                </a:cubicBezTo>
                <a:close/>
                <a:moveTo>
                  <a:pt x="477150" y="85882"/>
                </a:moveTo>
                <a:cubicBezTo>
                  <a:pt x="469817" y="86479"/>
                  <a:pt x="461261" y="85817"/>
                  <a:pt x="451425" y="83547"/>
                </a:cubicBezTo>
                <a:cubicBezTo>
                  <a:pt x="398964" y="29057"/>
                  <a:pt x="441589" y="19976"/>
                  <a:pt x="471098" y="7867"/>
                </a:cubicBezTo>
                <a:cubicBezTo>
                  <a:pt x="519871" y="15813"/>
                  <a:pt x="528478" y="81702"/>
                  <a:pt x="477150" y="85882"/>
                </a:cubicBezTo>
                <a:close/>
                <a:moveTo>
                  <a:pt x="952416" y="88128"/>
                </a:moveTo>
                <a:cubicBezTo>
                  <a:pt x="886521" y="64024"/>
                  <a:pt x="896405" y="18828"/>
                  <a:pt x="965595" y="9789"/>
                </a:cubicBezTo>
                <a:cubicBezTo>
                  <a:pt x="1015016" y="18828"/>
                  <a:pt x="1005132" y="88128"/>
                  <a:pt x="952416" y="88128"/>
                </a:cubicBezTo>
                <a:close/>
                <a:moveTo>
                  <a:pt x="44128" y="89315"/>
                </a:moveTo>
                <a:cubicBezTo>
                  <a:pt x="-21312" y="68223"/>
                  <a:pt x="-11496" y="23028"/>
                  <a:pt x="57216" y="13989"/>
                </a:cubicBezTo>
                <a:cubicBezTo>
                  <a:pt x="106296" y="20015"/>
                  <a:pt x="96480" y="92328"/>
                  <a:pt x="44128" y="89315"/>
                </a:cubicBezTo>
                <a:close/>
                <a:moveTo>
                  <a:pt x="665958" y="92327"/>
                </a:moveTo>
                <a:cubicBezTo>
                  <a:pt x="633076" y="71217"/>
                  <a:pt x="646229" y="32012"/>
                  <a:pt x="685687" y="22965"/>
                </a:cubicBezTo>
                <a:cubicBezTo>
                  <a:pt x="758027" y="47091"/>
                  <a:pt x="735010" y="77248"/>
                  <a:pt x="665958" y="92327"/>
                </a:cubicBezTo>
                <a:close/>
                <a:moveTo>
                  <a:pt x="212501" y="92328"/>
                </a:moveTo>
                <a:cubicBezTo>
                  <a:pt x="176509" y="71218"/>
                  <a:pt x="189597" y="28997"/>
                  <a:pt x="228861" y="22966"/>
                </a:cubicBezTo>
                <a:cubicBezTo>
                  <a:pt x="304117" y="44076"/>
                  <a:pt x="277941" y="74233"/>
                  <a:pt x="212501" y="92328"/>
                </a:cubicBezTo>
                <a:close/>
                <a:moveTo>
                  <a:pt x="1509764" y="97110"/>
                </a:moveTo>
                <a:cubicBezTo>
                  <a:pt x="1444139" y="97110"/>
                  <a:pt x="1437577" y="15507"/>
                  <a:pt x="1503202" y="18530"/>
                </a:cubicBezTo>
                <a:cubicBezTo>
                  <a:pt x="1539296" y="18530"/>
                  <a:pt x="1558983" y="88043"/>
                  <a:pt x="1509764" y="97110"/>
                </a:cubicBezTo>
                <a:close/>
                <a:moveTo>
                  <a:pt x="3769734" y="98446"/>
                </a:moveTo>
                <a:cubicBezTo>
                  <a:pt x="3733821" y="80381"/>
                  <a:pt x="3720762" y="38229"/>
                  <a:pt x="3759940" y="20164"/>
                </a:cubicBezTo>
                <a:cubicBezTo>
                  <a:pt x="3831765" y="11131"/>
                  <a:pt x="3844825" y="89414"/>
                  <a:pt x="3769734" y="98446"/>
                </a:cubicBezTo>
                <a:close/>
                <a:moveTo>
                  <a:pt x="4347466" y="99860"/>
                </a:moveTo>
                <a:cubicBezTo>
                  <a:pt x="4341853" y="99258"/>
                  <a:pt x="4336068" y="97084"/>
                  <a:pt x="4330333" y="92926"/>
                </a:cubicBezTo>
                <a:cubicBezTo>
                  <a:pt x="4284459" y="108047"/>
                  <a:pt x="4297566" y="38493"/>
                  <a:pt x="4363101" y="23372"/>
                </a:cubicBezTo>
                <a:cubicBezTo>
                  <a:pt x="4417577" y="31311"/>
                  <a:pt x="4386755" y="104078"/>
                  <a:pt x="4347466" y="99860"/>
                </a:cubicBezTo>
                <a:close/>
                <a:moveTo>
                  <a:pt x="3150138" y="101710"/>
                </a:moveTo>
                <a:cubicBezTo>
                  <a:pt x="3100920" y="98671"/>
                  <a:pt x="3077951" y="56126"/>
                  <a:pt x="3137013" y="25736"/>
                </a:cubicBezTo>
                <a:cubicBezTo>
                  <a:pt x="3192795" y="13580"/>
                  <a:pt x="3199357" y="98671"/>
                  <a:pt x="3150138" y="101710"/>
                </a:cubicBezTo>
                <a:close/>
                <a:moveTo>
                  <a:pt x="4063897" y="102932"/>
                </a:moveTo>
                <a:cubicBezTo>
                  <a:pt x="4027930" y="99917"/>
                  <a:pt x="4021391" y="39602"/>
                  <a:pt x="4063897" y="33570"/>
                </a:cubicBezTo>
                <a:cubicBezTo>
                  <a:pt x="4109672" y="33570"/>
                  <a:pt x="4116212" y="99917"/>
                  <a:pt x="4063897" y="102932"/>
                </a:cubicBezTo>
                <a:close/>
                <a:moveTo>
                  <a:pt x="2368751" y="103089"/>
                </a:moveTo>
                <a:cubicBezTo>
                  <a:pt x="2357099" y="104930"/>
                  <a:pt x="2343752" y="103797"/>
                  <a:pt x="2330611" y="98508"/>
                </a:cubicBezTo>
                <a:cubicBezTo>
                  <a:pt x="2304329" y="59218"/>
                  <a:pt x="2330611" y="38061"/>
                  <a:pt x="2376605" y="38061"/>
                </a:cubicBezTo>
                <a:cubicBezTo>
                  <a:pt x="2423421" y="65262"/>
                  <a:pt x="2403709" y="97563"/>
                  <a:pt x="2368751" y="103089"/>
                </a:cubicBezTo>
                <a:close/>
                <a:moveTo>
                  <a:pt x="6207442" y="104163"/>
                </a:moveTo>
                <a:cubicBezTo>
                  <a:pt x="6195327" y="106477"/>
                  <a:pt x="6180339" y="105721"/>
                  <a:pt x="6163912" y="100432"/>
                </a:cubicBezTo>
                <a:cubicBezTo>
                  <a:pt x="6137630" y="64164"/>
                  <a:pt x="6160626" y="46030"/>
                  <a:pt x="6200050" y="39985"/>
                </a:cubicBezTo>
                <a:cubicBezTo>
                  <a:pt x="6254257" y="62653"/>
                  <a:pt x="6243785" y="97221"/>
                  <a:pt x="6207442" y="104163"/>
                </a:cubicBezTo>
                <a:close/>
                <a:moveTo>
                  <a:pt x="4619077" y="105863"/>
                </a:moveTo>
                <a:cubicBezTo>
                  <a:pt x="4590859" y="103593"/>
                  <a:pt x="4559420" y="69626"/>
                  <a:pt x="4592405" y="35659"/>
                </a:cubicBezTo>
                <a:cubicBezTo>
                  <a:pt x="4658376" y="38679"/>
                  <a:pt x="4648480" y="23582"/>
                  <a:pt x="4651779" y="68871"/>
                </a:cubicBezTo>
                <a:cubicBezTo>
                  <a:pt x="4651779" y="97177"/>
                  <a:pt x="4636008" y="107226"/>
                  <a:pt x="4619077" y="105863"/>
                </a:cubicBezTo>
                <a:close/>
                <a:moveTo>
                  <a:pt x="2906790" y="105864"/>
                </a:moveTo>
                <a:cubicBezTo>
                  <a:pt x="2865191" y="101895"/>
                  <a:pt x="2838273" y="53699"/>
                  <a:pt x="2914131" y="37822"/>
                </a:cubicBezTo>
                <a:cubicBezTo>
                  <a:pt x="2940232" y="34798"/>
                  <a:pt x="2956546" y="71087"/>
                  <a:pt x="2950021" y="92256"/>
                </a:cubicBezTo>
                <a:cubicBezTo>
                  <a:pt x="2936155" y="103596"/>
                  <a:pt x="2920657" y="107187"/>
                  <a:pt x="2906790" y="105864"/>
                </a:cubicBezTo>
                <a:close/>
                <a:moveTo>
                  <a:pt x="4898717" y="107298"/>
                </a:moveTo>
                <a:cubicBezTo>
                  <a:pt x="4816747" y="101246"/>
                  <a:pt x="4836420" y="46777"/>
                  <a:pt x="4895439" y="34672"/>
                </a:cubicBezTo>
                <a:cubicBezTo>
                  <a:pt x="4947900" y="34672"/>
                  <a:pt x="4941342" y="95194"/>
                  <a:pt x="4898717" y="107298"/>
                </a:cubicBezTo>
                <a:close/>
                <a:moveTo>
                  <a:pt x="2028810" y="107864"/>
                </a:moveTo>
                <a:cubicBezTo>
                  <a:pt x="1986615" y="102891"/>
                  <a:pt x="1971215" y="69361"/>
                  <a:pt x="2035279" y="44356"/>
                </a:cubicBezTo>
                <a:cubicBezTo>
                  <a:pt x="2061561" y="41325"/>
                  <a:pt x="2084558" y="77696"/>
                  <a:pt x="2077987" y="101944"/>
                </a:cubicBezTo>
                <a:cubicBezTo>
                  <a:pt x="2059918" y="108006"/>
                  <a:pt x="2042876" y="109521"/>
                  <a:pt x="2028810" y="107864"/>
                </a:cubicBezTo>
                <a:close/>
                <a:moveTo>
                  <a:pt x="2651367" y="109816"/>
                </a:moveTo>
                <a:cubicBezTo>
                  <a:pt x="2610226" y="108678"/>
                  <a:pt x="2575968" y="61453"/>
                  <a:pt x="2651826" y="50073"/>
                </a:cubicBezTo>
                <a:cubicBezTo>
                  <a:pt x="2681190" y="47038"/>
                  <a:pt x="2694241" y="71315"/>
                  <a:pt x="2690978" y="92557"/>
                </a:cubicBezTo>
                <a:cubicBezTo>
                  <a:pt x="2679558" y="105454"/>
                  <a:pt x="2665080" y="110196"/>
                  <a:pt x="2651367" y="109816"/>
                </a:cubicBezTo>
                <a:close/>
                <a:moveTo>
                  <a:pt x="1198481" y="110162"/>
                </a:moveTo>
                <a:cubicBezTo>
                  <a:pt x="1185932" y="110209"/>
                  <a:pt x="1173589" y="105837"/>
                  <a:pt x="1164538" y="95192"/>
                </a:cubicBezTo>
                <a:cubicBezTo>
                  <a:pt x="1151372" y="55652"/>
                  <a:pt x="1200744" y="37402"/>
                  <a:pt x="1233659" y="40444"/>
                </a:cubicBezTo>
                <a:cubicBezTo>
                  <a:pt x="1275625" y="70099"/>
                  <a:pt x="1236127" y="110019"/>
                  <a:pt x="1198481" y="110162"/>
                </a:cubicBezTo>
                <a:close/>
                <a:moveTo>
                  <a:pt x="6449776" y="110385"/>
                </a:moveTo>
                <a:cubicBezTo>
                  <a:pt x="6392643" y="116242"/>
                  <a:pt x="6361838" y="49920"/>
                  <a:pt x="6436343" y="36721"/>
                </a:cubicBezTo>
                <a:cubicBezTo>
                  <a:pt x="6446168" y="36721"/>
                  <a:pt x="6501841" y="84990"/>
                  <a:pt x="6475642" y="103091"/>
                </a:cubicBezTo>
                <a:cubicBezTo>
                  <a:pt x="6466636" y="107239"/>
                  <a:pt x="6457937" y="109549"/>
                  <a:pt x="6449776" y="110385"/>
                </a:cubicBezTo>
                <a:close/>
                <a:moveTo>
                  <a:pt x="5171754" y="119091"/>
                </a:moveTo>
                <a:cubicBezTo>
                  <a:pt x="5164407" y="119842"/>
                  <a:pt x="5155835" y="119275"/>
                  <a:pt x="5145979" y="117004"/>
                </a:cubicBezTo>
                <a:cubicBezTo>
                  <a:pt x="5090129" y="62515"/>
                  <a:pt x="5145979" y="53433"/>
                  <a:pt x="5165690" y="41324"/>
                </a:cubicBezTo>
                <a:cubicBezTo>
                  <a:pt x="5214559" y="43973"/>
                  <a:pt x="5223183" y="113835"/>
                  <a:pt x="5171754" y="119091"/>
                </a:cubicBezTo>
                <a:close/>
                <a:moveTo>
                  <a:pt x="6688686" y="133264"/>
                </a:moveTo>
                <a:cubicBezTo>
                  <a:pt x="6623248" y="112173"/>
                  <a:pt x="6633063" y="66977"/>
                  <a:pt x="6701775" y="57938"/>
                </a:cubicBezTo>
                <a:cubicBezTo>
                  <a:pt x="6750854" y="63964"/>
                  <a:pt x="6741038" y="136277"/>
                  <a:pt x="6688686" y="133264"/>
                </a:cubicBezTo>
                <a:close/>
                <a:moveTo>
                  <a:pt x="8456653" y="142639"/>
                </a:moveTo>
                <a:cubicBezTo>
                  <a:pt x="8374449" y="142639"/>
                  <a:pt x="8390890" y="76293"/>
                  <a:pt x="8459942" y="73277"/>
                </a:cubicBezTo>
                <a:cubicBezTo>
                  <a:pt x="8499400" y="73277"/>
                  <a:pt x="8496111" y="133592"/>
                  <a:pt x="8456653" y="142639"/>
                </a:cubicBezTo>
                <a:close/>
                <a:moveTo>
                  <a:pt x="7165164" y="146268"/>
                </a:moveTo>
                <a:cubicBezTo>
                  <a:pt x="7157831" y="146865"/>
                  <a:pt x="7149275" y="146203"/>
                  <a:pt x="7139439" y="143932"/>
                </a:cubicBezTo>
                <a:cubicBezTo>
                  <a:pt x="7086979" y="89443"/>
                  <a:pt x="7129603" y="80361"/>
                  <a:pt x="7159112" y="68252"/>
                </a:cubicBezTo>
                <a:cubicBezTo>
                  <a:pt x="7207887" y="76199"/>
                  <a:pt x="7216493" y="142087"/>
                  <a:pt x="7165164" y="146268"/>
                </a:cubicBezTo>
                <a:close/>
                <a:moveTo>
                  <a:pt x="7640433" y="148513"/>
                </a:moveTo>
                <a:cubicBezTo>
                  <a:pt x="7574538" y="124409"/>
                  <a:pt x="7584423" y="79213"/>
                  <a:pt x="7653612" y="70174"/>
                </a:cubicBezTo>
                <a:cubicBezTo>
                  <a:pt x="7703034" y="79213"/>
                  <a:pt x="7693150" y="148513"/>
                  <a:pt x="7640433" y="148513"/>
                </a:cubicBezTo>
                <a:close/>
                <a:moveTo>
                  <a:pt x="7353976" y="152712"/>
                </a:moveTo>
                <a:cubicBezTo>
                  <a:pt x="7321094" y="131602"/>
                  <a:pt x="7334247" y="92397"/>
                  <a:pt x="7373704" y="83350"/>
                </a:cubicBezTo>
                <a:cubicBezTo>
                  <a:pt x="7446044" y="107476"/>
                  <a:pt x="7423025" y="137634"/>
                  <a:pt x="7353976" y="152712"/>
                </a:cubicBezTo>
                <a:close/>
                <a:moveTo>
                  <a:pt x="6869260" y="154228"/>
                </a:moveTo>
                <a:cubicBezTo>
                  <a:pt x="6833267" y="133118"/>
                  <a:pt x="6846355" y="90898"/>
                  <a:pt x="6885619" y="84866"/>
                </a:cubicBezTo>
                <a:cubicBezTo>
                  <a:pt x="6960876" y="105976"/>
                  <a:pt x="6934700" y="136134"/>
                  <a:pt x="6869260" y="154228"/>
                </a:cubicBezTo>
                <a:close/>
                <a:moveTo>
                  <a:pt x="8197777" y="157495"/>
                </a:moveTo>
                <a:cubicBezTo>
                  <a:pt x="8132152" y="157495"/>
                  <a:pt x="8125590" y="75892"/>
                  <a:pt x="8191215" y="78915"/>
                </a:cubicBezTo>
                <a:cubicBezTo>
                  <a:pt x="8227309" y="78915"/>
                  <a:pt x="8246996" y="148428"/>
                  <a:pt x="8197777" y="157495"/>
                </a:cubicBezTo>
                <a:close/>
                <a:moveTo>
                  <a:pt x="8766382" y="158859"/>
                </a:moveTo>
                <a:cubicBezTo>
                  <a:pt x="8724186" y="153886"/>
                  <a:pt x="8708786" y="120356"/>
                  <a:pt x="8772849" y="95351"/>
                </a:cubicBezTo>
                <a:cubicBezTo>
                  <a:pt x="8799126" y="92320"/>
                  <a:pt x="8822126" y="128691"/>
                  <a:pt x="8815554" y="152939"/>
                </a:cubicBezTo>
                <a:cubicBezTo>
                  <a:pt x="8797483" y="159001"/>
                  <a:pt x="8780446" y="160516"/>
                  <a:pt x="8766382" y="158859"/>
                </a:cubicBezTo>
                <a:close/>
                <a:moveTo>
                  <a:pt x="9838147" y="162095"/>
                </a:moveTo>
                <a:cubicBezTo>
                  <a:pt x="9788929" y="159056"/>
                  <a:pt x="9765960" y="116511"/>
                  <a:pt x="9825023" y="86121"/>
                </a:cubicBezTo>
                <a:cubicBezTo>
                  <a:pt x="9880803" y="73965"/>
                  <a:pt x="9887364" y="159056"/>
                  <a:pt x="9838147" y="162095"/>
                </a:cubicBezTo>
                <a:close/>
                <a:moveTo>
                  <a:pt x="9056760" y="163474"/>
                </a:moveTo>
                <a:cubicBezTo>
                  <a:pt x="9045108" y="165315"/>
                  <a:pt x="9031762" y="164182"/>
                  <a:pt x="9018620" y="158893"/>
                </a:cubicBezTo>
                <a:cubicBezTo>
                  <a:pt x="8992337" y="119603"/>
                  <a:pt x="9018620" y="98446"/>
                  <a:pt x="9064614" y="98446"/>
                </a:cubicBezTo>
                <a:cubicBezTo>
                  <a:pt x="9111430" y="125647"/>
                  <a:pt x="9091718" y="157948"/>
                  <a:pt x="9056760" y="163474"/>
                </a:cubicBezTo>
                <a:close/>
                <a:moveTo>
                  <a:pt x="9594800" y="166249"/>
                </a:moveTo>
                <a:cubicBezTo>
                  <a:pt x="9553200" y="162280"/>
                  <a:pt x="9526283" y="114084"/>
                  <a:pt x="9602140" y="98207"/>
                </a:cubicBezTo>
                <a:cubicBezTo>
                  <a:pt x="9628243" y="95183"/>
                  <a:pt x="9644556" y="131472"/>
                  <a:pt x="9638030" y="152641"/>
                </a:cubicBezTo>
                <a:cubicBezTo>
                  <a:pt x="9624164" y="163981"/>
                  <a:pt x="9608667" y="167572"/>
                  <a:pt x="9594800" y="166249"/>
                </a:cubicBezTo>
                <a:close/>
                <a:moveTo>
                  <a:pt x="9339377" y="170201"/>
                </a:moveTo>
                <a:cubicBezTo>
                  <a:pt x="9298236" y="169063"/>
                  <a:pt x="9263977" y="121838"/>
                  <a:pt x="9339834" y="110458"/>
                </a:cubicBezTo>
                <a:cubicBezTo>
                  <a:pt x="9369199" y="107423"/>
                  <a:pt x="9382251" y="131700"/>
                  <a:pt x="9378987" y="152942"/>
                </a:cubicBezTo>
                <a:cubicBezTo>
                  <a:pt x="9367568" y="165839"/>
                  <a:pt x="9353090" y="170581"/>
                  <a:pt x="9339377" y="170201"/>
                </a:cubicBezTo>
                <a:close/>
                <a:moveTo>
                  <a:pt x="7886500" y="170547"/>
                </a:moveTo>
                <a:cubicBezTo>
                  <a:pt x="7873951" y="170594"/>
                  <a:pt x="7861608" y="166222"/>
                  <a:pt x="7852556" y="155577"/>
                </a:cubicBezTo>
                <a:cubicBezTo>
                  <a:pt x="7839390" y="116037"/>
                  <a:pt x="7888763" y="97787"/>
                  <a:pt x="7921678" y="100829"/>
                </a:cubicBezTo>
                <a:cubicBezTo>
                  <a:pt x="7963644" y="130484"/>
                  <a:pt x="7924146" y="170404"/>
                  <a:pt x="7886500" y="170547"/>
                </a:cubicBezTo>
                <a:close/>
                <a:moveTo>
                  <a:pt x="10445963" y="178146"/>
                </a:moveTo>
                <a:cubicBezTo>
                  <a:pt x="10410050" y="160081"/>
                  <a:pt x="10396990" y="117929"/>
                  <a:pt x="10436168" y="99864"/>
                </a:cubicBezTo>
                <a:cubicBezTo>
                  <a:pt x="10507994" y="90831"/>
                  <a:pt x="10521053" y="169114"/>
                  <a:pt x="10445963" y="178146"/>
                </a:cubicBezTo>
                <a:close/>
                <a:moveTo>
                  <a:pt x="10704384" y="180048"/>
                </a:moveTo>
                <a:cubicBezTo>
                  <a:pt x="10668417" y="177033"/>
                  <a:pt x="10661878" y="116718"/>
                  <a:pt x="10704384" y="110686"/>
                </a:cubicBezTo>
                <a:cubicBezTo>
                  <a:pt x="10750159" y="110686"/>
                  <a:pt x="10756699" y="177033"/>
                  <a:pt x="10704384" y="180048"/>
                </a:cubicBezTo>
                <a:close/>
                <a:moveTo>
                  <a:pt x="10143845" y="180475"/>
                </a:moveTo>
                <a:cubicBezTo>
                  <a:pt x="10086018" y="187330"/>
                  <a:pt x="10052663" y="139799"/>
                  <a:pt x="10127259" y="113208"/>
                </a:cubicBezTo>
                <a:cubicBezTo>
                  <a:pt x="10153490" y="113208"/>
                  <a:pt x="10173162" y="143598"/>
                  <a:pt x="10169883" y="173988"/>
                </a:cubicBezTo>
                <a:cubicBezTo>
                  <a:pt x="10160867" y="177407"/>
                  <a:pt x="10152106" y="179496"/>
                  <a:pt x="10143845" y="180475"/>
                </a:cubicBezTo>
                <a:close/>
                <a:moveTo>
                  <a:pt x="11029727" y="199414"/>
                </a:moveTo>
                <a:cubicBezTo>
                  <a:pt x="11024115" y="198812"/>
                  <a:pt x="11018329" y="196638"/>
                  <a:pt x="11012595" y="192480"/>
                </a:cubicBezTo>
                <a:cubicBezTo>
                  <a:pt x="10966720" y="207601"/>
                  <a:pt x="10979827" y="138047"/>
                  <a:pt x="11045363" y="122926"/>
                </a:cubicBezTo>
                <a:cubicBezTo>
                  <a:pt x="11099838" y="130865"/>
                  <a:pt x="11069017" y="203632"/>
                  <a:pt x="11029727" y="199414"/>
                </a:cubicBezTo>
                <a:close/>
                <a:moveTo>
                  <a:pt x="11563025" y="202944"/>
                </a:moveTo>
                <a:cubicBezTo>
                  <a:pt x="11481054" y="196892"/>
                  <a:pt x="11500727" y="142423"/>
                  <a:pt x="11559746" y="130318"/>
                </a:cubicBezTo>
                <a:cubicBezTo>
                  <a:pt x="11612207" y="130318"/>
                  <a:pt x="11605649" y="190840"/>
                  <a:pt x="11563025" y="202944"/>
                </a:cubicBezTo>
                <a:close/>
                <a:moveTo>
                  <a:pt x="12047820" y="212198"/>
                </a:moveTo>
                <a:cubicBezTo>
                  <a:pt x="12035552" y="212245"/>
                  <a:pt x="12023437" y="207883"/>
                  <a:pt x="12014403" y="197262"/>
                </a:cubicBezTo>
                <a:cubicBezTo>
                  <a:pt x="12001261" y="157812"/>
                  <a:pt x="12050541" y="142639"/>
                  <a:pt x="12083394" y="142639"/>
                </a:cubicBezTo>
                <a:cubicBezTo>
                  <a:pt x="12122817" y="172226"/>
                  <a:pt x="12084626" y="212056"/>
                  <a:pt x="12047820" y="212198"/>
                </a:cubicBezTo>
                <a:close/>
                <a:moveTo>
                  <a:pt x="11304928" y="226425"/>
                </a:moveTo>
                <a:cubicBezTo>
                  <a:pt x="11276710" y="224155"/>
                  <a:pt x="11245271" y="190188"/>
                  <a:pt x="11278257" y="156221"/>
                </a:cubicBezTo>
                <a:cubicBezTo>
                  <a:pt x="11344227" y="159241"/>
                  <a:pt x="11334331" y="144144"/>
                  <a:pt x="11337630" y="189433"/>
                </a:cubicBezTo>
                <a:cubicBezTo>
                  <a:pt x="11337630" y="217739"/>
                  <a:pt x="11321859" y="227788"/>
                  <a:pt x="11304928" y="226425"/>
                </a:cubicBezTo>
                <a:close/>
                <a:moveTo>
                  <a:pt x="11812221" y="227622"/>
                </a:moveTo>
                <a:cubicBezTo>
                  <a:pt x="11804874" y="228373"/>
                  <a:pt x="11796301" y="227806"/>
                  <a:pt x="11786445" y="225535"/>
                </a:cubicBezTo>
                <a:cubicBezTo>
                  <a:pt x="11730596" y="171046"/>
                  <a:pt x="11786445" y="161964"/>
                  <a:pt x="11806157" y="149855"/>
                </a:cubicBezTo>
                <a:cubicBezTo>
                  <a:pt x="11855026" y="152504"/>
                  <a:pt x="11863650" y="222366"/>
                  <a:pt x="11812221" y="227622"/>
                </a:cubicBezTo>
                <a:close/>
                <a:moveTo>
                  <a:pt x="3295042" y="343194"/>
                </a:moveTo>
                <a:cubicBezTo>
                  <a:pt x="3254467" y="338505"/>
                  <a:pt x="3239712" y="299292"/>
                  <a:pt x="3306108" y="285653"/>
                </a:cubicBezTo>
                <a:cubicBezTo>
                  <a:pt x="3332339" y="282622"/>
                  <a:pt x="3348733" y="312932"/>
                  <a:pt x="3342175" y="334148"/>
                </a:cubicBezTo>
                <a:cubicBezTo>
                  <a:pt x="3324961" y="342483"/>
                  <a:pt x="3308567" y="344756"/>
                  <a:pt x="3295042" y="343194"/>
                </a:cubicBezTo>
                <a:close/>
                <a:moveTo>
                  <a:pt x="374507" y="344778"/>
                </a:moveTo>
                <a:cubicBezTo>
                  <a:pt x="333035" y="339670"/>
                  <a:pt x="310917" y="305614"/>
                  <a:pt x="377272" y="278369"/>
                </a:cubicBezTo>
                <a:cubicBezTo>
                  <a:pt x="403486" y="269288"/>
                  <a:pt x="429700" y="320750"/>
                  <a:pt x="419870" y="338913"/>
                </a:cubicBezTo>
                <a:cubicBezTo>
                  <a:pt x="404305" y="344968"/>
                  <a:pt x="388331" y="346481"/>
                  <a:pt x="374507" y="344778"/>
                </a:cubicBezTo>
                <a:close/>
                <a:moveTo>
                  <a:pt x="4063091" y="347961"/>
                </a:moveTo>
                <a:cubicBezTo>
                  <a:pt x="4051439" y="349837"/>
                  <a:pt x="4038092" y="348711"/>
                  <a:pt x="4024951" y="343458"/>
                </a:cubicBezTo>
                <a:cubicBezTo>
                  <a:pt x="3998669" y="304435"/>
                  <a:pt x="4024951" y="280420"/>
                  <a:pt x="4070945" y="280420"/>
                </a:cubicBezTo>
                <a:cubicBezTo>
                  <a:pt x="4117761" y="309688"/>
                  <a:pt x="4098049" y="342333"/>
                  <a:pt x="4063091" y="347961"/>
                </a:cubicBezTo>
                <a:close/>
                <a:moveTo>
                  <a:pt x="3083972" y="355494"/>
                </a:moveTo>
                <a:cubicBezTo>
                  <a:pt x="3021381" y="349488"/>
                  <a:pt x="2988439" y="307446"/>
                  <a:pt x="3064207" y="280419"/>
                </a:cubicBezTo>
                <a:cubicBezTo>
                  <a:pt x="3093855" y="283422"/>
                  <a:pt x="3139974" y="343482"/>
                  <a:pt x="3083972" y="355494"/>
                </a:cubicBezTo>
                <a:close/>
                <a:moveTo>
                  <a:pt x="118047" y="360370"/>
                </a:moveTo>
                <a:cubicBezTo>
                  <a:pt x="36076" y="357354"/>
                  <a:pt x="55749" y="300055"/>
                  <a:pt x="114768" y="291008"/>
                </a:cubicBezTo>
                <a:cubicBezTo>
                  <a:pt x="167229" y="291008"/>
                  <a:pt x="160671" y="351323"/>
                  <a:pt x="118047" y="360370"/>
                </a:cubicBezTo>
                <a:close/>
                <a:moveTo>
                  <a:pt x="3833220" y="369112"/>
                </a:moveTo>
                <a:cubicBezTo>
                  <a:pt x="3792337" y="363586"/>
                  <a:pt x="3776353" y="331285"/>
                  <a:pt x="3837830" y="304084"/>
                </a:cubicBezTo>
                <a:cubicBezTo>
                  <a:pt x="3867340" y="304084"/>
                  <a:pt x="3887013" y="337330"/>
                  <a:pt x="3880455" y="364531"/>
                </a:cubicBezTo>
                <a:cubicBezTo>
                  <a:pt x="3863241" y="369820"/>
                  <a:pt x="3846847" y="370953"/>
                  <a:pt x="3833220" y="369112"/>
                </a:cubicBezTo>
                <a:close/>
                <a:moveTo>
                  <a:pt x="1279215" y="371101"/>
                </a:moveTo>
                <a:cubicBezTo>
                  <a:pt x="1266639" y="373651"/>
                  <a:pt x="1251034" y="373084"/>
                  <a:pt x="1233786" y="367795"/>
                </a:cubicBezTo>
                <a:cubicBezTo>
                  <a:pt x="1210789" y="331527"/>
                  <a:pt x="1233786" y="310371"/>
                  <a:pt x="1273210" y="307348"/>
                </a:cubicBezTo>
                <a:cubicBezTo>
                  <a:pt x="1327417" y="327749"/>
                  <a:pt x="1316945" y="363450"/>
                  <a:pt x="1279215" y="371101"/>
                </a:cubicBezTo>
                <a:close/>
                <a:moveTo>
                  <a:pt x="4761989" y="372841"/>
                </a:moveTo>
                <a:cubicBezTo>
                  <a:pt x="4757449" y="371944"/>
                  <a:pt x="4752473" y="369439"/>
                  <a:pt x="4747139" y="364903"/>
                </a:cubicBezTo>
                <a:cubicBezTo>
                  <a:pt x="4665068" y="383048"/>
                  <a:pt x="4711028" y="298373"/>
                  <a:pt x="4766836" y="301397"/>
                </a:cubicBezTo>
                <a:cubicBezTo>
                  <a:pt x="4804178" y="306690"/>
                  <a:pt x="4793765" y="379126"/>
                  <a:pt x="4761989" y="372841"/>
                </a:cubicBezTo>
                <a:close/>
                <a:moveTo>
                  <a:pt x="2007635" y="372963"/>
                </a:moveTo>
                <a:cubicBezTo>
                  <a:pt x="1964394" y="366001"/>
                  <a:pt x="1939157" y="314286"/>
                  <a:pt x="2008097" y="298373"/>
                </a:cubicBezTo>
                <a:cubicBezTo>
                  <a:pt x="2034359" y="301404"/>
                  <a:pt x="2060622" y="334745"/>
                  <a:pt x="2054056" y="362023"/>
                </a:cubicBezTo>
                <a:cubicBezTo>
                  <a:pt x="2038463" y="372631"/>
                  <a:pt x="2022048" y="375284"/>
                  <a:pt x="2007635" y="372963"/>
                </a:cubicBezTo>
                <a:close/>
                <a:moveTo>
                  <a:pt x="3595463" y="373447"/>
                </a:moveTo>
                <a:cubicBezTo>
                  <a:pt x="3510391" y="373447"/>
                  <a:pt x="3526751" y="310117"/>
                  <a:pt x="3595463" y="304085"/>
                </a:cubicBezTo>
                <a:cubicBezTo>
                  <a:pt x="3637999" y="307101"/>
                  <a:pt x="3634727" y="367416"/>
                  <a:pt x="3595463" y="373447"/>
                </a:cubicBezTo>
                <a:close/>
                <a:moveTo>
                  <a:pt x="1781086" y="374682"/>
                </a:moveTo>
                <a:cubicBezTo>
                  <a:pt x="1753732" y="372396"/>
                  <a:pt x="1722360" y="338200"/>
                  <a:pt x="1755275" y="304003"/>
                </a:cubicBezTo>
                <a:cubicBezTo>
                  <a:pt x="1817813" y="304003"/>
                  <a:pt x="1807939" y="291844"/>
                  <a:pt x="1811230" y="337440"/>
                </a:cubicBezTo>
                <a:cubicBezTo>
                  <a:pt x="1812465" y="365937"/>
                  <a:pt x="1797499" y="376053"/>
                  <a:pt x="1781086" y="374682"/>
                </a:cubicBezTo>
                <a:close/>
                <a:moveTo>
                  <a:pt x="2285007" y="374710"/>
                </a:moveTo>
                <a:cubicBezTo>
                  <a:pt x="2272513" y="376993"/>
                  <a:pt x="2257011" y="376232"/>
                  <a:pt x="2239876" y="370905"/>
                </a:cubicBezTo>
                <a:cubicBezTo>
                  <a:pt x="2217030" y="337416"/>
                  <a:pt x="2239876" y="316106"/>
                  <a:pt x="2279040" y="313061"/>
                </a:cubicBezTo>
                <a:cubicBezTo>
                  <a:pt x="2332892" y="333611"/>
                  <a:pt x="2322489" y="367860"/>
                  <a:pt x="2285007" y="374710"/>
                </a:cubicBezTo>
                <a:close/>
                <a:moveTo>
                  <a:pt x="4313542" y="377546"/>
                </a:moveTo>
                <a:cubicBezTo>
                  <a:pt x="4272148" y="375839"/>
                  <a:pt x="4237678" y="329751"/>
                  <a:pt x="4314004" y="316096"/>
                </a:cubicBezTo>
                <a:cubicBezTo>
                  <a:pt x="4343549" y="313061"/>
                  <a:pt x="4356681" y="337338"/>
                  <a:pt x="4353398" y="361615"/>
                </a:cubicBezTo>
                <a:cubicBezTo>
                  <a:pt x="4341908" y="373753"/>
                  <a:pt x="4327340" y="378115"/>
                  <a:pt x="4313542" y="377546"/>
                </a:cubicBezTo>
                <a:close/>
                <a:moveTo>
                  <a:pt x="593198" y="381084"/>
                </a:moveTo>
                <a:cubicBezTo>
                  <a:pt x="511227" y="378068"/>
                  <a:pt x="530900" y="323785"/>
                  <a:pt x="589919" y="311722"/>
                </a:cubicBezTo>
                <a:cubicBezTo>
                  <a:pt x="642380" y="311722"/>
                  <a:pt x="635822" y="372037"/>
                  <a:pt x="593198" y="381084"/>
                </a:cubicBezTo>
                <a:close/>
                <a:moveTo>
                  <a:pt x="2774352" y="382610"/>
                </a:moveTo>
                <a:cubicBezTo>
                  <a:pt x="2733777" y="377921"/>
                  <a:pt x="2719022" y="338708"/>
                  <a:pt x="2785418" y="325069"/>
                </a:cubicBezTo>
                <a:cubicBezTo>
                  <a:pt x="2811649" y="322038"/>
                  <a:pt x="2828043" y="352348"/>
                  <a:pt x="2821485" y="373564"/>
                </a:cubicBezTo>
                <a:cubicBezTo>
                  <a:pt x="2804271" y="381899"/>
                  <a:pt x="2787877" y="384172"/>
                  <a:pt x="2774352" y="382610"/>
                </a:cubicBezTo>
                <a:close/>
                <a:moveTo>
                  <a:pt x="1518960" y="383238"/>
                </a:moveTo>
                <a:cubicBezTo>
                  <a:pt x="1453335" y="383238"/>
                  <a:pt x="1450054" y="301635"/>
                  <a:pt x="1512398" y="304658"/>
                </a:cubicBezTo>
                <a:cubicBezTo>
                  <a:pt x="1551773" y="307680"/>
                  <a:pt x="1571460" y="374171"/>
                  <a:pt x="1518960" y="383238"/>
                </a:cubicBezTo>
                <a:close/>
                <a:moveTo>
                  <a:pt x="6391779" y="383307"/>
                </a:moveTo>
                <a:cubicBezTo>
                  <a:pt x="6348534" y="390902"/>
                  <a:pt x="6337734" y="331460"/>
                  <a:pt x="6392454" y="318250"/>
                </a:cubicBezTo>
                <a:cubicBezTo>
                  <a:pt x="6415495" y="318250"/>
                  <a:pt x="6445118" y="342405"/>
                  <a:pt x="6438535" y="363540"/>
                </a:cubicBezTo>
                <a:cubicBezTo>
                  <a:pt x="6428661" y="354482"/>
                  <a:pt x="6418786" y="369578"/>
                  <a:pt x="6412203" y="375617"/>
                </a:cubicBezTo>
                <a:cubicBezTo>
                  <a:pt x="6404797" y="379768"/>
                  <a:pt x="6397957" y="382222"/>
                  <a:pt x="6391779" y="383307"/>
                </a:cubicBezTo>
                <a:close/>
                <a:moveTo>
                  <a:pt x="4970190" y="388952"/>
                </a:moveTo>
                <a:cubicBezTo>
                  <a:pt x="4884836" y="385939"/>
                  <a:pt x="4920947" y="328691"/>
                  <a:pt x="4980038" y="310613"/>
                </a:cubicBezTo>
                <a:cubicBezTo>
                  <a:pt x="5029281" y="319652"/>
                  <a:pt x="5016149" y="376900"/>
                  <a:pt x="4970190" y="388952"/>
                </a:cubicBezTo>
                <a:close/>
                <a:moveTo>
                  <a:pt x="5616935" y="392215"/>
                </a:moveTo>
                <a:cubicBezTo>
                  <a:pt x="5558168" y="374137"/>
                  <a:pt x="5577757" y="322915"/>
                  <a:pt x="5629994" y="313876"/>
                </a:cubicBezTo>
                <a:cubicBezTo>
                  <a:pt x="5682231" y="322915"/>
                  <a:pt x="5665907" y="389202"/>
                  <a:pt x="5616935" y="392215"/>
                </a:cubicBezTo>
                <a:close/>
                <a:moveTo>
                  <a:pt x="1019046" y="398316"/>
                </a:moveTo>
                <a:cubicBezTo>
                  <a:pt x="969625" y="392264"/>
                  <a:pt x="946562" y="340821"/>
                  <a:pt x="1015752" y="325690"/>
                </a:cubicBezTo>
                <a:cubicBezTo>
                  <a:pt x="1068468" y="325690"/>
                  <a:pt x="1075057" y="395290"/>
                  <a:pt x="1019046" y="398316"/>
                </a:cubicBezTo>
                <a:close/>
                <a:moveTo>
                  <a:pt x="804389" y="399394"/>
                </a:moveTo>
                <a:cubicBezTo>
                  <a:pt x="791920" y="399442"/>
                  <a:pt x="779657" y="395105"/>
                  <a:pt x="770663" y="384546"/>
                </a:cubicBezTo>
                <a:cubicBezTo>
                  <a:pt x="757581" y="342311"/>
                  <a:pt x="809907" y="327227"/>
                  <a:pt x="839341" y="330244"/>
                </a:cubicBezTo>
                <a:cubicBezTo>
                  <a:pt x="881038" y="359658"/>
                  <a:pt x="841794" y="399253"/>
                  <a:pt x="804389" y="399394"/>
                </a:cubicBezTo>
                <a:close/>
                <a:moveTo>
                  <a:pt x="4549427" y="399585"/>
                </a:moveTo>
                <a:cubicBezTo>
                  <a:pt x="4507571" y="395474"/>
                  <a:pt x="4480488" y="346711"/>
                  <a:pt x="4556814" y="328566"/>
                </a:cubicBezTo>
                <a:cubicBezTo>
                  <a:pt x="4583077" y="328566"/>
                  <a:pt x="4599491" y="364855"/>
                  <a:pt x="4592925" y="386024"/>
                </a:cubicBezTo>
                <a:cubicBezTo>
                  <a:pt x="4578973" y="397364"/>
                  <a:pt x="4563380" y="400955"/>
                  <a:pt x="4549427" y="399585"/>
                </a:cubicBezTo>
                <a:close/>
                <a:moveTo>
                  <a:pt x="6191319" y="400764"/>
                </a:moveTo>
                <a:cubicBezTo>
                  <a:pt x="6109752" y="400764"/>
                  <a:pt x="6139117" y="340704"/>
                  <a:pt x="6201107" y="325689"/>
                </a:cubicBezTo>
                <a:cubicBezTo>
                  <a:pt x="6253309" y="331695"/>
                  <a:pt x="6233734" y="391755"/>
                  <a:pt x="6191319" y="400764"/>
                </a:cubicBezTo>
                <a:close/>
                <a:moveTo>
                  <a:pt x="6841675" y="402299"/>
                </a:moveTo>
                <a:cubicBezTo>
                  <a:pt x="6759704" y="399284"/>
                  <a:pt x="6779378" y="341984"/>
                  <a:pt x="6838397" y="332937"/>
                </a:cubicBezTo>
                <a:cubicBezTo>
                  <a:pt x="6890857" y="332937"/>
                  <a:pt x="6884300" y="393252"/>
                  <a:pt x="6841675" y="402299"/>
                </a:cubicBezTo>
                <a:close/>
                <a:moveTo>
                  <a:pt x="6014079" y="402604"/>
                </a:moveTo>
                <a:cubicBezTo>
                  <a:pt x="5973116" y="398093"/>
                  <a:pt x="5949708" y="351287"/>
                  <a:pt x="6018699" y="333241"/>
                </a:cubicBezTo>
                <a:cubicBezTo>
                  <a:pt x="6048267" y="327226"/>
                  <a:pt x="6061408" y="366325"/>
                  <a:pt x="6058123" y="390386"/>
                </a:cubicBezTo>
                <a:cubicBezTo>
                  <a:pt x="6043339" y="400912"/>
                  <a:pt x="6027734" y="404108"/>
                  <a:pt x="6014079" y="402604"/>
                </a:cubicBezTo>
                <a:close/>
                <a:moveTo>
                  <a:pt x="5442430" y="403993"/>
                </a:moveTo>
                <a:cubicBezTo>
                  <a:pt x="5384602" y="410848"/>
                  <a:pt x="5351250" y="363317"/>
                  <a:pt x="5425844" y="336726"/>
                </a:cubicBezTo>
                <a:cubicBezTo>
                  <a:pt x="5452074" y="336726"/>
                  <a:pt x="5471747" y="367116"/>
                  <a:pt x="5468468" y="397506"/>
                </a:cubicBezTo>
                <a:cubicBezTo>
                  <a:pt x="5459452" y="400925"/>
                  <a:pt x="5450691" y="403014"/>
                  <a:pt x="5442430" y="403993"/>
                </a:cubicBezTo>
                <a:close/>
                <a:moveTo>
                  <a:pt x="7062524" y="405164"/>
                </a:moveTo>
                <a:cubicBezTo>
                  <a:pt x="7021053" y="400056"/>
                  <a:pt x="6998933" y="366000"/>
                  <a:pt x="7065288" y="338755"/>
                </a:cubicBezTo>
                <a:cubicBezTo>
                  <a:pt x="7091501" y="329673"/>
                  <a:pt x="7117715" y="381136"/>
                  <a:pt x="7107885" y="399299"/>
                </a:cubicBezTo>
                <a:cubicBezTo>
                  <a:pt x="7092322" y="405353"/>
                  <a:pt x="7076347" y="406867"/>
                  <a:pt x="7062524" y="405164"/>
                </a:cubicBezTo>
                <a:close/>
                <a:moveTo>
                  <a:pt x="5831794" y="405563"/>
                </a:moveTo>
                <a:cubicBezTo>
                  <a:pt x="5769122" y="399519"/>
                  <a:pt x="5759226" y="326983"/>
                  <a:pt x="5828495" y="323960"/>
                </a:cubicBezTo>
                <a:cubicBezTo>
                  <a:pt x="5868078" y="333027"/>
                  <a:pt x="5877973" y="393474"/>
                  <a:pt x="5831794" y="405563"/>
                </a:cubicBezTo>
                <a:close/>
                <a:moveTo>
                  <a:pt x="9977226" y="407090"/>
                </a:moveTo>
                <a:cubicBezTo>
                  <a:pt x="9936651" y="402401"/>
                  <a:pt x="9921895" y="363188"/>
                  <a:pt x="9988291" y="349549"/>
                </a:cubicBezTo>
                <a:cubicBezTo>
                  <a:pt x="10014522" y="346518"/>
                  <a:pt x="10030916" y="376828"/>
                  <a:pt x="10024358" y="398044"/>
                </a:cubicBezTo>
                <a:cubicBezTo>
                  <a:pt x="10007144" y="406379"/>
                  <a:pt x="9990752" y="408652"/>
                  <a:pt x="9977226" y="407090"/>
                </a:cubicBezTo>
                <a:close/>
                <a:moveTo>
                  <a:pt x="10751103" y="408346"/>
                </a:moveTo>
                <a:cubicBezTo>
                  <a:pt x="10739450" y="410222"/>
                  <a:pt x="10726104" y="409096"/>
                  <a:pt x="10712963" y="403843"/>
                </a:cubicBezTo>
                <a:cubicBezTo>
                  <a:pt x="10686680" y="364820"/>
                  <a:pt x="10712963" y="340805"/>
                  <a:pt x="10758957" y="340805"/>
                </a:cubicBezTo>
                <a:cubicBezTo>
                  <a:pt x="10805772" y="370073"/>
                  <a:pt x="10786061" y="402718"/>
                  <a:pt x="10751103" y="408346"/>
                </a:cubicBezTo>
                <a:close/>
                <a:moveTo>
                  <a:pt x="6622211" y="408827"/>
                </a:moveTo>
                <a:cubicBezTo>
                  <a:pt x="6556773" y="384472"/>
                  <a:pt x="6566589" y="338806"/>
                  <a:pt x="6635300" y="329673"/>
                </a:cubicBezTo>
                <a:cubicBezTo>
                  <a:pt x="6684379" y="338806"/>
                  <a:pt x="6674564" y="408827"/>
                  <a:pt x="6622211" y="408827"/>
                </a:cubicBezTo>
                <a:close/>
                <a:moveTo>
                  <a:pt x="2546164" y="410169"/>
                </a:moveTo>
                <a:cubicBezTo>
                  <a:pt x="2486968" y="404143"/>
                  <a:pt x="2454081" y="358948"/>
                  <a:pt x="2526432" y="331830"/>
                </a:cubicBezTo>
                <a:cubicBezTo>
                  <a:pt x="2559318" y="337856"/>
                  <a:pt x="2602071" y="398117"/>
                  <a:pt x="2546164" y="410169"/>
                </a:cubicBezTo>
                <a:close/>
                <a:moveTo>
                  <a:pt x="9771983" y="415879"/>
                </a:moveTo>
                <a:cubicBezTo>
                  <a:pt x="9709393" y="409873"/>
                  <a:pt x="9676450" y="367831"/>
                  <a:pt x="9752217" y="340804"/>
                </a:cubicBezTo>
                <a:cubicBezTo>
                  <a:pt x="9781865" y="343807"/>
                  <a:pt x="9827984" y="403867"/>
                  <a:pt x="9771983" y="415879"/>
                </a:cubicBezTo>
                <a:close/>
                <a:moveTo>
                  <a:pt x="5209174" y="419054"/>
                </a:moveTo>
                <a:cubicBezTo>
                  <a:pt x="5150278" y="428121"/>
                  <a:pt x="5124102" y="373719"/>
                  <a:pt x="5192814" y="352563"/>
                </a:cubicBezTo>
                <a:cubicBezTo>
                  <a:pt x="5241894" y="346518"/>
                  <a:pt x="5251710" y="397898"/>
                  <a:pt x="5209174" y="419054"/>
                </a:cubicBezTo>
                <a:close/>
                <a:moveTo>
                  <a:pt x="10521232" y="429497"/>
                </a:moveTo>
                <a:cubicBezTo>
                  <a:pt x="10480349" y="423971"/>
                  <a:pt x="10464365" y="391670"/>
                  <a:pt x="10525843" y="364469"/>
                </a:cubicBezTo>
                <a:cubicBezTo>
                  <a:pt x="10555352" y="364469"/>
                  <a:pt x="10575025" y="397715"/>
                  <a:pt x="10568467" y="424916"/>
                </a:cubicBezTo>
                <a:cubicBezTo>
                  <a:pt x="10551253" y="430205"/>
                  <a:pt x="10534860" y="431338"/>
                  <a:pt x="10521232" y="429497"/>
                </a:cubicBezTo>
                <a:close/>
                <a:moveTo>
                  <a:pt x="7967235" y="431486"/>
                </a:moveTo>
                <a:cubicBezTo>
                  <a:pt x="7954658" y="434036"/>
                  <a:pt x="7939052" y="433469"/>
                  <a:pt x="7921805" y="428180"/>
                </a:cubicBezTo>
                <a:cubicBezTo>
                  <a:pt x="7898807" y="391912"/>
                  <a:pt x="7921805" y="370756"/>
                  <a:pt x="7961228" y="367733"/>
                </a:cubicBezTo>
                <a:cubicBezTo>
                  <a:pt x="8015429" y="388134"/>
                  <a:pt x="8004957" y="423835"/>
                  <a:pt x="7967235" y="431486"/>
                </a:cubicBezTo>
                <a:close/>
                <a:moveTo>
                  <a:pt x="11450000" y="433226"/>
                </a:moveTo>
                <a:cubicBezTo>
                  <a:pt x="11445461" y="432329"/>
                  <a:pt x="11440485" y="429824"/>
                  <a:pt x="11435151" y="425288"/>
                </a:cubicBezTo>
                <a:cubicBezTo>
                  <a:pt x="11353080" y="443433"/>
                  <a:pt x="11399039" y="358758"/>
                  <a:pt x="11454847" y="361782"/>
                </a:cubicBezTo>
                <a:cubicBezTo>
                  <a:pt x="11492190" y="367075"/>
                  <a:pt x="11481777" y="439511"/>
                  <a:pt x="11450000" y="433226"/>
                </a:cubicBezTo>
                <a:close/>
                <a:moveTo>
                  <a:pt x="8695645" y="433348"/>
                </a:moveTo>
                <a:cubicBezTo>
                  <a:pt x="8652404" y="426386"/>
                  <a:pt x="8627169" y="374671"/>
                  <a:pt x="8696106" y="358758"/>
                </a:cubicBezTo>
                <a:cubicBezTo>
                  <a:pt x="8722370" y="361789"/>
                  <a:pt x="8748632" y="395130"/>
                  <a:pt x="8742067" y="422408"/>
                </a:cubicBezTo>
                <a:cubicBezTo>
                  <a:pt x="8726473" y="433016"/>
                  <a:pt x="8710058" y="435669"/>
                  <a:pt x="8695645" y="433348"/>
                </a:cubicBezTo>
                <a:close/>
                <a:moveTo>
                  <a:pt x="10283475" y="433832"/>
                </a:moveTo>
                <a:cubicBezTo>
                  <a:pt x="10198403" y="433832"/>
                  <a:pt x="10214763" y="370502"/>
                  <a:pt x="10283475" y="364470"/>
                </a:cubicBezTo>
                <a:cubicBezTo>
                  <a:pt x="10326011" y="367486"/>
                  <a:pt x="10322739" y="427801"/>
                  <a:pt x="10283475" y="433832"/>
                </a:cubicBezTo>
                <a:close/>
                <a:moveTo>
                  <a:pt x="8974129" y="434033"/>
                </a:moveTo>
                <a:cubicBezTo>
                  <a:pt x="8961635" y="436316"/>
                  <a:pt x="8946132" y="435555"/>
                  <a:pt x="8928999" y="430228"/>
                </a:cubicBezTo>
                <a:cubicBezTo>
                  <a:pt x="8906152" y="396739"/>
                  <a:pt x="8928999" y="375429"/>
                  <a:pt x="8968162" y="372384"/>
                </a:cubicBezTo>
                <a:cubicBezTo>
                  <a:pt x="9022014" y="392934"/>
                  <a:pt x="9011611" y="427183"/>
                  <a:pt x="8974129" y="434033"/>
                </a:cubicBezTo>
                <a:close/>
                <a:moveTo>
                  <a:pt x="8469099" y="435067"/>
                </a:moveTo>
                <a:cubicBezTo>
                  <a:pt x="8441746" y="432781"/>
                  <a:pt x="8410374" y="398585"/>
                  <a:pt x="8443288" y="364388"/>
                </a:cubicBezTo>
                <a:cubicBezTo>
                  <a:pt x="8505826" y="364388"/>
                  <a:pt x="8495952" y="352229"/>
                  <a:pt x="8499243" y="397825"/>
                </a:cubicBezTo>
                <a:cubicBezTo>
                  <a:pt x="8500476" y="426322"/>
                  <a:pt x="8485512" y="436438"/>
                  <a:pt x="8469099" y="435067"/>
                </a:cubicBezTo>
                <a:close/>
                <a:moveTo>
                  <a:pt x="11001555" y="437931"/>
                </a:moveTo>
                <a:cubicBezTo>
                  <a:pt x="10960160" y="436224"/>
                  <a:pt x="10925691" y="390136"/>
                  <a:pt x="11002016" y="376481"/>
                </a:cubicBezTo>
                <a:cubicBezTo>
                  <a:pt x="11031562" y="373446"/>
                  <a:pt x="11044693" y="397723"/>
                  <a:pt x="11041410" y="422000"/>
                </a:cubicBezTo>
                <a:cubicBezTo>
                  <a:pt x="11029920" y="434138"/>
                  <a:pt x="11015353" y="438500"/>
                  <a:pt x="11001555" y="437931"/>
                </a:cubicBezTo>
                <a:close/>
                <a:moveTo>
                  <a:pt x="7281215" y="441469"/>
                </a:moveTo>
                <a:cubicBezTo>
                  <a:pt x="7199243" y="438454"/>
                  <a:pt x="7218917" y="384170"/>
                  <a:pt x="7277938" y="372107"/>
                </a:cubicBezTo>
                <a:cubicBezTo>
                  <a:pt x="7330399" y="372107"/>
                  <a:pt x="7323842" y="432422"/>
                  <a:pt x="7281215" y="441469"/>
                </a:cubicBezTo>
                <a:close/>
                <a:moveTo>
                  <a:pt x="9462364" y="442995"/>
                </a:moveTo>
                <a:cubicBezTo>
                  <a:pt x="9421788" y="438306"/>
                  <a:pt x="9407034" y="399093"/>
                  <a:pt x="9473430" y="385454"/>
                </a:cubicBezTo>
                <a:cubicBezTo>
                  <a:pt x="9499660" y="382423"/>
                  <a:pt x="9516055" y="412733"/>
                  <a:pt x="9509497" y="433949"/>
                </a:cubicBezTo>
                <a:cubicBezTo>
                  <a:pt x="9492283" y="442284"/>
                  <a:pt x="9475888" y="444557"/>
                  <a:pt x="9462364" y="442995"/>
                </a:cubicBezTo>
                <a:close/>
                <a:moveTo>
                  <a:pt x="8206973" y="443623"/>
                </a:moveTo>
                <a:cubicBezTo>
                  <a:pt x="8141348" y="443623"/>
                  <a:pt x="8138067" y="362020"/>
                  <a:pt x="8200411" y="365043"/>
                </a:cubicBezTo>
                <a:cubicBezTo>
                  <a:pt x="8239786" y="368065"/>
                  <a:pt x="8259473" y="434556"/>
                  <a:pt x="8206973" y="443623"/>
                </a:cubicBezTo>
                <a:close/>
                <a:moveTo>
                  <a:pt x="11658202" y="449337"/>
                </a:moveTo>
                <a:cubicBezTo>
                  <a:pt x="11572848" y="446324"/>
                  <a:pt x="11608959" y="389076"/>
                  <a:pt x="11668050" y="370998"/>
                </a:cubicBezTo>
                <a:cubicBezTo>
                  <a:pt x="11717293" y="380037"/>
                  <a:pt x="11704161" y="437285"/>
                  <a:pt x="11658202" y="449337"/>
                </a:cubicBezTo>
                <a:close/>
                <a:moveTo>
                  <a:pt x="7707064" y="458701"/>
                </a:moveTo>
                <a:cubicBezTo>
                  <a:pt x="7657642" y="452649"/>
                  <a:pt x="7634579" y="401206"/>
                  <a:pt x="7703769" y="386075"/>
                </a:cubicBezTo>
                <a:cubicBezTo>
                  <a:pt x="7756486" y="386075"/>
                  <a:pt x="7763075" y="455675"/>
                  <a:pt x="7707064" y="458701"/>
                </a:cubicBezTo>
                <a:close/>
                <a:moveTo>
                  <a:pt x="7492405" y="459779"/>
                </a:moveTo>
                <a:cubicBezTo>
                  <a:pt x="7479937" y="459827"/>
                  <a:pt x="7467672" y="455490"/>
                  <a:pt x="7458680" y="444931"/>
                </a:cubicBezTo>
                <a:cubicBezTo>
                  <a:pt x="7445598" y="402696"/>
                  <a:pt x="7497924" y="387612"/>
                  <a:pt x="7527358" y="390629"/>
                </a:cubicBezTo>
                <a:cubicBezTo>
                  <a:pt x="7569056" y="420043"/>
                  <a:pt x="7529810" y="459638"/>
                  <a:pt x="7492405" y="459779"/>
                </a:cubicBezTo>
                <a:close/>
                <a:moveTo>
                  <a:pt x="11237440" y="459970"/>
                </a:moveTo>
                <a:cubicBezTo>
                  <a:pt x="11195584" y="455859"/>
                  <a:pt x="11168500" y="407096"/>
                  <a:pt x="11244826" y="388951"/>
                </a:cubicBezTo>
                <a:cubicBezTo>
                  <a:pt x="11271089" y="388951"/>
                  <a:pt x="11287503" y="425240"/>
                  <a:pt x="11280938" y="446409"/>
                </a:cubicBezTo>
                <a:cubicBezTo>
                  <a:pt x="11266986" y="457749"/>
                  <a:pt x="11251392" y="461340"/>
                  <a:pt x="11237440" y="459970"/>
                </a:cubicBezTo>
                <a:close/>
                <a:moveTo>
                  <a:pt x="12107131" y="466825"/>
                </a:moveTo>
                <a:cubicBezTo>
                  <a:pt x="12049303" y="473680"/>
                  <a:pt x="12015951" y="426149"/>
                  <a:pt x="12090545" y="399558"/>
                </a:cubicBezTo>
                <a:cubicBezTo>
                  <a:pt x="12116775" y="399558"/>
                  <a:pt x="12136448" y="429948"/>
                  <a:pt x="12133169" y="460338"/>
                </a:cubicBezTo>
                <a:cubicBezTo>
                  <a:pt x="12124152" y="463757"/>
                  <a:pt x="12115392" y="465846"/>
                  <a:pt x="12107131" y="466825"/>
                </a:cubicBezTo>
                <a:close/>
                <a:moveTo>
                  <a:pt x="9234175" y="470554"/>
                </a:moveTo>
                <a:cubicBezTo>
                  <a:pt x="9174979" y="464528"/>
                  <a:pt x="9142093" y="419333"/>
                  <a:pt x="9214442" y="392215"/>
                </a:cubicBezTo>
                <a:cubicBezTo>
                  <a:pt x="9247330" y="398241"/>
                  <a:pt x="9290082" y="458502"/>
                  <a:pt x="9234175" y="470554"/>
                </a:cubicBezTo>
                <a:close/>
                <a:moveTo>
                  <a:pt x="11897186" y="479439"/>
                </a:moveTo>
                <a:cubicBezTo>
                  <a:pt x="11838290" y="488506"/>
                  <a:pt x="11812114" y="434104"/>
                  <a:pt x="11880826" y="412948"/>
                </a:cubicBezTo>
                <a:cubicBezTo>
                  <a:pt x="11929906" y="406903"/>
                  <a:pt x="11939722" y="458283"/>
                  <a:pt x="11897186" y="47943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4731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EA2DA2D8-BB25-E131-004D-ACBE1B9EA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40F6BA14-F5B5-2F34-8C1B-9B8A3302683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66D89AF7-5741-D08C-84C8-07B5B8606BB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A8B4CF5-9293-003E-5144-EDEB56D54CA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C50D73B3-4A36-5890-16FF-AED8704C89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0AEC7F53-89AD-A485-EC6B-00A5706573C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D84C9D37-1170-4EB4-ED70-E05DAFA3BD2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6AE4F683-1E70-DC80-93B2-549E8108C7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FEC45CD3-F8FD-F421-290E-CF497760A1F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B50F7E45-BF10-E35E-1E16-062693274C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076EB8B3-67CF-E9BC-B22B-3270FB9D7C0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90C426C2-5F68-B02E-B3F5-2DB77586D92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30">
              <a:extLst>
                <a:ext uri="{FF2B5EF4-FFF2-40B4-BE49-F238E27FC236}">
                  <a16:creationId xmlns:a16="http://schemas.microsoft.com/office/drawing/2014/main" id="{939D3E53-4321-B75A-2DD6-833855C453B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43">
              <a:extLst>
                <a:ext uri="{FF2B5EF4-FFF2-40B4-BE49-F238E27FC236}">
                  <a16:creationId xmlns:a16="http://schemas.microsoft.com/office/drawing/2014/main" id="{325CEE8F-C148-DE06-635A-6F66B880845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1">
              <a:extLst>
                <a:ext uri="{FF2B5EF4-FFF2-40B4-BE49-F238E27FC236}">
                  <a16:creationId xmlns:a16="http://schemas.microsoft.com/office/drawing/2014/main" id="{1697BD3F-3D2E-CF71-6056-AF93C19A382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2">
              <a:extLst>
                <a:ext uri="{FF2B5EF4-FFF2-40B4-BE49-F238E27FC236}">
                  <a16:creationId xmlns:a16="http://schemas.microsoft.com/office/drawing/2014/main" id="{4553FD95-9610-6795-5731-D25FBFB0EA1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53">
              <a:extLst>
                <a:ext uri="{FF2B5EF4-FFF2-40B4-BE49-F238E27FC236}">
                  <a16:creationId xmlns:a16="http://schemas.microsoft.com/office/drawing/2014/main" id="{823D4E7F-DAD2-49DA-C989-91B4C913C00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54">
              <a:extLst>
                <a:ext uri="{FF2B5EF4-FFF2-40B4-BE49-F238E27FC236}">
                  <a16:creationId xmlns:a16="http://schemas.microsoft.com/office/drawing/2014/main" id="{D3743014-3D69-3447-A46C-3A6C658A4E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55">
              <a:extLst>
                <a:ext uri="{FF2B5EF4-FFF2-40B4-BE49-F238E27FC236}">
                  <a16:creationId xmlns:a16="http://schemas.microsoft.com/office/drawing/2014/main" id="{42B193DF-E868-146D-5656-ABB628E312E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56">
              <a:extLst>
                <a:ext uri="{FF2B5EF4-FFF2-40B4-BE49-F238E27FC236}">
                  <a16:creationId xmlns:a16="http://schemas.microsoft.com/office/drawing/2014/main" id="{F127E0DF-50A8-EDB7-2BC8-FB0CC062D3B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57">
              <a:extLst>
                <a:ext uri="{FF2B5EF4-FFF2-40B4-BE49-F238E27FC236}">
                  <a16:creationId xmlns:a16="http://schemas.microsoft.com/office/drawing/2014/main" id="{A0614DB5-3561-F276-D1ED-4F1AC8043F9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59">
              <a:extLst>
                <a:ext uri="{FF2B5EF4-FFF2-40B4-BE49-F238E27FC236}">
                  <a16:creationId xmlns:a16="http://schemas.microsoft.com/office/drawing/2014/main" id="{224615FC-4B38-34C7-4960-EACC7E9EF5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60">
              <a:extLst>
                <a:ext uri="{FF2B5EF4-FFF2-40B4-BE49-F238E27FC236}">
                  <a16:creationId xmlns:a16="http://schemas.microsoft.com/office/drawing/2014/main" id="{40182095-EA28-5F57-42F3-BEBC296E334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61">
              <a:extLst>
                <a:ext uri="{FF2B5EF4-FFF2-40B4-BE49-F238E27FC236}">
                  <a16:creationId xmlns:a16="http://schemas.microsoft.com/office/drawing/2014/main" id="{8EEC5226-271B-6F2F-08BA-BE08E9AC9E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5">
              <a:extLst>
                <a:ext uri="{FF2B5EF4-FFF2-40B4-BE49-F238E27FC236}">
                  <a16:creationId xmlns:a16="http://schemas.microsoft.com/office/drawing/2014/main" id="{19CA9C2E-31DD-C211-A618-75DE4D59AA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6">
              <a:extLst>
                <a:ext uri="{FF2B5EF4-FFF2-40B4-BE49-F238E27FC236}">
                  <a16:creationId xmlns:a16="http://schemas.microsoft.com/office/drawing/2014/main" id="{21512E56-0F58-3ED0-D112-7E492470E84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7">
              <a:extLst>
                <a:ext uri="{FF2B5EF4-FFF2-40B4-BE49-F238E27FC236}">
                  <a16:creationId xmlns:a16="http://schemas.microsoft.com/office/drawing/2014/main" id="{36694377-BD19-0E28-AAFB-B16A188E12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BF70F2ED-DBC0-14C6-8C93-D03C52F418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BEE308B-3692-5DFE-8288-B39B73C1B0C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11">
              <a:extLst>
                <a:ext uri="{FF2B5EF4-FFF2-40B4-BE49-F238E27FC236}">
                  <a16:creationId xmlns:a16="http://schemas.microsoft.com/office/drawing/2014/main" id="{723322EC-E6E1-7BF2-5777-AFFB40EB38D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12">
              <a:extLst>
                <a:ext uri="{FF2B5EF4-FFF2-40B4-BE49-F238E27FC236}">
                  <a16:creationId xmlns:a16="http://schemas.microsoft.com/office/drawing/2014/main" id="{36F64B84-3EF3-0336-E31D-1900D3F82A5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13">
              <a:extLst>
                <a:ext uri="{FF2B5EF4-FFF2-40B4-BE49-F238E27FC236}">
                  <a16:creationId xmlns:a16="http://schemas.microsoft.com/office/drawing/2014/main" id="{E2D95DE9-755B-BED6-D9DD-3D489710BAD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14">
              <a:extLst>
                <a:ext uri="{FF2B5EF4-FFF2-40B4-BE49-F238E27FC236}">
                  <a16:creationId xmlns:a16="http://schemas.microsoft.com/office/drawing/2014/main" id="{5B188953-81D8-F1D8-EAB1-B16EA465FE6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E938D2A3-731D-14FA-5AC1-5A09FDFE5E6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4868594-2E3C-8C17-DD06-B934D998A5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8F391B06-6BF4-F09A-5029-827CC1AADE8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25">
              <a:extLst>
                <a:ext uri="{FF2B5EF4-FFF2-40B4-BE49-F238E27FC236}">
                  <a16:creationId xmlns:a16="http://schemas.microsoft.com/office/drawing/2014/main" id="{EAE0753A-8C6C-0084-996F-F422326ABF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29">
              <a:extLst>
                <a:ext uri="{FF2B5EF4-FFF2-40B4-BE49-F238E27FC236}">
                  <a16:creationId xmlns:a16="http://schemas.microsoft.com/office/drawing/2014/main" id="{8A72E333-4D07-9E6C-3364-20E6BF0093F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1">
              <a:extLst>
                <a:ext uri="{FF2B5EF4-FFF2-40B4-BE49-F238E27FC236}">
                  <a16:creationId xmlns:a16="http://schemas.microsoft.com/office/drawing/2014/main" id="{764DCE3C-AC09-C5AA-A59F-AE7C060C1B1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2">
              <a:extLst>
                <a:ext uri="{FF2B5EF4-FFF2-40B4-BE49-F238E27FC236}">
                  <a16:creationId xmlns:a16="http://schemas.microsoft.com/office/drawing/2014/main" id="{6D40AE31-768A-4165-1541-77EFE893427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3">
              <a:extLst>
                <a:ext uri="{FF2B5EF4-FFF2-40B4-BE49-F238E27FC236}">
                  <a16:creationId xmlns:a16="http://schemas.microsoft.com/office/drawing/2014/main" id="{5A1DFF50-D38F-452D-335A-7BF11BCF4E3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34">
              <a:extLst>
                <a:ext uri="{FF2B5EF4-FFF2-40B4-BE49-F238E27FC236}">
                  <a16:creationId xmlns:a16="http://schemas.microsoft.com/office/drawing/2014/main" id="{28C71A38-CB27-194C-3BDB-8BEEA6343E1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35">
              <a:extLst>
                <a:ext uri="{FF2B5EF4-FFF2-40B4-BE49-F238E27FC236}">
                  <a16:creationId xmlns:a16="http://schemas.microsoft.com/office/drawing/2014/main" id="{CA22F211-AD8D-4D67-5D7D-A15A931B1C1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36">
              <a:extLst>
                <a:ext uri="{FF2B5EF4-FFF2-40B4-BE49-F238E27FC236}">
                  <a16:creationId xmlns:a16="http://schemas.microsoft.com/office/drawing/2014/main" id="{DA993201-E092-6CD3-16C5-9DC6E97E8B9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37">
              <a:extLst>
                <a:ext uri="{FF2B5EF4-FFF2-40B4-BE49-F238E27FC236}">
                  <a16:creationId xmlns:a16="http://schemas.microsoft.com/office/drawing/2014/main" id="{E8FEB319-1A2F-C2FB-8DB0-EB8AAECD409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38">
              <a:extLst>
                <a:ext uri="{FF2B5EF4-FFF2-40B4-BE49-F238E27FC236}">
                  <a16:creationId xmlns:a16="http://schemas.microsoft.com/office/drawing/2014/main" id="{E6733EDD-D8E3-F8ED-28F0-470C914430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39">
              <a:extLst>
                <a:ext uri="{FF2B5EF4-FFF2-40B4-BE49-F238E27FC236}">
                  <a16:creationId xmlns:a16="http://schemas.microsoft.com/office/drawing/2014/main" id="{00651CA7-D575-19AD-8BE6-D2AFC892438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0">
              <a:extLst>
                <a:ext uri="{FF2B5EF4-FFF2-40B4-BE49-F238E27FC236}">
                  <a16:creationId xmlns:a16="http://schemas.microsoft.com/office/drawing/2014/main" id="{24CEB6EF-9F97-9FF6-BADB-368DF2EFC44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1">
              <a:extLst>
                <a:ext uri="{FF2B5EF4-FFF2-40B4-BE49-F238E27FC236}">
                  <a16:creationId xmlns:a16="http://schemas.microsoft.com/office/drawing/2014/main" id="{6BA13401-5E20-1A49-FA13-6B35B9FB25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60F36D79-6E7B-8D83-CC57-17A40BB7408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44">
              <a:extLst>
                <a:ext uri="{FF2B5EF4-FFF2-40B4-BE49-F238E27FC236}">
                  <a16:creationId xmlns:a16="http://schemas.microsoft.com/office/drawing/2014/main" id="{6443D0D1-1A86-1A64-CDC3-B54F7364C15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45">
              <a:extLst>
                <a:ext uri="{FF2B5EF4-FFF2-40B4-BE49-F238E27FC236}">
                  <a16:creationId xmlns:a16="http://schemas.microsoft.com/office/drawing/2014/main" id="{21074F2E-8AA1-99B0-4672-A80D4E365A0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5" name="Freeform 46">
              <a:extLst>
                <a:ext uri="{FF2B5EF4-FFF2-40B4-BE49-F238E27FC236}">
                  <a16:creationId xmlns:a16="http://schemas.microsoft.com/office/drawing/2014/main" id="{C18E176E-E7FA-F80E-312B-A3975B22F93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6" name="Freeform 47">
              <a:extLst>
                <a:ext uri="{FF2B5EF4-FFF2-40B4-BE49-F238E27FC236}">
                  <a16:creationId xmlns:a16="http://schemas.microsoft.com/office/drawing/2014/main" id="{8FA78FFC-1FF3-9F36-08EE-574B9EB062F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7" name="Freeform 48">
              <a:extLst>
                <a:ext uri="{FF2B5EF4-FFF2-40B4-BE49-F238E27FC236}">
                  <a16:creationId xmlns:a16="http://schemas.microsoft.com/office/drawing/2014/main" id="{6B1572ED-28DA-4E71-13F7-88E5F3B65F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8" name="Freeform 49">
              <a:extLst>
                <a:ext uri="{FF2B5EF4-FFF2-40B4-BE49-F238E27FC236}">
                  <a16:creationId xmlns:a16="http://schemas.microsoft.com/office/drawing/2014/main" id="{ABA1E5A1-C5D3-9380-9F31-44BD200EC2C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9" name="Freeform 8">
              <a:extLst>
                <a:ext uri="{FF2B5EF4-FFF2-40B4-BE49-F238E27FC236}">
                  <a16:creationId xmlns:a16="http://schemas.microsoft.com/office/drawing/2014/main" id="{6F73BEA8-80FF-F02C-391B-D56508E3DCF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0" name="Freeform 106">
              <a:extLst>
                <a:ext uri="{FF2B5EF4-FFF2-40B4-BE49-F238E27FC236}">
                  <a16:creationId xmlns:a16="http://schemas.microsoft.com/office/drawing/2014/main" id="{DF39E377-C1C9-5119-972F-16E73733114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476AC089-DD2C-5DFB-C1F1-2F6A05F9C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64091" y="896112"/>
            <a:ext cx="6724202" cy="50657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7894" y="1084993"/>
            <a:ext cx="5064754" cy="2352356"/>
          </a:xfrm>
        </p:spPr>
        <p:txBody>
          <a:bodyPr anchor="ctr">
            <a:noAutofit/>
          </a:bodyPr>
          <a:lstStyle>
            <a:lvl1pPr algn="ctr">
              <a:defRPr sz="4000"/>
            </a:lvl1pPr>
          </a:lstStyle>
          <a:p>
            <a:endParaRPr lang="en-US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69846" y="896112"/>
            <a:ext cx="4394245" cy="5065776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45082B6-8A15-D00B-45F6-C5C1803E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61643" y="3445698"/>
            <a:ext cx="3837256" cy="2472818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2400"/>
            </a:lvl1pPr>
            <a:lvl2pPr marL="228600" indent="0" algn="ctr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/>
            </a:lvl2pPr>
            <a:lvl3pPr marL="262890" indent="0" algn="ctr">
              <a:lnSpc>
                <a:spcPct val="100000"/>
              </a:lnSpc>
              <a:spcBef>
                <a:spcPts val="1000"/>
              </a:spcBef>
              <a:buNone/>
              <a:defRPr sz="1800"/>
            </a:lvl3pPr>
            <a:lvl4pPr marL="548640" indent="0" algn="ctr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/>
            </a:lvl4pPr>
            <a:lvl5pPr marL="548640" indent="0" algn="ctr">
              <a:lnSpc>
                <a:spcPct val="100000"/>
              </a:lnSpc>
              <a:spcBef>
                <a:spcPts val="1000"/>
              </a:spcBef>
              <a:buNone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730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BA523-EF01-4656-9D54-347E984FD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848" y="453497"/>
            <a:ext cx="7323472" cy="144738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52871-79D5-420E-8207-BEF7BE44A9B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69847" y="1970360"/>
            <a:ext cx="7323473" cy="3936663"/>
          </a:xfrm>
        </p:spPr>
        <p:txBody>
          <a:bodyPr anchor="t"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/>
            </a:lvl1pPr>
            <a:lvl2pPr marL="514350" indent="-285750">
              <a:lnSpc>
                <a:spcPct val="14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/>
            </a:lvl2pPr>
            <a:lvl3pPr marL="822960" indent="-285750">
              <a:lnSpc>
                <a:spcPct val="14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097280" indent="-171450">
              <a:lnSpc>
                <a:spcPct val="14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/>
            </a:lvl4pPr>
            <a:lvl5pPr marL="1371600" indent="-171450">
              <a:lnSpc>
                <a:spcPct val="14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5E76BAB-D3E2-7A86-4382-6897A8FDD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1754871" y="2093199"/>
            <a:ext cx="4157472" cy="41608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D32D3-8223-4851-BB8E-CB489B975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448B-FCF6-40C5-8BB6-15B70E889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5C76E7-AB26-88E2-D65E-2E3C77D66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7F12763-35ED-ABA1-B1B9-ECA0300EC7B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428C6819-E6F6-EC0A-3915-2210ED5FD5C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5">
              <a:extLst>
                <a:ext uri="{FF2B5EF4-FFF2-40B4-BE49-F238E27FC236}">
                  <a16:creationId xmlns:a16="http://schemas.microsoft.com/office/drawing/2014/main" id="{D35D55BE-4E02-8709-08CD-DCDF028896A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9B00E110-F53B-CB17-400D-884883FAD2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AFD5A261-446E-BFC4-FC12-80FDF4169D7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20">
              <a:extLst>
                <a:ext uri="{FF2B5EF4-FFF2-40B4-BE49-F238E27FC236}">
                  <a16:creationId xmlns:a16="http://schemas.microsoft.com/office/drawing/2014/main" id="{B6FED30E-9001-44A0-E5C7-E032D0F3DCA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F26FDAFD-9C45-1171-4C16-15BF244630E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FE69A4E5-9E23-CC9D-7DFE-C1AF1DE799E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43086FAB-AC19-CDF5-6420-B753EA91CCA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7">
              <a:extLst>
                <a:ext uri="{FF2B5EF4-FFF2-40B4-BE49-F238E27FC236}">
                  <a16:creationId xmlns:a16="http://schemas.microsoft.com/office/drawing/2014/main" id="{1CE06729-10BE-4FF7-7378-D0839A5B290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C0E85AE-019E-239F-3641-132EE086976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27436FA2-8F0F-0124-E6EA-C19287C4FC0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257506A8-2AF8-FD30-07C5-A8B673B4FB3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51">
              <a:extLst>
                <a:ext uri="{FF2B5EF4-FFF2-40B4-BE49-F238E27FC236}">
                  <a16:creationId xmlns:a16="http://schemas.microsoft.com/office/drawing/2014/main" id="{AC15BD99-2D70-3136-347B-31CD7D03DC8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2">
              <a:extLst>
                <a:ext uri="{FF2B5EF4-FFF2-40B4-BE49-F238E27FC236}">
                  <a16:creationId xmlns:a16="http://schemas.microsoft.com/office/drawing/2014/main" id="{B67F2992-4C5D-965F-7EA2-7A62C5AB60E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3">
              <a:extLst>
                <a:ext uri="{FF2B5EF4-FFF2-40B4-BE49-F238E27FC236}">
                  <a16:creationId xmlns:a16="http://schemas.microsoft.com/office/drawing/2014/main" id="{68E6C9D5-7A68-0715-7E5B-B00F2322209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4">
              <a:extLst>
                <a:ext uri="{FF2B5EF4-FFF2-40B4-BE49-F238E27FC236}">
                  <a16:creationId xmlns:a16="http://schemas.microsoft.com/office/drawing/2014/main" id="{A5762283-7319-03B2-6625-12FB72339F9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5">
              <a:extLst>
                <a:ext uri="{FF2B5EF4-FFF2-40B4-BE49-F238E27FC236}">
                  <a16:creationId xmlns:a16="http://schemas.microsoft.com/office/drawing/2014/main" id="{71B8ED3D-B51C-BE7D-804A-BEA721B80F3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6">
              <a:extLst>
                <a:ext uri="{FF2B5EF4-FFF2-40B4-BE49-F238E27FC236}">
                  <a16:creationId xmlns:a16="http://schemas.microsoft.com/office/drawing/2014/main" id="{900799BD-6359-DC82-2EE9-5C17C30156D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7">
              <a:extLst>
                <a:ext uri="{FF2B5EF4-FFF2-40B4-BE49-F238E27FC236}">
                  <a16:creationId xmlns:a16="http://schemas.microsoft.com/office/drawing/2014/main" id="{1C980C29-373A-1E8A-06EA-4EC3DEB1CED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7551F4D8-61F0-8E45-0F0A-5353AD19927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95280895-3875-4458-0CFD-6E7F91E4B1B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1">
              <a:extLst>
                <a:ext uri="{FF2B5EF4-FFF2-40B4-BE49-F238E27FC236}">
                  <a16:creationId xmlns:a16="http://schemas.microsoft.com/office/drawing/2014/main" id="{C447D48F-E082-2C64-AACC-5F1576670B8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45386F34-1F3F-7822-9E58-F69B57DAD5E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714F5E2C-ADCA-B188-9558-A8C41DACCA3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7904DF4A-7F05-9B74-762F-750A11C2608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22FA525D-7C59-B943-0521-9341A78CD45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AD48A9A0-6DB2-78B2-B64A-ACF109E50C2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241CCA94-4C69-C42C-63CF-26A8A45BE6A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C65A2DC-4AC0-1BAA-B531-78961040F6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06F81422-C9FD-27B8-4FD6-B1F44C74BE8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6BD26277-6152-C324-088E-7147EFBC3C2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84133AE4-D5B2-6E80-0D7F-5E4A58260B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119C911C-0392-118F-BC19-A1D54BDD353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21">
              <a:extLst>
                <a:ext uri="{FF2B5EF4-FFF2-40B4-BE49-F238E27FC236}">
                  <a16:creationId xmlns:a16="http://schemas.microsoft.com/office/drawing/2014/main" id="{3C640776-EA30-99EB-34B0-58B773C472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BB4FF007-C784-E1F8-AB7E-408FB7A3947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22B235A3-3685-6CD1-96A0-C8512B09C6A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74119689-F1DD-1031-494F-BCD12EBFB62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DC996F45-62C2-BF42-C97C-66EDDDE35AC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101F6153-4534-B78A-D1DF-449F4099ECF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54F228F9-4FB8-EB4C-943C-EF2F72FD869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7709A6A7-E82C-3874-6F67-4271840CC89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19F404EE-0BE6-27BC-AF9D-66B038678DC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FC6D8B1A-C7A0-8524-DBD7-1E660072B23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4BEBEA83-1067-1C49-2A3B-E81B2F0C019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9397A70A-C9D2-C401-46FC-9BA1C496F30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F8CC25E1-6B15-151C-DDD2-8BD3BB16FD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1">
              <a:extLst>
                <a:ext uri="{FF2B5EF4-FFF2-40B4-BE49-F238E27FC236}">
                  <a16:creationId xmlns:a16="http://schemas.microsoft.com/office/drawing/2014/main" id="{B5B94F62-E440-38E1-2CEB-8A1FD1E7D90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A9D624A1-73EF-8770-3F92-424BA9102B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55546E28-143B-34C1-D433-58DCFC45F2E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5">
              <a:extLst>
                <a:ext uri="{FF2B5EF4-FFF2-40B4-BE49-F238E27FC236}">
                  <a16:creationId xmlns:a16="http://schemas.microsoft.com/office/drawing/2014/main" id="{934F6794-119F-9752-BB33-B4F1A8E8C89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0B857804-1586-3CCB-DAF2-3D8D354DFF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9BD61CB3-B187-0EC3-F40B-8AB7EAA944B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FD9AB2F0-7CDD-02F1-691B-A543428F719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EDA7792B-F38C-0154-799B-77FA3D92A30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5DA82296-4D29-F99E-333B-17CEEFB8D4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55822684-7F5E-BD3C-0320-626C1FBC82E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08357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0D72EC-5163-8F82-E354-EE7F89F462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5221962 h 6858000"/>
              <a:gd name="connsiteX1" fmla="*/ 12188952 w 12188952"/>
              <a:gd name="connsiteY1" fmla="*/ 5221962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1633936 h 6858000"/>
              <a:gd name="connsiteX7" fmla="*/ 0 w 12188952"/>
              <a:gd name="connsiteY7" fmla="*/ 163393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5221962"/>
                </a:moveTo>
                <a:lnTo>
                  <a:pt x="12188952" y="5221962"/>
                </a:lnTo>
                <a:lnTo>
                  <a:pt x="12188952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1633936"/>
                </a:lnTo>
                <a:lnTo>
                  <a:pt x="0" y="163393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957" y="1718642"/>
            <a:ext cx="10350086" cy="1581149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953A642-F7CA-8E2B-4DE7-8BCF931CACC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20957" y="3558211"/>
            <a:ext cx="10350086" cy="1663078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228600" indent="0" algn="ctr">
              <a:buFont typeface="Arial" panose="020B0604020202020204" pitchFamily="34" charset="0"/>
              <a:buNone/>
              <a:defRPr sz="2000"/>
            </a:lvl2pPr>
            <a:lvl3pPr marL="262890" indent="0" algn="ctr">
              <a:buNone/>
              <a:defRPr sz="1800"/>
            </a:lvl3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211078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6E563-D552-439E-8DF5-45062D8754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848" y="801512"/>
            <a:ext cx="9634011" cy="132556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36873-2DD5-456E-A3A9-FE408419E30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069848" y="2143673"/>
            <a:ext cx="4684057" cy="423883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Content Placeholder 2">
            <a:extLst>
              <a:ext uri="{FF2B5EF4-FFF2-40B4-BE49-F238E27FC236}">
                <a16:creationId xmlns:a16="http://schemas.microsoft.com/office/drawing/2014/main" id="{97A8CAF3-1FAE-7FBA-8C38-DD5DD84D671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011715" y="2143673"/>
            <a:ext cx="4684058" cy="423883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B9537-F43C-4042-B165-A00358F9E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2F0B4-0E86-473E-BC42-78D856A0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F9F52F-61F2-4FEE-8989-2FB400190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A6790-1898-D0E8-7B31-AD25D4EFD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A3301F6-357C-5106-46EF-5B3EE247274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E124881-486A-F813-ACF9-2E3BA46757F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5">
              <a:extLst>
                <a:ext uri="{FF2B5EF4-FFF2-40B4-BE49-F238E27FC236}">
                  <a16:creationId xmlns:a16="http://schemas.microsoft.com/office/drawing/2014/main" id="{D56BC477-EB03-A424-595E-524F37BACD1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8">
              <a:extLst>
                <a:ext uri="{FF2B5EF4-FFF2-40B4-BE49-F238E27FC236}">
                  <a16:creationId xmlns:a16="http://schemas.microsoft.com/office/drawing/2014/main" id="{565AB45C-D1A6-A17A-C542-772BA155284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D904BB6C-F5ED-8DFF-B036-110F2FC279C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0">
              <a:extLst>
                <a:ext uri="{FF2B5EF4-FFF2-40B4-BE49-F238E27FC236}">
                  <a16:creationId xmlns:a16="http://schemas.microsoft.com/office/drawing/2014/main" id="{10ABD89C-73EF-B477-CA65-3CEF324B3DE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2">
              <a:extLst>
                <a:ext uri="{FF2B5EF4-FFF2-40B4-BE49-F238E27FC236}">
                  <a16:creationId xmlns:a16="http://schemas.microsoft.com/office/drawing/2014/main" id="{48FDE29B-5BCF-C62A-C08D-D928FC3EE35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3">
              <a:extLst>
                <a:ext uri="{FF2B5EF4-FFF2-40B4-BE49-F238E27FC236}">
                  <a16:creationId xmlns:a16="http://schemas.microsoft.com/office/drawing/2014/main" id="{775983CB-8642-6BD6-7AB3-50A9A9AD92A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6">
              <a:extLst>
                <a:ext uri="{FF2B5EF4-FFF2-40B4-BE49-F238E27FC236}">
                  <a16:creationId xmlns:a16="http://schemas.microsoft.com/office/drawing/2014/main" id="{A3354114-7269-0363-2CED-1CBD99F46BD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0B578C-D745-4EDF-18BE-19B672C69F2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28">
              <a:extLst>
                <a:ext uri="{FF2B5EF4-FFF2-40B4-BE49-F238E27FC236}">
                  <a16:creationId xmlns:a16="http://schemas.microsoft.com/office/drawing/2014/main" id="{17AE01C5-F175-014A-0C35-EFB9D35F554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30">
              <a:extLst>
                <a:ext uri="{FF2B5EF4-FFF2-40B4-BE49-F238E27FC236}">
                  <a16:creationId xmlns:a16="http://schemas.microsoft.com/office/drawing/2014/main" id="{27109D35-0D40-2193-86CF-CA7B1EA02FB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id="{B3B0E61F-39CA-C638-E586-3169904346C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1">
              <a:extLst>
                <a:ext uri="{FF2B5EF4-FFF2-40B4-BE49-F238E27FC236}">
                  <a16:creationId xmlns:a16="http://schemas.microsoft.com/office/drawing/2014/main" id="{E9FA92BB-C9F7-547A-FEF6-D32EA7C9EDF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2">
              <a:extLst>
                <a:ext uri="{FF2B5EF4-FFF2-40B4-BE49-F238E27FC236}">
                  <a16:creationId xmlns:a16="http://schemas.microsoft.com/office/drawing/2014/main" id="{036F4FC4-8C3B-5722-66A8-04D7E15282D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3">
              <a:extLst>
                <a:ext uri="{FF2B5EF4-FFF2-40B4-BE49-F238E27FC236}">
                  <a16:creationId xmlns:a16="http://schemas.microsoft.com/office/drawing/2014/main" id="{082304EB-477E-2BBB-8B35-BE8C8D61C3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4">
              <a:extLst>
                <a:ext uri="{FF2B5EF4-FFF2-40B4-BE49-F238E27FC236}">
                  <a16:creationId xmlns:a16="http://schemas.microsoft.com/office/drawing/2014/main" id="{3B1FEA6A-6F55-573A-848F-2999C7D1542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5">
              <a:extLst>
                <a:ext uri="{FF2B5EF4-FFF2-40B4-BE49-F238E27FC236}">
                  <a16:creationId xmlns:a16="http://schemas.microsoft.com/office/drawing/2014/main" id="{8DAB311A-18F7-420B-92C7-05BB6A9F554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6">
              <a:extLst>
                <a:ext uri="{FF2B5EF4-FFF2-40B4-BE49-F238E27FC236}">
                  <a16:creationId xmlns:a16="http://schemas.microsoft.com/office/drawing/2014/main" id="{2F325AAB-EA6A-02FF-754B-0A4E006A91E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7">
              <a:extLst>
                <a:ext uri="{FF2B5EF4-FFF2-40B4-BE49-F238E27FC236}">
                  <a16:creationId xmlns:a16="http://schemas.microsoft.com/office/drawing/2014/main" id="{33EB401C-E57D-4947-1B52-479C7EB5142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59">
              <a:extLst>
                <a:ext uri="{FF2B5EF4-FFF2-40B4-BE49-F238E27FC236}">
                  <a16:creationId xmlns:a16="http://schemas.microsoft.com/office/drawing/2014/main" id="{F36F278B-A343-E8DA-0326-0BAA5C359C0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0">
              <a:extLst>
                <a:ext uri="{FF2B5EF4-FFF2-40B4-BE49-F238E27FC236}">
                  <a16:creationId xmlns:a16="http://schemas.microsoft.com/office/drawing/2014/main" id="{75CEA8B8-037B-6E32-DC03-4D69B48E87B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61">
              <a:extLst>
                <a:ext uri="{FF2B5EF4-FFF2-40B4-BE49-F238E27FC236}">
                  <a16:creationId xmlns:a16="http://schemas.microsoft.com/office/drawing/2014/main" id="{0750FF30-E715-A055-FDB5-5FBB1399F1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5">
              <a:extLst>
                <a:ext uri="{FF2B5EF4-FFF2-40B4-BE49-F238E27FC236}">
                  <a16:creationId xmlns:a16="http://schemas.microsoft.com/office/drawing/2014/main" id="{F95B024E-124E-1BC8-C87E-55DD94DC06D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6">
              <a:extLst>
                <a:ext uri="{FF2B5EF4-FFF2-40B4-BE49-F238E27FC236}">
                  <a16:creationId xmlns:a16="http://schemas.microsoft.com/office/drawing/2014/main" id="{BB42C21E-CEDC-DE66-D3BE-9E6F84F8A85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165741D4-6654-EE6C-5C25-D031CF6E836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8">
              <a:extLst>
                <a:ext uri="{FF2B5EF4-FFF2-40B4-BE49-F238E27FC236}">
                  <a16:creationId xmlns:a16="http://schemas.microsoft.com/office/drawing/2014/main" id="{093AA392-38B9-FABA-D596-5FE777CEF1A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9">
              <a:extLst>
                <a:ext uri="{FF2B5EF4-FFF2-40B4-BE49-F238E27FC236}">
                  <a16:creationId xmlns:a16="http://schemas.microsoft.com/office/drawing/2014/main" id="{6C4B3426-CA18-322E-FAD2-68CA57C88C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81588C45-2E4B-17BA-4906-1CCF740474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DA454BD8-CCA4-362B-1E1B-F000E48F79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9C2F7464-8655-05FA-0D45-937FA18476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CBF0AFC3-49AC-4859-41E6-99B7D887E50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6">
              <a:extLst>
                <a:ext uri="{FF2B5EF4-FFF2-40B4-BE49-F238E27FC236}">
                  <a16:creationId xmlns:a16="http://schemas.microsoft.com/office/drawing/2014/main" id="{A9584A9C-E593-995F-BEF3-9BA643B3B99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17">
              <a:extLst>
                <a:ext uri="{FF2B5EF4-FFF2-40B4-BE49-F238E27FC236}">
                  <a16:creationId xmlns:a16="http://schemas.microsoft.com/office/drawing/2014/main" id="{9ABF9FD4-9EC0-B18C-1703-57603EE4339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1">
              <a:extLst>
                <a:ext uri="{FF2B5EF4-FFF2-40B4-BE49-F238E27FC236}">
                  <a16:creationId xmlns:a16="http://schemas.microsoft.com/office/drawing/2014/main" id="{3006FB98-4614-8E65-BDB7-4ABC46F86D8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5">
              <a:extLst>
                <a:ext uri="{FF2B5EF4-FFF2-40B4-BE49-F238E27FC236}">
                  <a16:creationId xmlns:a16="http://schemas.microsoft.com/office/drawing/2014/main" id="{ADEF27A7-4A41-1CD1-2966-CC4B22BBBF0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29">
              <a:extLst>
                <a:ext uri="{FF2B5EF4-FFF2-40B4-BE49-F238E27FC236}">
                  <a16:creationId xmlns:a16="http://schemas.microsoft.com/office/drawing/2014/main" id="{352E4D2A-9859-3E6C-B672-45B1890E764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69FB932A-70B3-DDE9-2A45-D7233E0AC6B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A25C00-74E0-0A5D-1B6F-A3BA18F01EF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3">
              <a:extLst>
                <a:ext uri="{FF2B5EF4-FFF2-40B4-BE49-F238E27FC236}">
                  <a16:creationId xmlns:a16="http://schemas.microsoft.com/office/drawing/2014/main" id="{AF7C227D-4849-8B09-14B2-1B5B19F19F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4">
              <a:extLst>
                <a:ext uri="{FF2B5EF4-FFF2-40B4-BE49-F238E27FC236}">
                  <a16:creationId xmlns:a16="http://schemas.microsoft.com/office/drawing/2014/main" id="{BEB72F39-DB42-7745-A1B5-4DDAFDF8C4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5">
              <a:extLst>
                <a:ext uri="{FF2B5EF4-FFF2-40B4-BE49-F238E27FC236}">
                  <a16:creationId xmlns:a16="http://schemas.microsoft.com/office/drawing/2014/main" id="{31176FBB-3E88-5B85-B3AA-003738DBBB8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6">
              <a:extLst>
                <a:ext uri="{FF2B5EF4-FFF2-40B4-BE49-F238E27FC236}">
                  <a16:creationId xmlns:a16="http://schemas.microsoft.com/office/drawing/2014/main" id="{5E70B554-0EA2-DB2E-C339-630BFE7BB5B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7">
              <a:extLst>
                <a:ext uri="{FF2B5EF4-FFF2-40B4-BE49-F238E27FC236}">
                  <a16:creationId xmlns:a16="http://schemas.microsoft.com/office/drawing/2014/main" id="{52CF37B3-817A-F2FE-427F-8786F8E4A0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8">
              <a:extLst>
                <a:ext uri="{FF2B5EF4-FFF2-40B4-BE49-F238E27FC236}">
                  <a16:creationId xmlns:a16="http://schemas.microsoft.com/office/drawing/2014/main" id="{9FDE06FB-F594-CA07-18B7-74BB016945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39">
              <a:extLst>
                <a:ext uri="{FF2B5EF4-FFF2-40B4-BE49-F238E27FC236}">
                  <a16:creationId xmlns:a16="http://schemas.microsoft.com/office/drawing/2014/main" id="{A6E63572-A398-D4E7-A1C9-251A890229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0">
              <a:extLst>
                <a:ext uri="{FF2B5EF4-FFF2-40B4-BE49-F238E27FC236}">
                  <a16:creationId xmlns:a16="http://schemas.microsoft.com/office/drawing/2014/main" id="{74999035-4967-C240-A98E-1E549DBA462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1">
              <a:extLst>
                <a:ext uri="{FF2B5EF4-FFF2-40B4-BE49-F238E27FC236}">
                  <a16:creationId xmlns:a16="http://schemas.microsoft.com/office/drawing/2014/main" id="{B0498BD8-0F82-65B3-3AF6-89367D95999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2">
              <a:extLst>
                <a:ext uri="{FF2B5EF4-FFF2-40B4-BE49-F238E27FC236}">
                  <a16:creationId xmlns:a16="http://schemas.microsoft.com/office/drawing/2014/main" id="{74E935AD-4D41-3ECF-41ED-F4867DD468C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4">
              <a:extLst>
                <a:ext uri="{FF2B5EF4-FFF2-40B4-BE49-F238E27FC236}">
                  <a16:creationId xmlns:a16="http://schemas.microsoft.com/office/drawing/2014/main" id="{8617919B-E5DC-00F6-D38E-9CCCD4F5EC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5">
              <a:extLst>
                <a:ext uri="{FF2B5EF4-FFF2-40B4-BE49-F238E27FC236}">
                  <a16:creationId xmlns:a16="http://schemas.microsoft.com/office/drawing/2014/main" id="{B2E0D53A-FCAA-3B78-C1C5-E83F9B84750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6">
              <a:extLst>
                <a:ext uri="{FF2B5EF4-FFF2-40B4-BE49-F238E27FC236}">
                  <a16:creationId xmlns:a16="http://schemas.microsoft.com/office/drawing/2014/main" id="{9C236E82-3AFE-05C6-FB40-EE5B49549F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7">
              <a:extLst>
                <a:ext uri="{FF2B5EF4-FFF2-40B4-BE49-F238E27FC236}">
                  <a16:creationId xmlns:a16="http://schemas.microsoft.com/office/drawing/2014/main" id="{653CB016-2C62-1DC4-0945-9F8BAEC5884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8">
              <a:extLst>
                <a:ext uri="{FF2B5EF4-FFF2-40B4-BE49-F238E27FC236}">
                  <a16:creationId xmlns:a16="http://schemas.microsoft.com/office/drawing/2014/main" id="{E1684C1D-D63F-7D52-3169-322BAD54C1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49">
              <a:extLst>
                <a:ext uri="{FF2B5EF4-FFF2-40B4-BE49-F238E27FC236}">
                  <a16:creationId xmlns:a16="http://schemas.microsoft.com/office/drawing/2014/main" id="{988D863A-DD04-ED99-2AE6-CDD9A7787F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8">
              <a:extLst>
                <a:ext uri="{FF2B5EF4-FFF2-40B4-BE49-F238E27FC236}">
                  <a16:creationId xmlns:a16="http://schemas.microsoft.com/office/drawing/2014/main" id="{2E55BD8C-78DA-EA5D-84CC-8C4A31C805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5" name="Freeform 106">
              <a:extLst>
                <a:ext uri="{FF2B5EF4-FFF2-40B4-BE49-F238E27FC236}">
                  <a16:creationId xmlns:a16="http://schemas.microsoft.com/office/drawing/2014/main" id="{F62CAAE4-EFB3-C382-A2D1-FE7A9482B7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77641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6E563-D552-439E-8DF5-45062D8754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848" y="801512"/>
            <a:ext cx="9634011" cy="132556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36873-2DD5-456E-A3A9-FE408419E30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069848" y="2143673"/>
            <a:ext cx="4684057" cy="423883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Content Placeholder 2">
            <a:extLst>
              <a:ext uri="{FF2B5EF4-FFF2-40B4-BE49-F238E27FC236}">
                <a16:creationId xmlns:a16="http://schemas.microsoft.com/office/drawing/2014/main" id="{97A8CAF3-1FAE-7FBA-8C38-DD5DD84D671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011715" y="2143673"/>
            <a:ext cx="4684058" cy="423883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B9537-F43C-4042-B165-A00358F9E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2F0B4-0E86-473E-BC42-78D856A0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F9F52F-61F2-4FEE-8989-2FB400190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A6790-1898-D0E8-7B31-AD25D4EFD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A3301F6-357C-5106-46EF-5B3EE247274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E124881-486A-F813-ACF9-2E3BA46757F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5">
              <a:extLst>
                <a:ext uri="{FF2B5EF4-FFF2-40B4-BE49-F238E27FC236}">
                  <a16:creationId xmlns:a16="http://schemas.microsoft.com/office/drawing/2014/main" id="{D56BC477-EB03-A424-595E-524F37BACD1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8">
              <a:extLst>
                <a:ext uri="{FF2B5EF4-FFF2-40B4-BE49-F238E27FC236}">
                  <a16:creationId xmlns:a16="http://schemas.microsoft.com/office/drawing/2014/main" id="{565AB45C-D1A6-A17A-C542-772BA155284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D904BB6C-F5ED-8DFF-B036-110F2FC279C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0">
              <a:extLst>
                <a:ext uri="{FF2B5EF4-FFF2-40B4-BE49-F238E27FC236}">
                  <a16:creationId xmlns:a16="http://schemas.microsoft.com/office/drawing/2014/main" id="{10ABD89C-73EF-B477-CA65-3CEF324B3DE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2">
              <a:extLst>
                <a:ext uri="{FF2B5EF4-FFF2-40B4-BE49-F238E27FC236}">
                  <a16:creationId xmlns:a16="http://schemas.microsoft.com/office/drawing/2014/main" id="{48FDE29B-5BCF-C62A-C08D-D928FC3EE35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3">
              <a:extLst>
                <a:ext uri="{FF2B5EF4-FFF2-40B4-BE49-F238E27FC236}">
                  <a16:creationId xmlns:a16="http://schemas.microsoft.com/office/drawing/2014/main" id="{775983CB-8642-6BD6-7AB3-50A9A9AD92A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6">
              <a:extLst>
                <a:ext uri="{FF2B5EF4-FFF2-40B4-BE49-F238E27FC236}">
                  <a16:creationId xmlns:a16="http://schemas.microsoft.com/office/drawing/2014/main" id="{A3354114-7269-0363-2CED-1CBD99F46BD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0B578C-D745-4EDF-18BE-19B672C69F2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28">
              <a:extLst>
                <a:ext uri="{FF2B5EF4-FFF2-40B4-BE49-F238E27FC236}">
                  <a16:creationId xmlns:a16="http://schemas.microsoft.com/office/drawing/2014/main" id="{17AE01C5-F175-014A-0C35-EFB9D35F554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30">
              <a:extLst>
                <a:ext uri="{FF2B5EF4-FFF2-40B4-BE49-F238E27FC236}">
                  <a16:creationId xmlns:a16="http://schemas.microsoft.com/office/drawing/2014/main" id="{27109D35-0D40-2193-86CF-CA7B1EA02FB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id="{B3B0E61F-39CA-C638-E586-3169904346C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1">
              <a:extLst>
                <a:ext uri="{FF2B5EF4-FFF2-40B4-BE49-F238E27FC236}">
                  <a16:creationId xmlns:a16="http://schemas.microsoft.com/office/drawing/2014/main" id="{E9FA92BB-C9F7-547A-FEF6-D32EA7C9EDF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2">
              <a:extLst>
                <a:ext uri="{FF2B5EF4-FFF2-40B4-BE49-F238E27FC236}">
                  <a16:creationId xmlns:a16="http://schemas.microsoft.com/office/drawing/2014/main" id="{036F4FC4-8C3B-5722-66A8-04D7E15282D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3">
              <a:extLst>
                <a:ext uri="{FF2B5EF4-FFF2-40B4-BE49-F238E27FC236}">
                  <a16:creationId xmlns:a16="http://schemas.microsoft.com/office/drawing/2014/main" id="{082304EB-477E-2BBB-8B35-BE8C8D61C3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4">
              <a:extLst>
                <a:ext uri="{FF2B5EF4-FFF2-40B4-BE49-F238E27FC236}">
                  <a16:creationId xmlns:a16="http://schemas.microsoft.com/office/drawing/2014/main" id="{3B1FEA6A-6F55-573A-848F-2999C7D1542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5">
              <a:extLst>
                <a:ext uri="{FF2B5EF4-FFF2-40B4-BE49-F238E27FC236}">
                  <a16:creationId xmlns:a16="http://schemas.microsoft.com/office/drawing/2014/main" id="{8DAB311A-18F7-420B-92C7-05BB6A9F554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6">
              <a:extLst>
                <a:ext uri="{FF2B5EF4-FFF2-40B4-BE49-F238E27FC236}">
                  <a16:creationId xmlns:a16="http://schemas.microsoft.com/office/drawing/2014/main" id="{2F325AAB-EA6A-02FF-754B-0A4E006A91E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7">
              <a:extLst>
                <a:ext uri="{FF2B5EF4-FFF2-40B4-BE49-F238E27FC236}">
                  <a16:creationId xmlns:a16="http://schemas.microsoft.com/office/drawing/2014/main" id="{33EB401C-E57D-4947-1B52-479C7EB5142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59">
              <a:extLst>
                <a:ext uri="{FF2B5EF4-FFF2-40B4-BE49-F238E27FC236}">
                  <a16:creationId xmlns:a16="http://schemas.microsoft.com/office/drawing/2014/main" id="{F36F278B-A343-E8DA-0326-0BAA5C359C0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0">
              <a:extLst>
                <a:ext uri="{FF2B5EF4-FFF2-40B4-BE49-F238E27FC236}">
                  <a16:creationId xmlns:a16="http://schemas.microsoft.com/office/drawing/2014/main" id="{75CEA8B8-037B-6E32-DC03-4D69B48E87B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61">
              <a:extLst>
                <a:ext uri="{FF2B5EF4-FFF2-40B4-BE49-F238E27FC236}">
                  <a16:creationId xmlns:a16="http://schemas.microsoft.com/office/drawing/2014/main" id="{0750FF30-E715-A055-FDB5-5FBB1399F1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5">
              <a:extLst>
                <a:ext uri="{FF2B5EF4-FFF2-40B4-BE49-F238E27FC236}">
                  <a16:creationId xmlns:a16="http://schemas.microsoft.com/office/drawing/2014/main" id="{F95B024E-124E-1BC8-C87E-55DD94DC06D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6">
              <a:extLst>
                <a:ext uri="{FF2B5EF4-FFF2-40B4-BE49-F238E27FC236}">
                  <a16:creationId xmlns:a16="http://schemas.microsoft.com/office/drawing/2014/main" id="{BB42C21E-CEDC-DE66-D3BE-9E6F84F8A85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165741D4-6654-EE6C-5C25-D031CF6E836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8">
              <a:extLst>
                <a:ext uri="{FF2B5EF4-FFF2-40B4-BE49-F238E27FC236}">
                  <a16:creationId xmlns:a16="http://schemas.microsoft.com/office/drawing/2014/main" id="{093AA392-38B9-FABA-D596-5FE777CEF1A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9">
              <a:extLst>
                <a:ext uri="{FF2B5EF4-FFF2-40B4-BE49-F238E27FC236}">
                  <a16:creationId xmlns:a16="http://schemas.microsoft.com/office/drawing/2014/main" id="{6C4B3426-CA18-322E-FAD2-68CA57C88C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81588C45-2E4B-17BA-4906-1CCF740474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DA454BD8-CCA4-362B-1E1B-F000E48F79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9C2F7464-8655-05FA-0D45-937FA18476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CBF0AFC3-49AC-4859-41E6-99B7D887E50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6">
              <a:extLst>
                <a:ext uri="{FF2B5EF4-FFF2-40B4-BE49-F238E27FC236}">
                  <a16:creationId xmlns:a16="http://schemas.microsoft.com/office/drawing/2014/main" id="{A9584A9C-E593-995F-BEF3-9BA643B3B99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17">
              <a:extLst>
                <a:ext uri="{FF2B5EF4-FFF2-40B4-BE49-F238E27FC236}">
                  <a16:creationId xmlns:a16="http://schemas.microsoft.com/office/drawing/2014/main" id="{9ABF9FD4-9EC0-B18C-1703-57603EE4339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1">
              <a:extLst>
                <a:ext uri="{FF2B5EF4-FFF2-40B4-BE49-F238E27FC236}">
                  <a16:creationId xmlns:a16="http://schemas.microsoft.com/office/drawing/2014/main" id="{3006FB98-4614-8E65-BDB7-4ABC46F86D8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5">
              <a:extLst>
                <a:ext uri="{FF2B5EF4-FFF2-40B4-BE49-F238E27FC236}">
                  <a16:creationId xmlns:a16="http://schemas.microsoft.com/office/drawing/2014/main" id="{ADEF27A7-4A41-1CD1-2966-CC4B22BBBF0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29">
              <a:extLst>
                <a:ext uri="{FF2B5EF4-FFF2-40B4-BE49-F238E27FC236}">
                  <a16:creationId xmlns:a16="http://schemas.microsoft.com/office/drawing/2014/main" id="{352E4D2A-9859-3E6C-B672-45B1890E764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69FB932A-70B3-DDE9-2A45-D7233E0AC6B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A25C00-74E0-0A5D-1B6F-A3BA18F01EF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3">
              <a:extLst>
                <a:ext uri="{FF2B5EF4-FFF2-40B4-BE49-F238E27FC236}">
                  <a16:creationId xmlns:a16="http://schemas.microsoft.com/office/drawing/2014/main" id="{AF7C227D-4849-8B09-14B2-1B5B19F19F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4">
              <a:extLst>
                <a:ext uri="{FF2B5EF4-FFF2-40B4-BE49-F238E27FC236}">
                  <a16:creationId xmlns:a16="http://schemas.microsoft.com/office/drawing/2014/main" id="{BEB72F39-DB42-7745-A1B5-4DDAFDF8C4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5">
              <a:extLst>
                <a:ext uri="{FF2B5EF4-FFF2-40B4-BE49-F238E27FC236}">
                  <a16:creationId xmlns:a16="http://schemas.microsoft.com/office/drawing/2014/main" id="{31176FBB-3E88-5B85-B3AA-003738DBBB8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6">
              <a:extLst>
                <a:ext uri="{FF2B5EF4-FFF2-40B4-BE49-F238E27FC236}">
                  <a16:creationId xmlns:a16="http://schemas.microsoft.com/office/drawing/2014/main" id="{5E70B554-0EA2-DB2E-C339-630BFE7BB5B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7">
              <a:extLst>
                <a:ext uri="{FF2B5EF4-FFF2-40B4-BE49-F238E27FC236}">
                  <a16:creationId xmlns:a16="http://schemas.microsoft.com/office/drawing/2014/main" id="{52CF37B3-817A-F2FE-427F-8786F8E4A0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8">
              <a:extLst>
                <a:ext uri="{FF2B5EF4-FFF2-40B4-BE49-F238E27FC236}">
                  <a16:creationId xmlns:a16="http://schemas.microsoft.com/office/drawing/2014/main" id="{9FDE06FB-F594-CA07-18B7-74BB016945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39">
              <a:extLst>
                <a:ext uri="{FF2B5EF4-FFF2-40B4-BE49-F238E27FC236}">
                  <a16:creationId xmlns:a16="http://schemas.microsoft.com/office/drawing/2014/main" id="{A6E63572-A398-D4E7-A1C9-251A890229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0">
              <a:extLst>
                <a:ext uri="{FF2B5EF4-FFF2-40B4-BE49-F238E27FC236}">
                  <a16:creationId xmlns:a16="http://schemas.microsoft.com/office/drawing/2014/main" id="{74999035-4967-C240-A98E-1E549DBA462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1">
              <a:extLst>
                <a:ext uri="{FF2B5EF4-FFF2-40B4-BE49-F238E27FC236}">
                  <a16:creationId xmlns:a16="http://schemas.microsoft.com/office/drawing/2014/main" id="{B0498BD8-0F82-65B3-3AF6-89367D95999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2">
              <a:extLst>
                <a:ext uri="{FF2B5EF4-FFF2-40B4-BE49-F238E27FC236}">
                  <a16:creationId xmlns:a16="http://schemas.microsoft.com/office/drawing/2014/main" id="{74E935AD-4D41-3ECF-41ED-F4867DD468C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4">
              <a:extLst>
                <a:ext uri="{FF2B5EF4-FFF2-40B4-BE49-F238E27FC236}">
                  <a16:creationId xmlns:a16="http://schemas.microsoft.com/office/drawing/2014/main" id="{8617919B-E5DC-00F6-D38E-9CCCD4F5EC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5">
              <a:extLst>
                <a:ext uri="{FF2B5EF4-FFF2-40B4-BE49-F238E27FC236}">
                  <a16:creationId xmlns:a16="http://schemas.microsoft.com/office/drawing/2014/main" id="{B2E0D53A-FCAA-3B78-C1C5-E83F9B84750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6">
              <a:extLst>
                <a:ext uri="{FF2B5EF4-FFF2-40B4-BE49-F238E27FC236}">
                  <a16:creationId xmlns:a16="http://schemas.microsoft.com/office/drawing/2014/main" id="{9C236E82-3AFE-05C6-FB40-EE5B49549F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7">
              <a:extLst>
                <a:ext uri="{FF2B5EF4-FFF2-40B4-BE49-F238E27FC236}">
                  <a16:creationId xmlns:a16="http://schemas.microsoft.com/office/drawing/2014/main" id="{653CB016-2C62-1DC4-0945-9F8BAEC5884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8">
              <a:extLst>
                <a:ext uri="{FF2B5EF4-FFF2-40B4-BE49-F238E27FC236}">
                  <a16:creationId xmlns:a16="http://schemas.microsoft.com/office/drawing/2014/main" id="{E1684C1D-D63F-7D52-3169-322BAD54C1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49">
              <a:extLst>
                <a:ext uri="{FF2B5EF4-FFF2-40B4-BE49-F238E27FC236}">
                  <a16:creationId xmlns:a16="http://schemas.microsoft.com/office/drawing/2014/main" id="{988D863A-DD04-ED99-2AE6-CDD9A7787F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8">
              <a:extLst>
                <a:ext uri="{FF2B5EF4-FFF2-40B4-BE49-F238E27FC236}">
                  <a16:creationId xmlns:a16="http://schemas.microsoft.com/office/drawing/2014/main" id="{2E55BD8C-78DA-EA5D-84CC-8C4A31C805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5" name="Freeform 106">
              <a:extLst>
                <a:ext uri="{FF2B5EF4-FFF2-40B4-BE49-F238E27FC236}">
                  <a16:creationId xmlns:a16="http://schemas.microsoft.com/office/drawing/2014/main" id="{F62CAAE4-EFB3-C382-A2D1-FE7A9482B7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337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735DAE3-0E24-0A0A-A809-7253765BC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9271"/>
            <a:ext cx="12192000" cy="51164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0903B4B-F1A6-94A7-078A-B4C68C246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05189" y="-13857"/>
            <a:ext cx="1554888" cy="6859377"/>
            <a:chOff x="10105189" y="-13857"/>
            <a:chExt cx="1554888" cy="6859377"/>
          </a:xfrm>
        </p:grpSpPr>
        <p:sp>
          <p:nvSpPr>
            <p:cNvPr id="11" name="Freeform 43">
              <a:extLst>
                <a:ext uri="{FF2B5EF4-FFF2-40B4-BE49-F238E27FC236}">
                  <a16:creationId xmlns:a16="http://schemas.microsoft.com/office/drawing/2014/main" id="{AC98AFCA-7C91-7B19-CB80-F8350444329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4646" y="6343529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51">
              <a:extLst>
                <a:ext uri="{FF2B5EF4-FFF2-40B4-BE49-F238E27FC236}">
                  <a16:creationId xmlns:a16="http://schemas.microsoft.com/office/drawing/2014/main" id="{CB407C79-96ED-0BC2-46BF-3F886B7975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57615" y="6497945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52">
              <a:extLst>
                <a:ext uri="{FF2B5EF4-FFF2-40B4-BE49-F238E27FC236}">
                  <a16:creationId xmlns:a16="http://schemas.microsoft.com/office/drawing/2014/main" id="{2462403D-89DE-67CB-A647-2BCD9B1F521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54620" y="5945466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53">
              <a:extLst>
                <a:ext uri="{FF2B5EF4-FFF2-40B4-BE49-F238E27FC236}">
                  <a16:creationId xmlns:a16="http://schemas.microsoft.com/office/drawing/2014/main" id="{997116C1-F796-5F41-F35A-ADD7DC16E8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556696" y="670403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54">
              <a:extLst>
                <a:ext uri="{FF2B5EF4-FFF2-40B4-BE49-F238E27FC236}">
                  <a16:creationId xmlns:a16="http://schemas.microsoft.com/office/drawing/2014/main" id="{71E7F9A0-168C-6426-C30D-3D623F4D143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31548" y="6097142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78">
              <a:extLst>
                <a:ext uri="{FF2B5EF4-FFF2-40B4-BE49-F238E27FC236}">
                  <a16:creationId xmlns:a16="http://schemas.microsoft.com/office/drawing/2014/main" id="{6B4A3BAC-E54A-A3B6-487A-5702AC78CD6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1926" y="6203957"/>
              <a:ext cx="147990" cy="75075"/>
            </a:xfrm>
            <a:custGeom>
              <a:avLst/>
              <a:gdLst>
                <a:gd name="T0" fmla="*/ 22 w 45"/>
                <a:gd name="T1" fmla="*/ 0 h 25"/>
                <a:gd name="T2" fmla="*/ 28 w 45"/>
                <a:gd name="T3" fmla="*/ 25 h 25"/>
                <a:gd name="T4" fmla="*/ 22 w 45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5">
                  <a:moveTo>
                    <a:pt x="22" y="0"/>
                  </a:moveTo>
                  <a:cubicBezTo>
                    <a:pt x="32" y="1"/>
                    <a:pt x="45" y="21"/>
                    <a:pt x="28" y="25"/>
                  </a:cubicBezTo>
                  <a:cubicBezTo>
                    <a:pt x="9" y="23"/>
                    <a:pt x="0" y="9"/>
                    <a:pt x="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79">
              <a:extLst>
                <a:ext uri="{FF2B5EF4-FFF2-40B4-BE49-F238E27FC236}">
                  <a16:creationId xmlns:a16="http://schemas.microsoft.com/office/drawing/2014/main" id="{7D2925F7-1816-0796-537B-B852C1D39A2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204298" y="6435002"/>
              <a:ext cx="124063" cy="69362"/>
            </a:xfrm>
            <a:custGeom>
              <a:avLst/>
              <a:gdLst>
                <a:gd name="T0" fmla="*/ 20 w 38"/>
                <a:gd name="T1" fmla="*/ 0 h 23"/>
                <a:gd name="T2" fmla="*/ 20 w 38"/>
                <a:gd name="T3" fmla="*/ 22 h 23"/>
                <a:gd name="T4" fmla="*/ 20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0" y="0"/>
                  </a:moveTo>
                  <a:cubicBezTo>
                    <a:pt x="37" y="3"/>
                    <a:pt x="38" y="23"/>
                    <a:pt x="20" y="22"/>
                  </a:cubicBezTo>
                  <a:cubicBezTo>
                    <a:pt x="8" y="18"/>
                    <a:pt x="0" y="5"/>
                    <a:pt x="2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80">
              <a:extLst>
                <a:ext uri="{FF2B5EF4-FFF2-40B4-BE49-F238E27FC236}">
                  <a16:creationId xmlns:a16="http://schemas.microsoft.com/office/drawing/2014/main" id="{48ACB1E9-30D8-1021-C382-249D939F38A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8957" y="6672797"/>
              <a:ext cx="124951" cy="66098"/>
            </a:xfrm>
            <a:custGeom>
              <a:avLst/>
              <a:gdLst>
                <a:gd name="T0" fmla="*/ 21 w 38"/>
                <a:gd name="T1" fmla="*/ 0 h 22"/>
                <a:gd name="T2" fmla="*/ 21 w 38"/>
                <a:gd name="T3" fmla="*/ 22 h 22"/>
                <a:gd name="T4" fmla="*/ 21 w 38"/>
                <a:gd name="T5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2">
                  <a:moveTo>
                    <a:pt x="21" y="0"/>
                  </a:moveTo>
                  <a:cubicBezTo>
                    <a:pt x="37" y="2"/>
                    <a:pt x="38" y="20"/>
                    <a:pt x="21" y="22"/>
                  </a:cubicBezTo>
                  <a:cubicBezTo>
                    <a:pt x="9" y="16"/>
                    <a:pt x="0" y="6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84">
              <a:extLst>
                <a:ext uri="{FF2B5EF4-FFF2-40B4-BE49-F238E27FC236}">
                  <a16:creationId xmlns:a16="http://schemas.microsoft.com/office/drawing/2014/main" id="{85C35004-429A-4A73-0645-9E554094035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73416" y="5999371"/>
              <a:ext cx="131153" cy="88130"/>
            </a:xfrm>
            <a:custGeom>
              <a:avLst/>
              <a:gdLst>
                <a:gd name="T0" fmla="*/ 18 w 40"/>
                <a:gd name="T1" fmla="*/ 1 h 29"/>
                <a:gd name="T2" fmla="*/ 6 w 40"/>
                <a:gd name="T3" fmla="*/ 20 h 29"/>
                <a:gd name="T4" fmla="*/ 18 w 40"/>
                <a:gd name="T5" fmla="*/ 1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18" y="1"/>
                  </a:moveTo>
                  <a:cubicBezTo>
                    <a:pt x="40" y="6"/>
                    <a:pt x="25" y="29"/>
                    <a:pt x="6" y="20"/>
                  </a:cubicBezTo>
                  <a:cubicBezTo>
                    <a:pt x="0" y="10"/>
                    <a:pt x="5" y="0"/>
                    <a:pt x="18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06">
              <a:extLst>
                <a:ext uri="{FF2B5EF4-FFF2-40B4-BE49-F238E27FC236}">
                  <a16:creationId xmlns:a16="http://schemas.microsoft.com/office/drawing/2014/main" id="{9ACC5F1B-742F-8016-2904-34B43E0AAF2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919084" y="613174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08">
              <a:extLst>
                <a:ext uri="{FF2B5EF4-FFF2-40B4-BE49-F238E27FC236}">
                  <a16:creationId xmlns:a16="http://schemas.microsoft.com/office/drawing/2014/main" id="{B2BDA3AD-3D6E-8507-FFED-D3C2ECD16D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916755" y="6681825"/>
              <a:ext cx="121406" cy="90579"/>
            </a:xfrm>
            <a:custGeom>
              <a:avLst/>
              <a:gdLst>
                <a:gd name="T0" fmla="*/ 26 w 37"/>
                <a:gd name="T1" fmla="*/ 1 h 30"/>
                <a:gd name="T2" fmla="*/ 35 w 37"/>
                <a:gd name="T3" fmla="*/ 21 h 30"/>
                <a:gd name="T4" fmla="*/ 26 w 37"/>
                <a:gd name="T5" fmla="*/ 1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30">
                  <a:moveTo>
                    <a:pt x="26" y="1"/>
                  </a:moveTo>
                  <a:cubicBezTo>
                    <a:pt x="35" y="0"/>
                    <a:pt x="37" y="13"/>
                    <a:pt x="35" y="21"/>
                  </a:cubicBezTo>
                  <a:cubicBezTo>
                    <a:pt x="14" y="30"/>
                    <a:pt x="0" y="8"/>
                    <a:pt x="26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112">
              <a:extLst>
                <a:ext uri="{FF2B5EF4-FFF2-40B4-BE49-F238E27FC236}">
                  <a16:creationId xmlns:a16="http://schemas.microsoft.com/office/drawing/2014/main" id="{420B721A-01AB-EA84-32C3-29E13F3A826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907510" y="6392991"/>
              <a:ext cx="117860" cy="81603"/>
            </a:xfrm>
            <a:custGeom>
              <a:avLst/>
              <a:gdLst>
                <a:gd name="T0" fmla="*/ 19 w 36"/>
                <a:gd name="T1" fmla="*/ 1 h 27"/>
                <a:gd name="T2" fmla="*/ 21 w 36"/>
                <a:gd name="T3" fmla="*/ 27 h 27"/>
                <a:gd name="T4" fmla="*/ 19 w 36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19" y="1"/>
                  </a:moveTo>
                  <a:cubicBezTo>
                    <a:pt x="31" y="1"/>
                    <a:pt x="36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130">
              <a:extLst>
                <a:ext uri="{FF2B5EF4-FFF2-40B4-BE49-F238E27FC236}">
                  <a16:creationId xmlns:a16="http://schemas.microsoft.com/office/drawing/2014/main" id="{DB8DCF08-DF2E-9211-37CE-C6A335A50DA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51885" y="6069097"/>
              <a:ext cx="157737" cy="81603"/>
            </a:xfrm>
            <a:custGeom>
              <a:avLst/>
              <a:gdLst>
                <a:gd name="T0" fmla="*/ 31 w 48"/>
                <a:gd name="T1" fmla="*/ 0 h 27"/>
                <a:gd name="T2" fmla="*/ 18 w 48"/>
                <a:gd name="T3" fmla="*/ 24 h 27"/>
                <a:gd name="T4" fmla="*/ 31 w 48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8" h="27">
                  <a:moveTo>
                    <a:pt x="31" y="0"/>
                  </a:moveTo>
                  <a:cubicBezTo>
                    <a:pt x="48" y="10"/>
                    <a:pt x="32" y="27"/>
                    <a:pt x="18" y="24"/>
                  </a:cubicBezTo>
                  <a:cubicBezTo>
                    <a:pt x="0" y="14"/>
                    <a:pt x="18" y="0"/>
                    <a:pt x="3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131">
              <a:extLst>
                <a:ext uri="{FF2B5EF4-FFF2-40B4-BE49-F238E27FC236}">
                  <a16:creationId xmlns:a16="http://schemas.microsoft.com/office/drawing/2014/main" id="{4C9BE349-ECC5-C8F9-A180-88327C426A8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65559" y="6540784"/>
              <a:ext cx="117860" cy="87315"/>
            </a:xfrm>
            <a:custGeom>
              <a:avLst/>
              <a:gdLst>
                <a:gd name="T0" fmla="*/ 15 w 36"/>
                <a:gd name="T1" fmla="*/ 0 h 29"/>
                <a:gd name="T2" fmla="*/ 25 w 36"/>
                <a:gd name="T3" fmla="*/ 15 h 29"/>
                <a:gd name="T4" fmla="*/ 13 w 36"/>
                <a:gd name="T5" fmla="*/ 21 h 29"/>
                <a:gd name="T6" fmla="*/ 15 w 36"/>
                <a:gd name="T7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9">
                  <a:moveTo>
                    <a:pt x="15" y="0"/>
                  </a:moveTo>
                  <a:cubicBezTo>
                    <a:pt x="21" y="0"/>
                    <a:pt x="36" y="13"/>
                    <a:pt x="25" y="15"/>
                  </a:cubicBezTo>
                  <a:cubicBezTo>
                    <a:pt x="20" y="19"/>
                    <a:pt x="20" y="22"/>
                    <a:pt x="13" y="21"/>
                  </a:cubicBezTo>
                  <a:cubicBezTo>
                    <a:pt x="0" y="29"/>
                    <a:pt x="0" y="0"/>
                    <a:pt x="1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135">
              <a:extLst>
                <a:ext uri="{FF2B5EF4-FFF2-40B4-BE49-F238E27FC236}">
                  <a16:creationId xmlns:a16="http://schemas.microsoft.com/office/drawing/2014/main" id="{C2584340-9504-3A74-8DE7-DAB89AF9D35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52898" y="6311126"/>
              <a:ext cx="128495" cy="84051"/>
            </a:xfrm>
            <a:custGeom>
              <a:avLst/>
              <a:gdLst>
                <a:gd name="T0" fmla="*/ 21 w 39"/>
                <a:gd name="T1" fmla="*/ 0 h 28"/>
                <a:gd name="T2" fmla="*/ 6 w 39"/>
                <a:gd name="T3" fmla="*/ 20 h 28"/>
                <a:gd name="T4" fmla="*/ 21 w 39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8">
                  <a:moveTo>
                    <a:pt x="21" y="0"/>
                  </a:moveTo>
                  <a:cubicBezTo>
                    <a:pt x="39" y="12"/>
                    <a:pt x="22" y="28"/>
                    <a:pt x="6" y="20"/>
                  </a:cubicBezTo>
                  <a:cubicBezTo>
                    <a:pt x="0" y="7"/>
                    <a:pt x="7" y="0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141">
              <a:extLst>
                <a:ext uri="{FF2B5EF4-FFF2-40B4-BE49-F238E27FC236}">
                  <a16:creationId xmlns:a16="http://schemas.microsoft.com/office/drawing/2014/main" id="{ACB31481-346C-7D4E-2B9E-2BB08261F3B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26608" y="6667071"/>
              <a:ext cx="163941" cy="163205"/>
            </a:xfrm>
            <a:custGeom>
              <a:avLst/>
              <a:gdLst>
                <a:gd name="T0" fmla="*/ 37 w 50"/>
                <a:gd name="T1" fmla="*/ 3 h 54"/>
                <a:gd name="T2" fmla="*/ 42 w 50"/>
                <a:gd name="T3" fmla="*/ 17 h 54"/>
                <a:gd name="T4" fmla="*/ 37 w 50"/>
                <a:gd name="T5" fmla="*/ 3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0" h="54">
                  <a:moveTo>
                    <a:pt x="37" y="3"/>
                  </a:moveTo>
                  <a:cubicBezTo>
                    <a:pt x="50" y="3"/>
                    <a:pt x="36" y="13"/>
                    <a:pt x="42" y="17"/>
                  </a:cubicBezTo>
                  <a:cubicBezTo>
                    <a:pt x="35" y="54"/>
                    <a:pt x="0" y="0"/>
                    <a:pt x="37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Freeform 15">
              <a:extLst>
                <a:ext uri="{FF2B5EF4-FFF2-40B4-BE49-F238E27FC236}">
                  <a16:creationId xmlns:a16="http://schemas.microsoft.com/office/drawing/2014/main" id="{9A7A6595-5BA0-C1DC-5336-02D992CADF9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62341" y="6394037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AC191D5F-6C04-342D-5436-CBFEF068494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41934" y="6124863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5A48FF74-766E-1D48-BE27-37C5A45DA0F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23462" y="6639005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0" name="Freeform 43">
              <a:extLst>
                <a:ext uri="{FF2B5EF4-FFF2-40B4-BE49-F238E27FC236}">
                  <a16:creationId xmlns:a16="http://schemas.microsoft.com/office/drawing/2014/main" id="{EC2C900A-ECB1-058A-4CF7-E309C3608AD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77488" y="6588213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1" name="Freeform 51">
              <a:extLst>
                <a:ext uri="{FF2B5EF4-FFF2-40B4-BE49-F238E27FC236}">
                  <a16:creationId xmlns:a16="http://schemas.microsoft.com/office/drawing/2014/main" id="{9B333AF5-0804-0D5E-DC7F-49E62B28E3F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50457" y="6742629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2" name="Freeform 52">
              <a:extLst>
                <a:ext uri="{FF2B5EF4-FFF2-40B4-BE49-F238E27FC236}">
                  <a16:creationId xmlns:a16="http://schemas.microsoft.com/office/drawing/2014/main" id="{C8BCCE8A-08C8-0951-210F-F1E3004DBF3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47462" y="6178198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3" name="Freeform 54">
              <a:extLst>
                <a:ext uri="{FF2B5EF4-FFF2-40B4-BE49-F238E27FC236}">
                  <a16:creationId xmlns:a16="http://schemas.microsoft.com/office/drawing/2014/main" id="{0447D30B-CDC3-A4A4-19A0-4203E4E79B8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24390" y="6341826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4" name="Freeform 59">
              <a:extLst>
                <a:ext uri="{FF2B5EF4-FFF2-40B4-BE49-F238E27FC236}">
                  <a16:creationId xmlns:a16="http://schemas.microsoft.com/office/drawing/2014/main" id="{E1CEE16B-E9B2-FC7B-9DE4-D846EF2BF7C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75095" y="5993860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5" name="Freeform 43">
              <a:extLst>
                <a:ext uri="{FF2B5EF4-FFF2-40B4-BE49-F238E27FC236}">
                  <a16:creationId xmlns:a16="http://schemas.microsoft.com/office/drawing/2014/main" id="{5F1288FF-642E-5CAD-945F-1DADD069BB2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97414" y="470376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6" name="Freeform 51">
              <a:extLst>
                <a:ext uri="{FF2B5EF4-FFF2-40B4-BE49-F238E27FC236}">
                  <a16:creationId xmlns:a16="http://schemas.microsoft.com/office/drawing/2014/main" id="{6694FBEA-0303-B7AF-2759-3036553F0B0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503840" y="667329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7" name="Freeform 52">
              <a:extLst>
                <a:ext uri="{FF2B5EF4-FFF2-40B4-BE49-F238E27FC236}">
                  <a16:creationId xmlns:a16="http://schemas.microsoft.com/office/drawing/2014/main" id="{03D1DD93-B546-2562-E146-1E9BC0B9658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67388" y="60361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8" name="Freeform 53">
              <a:extLst>
                <a:ext uri="{FF2B5EF4-FFF2-40B4-BE49-F238E27FC236}">
                  <a16:creationId xmlns:a16="http://schemas.microsoft.com/office/drawing/2014/main" id="{6AF8539D-3307-9A46-AE40-91D4184624D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58469" y="863565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9" name="Freeform 54">
              <a:extLst>
                <a:ext uri="{FF2B5EF4-FFF2-40B4-BE49-F238E27FC236}">
                  <a16:creationId xmlns:a16="http://schemas.microsoft.com/office/drawing/2014/main" id="{9FDCABBD-3038-BAE5-2FC0-551D2A8E208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4316" y="223989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0" name="Freeform 78">
              <a:extLst>
                <a:ext uri="{FF2B5EF4-FFF2-40B4-BE49-F238E27FC236}">
                  <a16:creationId xmlns:a16="http://schemas.microsoft.com/office/drawing/2014/main" id="{574CD38C-2BE8-C7A6-2C4C-CD9C08B4DDF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78114" y="330804"/>
              <a:ext cx="147990" cy="75075"/>
            </a:xfrm>
            <a:custGeom>
              <a:avLst/>
              <a:gdLst>
                <a:gd name="T0" fmla="*/ 22 w 45"/>
                <a:gd name="T1" fmla="*/ 0 h 25"/>
                <a:gd name="T2" fmla="*/ 28 w 45"/>
                <a:gd name="T3" fmla="*/ 25 h 25"/>
                <a:gd name="T4" fmla="*/ 22 w 45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5">
                  <a:moveTo>
                    <a:pt x="22" y="0"/>
                  </a:moveTo>
                  <a:cubicBezTo>
                    <a:pt x="32" y="1"/>
                    <a:pt x="45" y="21"/>
                    <a:pt x="28" y="25"/>
                  </a:cubicBezTo>
                  <a:cubicBezTo>
                    <a:pt x="9" y="23"/>
                    <a:pt x="0" y="9"/>
                    <a:pt x="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1" name="Freeform 79">
              <a:extLst>
                <a:ext uri="{FF2B5EF4-FFF2-40B4-BE49-F238E27FC236}">
                  <a16:creationId xmlns:a16="http://schemas.microsoft.com/office/drawing/2014/main" id="{2023FBCB-E9D7-79A1-BDDA-F5113E189AF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0486" y="561849"/>
              <a:ext cx="124063" cy="69362"/>
            </a:xfrm>
            <a:custGeom>
              <a:avLst/>
              <a:gdLst>
                <a:gd name="T0" fmla="*/ 20 w 38"/>
                <a:gd name="T1" fmla="*/ 0 h 23"/>
                <a:gd name="T2" fmla="*/ 20 w 38"/>
                <a:gd name="T3" fmla="*/ 22 h 23"/>
                <a:gd name="T4" fmla="*/ 20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0" y="0"/>
                  </a:moveTo>
                  <a:cubicBezTo>
                    <a:pt x="37" y="3"/>
                    <a:pt x="38" y="23"/>
                    <a:pt x="20" y="22"/>
                  </a:cubicBezTo>
                  <a:cubicBezTo>
                    <a:pt x="8" y="18"/>
                    <a:pt x="0" y="5"/>
                    <a:pt x="2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2" name="Freeform 80">
              <a:extLst>
                <a:ext uri="{FF2B5EF4-FFF2-40B4-BE49-F238E27FC236}">
                  <a16:creationId xmlns:a16="http://schemas.microsoft.com/office/drawing/2014/main" id="{34590977-8506-92F9-ED59-F986B61CC34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85145" y="721953"/>
              <a:ext cx="124951" cy="66098"/>
            </a:xfrm>
            <a:custGeom>
              <a:avLst/>
              <a:gdLst>
                <a:gd name="T0" fmla="*/ 21 w 38"/>
                <a:gd name="T1" fmla="*/ 0 h 22"/>
                <a:gd name="T2" fmla="*/ 21 w 38"/>
                <a:gd name="T3" fmla="*/ 22 h 22"/>
                <a:gd name="T4" fmla="*/ 21 w 38"/>
                <a:gd name="T5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2">
                  <a:moveTo>
                    <a:pt x="21" y="0"/>
                  </a:moveTo>
                  <a:cubicBezTo>
                    <a:pt x="37" y="2"/>
                    <a:pt x="38" y="20"/>
                    <a:pt x="21" y="22"/>
                  </a:cubicBezTo>
                  <a:cubicBezTo>
                    <a:pt x="9" y="16"/>
                    <a:pt x="0" y="6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79FEECE8-DEB8-08F4-8101-D3E62696D1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9604" y="126218"/>
              <a:ext cx="131153" cy="88130"/>
            </a:xfrm>
            <a:custGeom>
              <a:avLst/>
              <a:gdLst>
                <a:gd name="T0" fmla="*/ 18 w 40"/>
                <a:gd name="T1" fmla="*/ 1 h 29"/>
                <a:gd name="T2" fmla="*/ 6 w 40"/>
                <a:gd name="T3" fmla="*/ 20 h 29"/>
                <a:gd name="T4" fmla="*/ 18 w 40"/>
                <a:gd name="T5" fmla="*/ 1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18" y="1"/>
                  </a:moveTo>
                  <a:cubicBezTo>
                    <a:pt x="40" y="6"/>
                    <a:pt x="25" y="29"/>
                    <a:pt x="6" y="20"/>
                  </a:cubicBezTo>
                  <a:cubicBezTo>
                    <a:pt x="0" y="10"/>
                    <a:pt x="5" y="0"/>
                    <a:pt x="18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4" name="Freeform 106">
              <a:extLst>
                <a:ext uri="{FF2B5EF4-FFF2-40B4-BE49-F238E27FC236}">
                  <a16:creationId xmlns:a16="http://schemas.microsoft.com/office/drawing/2014/main" id="{D3DDE981-C209-EA51-C6FB-3A73D49DDE8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905272" y="240659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5" name="Freeform 108">
              <a:extLst>
                <a:ext uri="{FF2B5EF4-FFF2-40B4-BE49-F238E27FC236}">
                  <a16:creationId xmlns:a16="http://schemas.microsoft.com/office/drawing/2014/main" id="{86D1D9D1-2683-EF0A-DD8C-B670E7D7BE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902943" y="808672"/>
              <a:ext cx="121406" cy="90579"/>
            </a:xfrm>
            <a:custGeom>
              <a:avLst/>
              <a:gdLst>
                <a:gd name="T0" fmla="*/ 26 w 37"/>
                <a:gd name="T1" fmla="*/ 1 h 30"/>
                <a:gd name="T2" fmla="*/ 35 w 37"/>
                <a:gd name="T3" fmla="*/ 21 h 30"/>
                <a:gd name="T4" fmla="*/ 26 w 37"/>
                <a:gd name="T5" fmla="*/ 1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30">
                  <a:moveTo>
                    <a:pt x="26" y="1"/>
                  </a:moveTo>
                  <a:cubicBezTo>
                    <a:pt x="35" y="0"/>
                    <a:pt x="37" y="13"/>
                    <a:pt x="35" y="21"/>
                  </a:cubicBezTo>
                  <a:cubicBezTo>
                    <a:pt x="14" y="30"/>
                    <a:pt x="0" y="8"/>
                    <a:pt x="26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6" name="Freeform 110">
              <a:extLst>
                <a:ext uri="{FF2B5EF4-FFF2-40B4-BE49-F238E27FC236}">
                  <a16:creationId xmlns:a16="http://schemas.microsoft.com/office/drawing/2014/main" id="{0A6607D4-5BC5-9DE5-14BC-0CA5F64158E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882996" y="-7175"/>
              <a:ext cx="127608" cy="114243"/>
            </a:xfrm>
            <a:custGeom>
              <a:avLst/>
              <a:gdLst>
                <a:gd name="T0" fmla="*/ 21 w 39"/>
                <a:gd name="T1" fmla="*/ 1 h 38"/>
                <a:gd name="T2" fmla="*/ 39 w 39"/>
                <a:gd name="T3" fmla="*/ 18 h 38"/>
                <a:gd name="T4" fmla="*/ 21 w 39"/>
                <a:gd name="T5" fmla="*/ 1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38">
                  <a:moveTo>
                    <a:pt x="21" y="1"/>
                  </a:moveTo>
                  <a:cubicBezTo>
                    <a:pt x="35" y="0"/>
                    <a:pt x="38" y="8"/>
                    <a:pt x="39" y="18"/>
                  </a:cubicBezTo>
                  <a:cubicBezTo>
                    <a:pt x="25" y="38"/>
                    <a:pt x="0" y="13"/>
                    <a:pt x="21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7" name="Freeform 112">
              <a:extLst>
                <a:ext uri="{FF2B5EF4-FFF2-40B4-BE49-F238E27FC236}">
                  <a16:creationId xmlns:a16="http://schemas.microsoft.com/office/drawing/2014/main" id="{3E4F1E44-D528-0977-318B-FA999140A05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893698" y="519838"/>
              <a:ext cx="117860" cy="81603"/>
            </a:xfrm>
            <a:custGeom>
              <a:avLst/>
              <a:gdLst>
                <a:gd name="T0" fmla="*/ 19 w 36"/>
                <a:gd name="T1" fmla="*/ 1 h 27"/>
                <a:gd name="T2" fmla="*/ 21 w 36"/>
                <a:gd name="T3" fmla="*/ 27 h 27"/>
                <a:gd name="T4" fmla="*/ 19 w 36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19" y="1"/>
                  </a:moveTo>
                  <a:cubicBezTo>
                    <a:pt x="31" y="1"/>
                    <a:pt x="36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8" name="Freeform 130">
              <a:extLst>
                <a:ext uri="{FF2B5EF4-FFF2-40B4-BE49-F238E27FC236}">
                  <a16:creationId xmlns:a16="http://schemas.microsoft.com/office/drawing/2014/main" id="{2B8A12D4-E8DF-3963-622D-0A5314FC2D9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37929" y="112644"/>
              <a:ext cx="157737" cy="81603"/>
            </a:xfrm>
            <a:custGeom>
              <a:avLst/>
              <a:gdLst>
                <a:gd name="T0" fmla="*/ 31 w 48"/>
                <a:gd name="T1" fmla="*/ 0 h 27"/>
                <a:gd name="T2" fmla="*/ 18 w 48"/>
                <a:gd name="T3" fmla="*/ 24 h 27"/>
                <a:gd name="T4" fmla="*/ 31 w 48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8" h="27">
                  <a:moveTo>
                    <a:pt x="31" y="0"/>
                  </a:moveTo>
                  <a:cubicBezTo>
                    <a:pt x="48" y="10"/>
                    <a:pt x="32" y="27"/>
                    <a:pt x="18" y="24"/>
                  </a:cubicBezTo>
                  <a:cubicBezTo>
                    <a:pt x="0" y="14"/>
                    <a:pt x="18" y="0"/>
                    <a:pt x="3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49" name="Freeform 131">
              <a:extLst>
                <a:ext uri="{FF2B5EF4-FFF2-40B4-BE49-F238E27FC236}">
                  <a16:creationId xmlns:a16="http://schemas.microsoft.com/office/drawing/2014/main" id="{CE32AB4C-8495-DC06-6FBE-99D5102E1C1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51747" y="667631"/>
              <a:ext cx="117860" cy="87315"/>
            </a:xfrm>
            <a:custGeom>
              <a:avLst/>
              <a:gdLst>
                <a:gd name="T0" fmla="*/ 15 w 36"/>
                <a:gd name="T1" fmla="*/ 0 h 29"/>
                <a:gd name="T2" fmla="*/ 25 w 36"/>
                <a:gd name="T3" fmla="*/ 15 h 29"/>
                <a:gd name="T4" fmla="*/ 13 w 36"/>
                <a:gd name="T5" fmla="*/ 21 h 29"/>
                <a:gd name="T6" fmla="*/ 15 w 36"/>
                <a:gd name="T7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9">
                  <a:moveTo>
                    <a:pt x="15" y="0"/>
                  </a:moveTo>
                  <a:cubicBezTo>
                    <a:pt x="21" y="0"/>
                    <a:pt x="36" y="13"/>
                    <a:pt x="25" y="15"/>
                  </a:cubicBezTo>
                  <a:cubicBezTo>
                    <a:pt x="20" y="19"/>
                    <a:pt x="20" y="22"/>
                    <a:pt x="13" y="21"/>
                  </a:cubicBezTo>
                  <a:cubicBezTo>
                    <a:pt x="0" y="29"/>
                    <a:pt x="0" y="0"/>
                    <a:pt x="1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0" name="Freeform 135">
              <a:extLst>
                <a:ext uri="{FF2B5EF4-FFF2-40B4-BE49-F238E27FC236}">
                  <a16:creationId xmlns:a16="http://schemas.microsoft.com/office/drawing/2014/main" id="{FC06C8A4-44E2-FCC8-982E-CA47575E721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639086" y="437973"/>
              <a:ext cx="128495" cy="84051"/>
            </a:xfrm>
            <a:custGeom>
              <a:avLst/>
              <a:gdLst>
                <a:gd name="T0" fmla="*/ 21 w 39"/>
                <a:gd name="T1" fmla="*/ 0 h 28"/>
                <a:gd name="T2" fmla="*/ 6 w 39"/>
                <a:gd name="T3" fmla="*/ 20 h 28"/>
                <a:gd name="T4" fmla="*/ 21 w 39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8">
                  <a:moveTo>
                    <a:pt x="21" y="0"/>
                  </a:moveTo>
                  <a:cubicBezTo>
                    <a:pt x="39" y="12"/>
                    <a:pt x="22" y="28"/>
                    <a:pt x="6" y="20"/>
                  </a:cubicBezTo>
                  <a:cubicBezTo>
                    <a:pt x="0" y="7"/>
                    <a:pt x="7" y="0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1" name="Freeform 141">
              <a:extLst>
                <a:ext uri="{FF2B5EF4-FFF2-40B4-BE49-F238E27FC236}">
                  <a16:creationId xmlns:a16="http://schemas.microsoft.com/office/drawing/2014/main" id="{9FC51A95-1451-D91A-33C2-69EDF465D85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587436" y="840570"/>
              <a:ext cx="163941" cy="163205"/>
            </a:xfrm>
            <a:custGeom>
              <a:avLst/>
              <a:gdLst>
                <a:gd name="T0" fmla="*/ 37 w 50"/>
                <a:gd name="T1" fmla="*/ 3 h 54"/>
                <a:gd name="T2" fmla="*/ 42 w 50"/>
                <a:gd name="T3" fmla="*/ 17 h 54"/>
                <a:gd name="T4" fmla="*/ 37 w 50"/>
                <a:gd name="T5" fmla="*/ 3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0" h="54">
                  <a:moveTo>
                    <a:pt x="37" y="3"/>
                  </a:moveTo>
                  <a:cubicBezTo>
                    <a:pt x="50" y="3"/>
                    <a:pt x="36" y="13"/>
                    <a:pt x="42" y="17"/>
                  </a:cubicBezTo>
                  <a:cubicBezTo>
                    <a:pt x="35" y="54"/>
                    <a:pt x="0" y="0"/>
                    <a:pt x="37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2" name="Freeform 10">
              <a:extLst>
                <a:ext uri="{FF2B5EF4-FFF2-40B4-BE49-F238E27FC236}">
                  <a16:creationId xmlns:a16="http://schemas.microsoft.com/office/drawing/2014/main" id="{EC10FEDF-5C0F-8E0F-A223-71045552FB9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24494" y="51581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3" name="Freeform 15">
              <a:extLst>
                <a:ext uri="{FF2B5EF4-FFF2-40B4-BE49-F238E27FC236}">
                  <a16:creationId xmlns:a16="http://schemas.microsoft.com/office/drawing/2014/main" id="{85F94D8E-5F9B-8C01-8A09-2B12B61207D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28424" y="565778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4" name="Freeform 18">
              <a:extLst>
                <a:ext uri="{FF2B5EF4-FFF2-40B4-BE49-F238E27FC236}">
                  <a16:creationId xmlns:a16="http://schemas.microsoft.com/office/drawing/2014/main" id="{8081BAA2-81DE-18DC-ACD8-68C366FD1E8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31838" y="309035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5" name="Freeform 22">
              <a:extLst>
                <a:ext uri="{FF2B5EF4-FFF2-40B4-BE49-F238E27FC236}">
                  <a16:creationId xmlns:a16="http://schemas.microsoft.com/office/drawing/2014/main" id="{54C829E6-8192-9A22-C0F4-ABB0EEBA1E2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3668" y="855426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6" name="Freeform 23">
              <a:extLst>
                <a:ext uri="{FF2B5EF4-FFF2-40B4-BE49-F238E27FC236}">
                  <a16:creationId xmlns:a16="http://schemas.microsoft.com/office/drawing/2014/main" id="{5469357B-00F6-6DEE-B1DA-3CC6A6C934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389545" y="810746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7" name="Freeform 30">
              <a:extLst>
                <a:ext uri="{FF2B5EF4-FFF2-40B4-BE49-F238E27FC236}">
                  <a16:creationId xmlns:a16="http://schemas.microsoft.com/office/drawing/2014/main" id="{00D2E361-A546-79DE-7792-E9CC2E138B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429579" y="1052065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8" name="Freeform 43">
              <a:extLst>
                <a:ext uri="{FF2B5EF4-FFF2-40B4-BE49-F238E27FC236}">
                  <a16:creationId xmlns:a16="http://schemas.microsoft.com/office/drawing/2014/main" id="{44A97E25-2EF9-F7C9-8FA6-8DEC12AB603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43571" y="75995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9" name="Freeform 51">
              <a:extLst>
                <a:ext uri="{FF2B5EF4-FFF2-40B4-BE49-F238E27FC236}">
                  <a16:creationId xmlns:a16="http://schemas.microsoft.com/office/drawing/2014/main" id="{F63B6B5D-7799-E33D-309E-DB26C44F40E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16540" y="91437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60" name="Freeform 52">
              <a:extLst>
                <a:ext uri="{FF2B5EF4-FFF2-40B4-BE49-F238E27FC236}">
                  <a16:creationId xmlns:a16="http://schemas.microsoft.com/office/drawing/2014/main" id="{032A3A46-63F7-56B9-F11F-72C7BF7AE64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13545" y="34993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61" name="Freeform 54">
              <a:extLst>
                <a:ext uri="{FF2B5EF4-FFF2-40B4-BE49-F238E27FC236}">
                  <a16:creationId xmlns:a16="http://schemas.microsoft.com/office/drawing/2014/main" id="{7E7331E6-754B-7B85-A4B8-69AF5658AF2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090473" y="51356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62" name="Freeform 59">
              <a:extLst>
                <a:ext uri="{FF2B5EF4-FFF2-40B4-BE49-F238E27FC236}">
                  <a16:creationId xmlns:a16="http://schemas.microsoft.com/office/drawing/2014/main" id="{843B4187-D6A1-25B4-C80D-ED0FBC6CD4A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094459" y="118508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1432" y="1003156"/>
            <a:ext cx="6603272" cy="1572356"/>
          </a:xfrm>
        </p:spPr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825" y="-5838"/>
            <a:ext cx="3700058" cy="686383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20512" y="2884095"/>
            <a:ext cx="6603272" cy="2803135"/>
          </a:xfrm>
        </p:spPr>
        <p:txBody>
          <a:bodyPr>
            <a:normAutofit/>
          </a:bodyPr>
          <a:lstStyle>
            <a:lvl1pPr marL="0" indent="0">
              <a:spcAft>
                <a:spcPts val="1000"/>
              </a:spcAft>
              <a:buNone/>
              <a:defRPr sz="1800"/>
            </a:lvl1pPr>
            <a:lvl2pPr>
              <a:spcAft>
                <a:spcPts val="1000"/>
              </a:spcAft>
              <a:defRPr sz="1600"/>
            </a:lvl2pPr>
            <a:lvl3pPr>
              <a:spcAft>
                <a:spcPts val="1000"/>
              </a:spcAft>
              <a:defRPr sz="1400"/>
            </a:lvl3pPr>
            <a:lvl4pPr>
              <a:spcAft>
                <a:spcPts val="1000"/>
              </a:spcAft>
              <a:defRPr sz="1200"/>
            </a:lvl4pPr>
            <a:lvl5pPr>
              <a:spcAft>
                <a:spcPts val="10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3916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1F354BF6-8793-18A7-1414-5277192C6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65" name="Freeform 8">
              <a:extLst>
                <a:ext uri="{FF2B5EF4-FFF2-40B4-BE49-F238E27FC236}">
                  <a16:creationId xmlns:a16="http://schemas.microsoft.com/office/drawing/2014/main" id="{3DF1541E-3D6C-633E-81FB-0B66AFA1662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6" name="Freeform 10">
              <a:extLst>
                <a:ext uri="{FF2B5EF4-FFF2-40B4-BE49-F238E27FC236}">
                  <a16:creationId xmlns:a16="http://schemas.microsoft.com/office/drawing/2014/main" id="{12845A3B-B7A1-B14C-579E-0DBD1ED1CB6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7" name="Freeform 15">
              <a:extLst>
                <a:ext uri="{FF2B5EF4-FFF2-40B4-BE49-F238E27FC236}">
                  <a16:creationId xmlns:a16="http://schemas.microsoft.com/office/drawing/2014/main" id="{B913274E-32DA-F9FB-883E-A74A00866F7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8" name="Freeform 18">
              <a:extLst>
                <a:ext uri="{FF2B5EF4-FFF2-40B4-BE49-F238E27FC236}">
                  <a16:creationId xmlns:a16="http://schemas.microsoft.com/office/drawing/2014/main" id="{4FE5CF69-1AB3-0948-4917-26C9525AB0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9" name="Freeform 19">
              <a:extLst>
                <a:ext uri="{FF2B5EF4-FFF2-40B4-BE49-F238E27FC236}">
                  <a16:creationId xmlns:a16="http://schemas.microsoft.com/office/drawing/2014/main" id="{7A849E69-BFA1-A619-68B5-BC0E8241C02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0" name="Freeform 20">
              <a:extLst>
                <a:ext uri="{FF2B5EF4-FFF2-40B4-BE49-F238E27FC236}">
                  <a16:creationId xmlns:a16="http://schemas.microsoft.com/office/drawing/2014/main" id="{0CC37C4C-1968-F4B8-FC41-54445BB3F5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1" name="Freeform 22">
              <a:extLst>
                <a:ext uri="{FF2B5EF4-FFF2-40B4-BE49-F238E27FC236}">
                  <a16:creationId xmlns:a16="http://schemas.microsoft.com/office/drawing/2014/main" id="{A113A29C-DAFB-B89F-3063-0A9E2E1A386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2" name="Freeform 23">
              <a:extLst>
                <a:ext uri="{FF2B5EF4-FFF2-40B4-BE49-F238E27FC236}">
                  <a16:creationId xmlns:a16="http://schemas.microsoft.com/office/drawing/2014/main" id="{A4856E26-D9A8-E6E2-1893-0489A8C2B1E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3" name="Freeform 26">
              <a:extLst>
                <a:ext uri="{FF2B5EF4-FFF2-40B4-BE49-F238E27FC236}">
                  <a16:creationId xmlns:a16="http://schemas.microsoft.com/office/drawing/2014/main" id="{55F8ABC6-254C-AAF0-AB19-9DB17FB1A8D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4" name="Freeform 27">
              <a:extLst>
                <a:ext uri="{FF2B5EF4-FFF2-40B4-BE49-F238E27FC236}">
                  <a16:creationId xmlns:a16="http://schemas.microsoft.com/office/drawing/2014/main" id="{7C7B5632-9C18-1A19-D167-425D74EF02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5" name="Freeform 28">
              <a:extLst>
                <a:ext uri="{FF2B5EF4-FFF2-40B4-BE49-F238E27FC236}">
                  <a16:creationId xmlns:a16="http://schemas.microsoft.com/office/drawing/2014/main" id="{98D99975-5166-EEDD-5269-AD315E63134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6" name="Freeform 30">
              <a:extLst>
                <a:ext uri="{FF2B5EF4-FFF2-40B4-BE49-F238E27FC236}">
                  <a16:creationId xmlns:a16="http://schemas.microsoft.com/office/drawing/2014/main" id="{6EC03DA5-48AC-6C9A-CD47-A48C21DC3F8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7" name="Freeform 43">
              <a:extLst>
                <a:ext uri="{FF2B5EF4-FFF2-40B4-BE49-F238E27FC236}">
                  <a16:creationId xmlns:a16="http://schemas.microsoft.com/office/drawing/2014/main" id="{E80CA8A9-1656-44D2-FDB7-D25A638574D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8" name="Freeform 51">
              <a:extLst>
                <a:ext uri="{FF2B5EF4-FFF2-40B4-BE49-F238E27FC236}">
                  <a16:creationId xmlns:a16="http://schemas.microsoft.com/office/drawing/2014/main" id="{8AAD76AB-06E1-D31F-66BA-40E244D40E7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9" name="Freeform 52">
              <a:extLst>
                <a:ext uri="{FF2B5EF4-FFF2-40B4-BE49-F238E27FC236}">
                  <a16:creationId xmlns:a16="http://schemas.microsoft.com/office/drawing/2014/main" id="{CEBBB9C1-C31B-C918-AEB2-289937E9BF1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0" name="Freeform 53">
              <a:extLst>
                <a:ext uri="{FF2B5EF4-FFF2-40B4-BE49-F238E27FC236}">
                  <a16:creationId xmlns:a16="http://schemas.microsoft.com/office/drawing/2014/main" id="{3C98E2EA-481C-9DC8-E8C3-AD7B196386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1" name="Freeform 54">
              <a:extLst>
                <a:ext uri="{FF2B5EF4-FFF2-40B4-BE49-F238E27FC236}">
                  <a16:creationId xmlns:a16="http://schemas.microsoft.com/office/drawing/2014/main" id="{C7735666-307E-E4DF-DFE1-37CE05282A2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2" name="Freeform 55">
              <a:extLst>
                <a:ext uri="{FF2B5EF4-FFF2-40B4-BE49-F238E27FC236}">
                  <a16:creationId xmlns:a16="http://schemas.microsoft.com/office/drawing/2014/main" id="{D513C7A0-2185-2FDF-B305-62A9A617C61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3" name="Freeform 56">
              <a:extLst>
                <a:ext uri="{FF2B5EF4-FFF2-40B4-BE49-F238E27FC236}">
                  <a16:creationId xmlns:a16="http://schemas.microsoft.com/office/drawing/2014/main" id="{245291F2-E322-8D27-4DF3-105DB5E33BA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4" name="Freeform 57">
              <a:extLst>
                <a:ext uri="{FF2B5EF4-FFF2-40B4-BE49-F238E27FC236}">
                  <a16:creationId xmlns:a16="http://schemas.microsoft.com/office/drawing/2014/main" id="{E3C24DA4-D164-90C4-5705-987B3FDE605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5" name="Freeform 59">
              <a:extLst>
                <a:ext uri="{FF2B5EF4-FFF2-40B4-BE49-F238E27FC236}">
                  <a16:creationId xmlns:a16="http://schemas.microsoft.com/office/drawing/2014/main" id="{DCD3B69F-ECCB-7D7B-06DB-9319CE2A344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6" name="Freeform 60">
              <a:extLst>
                <a:ext uri="{FF2B5EF4-FFF2-40B4-BE49-F238E27FC236}">
                  <a16:creationId xmlns:a16="http://schemas.microsoft.com/office/drawing/2014/main" id="{CD90520A-B0D8-5E51-B4ED-123D3F50AD6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7" name="Freeform 61">
              <a:extLst>
                <a:ext uri="{FF2B5EF4-FFF2-40B4-BE49-F238E27FC236}">
                  <a16:creationId xmlns:a16="http://schemas.microsoft.com/office/drawing/2014/main" id="{AB4C64C3-BF1E-C9F7-E2F7-4AF783B96F4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8" name="Freeform 5">
              <a:extLst>
                <a:ext uri="{FF2B5EF4-FFF2-40B4-BE49-F238E27FC236}">
                  <a16:creationId xmlns:a16="http://schemas.microsoft.com/office/drawing/2014/main" id="{8CB69485-DF03-F101-A8FF-065EA10A8A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89" name="Freeform 6">
              <a:extLst>
                <a:ext uri="{FF2B5EF4-FFF2-40B4-BE49-F238E27FC236}">
                  <a16:creationId xmlns:a16="http://schemas.microsoft.com/office/drawing/2014/main" id="{DA7C8E80-AF02-F905-FC4A-A86ED34FD41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0" name="Freeform 7">
              <a:extLst>
                <a:ext uri="{FF2B5EF4-FFF2-40B4-BE49-F238E27FC236}">
                  <a16:creationId xmlns:a16="http://schemas.microsoft.com/office/drawing/2014/main" id="{2847328B-3755-7718-3C44-2F7F0816753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1" name="Freeform 8">
              <a:extLst>
                <a:ext uri="{FF2B5EF4-FFF2-40B4-BE49-F238E27FC236}">
                  <a16:creationId xmlns:a16="http://schemas.microsoft.com/office/drawing/2014/main" id="{FC64A42C-8607-DF64-6A2C-0204FCFAB14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2" name="Freeform 9">
              <a:extLst>
                <a:ext uri="{FF2B5EF4-FFF2-40B4-BE49-F238E27FC236}">
                  <a16:creationId xmlns:a16="http://schemas.microsoft.com/office/drawing/2014/main" id="{077C4D5C-7DC4-8A04-918E-562C74238FE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3" name="Freeform 11">
              <a:extLst>
                <a:ext uri="{FF2B5EF4-FFF2-40B4-BE49-F238E27FC236}">
                  <a16:creationId xmlns:a16="http://schemas.microsoft.com/office/drawing/2014/main" id="{4B42FA8A-6AD6-CDA0-A82F-39E83E015BB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4" name="Freeform 12">
              <a:extLst>
                <a:ext uri="{FF2B5EF4-FFF2-40B4-BE49-F238E27FC236}">
                  <a16:creationId xmlns:a16="http://schemas.microsoft.com/office/drawing/2014/main" id="{2BEABC31-D508-09C6-C02D-55347AEF03B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5" name="Freeform 13">
              <a:extLst>
                <a:ext uri="{FF2B5EF4-FFF2-40B4-BE49-F238E27FC236}">
                  <a16:creationId xmlns:a16="http://schemas.microsoft.com/office/drawing/2014/main" id="{A2F69B55-1245-4B5D-954B-1D92036EE7B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6" name="Freeform 14">
              <a:extLst>
                <a:ext uri="{FF2B5EF4-FFF2-40B4-BE49-F238E27FC236}">
                  <a16:creationId xmlns:a16="http://schemas.microsoft.com/office/drawing/2014/main" id="{A63BBD12-1A3D-E21E-92ED-2C5363F96A6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7" name="Freeform 16">
              <a:extLst>
                <a:ext uri="{FF2B5EF4-FFF2-40B4-BE49-F238E27FC236}">
                  <a16:creationId xmlns:a16="http://schemas.microsoft.com/office/drawing/2014/main" id="{08AB52FB-A8D3-84C6-86C2-B45F2E41034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8" name="Freeform 17">
              <a:extLst>
                <a:ext uri="{FF2B5EF4-FFF2-40B4-BE49-F238E27FC236}">
                  <a16:creationId xmlns:a16="http://schemas.microsoft.com/office/drawing/2014/main" id="{5F28F92D-6360-3CCB-5302-658C5DCEFA0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9" name="Freeform 21">
              <a:extLst>
                <a:ext uri="{FF2B5EF4-FFF2-40B4-BE49-F238E27FC236}">
                  <a16:creationId xmlns:a16="http://schemas.microsoft.com/office/drawing/2014/main" id="{7B9390F6-8067-5A31-8080-7AAB12480BB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0" name="Freeform 25">
              <a:extLst>
                <a:ext uri="{FF2B5EF4-FFF2-40B4-BE49-F238E27FC236}">
                  <a16:creationId xmlns:a16="http://schemas.microsoft.com/office/drawing/2014/main" id="{6B26AE2C-944B-1307-78D7-AEEEF50F2BA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1" name="Freeform 29">
              <a:extLst>
                <a:ext uri="{FF2B5EF4-FFF2-40B4-BE49-F238E27FC236}">
                  <a16:creationId xmlns:a16="http://schemas.microsoft.com/office/drawing/2014/main" id="{0D48A696-C994-D2E1-85CE-09F61D222D6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2" name="Freeform 31">
              <a:extLst>
                <a:ext uri="{FF2B5EF4-FFF2-40B4-BE49-F238E27FC236}">
                  <a16:creationId xmlns:a16="http://schemas.microsoft.com/office/drawing/2014/main" id="{4E0F117E-13FA-A7F4-4DE1-DABE9EE9BF6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3" name="Freeform 32">
              <a:extLst>
                <a:ext uri="{FF2B5EF4-FFF2-40B4-BE49-F238E27FC236}">
                  <a16:creationId xmlns:a16="http://schemas.microsoft.com/office/drawing/2014/main" id="{5D33E3BD-A8E0-88E6-BBAC-CF4BCFE3577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4" name="Freeform 33">
              <a:extLst>
                <a:ext uri="{FF2B5EF4-FFF2-40B4-BE49-F238E27FC236}">
                  <a16:creationId xmlns:a16="http://schemas.microsoft.com/office/drawing/2014/main" id="{8FCE892A-A2E4-FA40-1182-4694880B115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5" name="Freeform 34">
              <a:extLst>
                <a:ext uri="{FF2B5EF4-FFF2-40B4-BE49-F238E27FC236}">
                  <a16:creationId xmlns:a16="http://schemas.microsoft.com/office/drawing/2014/main" id="{5F13497C-0B41-5ED9-C8AE-CC88B806673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6" name="Freeform 35">
              <a:extLst>
                <a:ext uri="{FF2B5EF4-FFF2-40B4-BE49-F238E27FC236}">
                  <a16:creationId xmlns:a16="http://schemas.microsoft.com/office/drawing/2014/main" id="{4E997867-F1DE-75E4-7820-76A2BE4A62D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7" name="Freeform 36">
              <a:extLst>
                <a:ext uri="{FF2B5EF4-FFF2-40B4-BE49-F238E27FC236}">
                  <a16:creationId xmlns:a16="http://schemas.microsoft.com/office/drawing/2014/main" id="{A5F69818-9734-1711-5D0F-DF58D19DA38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8" name="Freeform 37">
              <a:extLst>
                <a:ext uri="{FF2B5EF4-FFF2-40B4-BE49-F238E27FC236}">
                  <a16:creationId xmlns:a16="http://schemas.microsoft.com/office/drawing/2014/main" id="{CD5B93AF-2392-75B2-90C6-2B5C1634226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9" name="Freeform 38">
              <a:extLst>
                <a:ext uri="{FF2B5EF4-FFF2-40B4-BE49-F238E27FC236}">
                  <a16:creationId xmlns:a16="http://schemas.microsoft.com/office/drawing/2014/main" id="{847C308E-AA63-4804-603D-D5461F1BE38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0" name="Freeform 39">
              <a:extLst>
                <a:ext uri="{FF2B5EF4-FFF2-40B4-BE49-F238E27FC236}">
                  <a16:creationId xmlns:a16="http://schemas.microsoft.com/office/drawing/2014/main" id="{DD22CFE9-9887-633E-ABF9-E741C29BCD7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1" name="Freeform 40">
              <a:extLst>
                <a:ext uri="{FF2B5EF4-FFF2-40B4-BE49-F238E27FC236}">
                  <a16:creationId xmlns:a16="http://schemas.microsoft.com/office/drawing/2014/main" id="{6F303437-2634-2DF2-6A62-21A23DF5D90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2" name="Freeform 41">
              <a:extLst>
                <a:ext uri="{FF2B5EF4-FFF2-40B4-BE49-F238E27FC236}">
                  <a16:creationId xmlns:a16="http://schemas.microsoft.com/office/drawing/2014/main" id="{FB2F3C60-9352-4A48-A4FF-554705ECA8B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3" name="Freeform 42">
              <a:extLst>
                <a:ext uri="{FF2B5EF4-FFF2-40B4-BE49-F238E27FC236}">
                  <a16:creationId xmlns:a16="http://schemas.microsoft.com/office/drawing/2014/main" id="{391CEC1C-6647-AEC7-39FA-BDD6B2EB8CE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EBD4EB41-4C6B-D041-DCF6-26276E17F54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5" name="Freeform 45">
              <a:extLst>
                <a:ext uri="{FF2B5EF4-FFF2-40B4-BE49-F238E27FC236}">
                  <a16:creationId xmlns:a16="http://schemas.microsoft.com/office/drawing/2014/main" id="{EE7F22ED-40D8-805F-1A3B-425272EA6E8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368BDE04-B696-C827-6E7A-976191F9B6F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DCAC48F7-690F-27D0-C9D4-C41C0E27FFA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48CEFDBB-3589-4FAB-0FAA-3F389FE32CE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1323A3A1-2E78-8EDA-A323-7249BA0BDD4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0" name="Freeform 8">
              <a:extLst>
                <a:ext uri="{FF2B5EF4-FFF2-40B4-BE49-F238E27FC236}">
                  <a16:creationId xmlns:a16="http://schemas.microsoft.com/office/drawing/2014/main" id="{CBA51517-48C8-3C47-180C-136D263A48C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1" name="Freeform 106">
              <a:extLst>
                <a:ext uri="{FF2B5EF4-FFF2-40B4-BE49-F238E27FC236}">
                  <a16:creationId xmlns:a16="http://schemas.microsoft.com/office/drawing/2014/main" id="{59AF7265-3281-DC55-47C8-74CC4236DE7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382" y="210125"/>
            <a:ext cx="10517416" cy="1475683"/>
          </a:xfrm>
        </p:spPr>
        <p:txBody>
          <a:bodyPr anchor="b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321740"/>
            <a:ext cx="3108960" cy="4071166"/>
          </a:xfrm>
        </p:spPr>
        <p:txBody>
          <a:bodyPr tIns="0">
            <a:normAutofit/>
          </a:bodyPr>
          <a:lstStyle>
            <a:lvl1pPr marL="0" indent="0">
              <a:spcBef>
                <a:spcPts val="1000"/>
              </a:spcBef>
              <a:spcAft>
                <a:spcPts val="10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1000"/>
              </a:spcAft>
              <a:defRPr sz="1600"/>
            </a:lvl2pPr>
            <a:lvl3pPr>
              <a:spcBef>
                <a:spcPts val="1000"/>
              </a:spcBef>
              <a:spcAft>
                <a:spcPts val="1000"/>
              </a:spcAft>
              <a:defRPr sz="1400"/>
            </a:lvl3pPr>
            <a:lvl4pPr>
              <a:spcBef>
                <a:spcPts val="1000"/>
              </a:spcBef>
              <a:spcAft>
                <a:spcPts val="1000"/>
              </a:spcAft>
              <a:defRPr sz="1200"/>
            </a:lvl4pPr>
            <a:lvl5pPr>
              <a:spcBef>
                <a:spcPts val="1000"/>
              </a:spcBef>
              <a:spcAft>
                <a:spcPts val="10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038599" y="2321740"/>
            <a:ext cx="7315199" cy="407116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1749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6E563-D552-439E-8DF5-45062D8754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383" y="232641"/>
            <a:ext cx="9859390" cy="1450982"/>
          </a:xfrm>
        </p:spPr>
        <p:txBody>
          <a:bodyPr anchor="b"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36873-2DD5-456E-A3A9-FE408419E30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6383" y="2143673"/>
            <a:ext cx="6218593" cy="4238839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buFont typeface="Arial" panose="020B0604020202020204" pitchFamily="34" charset="0"/>
              <a:buNone/>
              <a:defRPr sz="1800"/>
            </a:lvl1pPr>
            <a:lvl2pPr marL="228600" indent="0">
              <a:spcBef>
                <a:spcPts val="500"/>
              </a:spcBef>
              <a:buFont typeface="Arial" panose="020B0604020202020204" pitchFamily="34" charset="0"/>
              <a:buNone/>
              <a:defRPr sz="1800"/>
            </a:lvl2pPr>
            <a:lvl3pPr marL="320040" indent="0">
              <a:spcBef>
                <a:spcPts val="500"/>
              </a:spcBef>
              <a:buNone/>
              <a:defRPr sz="1800"/>
            </a:lvl3pPr>
            <a:lvl4pPr marL="411480" indent="0">
              <a:spcBef>
                <a:spcPts val="500"/>
              </a:spcBef>
              <a:buFont typeface="Arial" panose="020B0604020202020204" pitchFamily="34" charset="0"/>
              <a:buNone/>
              <a:defRPr sz="1800"/>
            </a:lvl4pPr>
            <a:lvl5pPr marL="502920" indent="0">
              <a:spcBef>
                <a:spcPts val="500"/>
              </a:spcBef>
              <a:buNone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6" name="Content Placeholder 2">
            <a:extLst>
              <a:ext uri="{FF2B5EF4-FFF2-40B4-BE49-F238E27FC236}">
                <a16:creationId xmlns:a16="http://schemas.microsoft.com/office/drawing/2014/main" id="{CDFEBC35-D076-4C4A-E98D-C1CEC612A1F7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179013" y="2141445"/>
            <a:ext cx="3516760" cy="423883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1800"/>
            </a:lvl1pPr>
            <a:lvl2pPr marL="228600" indent="0">
              <a:spcBef>
                <a:spcPts val="1000"/>
              </a:spcBef>
              <a:buFont typeface="Arial" panose="020B0604020202020204" pitchFamily="34" charset="0"/>
              <a:buNone/>
              <a:defRPr sz="1800"/>
            </a:lvl2pPr>
            <a:lvl3pPr marL="320040" indent="0">
              <a:spcBef>
                <a:spcPts val="1000"/>
              </a:spcBef>
              <a:buNone/>
              <a:defRPr sz="1800"/>
            </a:lvl3pPr>
            <a:lvl4pPr marL="411480" indent="0">
              <a:spcBef>
                <a:spcPts val="1000"/>
              </a:spcBef>
              <a:buFont typeface="Arial" panose="020B0604020202020204" pitchFamily="34" charset="0"/>
              <a:buNone/>
              <a:defRPr sz="1800"/>
            </a:lvl4pPr>
            <a:lvl5pPr marL="502920" indent="0">
              <a:spcBef>
                <a:spcPts val="1000"/>
              </a:spcBef>
              <a:buNone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B9537-F43C-4042-B165-A00358F9E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2F0B4-0E86-473E-BC42-78D856A0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F9F52F-61F2-4FEE-8989-2FB400190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A6790-1898-D0E8-7B31-AD25D4EFD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A3301F6-357C-5106-46EF-5B3EE247274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E124881-486A-F813-ACF9-2E3BA46757F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5">
              <a:extLst>
                <a:ext uri="{FF2B5EF4-FFF2-40B4-BE49-F238E27FC236}">
                  <a16:creationId xmlns:a16="http://schemas.microsoft.com/office/drawing/2014/main" id="{D56BC477-EB03-A424-595E-524F37BACD1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8">
              <a:extLst>
                <a:ext uri="{FF2B5EF4-FFF2-40B4-BE49-F238E27FC236}">
                  <a16:creationId xmlns:a16="http://schemas.microsoft.com/office/drawing/2014/main" id="{565AB45C-D1A6-A17A-C542-772BA155284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D904BB6C-F5ED-8DFF-B036-110F2FC279C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0">
              <a:extLst>
                <a:ext uri="{FF2B5EF4-FFF2-40B4-BE49-F238E27FC236}">
                  <a16:creationId xmlns:a16="http://schemas.microsoft.com/office/drawing/2014/main" id="{10ABD89C-73EF-B477-CA65-3CEF324B3DE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2">
              <a:extLst>
                <a:ext uri="{FF2B5EF4-FFF2-40B4-BE49-F238E27FC236}">
                  <a16:creationId xmlns:a16="http://schemas.microsoft.com/office/drawing/2014/main" id="{48FDE29B-5BCF-C62A-C08D-D928FC3EE35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3">
              <a:extLst>
                <a:ext uri="{FF2B5EF4-FFF2-40B4-BE49-F238E27FC236}">
                  <a16:creationId xmlns:a16="http://schemas.microsoft.com/office/drawing/2014/main" id="{775983CB-8642-6BD6-7AB3-50A9A9AD92A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6">
              <a:extLst>
                <a:ext uri="{FF2B5EF4-FFF2-40B4-BE49-F238E27FC236}">
                  <a16:creationId xmlns:a16="http://schemas.microsoft.com/office/drawing/2014/main" id="{A3354114-7269-0363-2CED-1CBD99F46BD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0B578C-D745-4EDF-18BE-19B672C69F2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28">
              <a:extLst>
                <a:ext uri="{FF2B5EF4-FFF2-40B4-BE49-F238E27FC236}">
                  <a16:creationId xmlns:a16="http://schemas.microsoft.com/office/drawing/2014/main" id="{17AE01C5-F175-014A-0C35-EFB9D35F554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30">
              <a:extLst>
                <a:ext uri="{FF2B5EF4-FFF2-40B4-BE49-F238E27FC236}">
                  <a16:creationId xmlns:a16="http://schemas.microsoft.com/office/drawing/2014/main" id="{27109D35-0D40-2193-86CF-CA7B1EA02FB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id="{B3B0E61F-39CA-C638-E586-3169904346C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1">
              <a:extLst>
                <a:ext uri="{FF2B5EF4-FFF2-40B4-BE49-F238E27FC236}">
                  <a16:creationId xmlns:a16="http://schemas.microsoft.com/office/drawing/2014/main" id="{E9FA92BB-C9F7-547A-FEF6-D32EA7C9EDF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2">
              <a:extLst>
                <a:ext uri="{FF2B5EF4-FFF2-40B4-BE49-F238E27FC236}">
                  <a16:creationId xmlns:a16="http://schemas.microsoft.com/office/drawing/2014/main" id="{036F4FC4-8C3B-5722-66A8-04D7E15282D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3">
              <a:extLst>
                <a:ext uri="{FF2B5EF4-FFF2-40B4-BE49-F238E27FC236}">
                  <a16:creationId xmlns:a16="http://schemas.microsoft.com/office/drawing/2014/main" id="{082304EB-477E-2BBB-8B35-BE8C8D61C3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4">
              <a:extLst>
                <a:ext uri="{FF2B5EF4-FFF2-40B4-BE49-F238E27FC236}">
                  <a16:creationId xmlns:a16="http://schemas.microsoft.com/office/drawing/2014/main" id="{3B1FEA6A-6F55-573A-848F-2999C7D1542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5">
              <a:extLst>
                <a:ext uri="{FF2B5EF4-FFF2-40B4-BE49-F238E27FC236}">
                  <a16:creationId xmlns:a16="http://schemas.microsoft.com/office/drawing/2014/main" id="{8DAB311A-18F7-420B-92C7-05BB6A9F554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6">
              <a:extLst>
                <a:ext uri="{FF2B5EF4-FFF2-40B4-BE49-F238E27FC236}">
                  <a16:creationId xmlns:a16="http://schemas.microsoft.com/office/drawing/2014/main" id="{2F325AAB-EA6A-02FF-754B-0A4E006A91E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7">
              <a:extLst>
                <a:ext uri="{FF2B5EF4-FFF2-40B4-BE49-F238E27FC236}">
                  <a16:creationId xmlns:a16="http://schemas.microsoft.com/office/drawing/2014/main" id="{33EB401C-E57D-4947-1B52-479C7EB5142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59">
              <a:extLst>
                <a:ext uri="{FF2B5EF4-FFF2-40B4-BE49-F238E27FC236}">
                  <a16:creationId xmlns:a16="http://schemas.microsoft.com/office/drawing/2014/main" id="{F36F278B-A343-E8DA-0326-0BAA5C359C0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0">
              <a:extLst>
                <a:ext uri="{FF2B5EF4-FFF2-40B4-BE49-F238E27FC236}">
                  <a16:creationId xmlns:a16="http://schemas.microsoft.com/office/drawing/2014/main" id="{75CEA8B8-037B-6E32-DC03-4D69B48E87B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61">
              <a:extLst>
                <a:ext uri="{FF2B5EF4-FFF2-40B4-BE49-F238E27FC236}">
                  <a16:creationId xmlns:a16="http://schemas.microsoft.com/office/drawing/2014/main" id="{0750FF30-E715-A055-FDB5-5FBB1399F1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5">
              <a:extLst>
                <a:ext uri="{FF2B5EF4-FFF2-40B4-BE49-F238E27FC236}">
                  <a16:creationId xmlns:a16="http://schemas.microsoft.com/office/drawing/2014/main" id="{F95B024E-124E-1BC8-C87E-55DD94DC06D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6">
              <a:extLst>
                <a:ext uri="{FF2B5EF4-FFF2-40B4-BE49-F238E27FC236}">
                  <a16:creationId xmlns:a16="http://schemas.microsoft.com/office/drawing/2014/main" id="{BB42C21E-CEDC-DE66-D3BE-9E6F84F8A85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165741D4-6654-EE6C-5C25-D031CF6E836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8">
              <a:extLst>
                <a:ext uri="{FF2B5EF4-FFF2-40B4-BE49-F238E27FC236}">
                  <a16:creationId xmlns:a16="http://schemas.microsoft.com/office/drawing/2014/main" id="{093AA392-38B9-FABA-D596-5FE777CEF1A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9">
              <a:extLst>
                <a:ext uri="{FF2B5EF4-FFF2-40B4-BE49-F238E27FC236}">
                  <a16:creationId xmlns:a16="http://schemas.microsoft.com/office/drawing/2014/main" id="{6C4B3426-CA18-322E-FAD2-68CA57C88C3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81588C45-2E4B-17BA-4906-1CCF740474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DA454BD8-CCA4-362B-1E1B-F000E48F79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9C2F7464-8655-05FA-0D45-937FA18476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CBF0AFC3-49AC-4859-41E6-99B7D887E50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6">
              <a:extLst>
                <a:ext uri="{FF2B5EF4-FFF2-40B4-BE49-F238E27FC236}">
                  <a16:creationId xmlns:a16="http://schemas.microsoft.com/office/drawing/2014/main" id="{A9584A9C-E593-995F-BEF3-9BA643B3B99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17">
              <a:extLst>
                <a:ext uri="{FF2B5EF4-FFF2-40B4-BE49-F238E27FC236}">
                  <a16:creationId xmlns:a16="http://schemas.microsoft.com/office/drawing/2014/main" id="{9ABF9FD4-9EC0-B18C-1703-57603EE4339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1">
              <a:extLst>
                <a:ext uri="{FF2B5EF4-FFF2-40B4-BE49-F238E27FC236}">
                  <a16:creationId xmlns:a16="http://schemas.microsoft.com/office/drawing/2014/main" id="{3006FB98-4614-8E65-BDB7-4ABC46F86D8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5">
              <a:extLst>
                <a:ext uri="{FF2B5EF4-FFF2-40B4-BE49-F238E27FC236}">
                  <a16:creationId xmlns:a16="http://schemas.microsoft.com/office/drawing/2014/main" id="{ADEF27A7-4A41-1CD1-2966-CC4B22BBBF0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29">
              <a:extLst>
                <a:ext uri="{FF2B5EF4-FFF2-40B4-BE49-F238E27FC236}">
                  <a16:creationId xmlns:a16="http://schemas.microsoft.com/office/drawing/2014/main" id="{352E4D2A-9859-3E6C-B672-45B1890E764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69FB932A-70B3-DDE9-2A45-D7233E0AC6B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A25C00-74E0-0A5D-1B6F-A3BA18F01EF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3">
              <a:extLst>
                <a:ext uri="{FF2B5EF4-FFF2-40B4-BE49-F238E27FC236}">
                  <a16:creationId xmlns:a16="http://schemas.microsoft.com/office/drawing/2014/main" id="{AF7C227D-4849-8B09-14B2-1B5B19F19F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4">
              <a:extLst>
                <a:ext uri="{FF2B5EF4-FFF2-40B4-BE49-F238E27FC236}">
                  <a16:creationId xmlns:a16="http://schemas.microsoft.com/office/drawing/2014/main" id="{BEB72F39-DB42-7745-A1B5-4DDAFDF8C4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5">
              <a:extLst>
                <a:ext uri="{FF2B5EF4-FFF2-40B4-BE49-F238E27FC236}">
                  <a16:creationId xmlns:a16="http://schemas.microsoft.com/office/drawing/2014/main" id="{31176FBB-3E88-5B85-B3AA-003738DBBB8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6">
              <a:extLst>
                <a:ext uri="{FF2B5EF4-FFF2-40B4-BE49-F238E27FC236}">
                  <a16:creationId xmlns:a16="http://schemas.microsoft.com/office/drawing/2014/main" id="{5E70B554-0EA2-DB2E-C339-630BFE7BB5B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7">
              <a:extLst>
                <a:ext uri="{FF2B5EF4-FFF2-40B4-BE49-F238E27FC236}">
                  <a16:creationId xmlns:a16="http://schemas.microsoft.com/office/drawing/2014/main" id="{52CF37B3-817A-F2FE-427F-8786F8E4A0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8">
              <a:extLst>
                <a:ext uri="{FF2B5EF4-FFF2-40B4-BE49-F238E27FC236}">
                  <a16:creationId xmlns:a16="http://schemas.microsoft.com/office/drawing/2014/main" id="{9FDE06FB-F594-CA07-18B7-74BB0169452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39">
              <a:extLst>
                <a:ext uri="{FF2B5EF4-FFF2-40B4-BE49-F238E27FC236}">
                  <a16:creationId xmlns:a16="http://schemas.microsoft.com/office/drawing/2014/main" id="{A6E63572-A398-D4E7-A1C9-251A8902291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0">
              <a:extLst>
                <a:ext uri="{FF2B5EF4-FFF2-40B4-BE49-F238E27FC236}">
                  <a16:creationId xmlns:a16="http://schemas.microsoft.com/office/drawing/2014/main" id="{74999035-4967-C240-A98E-1E549DBA462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1">
              <a:extLst>
                <a:ext uri="{FF2B5EF4-FFF2-40B4-BE49-F238E27FC236}">
                  <a16:creationId xmlns:a16="http://schemas.microsoft.com/office/drawing/2014/main" id="{B0498BD8-0F82-65B3-3AF6-89367D95999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2">
              <a:extLst>
                <a:ext uri="{FF2B5EF4-FFF2-40B4-BE49-F238E27FC236}">
                  <a16:creationId xmlns:a16="http://schemas.microsoft.com/office/drawing/2014/main" id="{74E935AD-4D41-3ECF-41ED-F4867DD468C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4">
              <a:extLst>
                <a:ext uri="{FF2B5EF4-FFF2-40B4-BE49-F238E27FC236}">
                  <a16:creationId xmlns:a16="http://schemas.microsoft.com/office/drawing/2014/main" id="{8617919B-E5DC-00F6-D38E-9CCCD4F5EC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5">
              <a:extLst>
                <a:ext uri="{FF2B5EF4-FFF2-40B4-BE49-F238E27FC236}">
                  <a16:creationId xmlns:a16="http://schemas.microsoft.com/office/drawing/2014/main" id="{B2E0D53A-FCAA-3B78-C1C5-E83F9B84750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6">
              <a:extLst>
                <a:ext uri="{FF2B5EF4-FFF2-40B4-BE49-F238E27FC236}">
                  <a16:creationId xmlns:a16="http://schemas.microsoft.com/office/drawing/2014/main" id="{9C236E82-3AFE-05C6-FB40-EE5B49549F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7">
              <a:extLst>
                <a:ext uri="{FF2B5EF4-FFF2-40B4-BE49-F238E27FC236}">
                  <a16:creationId xmlns:a16="http://schemas.microsoft.com/office/drawing/2014/main" id="{653CB016-2C62-1DC4-0945-9F8BAEC5884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8">
              <a:extLst>
                <a:ext uri="{FF2B5EF4-FFF2-40B4-BE49-F238E27FC236}">
                  <a16:creationId xmlns:a16="http://schemas.microsoft.com/office/drawing/2014/main" id="{E1684C1D-D63F-7D52-3169-322BAD54C1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49">
              <a:extLst>
                <a:ext uri="{FF2B5EF4-FFF2-40B4-BE49-F238E27FC236}">
                  <a16:creationId xmlns:a16="http://schemas.microsoft.com/office/drawing/2014/main" id="{988D863A-DD04-ED99-2AE6-CDD9A7787F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8">
              <a:extLst>
                <a:ext uri="{FF2B5EF4-FFF2-40B4-BE49-F238E27FC236}">
                  <a16:creationId xmlns:a16="http://schemas.microsoft.com/office/drawing/2014/main" id="{2E55BD8C-78DA-EA5D-84CC-8C4A31C805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5" name="Freeform 106">
              <a:extLst>
                <a:ext uri="{FF2B5EF4-FFF2-40B4-BE49-F238E27FC236}">
                  <a16:creationId xmlns:a16="http://schemas.microsoft.com/office/drawing/2014/main" id="{F62CAAE4-EFB3-C382-A2D1-FE7A9482B78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56863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383" y="357004"/>
            <a:ext cx="10515600" cy="1325563"/>
          </a:xfrm>
        </p:spPr>
        <p:txBody>
          <a:bodyPr anchor="b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405D33D-C113-9E92-92F1-9EA57AC33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F5CE2D8B-5DAD-1AE2-5E7F-1BADDB2CB06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85C8A7E1-094D-AB3F-92DF-CB8EA743A8F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5">
              <a:extLst>
                <a:ext uri="{FF2B5EF4-FFF2-40B4-BE49-F238E27FC236}">
                  <a16:creationId xmlns:a16="http://schemas.microsoft.com/office/drawing/2014/main" id="{DF6EA5CD-D31E-8AAB-FF07-54AFA11006C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2F1B2F70-D97C-95A3-763B-50AD8CED58D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833CB385-54B6-231D-282C-74488CF1E54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20">
              <a:extLst>
                <a:ext uri="{FF2B5EF4-FFF2-40B4-BE49-F238E27FC236}">
                  <a16:creationId xmlns:a16="http://schemas.microsoft.com/office/drawing/2014/main" id="{FC54B739-423D-580B-9940-793C0030C06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23856F38-A592-6764-9CED-FEDF15E5305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BEFE01D4-EF02-76B3-B034-1A5EB417D2F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DB950463-20F5-C684-6C2C-86994DEFCAE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7">
              <a:extLst>
                <a:ext uri="{FF2B5EF4-FFF2-40B4-BE49-F238E27FC236}">
                  <a16:creationId xmlns:a16="http://schemas.microsoft.com/office/drawing/2014/main" id="{65079E25-D95B-8D87-98EF-971FC2051B5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8055E212-A0B6-1E59-52BB-7C504203219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238BC6F0-3AA0-3DAF-088C-33638A8930F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8D0908BF-327D-FE51-06CF-A3072D761E8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51">
              <a:extLst>
                <a:ext uri="{FF2B5EF4-FFF2-40B4-BE49-F238E27FC236}">
                  <a16:creationId xmlns:a16="http://schemas.microsoft.com/office/drawing/2014/main" id="{02586D4E-D5CD-1D62-6D85-1D18F1F7C8A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2">
              <a:extLst>
                <a:ext uri="{FF2B5EF4-FFF2-40B4-BE49-F238E27FC236}">
                  <a16:creationId xmlns:a16="http://schemas.microsoft.com/office/drawing/2014/main" id="{46D9B989-7FCE-4F67-AFD3-EE15345567C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3">
              <a:extLst>
                <a:ext uri="{FF2B5EF4-FFF2-40B4-BE49-F238E27FC236}">
                  <a16:creationId xmlns:a16="http://schemas.microsoft.com/office/drawing/2014/main" id="{96F645D1-039B-A8D6-6BB0-2808A11EBC7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4">
              <a:extLst>
                <a:ext uri="{FF2B5EF4-FFF2-40B4-BE49-F238E27FC236}">
                  <a16:creationId xmlns:a16="http://schemas.microsoft.com/office/drawing/2014/main" id="{0B9E8DEE-1D39-F724-8818-CA6E4D7397B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5">
              <a:extLst>
                <a:ext uri="{FF2B5EF4-FFF2-40B4-BE49-F238E27FC236}">
                  <a16:creationId xmlns:a16="http://schemas.microsoft.com/office/drawing/2014/main" id="{6BD5BA02-749A-B58B-0074-452F363C82C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6">
              <a:extLst>
                <a:ext uri="{FF2B5EF4-FFF2-40B4-BE49-F238E27FC236}">
                  <a16:creationId xmlns:a16="http://schemas.microsoft.com/office/drawing/2014/main" id="{48AB159A-A4D1-BB4E-A7D1-0E96F75A890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7">
              <a:extLst>
                <a:ext uri="{FF2B5EF4-FFF2-40B4-BE49-F238E27FC236}">
                  <a16:creationId xmlns:a16="http://schemas.microsoft.com/office/drawing/2014/main" id="{986C96DD-64A6-A2BB-C59C-5D720FEF519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62F28977-EDA7-76AE-D865-C5E5A2B81AE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79839F6A-1FEA-1520-ACC2-345AB77D86A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1">
              <a:extLst>
                <a:ext uri="{FF2B5EF4-FFF2-40B4-BE49-F238E27FC236}">
                  <a16:creationId xmlns:a16="http://schemas.microsoft.com/office/drawing/2014/main" id="{C72EB1EE-43A0-6EA1-BE80-A8AA46B28F2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3C92FD30-AC44-F8F9-AC4C-042A794192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BF349AEB-28FF-6D99-4CF3-FE6B104E436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B2A6C37C-3BE9-C8A4-02F7-66F6914D92E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99AA856F-6C5D-5F2D-B5B2-E64E1C61FD4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F28084AC-E3F5-CF94-0A87-02E2D4126B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7D6AB6C5-0BD9-662B-F855-9497B5F6B2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B56E1820-7113-FEB5-5F21-185590D5694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124D204-586F-6DA8-49BA-5808DCAD45F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CB36EBB3-C3E1-FCD5-5480-AC32041BC5A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95523345-4C21-E21A-5C00-6B1E2185750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8A9C73AC-25CC-E375-06A1-95BCEB7E426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21">
              <a:extLst>
                <a:ext uri="{FF2B5EF4-FFF2-40B4-BE49-F238E27FC236}">
                  <a16:creationId xmlns:a16="http://schemas.microsoft.com/office/drawing/2014/main" id="{0852A279-3862-B8A3-23BB-40558B5B135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6B3DDF95-9C4E-4D0E-E5E8-814599AA359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532C81E1-5831-91E3-D109-64FA7270D33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06195A56-C970-7F84-FF5B-37088503738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C254DEB6-47A6-1FAD-EFBC-A109AFCF3E8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FD971EB9-DCF8-5D25-7A37-12BCA952103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E4C90E3E-ED37-6B86-7E32-18FE142BE1B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F23DEE47-5A86-5C47-E7B9-00DB8333B8C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FA4EE92B-EDB4-FEA8-66D0-EDDAF866975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EFCE34CA-BD64-4C2E-396C-38D82EE0ADB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84800EBA-0F40-9FBE-86CA-DFFE6951605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1591FE44-31F0-B4D2-5EE3-11DA8BB3CCE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7A1CC101-3A20-B4DE-4DDD-95D5235AA18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1">
              <a:extLst>
                <a:ext uri="{FF2B5EF4-FFF2-40B4-BE49-F238E27FC236}">
                  <a16:creationId xmlns:a16="http://schemas.microsoft.com/office/drawing/2014/main" id="{EBA1388D-2E62-6208-7940-B2A1D610721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30057205-B8FB-58CA-32F1-E93FB6417C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6292B3F9-947D-D3EA-BAB8-E529D537DD5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5">
              <a:extLst>
                <a:ext uri="{FF2B5EF4-FFF2-40B4-BE49-F238E27FC236}">
                  <a16:creationId xmlns:a16="http://schemas.microsoft.com/office/drawing/2014/main" id="{774C9848-5461-6E1B-8E49-5CE57C5A81E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53EB0085-9D09-41B8-0FDC-D3C8C31D5EF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580DBD87-A839-AE49-4D2D-09882DBEA73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B2A65C64-470E-140F-2FC5-5EE397D079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F10EB910-7BD9-9881-2E9C-00019F241B3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13AB2DD6-C2F6-9D6B-C459-595FFC6666E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850CE3D8-949E-71F9-1F2B-07A0426DDD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id="{9D38ABB4-70D2-017B-AB07-F1FF54BA16C0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36383" y="2323118"/>
            <a:ext cx="10515600" cy="4066984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6622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A524BA3-05A5-6B79-0847-47B9200CA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4A96F87-C96C-5C77-5F19-7E7718B182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A72435CD-AEF9-2E9D-2CB8-C32EF59C925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15">
              <a:extLst>
                <a:ext uri="{FF2B5EF4-FFF2-40B4-BE49-F238E27FC236}">
                  <a16:creationId xmlns:a16="http://schemas.microsoft.com/office/drawing/2014/main" id="{EE245742-CACD-E9FD-847C-368F946EFB2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32BB9EC6-01D5-DED4-4BCB-E6E51D3B98B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DE36C030-58F1-1888-1D47-945FCC9584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Freeform 20">
              <a:extLst>
                <a:ext uri="{FF2B5EF4-FFF2-40B4-BE49-F238E27FC236}">
                  <a16:creationId xmlns:a16="http://schemas.microsoft.com/office/drawing/2014/main" id="{466FDC08-12F1-2CB3-55E5-4223F1217DD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5E48192E-A210-10FC-64F0-87C12AD695C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A4D29756-7DDD-363E-DDBA-29F32449370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977AA206-7B0D-630E-2C5B-9550571F99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7" name="Freeform 27">
              <a:extLst>
                <a:ext uri="{FF2B5EF4-FFF2-40B4-BE49-F238E27FC236}">
                  <a16:creationId xmlns:a16="http://schemas.microsoft.com/office/drawing/2014/main" id="{C578E452-C96A-4AD6-03EF-7436CFB85BC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C438EC8D-F884-2CCB-C0B8-F1DFF293343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BA1C17DB-42EF-C725-6164-123558E5FD4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06750BBF-690D-5F90-5163-18063ADC255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Freeform 51">
              <a:extLst>
                <a:ext uri="{FF2B5EF4-FFF2-40B4-BE49-F238E27FC236}">
                  <a16:creationId xmlns:a16="http://schemas.microsoft.com/office/drawing/2014/main" id="{89906FC3-98D6-7517-878A-5C26150B3F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2" name="Freeform 52">
              <a:extLst>
                <a:ext uri="{FF2B5EF4-FFF2-40B4-BE49-F238E27FC236}">
                  <a16:creationId xmlns:a16="http://schemas.microsoft.com/office/drawing/2014/main" id="{75F49575-E7DD-AE0C-5DF7-E0C73186764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Freeform 53">
              <a:extLst>
                <a:ext uri="{FF2B5EF4-FFF2-40B4-BE49-F238E27FC236}">
                  <a16:creationId xmlns:a16="http://schemas.microsoft.com/office/drawing/2014/main" id="{709045A5-2F7F-92CC-97B8-410B6D7E4D6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4" name="Freeform 54">
              <a:extLst>
                <a:ext uri="{FF2B5EF4-FFF2-40B4-BE49-F238E27FC236}">
                  <a16:creationId xmlns:a16="http://schemas.microsoft.com/office/drawing/2014/main" id="{703C71CC-B46F-7BBE-90EA-2001D8AD547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5" name="Freeform 55">
              <a:extLst>
                <a:ext uri="{FF2B5EF4-FFF2-40B4-BE49-F238E27FC236}">
                  <a16:creationId xmlns:a16="http://schemas.microsoft.com/office/drawing/2014/main" id="{B4C944EE-3B01-2182-831C-BAFA820EA3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6" name="Freeform 56">
              <a:extLst>
                <a:ext uri="{FF2B5EF4-FFF2-40B4-BE49-F238E27FC236}">
                  <a16:creationId xmlns:a16="http://schemas.microsoft.com/office/drawing/2014/main" id="{727646B3-834E-594A-5B4B-B217CB5CC95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7" name="Freeform 57">
              <a:extLst>
                <a:ext uri="{FF2B5EF4-FFF2-40B4-BE49-F238E27FC236}">
                  <a16:creationId xmlns:a16="http://schemas.microsoft.com/office/drawing/2014/main" id="{4098E858-E702-BCEE-34E1-4FB7FCC0384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1D73C9C0-AEBB-4212-2317-04A443DE6CC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7A9ADFE8-600D-EC70-1526-70D43721D47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0" name="Freeform 61">
              <a:extLst>
                <a:ext uri="{FF2B5EF4-FFF2-40B4-BE49-F238E27FC236}">
                  <a16:creationId xmlns:a16="http://schemas.microsoft.com/office/drawing/2014/main" id="{47093F4D-746D-B229-71F1-BBBD2A412DE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E79385DE-E8DC-D3BD-8F48-2B0EC4A7A4F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ADB21756-515B-FDA0-F289-99C5BA0AC20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CA68471-EC31-03E2-FABA-89DF61C9542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C6DCACC-784C-B8E8-8898-8A3054F7BB1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5142D3E8-23FC-2DE1-4133-445F85F8586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834331B7-F09D-F2F0-D7E6-0EB8C688F7F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305070D6-F045-EA4D-B977-990FA5AD80A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9A4AB825-6845-E0D4-F157-1B948E19375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1DC24A75-0693-795A-17CD-2BC189B01B0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7623FAB8-FD45-2810-775A-D5F12B0C597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AFB53E66-FB09-7C3D-5E42-BA4B99CBF4D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2" name="Freeform 21">
              <a:extLst>
                <a:ext uri="{FF2B5EF4-FFF2-40B4-BE49-F238E27FC236}">
                  <a16:creationId xmlns:a16="http://schemas.microsoft.com/office/drawing/2014/main" id="{C0748BCE-826C-3D38-4EA4-53C9E7ECCA7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E3088280-5A11-FEE1-C425-5F9B9138566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7C801BDC-004A-68E7-856A-D681506B773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0BDA8CC8-E51E-5BF7-CBC2-B60291A802F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3B0B61F7-5A35-A15E-6E4B-6D6A298FFA5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81D6A465-F994-20E5-49E8-175597AD68B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D75A0419-EF75-A155-9681-652E6B346EA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45DD044E-FBD8-59A7-C0A4-1B4C0C42510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ED7D8618-6C65-EAFD-D6C9-9BDCFD912A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80EC0767-4417-DE89-BD3D-00D457589FC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9ECD19A6-4F3F-15B6-5735-411CA65BA36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812AA157-A92D-EA70-8BFE-88D61D0C1E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6B31E4CC-E710-8892-2E71-34DC876F651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5" name="Freeform 41">
              <a:extLst>
                <a:ext uri="{FF2B5EF4-FFF2-40B4-BE49-F238E27FC236}">
                  <a16:creationId xmlns:a16="http://schemas.microsoft.com/office/drawing/2014/main" id="{85E5200A-6950-CF88-4242-8FD3D625DEA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CA54D161-9EF8-78DF-1B0A-4766817848F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C64272B3-20CB-3F91-8A8F-595CFB252B0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8" name="Freeform 45">
              <a:extLst>
                <a:ext uri="{FF2B5EF4-FFF2-40B4-BE49-F238E27FC236}">
                  <a16:creationId xmlns:a16="http://schemas.microsoft.com/office/drawing/2014/main" id="{4E27BC89-3702-B5D8-FF7A-2A9DC0C0EC1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83653270-5B66-5986-EFCD-119B007A9B5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F3BF5718-BDC9-840C-4E9A-1D89A5934AD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C228B2C6-09B9-0197-99EA-39EC047DF7B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57C6648C-C0B4-BD17-D230-91DE452DAB1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9AC9B6FA-998F-B567-2F39-781F57ACA70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42B138FE-612F-3B50-AB2F-C13E6E2A875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2"/>
                </a:solidFill>
              </a:endParaRPr>
            </a:p>
          </p:txBody>
        </p:sp>
      </p:grpSp>
      <p:sp>
        <p:nvSpPr>
          <p:cNvPr id="65" name="Rectangle 64">
            <a:extLst>
              <a:ext uri="{FF2B5EF4-FFF2-40B4-BE49-F238E27FC236}">
                <a16:creationId xmlns:a16="http://schemas.microsoft.com/office/drawing/2014/main" id="{15BFB4DC-9436-41B5-985C-4FD2B3C87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90" y="2097741"/>
            <a:ext cx="12175432" cy="38918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9BA523-EF01-4656-9D54-347E984FD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8571" y="110363"/>
            <a:ext cx="9827589" cy="1731935"/>
          </a:xfrm>
        </p:spPr>
        <p:txBody>
          <a:bodyPr anchor="b"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52871-79D5-420E-8207-BEF7BE44A9B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73497" y="2218158"/>
            <a:ext cx="5313294" cy="3659681"/>
          </a:xfrm>
        </p:spPr>
        <p:txBody>
          <a:bodyPr anchor="t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228600" indent="0">
              <a:buFont typeface="Arial" panose="020B0604020202020204" pitchFamily="34" charset="0"/>
              <a:buNone/>
              <a:defRPr sz="1600" b="0"/>
            </a:lvl2pPr>
            <a:lvl3pPr marL="320040" indent="0">
              <a:buNone/>
              <a:defRPr sz="1400" b="0"/>
            </a:lvl3pPr>
            <a:lvl4pPr marL="411480" indent="0">
              <a:buFont typeface="Arial" panose="020B0604020202020204" pitchFamily="34" charset="0"/>
              <a:buNone/>
              <a:defRPr sz="1200" b="0"/>
            </a:lvl4pPr>
            <a:lvl5pPr marL="502920" indent="0">
              <a:buNone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0" name="Picture Placeholder 69">
            <a:extLst>
              <a:ext uri="{FF2B5EF4-FFF2-40B4-BE49-F238E27FC236}">
                <a16:creationId xmlns:a16="http://schemas.microsoft.com/office/drawing/2014/main" id="{24D174D5-B023-EB99-E21B-7FA9DAEF3D0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83363" y="2097088"/>
            <a:ext cx="5608637" cy="38925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1" name="Footer Placeholder 4">
            <a:extLst>
              <a:ext uri="{FF2B5EF4-FFF2-40B4-BE49-F238E27FC236}">
                <a16:creationId xmlns:a16="http://schemas.microsoft.com/office/drawing/2014/main" id="{91D8018E-34BF-1295-2ACF-0C4D08DF7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1754871" y="2093199"/>
            <a:ext cx="4157472" cy="41608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D32D3-8223-4851-BB8E-CB489B975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448B-FCF6-40C5-8BB6-15B70E889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B8A27-DF03-4546-BA93-21C967D57E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69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1AFD227-869A-489C-A9B5-3F0498DF3C0C}"/>
              </a:ext>
            </a:extLst>
          </p:cNvPr>
          <p:cNvGrpSpPr/>
          <p:nvPr/>
        </p:nvGrpSpPr>
        <p:grpSpPr>
          <a:xfrm>
            <a:off x="11096450" y="13394"/>
            <a:ext cx="494218" cy="6814823"/>
            <a:chOff x="11096450" y="13394"/>
            <a:chExt cx="494218" cy="6814823"/>
          </a:xfrm>
          <a:solidFill>
            <a:schemeClr val="bg2">
              <a:lumMod val="90000"/>
            </a:schemeClr>
          </a:solidFill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2704B34-199B-4964-9C78-3AB9735915A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8009" y="671857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8B1E8DB8-017D-454E-849F-EE5742849FD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5034" y="77813"/>
              <a:ext cx="138242" cy="88130"/>
            </a:xfrm>
            <a:custGeom>
              <a:avLst/>
              <a:gdLst>
                <a:gd name="T0" fmla="*/ 22 w 42"/>
                <a:gd name="T1" fmla="*/ 0 h 29"/>
                <a:gd name="T2" fmla="*/ 14 w 42"/>
                <a:gd name="T3" fmla="*/ 25 h 29"/>
                <a:gd name="T4" fmla="*/ 22 w 42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9">
                  <a:moveTo>
                    <a:pt x="22" y="0"/>
                  </a:moveTo>
                  <a:cubicBezTo>
                    <a:pt x="42" y="7"/>
                    <a:pt x="28" y="29"/>
                    <a:pt x="14" y="25"/>
                  </a:cubicBezTo>
                  <a:cubicBezTo>
                    <a:pt x="0" y="18"/>
                    <a:pt x="8" y="1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0" name="Freeform 15">
              <a:extLst>
                <a:ext uri="{FF2B5EF4-FFF2-40B4-BE49-F238E27FC236}">
                  <a16:creationId xmlns:a16="http://schemas.microsoft.com/office/drawing/2014/main" id="{16D80E5D-5099-41C4-A80A-1B1538C382F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78964" y="592010"/>
              <a:ext cx="121406" cy="72626"/>
            </a:xfrm>
            <a:custGeom>
              <a:avLst/>
              <a:gdLst>
                <a:gd name="T0" fmla="*/ 16 w 37"/>
                <a:gd name="T1" fmla="*/ 0 h 24"/>
                <a:gd name="T2" fmla="*/ 11 w 37"/>
                <a:gd name="T3" fmla="*/ 24 h 24"/>
                <a:gd name="T4" fmla="*/ 16 w 37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4">
                  <a:moveTo>
                    <a:pt x="16" y="0"/>
                  </a:moveTo>
                  <a:cubicBezTo>
                    <a:pt x="37" y="6"/>
                    <a:pt x="30" y="20"/>
                    <a:pt x="11" y="24"/>
                  </a:cubicBezTo>
                  <a:cubicBezTo>
                    <a:pt x="0" y="17"/>
                    <a:pt x="5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947751E1-E2F4-467E-B547-3BD4BAB7F56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2378" y="335267"/>
              <a:ext cx="138242" cy="78339"/>
            </a:xfrm>
            <a:custGeom>
              <a:avLst/>
              <a:gdLst>
                <a:gd name="T0" fmla="*/ 6 w 42"/>
                <a:gd name="T1" fmla="*/ 6 h 26"/>
                <a:gd name="T2" fmla="*/ 21 w 42"/>
                <a:gd name="T3" fmla="*/ 26 h 26"/>
                <a:gd name="T4" fmla="*/ 6 w 42"/>
                <a:gd name="T5" fmla="*/ 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26">
                  <a:moveTo>
                    <a:pt x="6" y="6"/>
                  </a:moveTo>
                  <a:cubicBezTo>
                    <a:pt x="25" y="0"/>
                    <a:pt x="42" y="17"/>
                    <a:pt x="21" y="26"/>
                  </a:cubicBezTo>
                  <a:cubicBezTo>
                    <a:pt x="9" y="26"/>
                    <a:pt x="0" y="16"/>
                    <a:pt x="6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55D8869B-B701-4268-9856-876345C8AE3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714" y="2021691"/>
              <a:ext cx="124951" cy="69362"/>
            </a:xfrm>
            <a:custGeom>
              <a:avLst/>
              <a:gdLst>
                <a:gd name="T0" fmla="*/ 16 w 38"/>
                <a:gd name="T1" fmla="*/ 0 h 23"/>
                <a:gd name="T2" fmla="*/ 10 w 38"/>
                <a:gd name="T3" fmla="*/ 23 h 23"/>
                <a:gd name="T4" fmla="*/ 1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16" y="0"/>
                  </a:moveTo>
                  <a:cubicBezTo>
                    <a:pt x="38" y="8"/>
                    <a:pt x="31" y="18"/>
                    <a:pt x="10" y="23"/>
                  </a:cubicBezTo>
                  <a:cubicBezTo>
                    <a:pt x="0" y="16"/>
                    <a:pt x="4" y="3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3" name="Freeform 20">
              <a:extLst>
                <a:ext uri="{FF2B5EF4-FFF2-40B4-BE49-F238E27FC236}">
                  <a16:creationId xmlns:a16="http://schemas.microsoft.com/office/drawing/2014/main" id="{A25CA59C-849F-4CE4-A9B0-293F98DE2C7C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4629" y="2272420"/>
              <a:ext cx="128495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FE000DB1-AAA1-4BFF-8F14-53624C2F9E0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6398" y="1049544"/>
              <a:ext cx="150648" cy="99554"/>
            </a:xfrm>
            <a:custGeom>
              <a:avLst/>
              <a:gdLst>
                <a:gd name="T0" fmla="*/ 26 w 46"/>
                <a:gd name="T1" fmla="*/ 0 h 33"/>
                <a:gd name="T2" fmla="*/ 38 w 46"/>
                <a:gd name="T3" fmla="*/ 22 h 33"/>
                <a:gd name="T4" fmla="*/ 26 w 46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33">
                  <a:moveTo>
                    <a:pt x="26" y="0"/>
                  </a:moveTo>
                  <a:cubicBezTo>
                    <a:pt x="29" y="0"/>
                    <a:pt x="46" y="16"/>
                    <a:pt x="38" y="22"/>
                  </a:cubicBezTo>
                  <a:cubicBezTo>
                    <a:pt x="16" y="33"/>
                    <a:pt x="0" y="5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5EEFBC14-7E5B-47B2-B5E3-E90991F8919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40085" y="836978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8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10"/>
                    <a:pt x="28" y="27"/>
                    <a:pt x="8" y="20"/>
                  </a:cubicBezTo>
                  <a:cubicBezTo>
                    <a:pt x="0" y="8"/>
                    <a:pt x="7" y="2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00AFF6E4-A34A-4FD3-8C57-BB96114822D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27309" y="1320685"/>
              <a:ext cx="127608" cy="78339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5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2"/>
                    <a:pt x="36" y="26"/>
                    <a:pt x="20" y="25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7" name="Freeform 27">
              <a:extLst>
                <a:ext uri="{FF2B5EF4-FFF2-40B4-BE49-F238E27FC236}">
                  <a16:creationId xmlns:a16="http://schemas.microsoft.com/office/drawing/2014/main" id="{C63A8474-C075-4441-A0B3-52286EA5009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7470" y="1778440"/>
              <a:ext cx="131153" cy="93843"/>
            </a:xfrm>
            <a:custGeom>
              <a:avLst/>
              <a:gdLst>
                <a:gd name="T0" fmla="*/ 22 w 40"/>
                <a:gd name="T1" fmla="*/ 0 h 31"/>
                <a:gd name="T2" fmla="*/ 16 w 40"/>
                <a:gd name="T3" fmla="*/ 25 h 31"/>
                <a:gd name="T4" fmla="*/ 22 w 40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31">
                  <a:moveTo>
                    <a:pt x="22" y="0"/>
                  </a:moveTo>
                  <a:cubicBezTo>
                    <a:pt x="39" y="3"/>
                    <a:pt x="40" y="31"/>
                    <a:pt x="16" y="25"/>
                  </a:cubicBezTo>
                  <a:cubicBezTo>
                    <a:pt x="0" y="7"/>
                    <a:pt x="13" y="4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5DA4698-A2ED-4512-8887-F12D3F14372A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4869" y="1535195"/>
              <a:ext cx="127608" cy="69362"/>
            </a:xfrm>
            <a:custGeom>
              <a:avLst/>
              <a:gdLst>
                <a:gd name="T0" fmla="*/ 16 w 39"/>
                <a:gd name="T1" fmla="*/ 0 h 23"/>
                <a:gd name="T2" fmla="*/ 11 w 39"/>
                <a:gd name="T3" fmla="*/ 23 h 23"/>
                <a:gd name="T4" fmla="*/ 1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16" y="0"/>
                  </a:moveTo>
                  <a:cubicBezTo>
                    <a:pt x="39" y="7"/>
                    <a:pt x="31" y="17"/>
                    <a:pt x="11" y="23"/>
                  </a:cubicBezTo>
                  <a:cubicBezTo>
                    <a:pt x="0" y="16"/>
                    <a:pt x="4" y="2"/>
                    <a:pt x="1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3358E118-D590-4E50-B21C-6CDAA1CCAFC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80119" y="1078297"/>
              <a:ext cx="9748" cy="5712"/>
            </a:xfrm>
            <a:custGeom>
              <a:avLst/>
              <a:gdLst>
                <a:gd name="T0" fmla="*/ 1 w 3"/>
                <a:gd name="T1" fmla="*/ 0 h 2"/>
                <a:gd name="T2" fmla="*/ 2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2" y="1"/>
                    <a:pt x="3" y="2"/>
                    <a:pt x="2" y="2"/>
                  </a:cubicBezTo>
                  <a:cubicBezTo>
                    <a:pt x="1" y="2"/>
                    <a:pt x="0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F1EE889E-60FF-423F-ADCB-6CBEE853A04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94111" y="860614"/>
              <a:ext cx="143559" cy="75075"/>
            </a:xfrm>
            <a:custGeom>
              <a:avLst/>
              <a:gdLst>
                <a:gd name="T0" fmla="*/ 28 w 44"/>
                <a:gd name="T1" fmla="*/ 0 h 25"/>
                <a:gd name="T2" fmla="*/ 25 w 44"/>
                <a:gd name="T3" fmla="*/ 25 h 25"/>
                <a:gd name="T4" fmla="*/ 28 w 44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5">
                  <a:moveTo>
                    <a:pt x="28" y="0"/>
                  </a:moveTo>
                  <a:cubicBezTo>
                    <a:pt x="44" y="2"/>
                    <a:pt x="38" y="22"/>
                    <a:pt x="25" y="25"/>
                  </a:cubicBezTo>
                  <a:cubicBezTo>
                    <a:pt x="0" y="25"/>
                    <a:pt x="9" y="5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1" name="Freeform 51">
              <a:extLst>
                <a:ext uri="{FF2B5EF4-FFF2-40B4-BE49-F238E27FC236}">
                  <a16:creationId xmlns:a16="http://schemas.microsoft.com/office/drawing/2014/main" id="{A4AA0634-0A7C-4A35-8EB7-775200F129F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7080" y="1015030"/>
              <a:ext cx="115202" cy="90579"/>
            </a:xfrm>
            <a:custGeom>
              <a:avLst/>
              <a:gdLst>
                <a:gd name="T0" fmla="*/ 19 w 35"/>
                <a:gd name="T1" fmla="*/ 0 h 30"/>
                <a:gd name="T2" fmla="*/ 33 w 35"/>
                <a:gd name="T3" fmla="*/ 15 h 30"/>
                <a:gd name="T4" fmla="*/ 25 w 35"/>
                <a:gd name="T5" fmla="*/ 19 h 30"/>
                <a:gd name="T6" fmla="*/ 19 w 35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30">
                  <a:moveTo>
                    <a:pt x="19" y="0"/>
                  </a:moveTo>
                  <a:cubicBezTo>
                    <a:pt x="26" y="0"/>
                    <a:pt x="35" y="8"/>
                    <a:pt x="33" y="15"/>
                  </a:cubicBezTo>
                  <a:cubicBezTo>
                    <a:pt x="30" y="12"/>
                    <a:pt x="27" y="17"/>
                    <a:pt x="25" y="19"/>
                  </a:cubicBezTo>
                  <a:cubicBezTo>
                    <a:pt x="7" y="30"/>
                    <a:pt x="0" y="5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2" name="Freeform 52">
              <a:extLst>
                <a:ext uri="{FF2B5EF4-FFF2-40B4-BE49-F238E27FC236}">
                  <a16:creationId xmlns:a16="http://schemas.microsoft.com/office/drawing/2014/main" id="{EBA21558-CAC3-445C-8882-5D4A0C6D2A0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64085" y="450599"/>
              <a:ext cx="118747" cy="81603"/>
            </a:xfrm>
            <a:custGeom>
              <a:avLst/>
              <a:gdLst>
                <a:gd name="T0" fmla="*/ 21 w 36"/>
                <a:gd name="T1" fmla="*/ 0 h 27"/>
                <a:gd name="T2" fmla="*/ 22 w 36"/>
                <a:gd name="T3" fmla="*/ 27 h 27"/>
                <a:gd name="T4" fmla="*/ 21 w 36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27">
                  <a:moveTo>
                    <a:pt x="21" y="0"/>
                  </a:moveTo>
                  <a:cubicBezTo>
                    <a:pt x="33" y="3"/>
                    <a:pt x="36" y="23"/>
                    <a:pt x="22" y="27"/>
                  </a:cubicBezTo>
                  <a:cubicBezTo>
                    <a:pt x="3" y="25"/>
                    <a:pt x="0" y="1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3" name="Freeform 53">
              <a:extLst>
                <a:ext uri="{FF2B5EF4-FFF2-40B4-BE49-F238E27FC236}">
                  <a16:creationId xmlns:a16="http://schemas.microsoft.com/office/drawing/2014/main" id="{2E9415F1-5D31-4C25-9E26-203EEF50087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166" y="1253803"/>
              <a:ext cx="127608" cy="79154"/>
            </a:xfrm>
            <a:custGeom>
              <a:avLst/>
              <a:gdLst>
                <a:gd name="T0" fmla="*/ 24 w 39"/>
                <a:gd name="T1" fmla="*/ 0 h 26"/>
                <a:gd name="T2" fmla="*/ 20 w 39"/>
                <a:gd name="T3" fmla="*/ 26 h 26"/>
                <a:gd name="T4" fmla="*/ 24 w 39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6">
                  <a:moveTo>
                    <a:pt x="24" y="0"/>
                  </a:moveTo>
                  <a:cubicBezTo>
                    <a:pt x="39" y="3"/>
                    <a:pt x="36" y="26"/>
                    <a:pt x="20" y="26"/>
                  </a:cubicBezTo>
                  <a:cubicBezTo>
                    <a:pt x="0" y="18"/>
                    <a:pt x="3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4" name="Freeform 54">
              <a:extLst>
                <a:ext uri="{FF2B5EF4-FFF2-40B4-BE49-F238E27FC236}">
                  <a16:creationId xmlns:a16="http://schemas.microsoft.com/office/drawing/2014/main" id="{622FC1F6-879A-45BA-8752-08020C39CE2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013" y="614227"/>
              <a:ext cx="134697" cy="105266"/>
            </a:xfrm>
            <a:custGeom>
              <a:avLst/>
              <a:gdLst>
                <a:gd name="T0" fmla="*/ 28 w 41"/>
                <a:gd name="T1" fmla="*/ 2 h 35"/>
                <a:gd name="T2" fmla="*/ 40 w 41"/>
                <a:gd name="T3" fmla="*/ 21 h 35"/>
                <a:gd name="T4" fmla="*/ 28 w 41"/>
                <a:gd name="T5" fmla="*/ 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5">
                  <a:moveTo>
                    <a:pt x="28" y="2"/>
                  </a:moveTo>
                  <a:cubicBezTo>
                    <a:pt x="37" y="0"/>
                    <a:pt x="41" y="13"/>
                    <a:pt x="40" y="21"/>
                  </a:cubicBezTo>
                  <a:cubicBezTo>
                    <a:pt x="22" y="35"/>
                    <a:pt x="0" y="10"/>
                    <a:pt x="28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5" name="Freeform 55">
              <a:extLst>
                <a:ext uri="{FF2B5EF4-FFF2-40B4-BE49-F238E27FC236}">
                  <a16:creationId xmlns:a16="http://schemas.microsoft.com/office/drawing/2014/main" id="{BA09826C-58E2-48C5-9666-333326C2CA4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55026" y="1463404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3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6" name="Freeform 56">
              <a:extLst>
                <a:ext uri="{FF2B5EF4-FFF2-40B4-BE49-F238E27FC236}">
                  <a16:creationId xmlns:a16="http://schemas.microsoft.com/office/drawing/2014/main" id="{A6D3555F-4EA1-4EA7-9D08-2D75CE51927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1585" y="2335317"/>
              <a:ext cx="128495" cy="72626"/>
            </a:xfrm>
            <a:custGeom>
              <a:avLst/>
              <a:gdLst>
                <a:gd name="T0" fmla="*/ 21 w 39"/>
                <a:gd name="T1" fmla="*/ 0 h 24"/>
                <a:gd name="T2" fmla="*/ 22 w 39"/>
                <a:gd name="T3" fmla="*/ 24 h 24"/>
                <a:gd name="T4" fmla="*/ 21 w 39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4">
                  <a:moveTo>
                    <a:pt x="21" y="0"/>
                  </a:moveTo>
                  <a:cubicBezTo>
                    <a:pt x="37" y="0"/>
                    <a:pt x="39" y="23"/>
                    <a:pt x="22" y="24"/>
                  </a:cubicBezTo>
                  <a:cubicBezTo>
                    <a:pt x="7" y="22"/>
                    <a:pt x="0" y="5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7" name="Freeform 57">
              <a:extLst>
                <a:ext uri="{FF2B5EF4-FFF2-40B4-BE49-F238E27FC236}">
                  <a16:creationId xmlns:a16="http://schemas.microsoft.com/office/drawing/2014/main" id="{60FA20E8-EDAA-4310-B870-97807901AC1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175" y="1673149"/>
              <a:ext cx="140901" cy="93843"/>
            </a:xfrm>
            <a:custGeom>
              <a:avLst/>
              <a:gdLst>
                <a:gd name="T0" fmla="*/ 27 w 43"/>
                <a:gd name="T1" fmla="*/ 3 h 31"/>
                <a:gd name="T2" fmla="*/ 40 w 43"/>
                <a:gd name="T3" fmla="*/ 23 h 31"/>
                <a:gd name="T4" fmla="*/ 27 w 43"/>
                <a:gd name="T5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1">
                  <a:moveTo>
                    <a:pt x="27" y="3"/>
                  </a:moveTo>
                  <a:cubicBezTo>
                    <a:pt x="35" y="0"/>
                    <a:pt x="43" y="17"/>
                    <a:pt x="40" y="23"/>
                  </a:cubicBezTo>
                  <a:cubicBezTo>
                    <a:pt x="21" y="31"/>
                    <a:pt x="0" y="15"/>
                    <a:pt x="27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F5552AA2-C2AB-4D59-B6EF-E8E5EE110E5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0625" y="255502"/>
              <a:ext cx="124063" cy="78339"/>
            </a:xfrm>
            <a:custGeom>
              <a:avLst/>
              <a:gdLst>
                <a:gd name="T0" fmla="*/ 22 w 38"/>
                <a:gd name="T1" fmla="*/ 0 h 26"/>
                <a:gd name="T2" fmla="*/ 18 w 38"/>
                <a:gd name="T3" fmla="*/ 26 h 26"/>
                <a:gd name="T4" fmla="*/ 22 w 38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6">
                  <a:moveTo>
                    <a:pt x="22" y="0"/>
                  </a:moveTo>
                  <a:cubicBezTo>
                    <a:pt x="38" y="3"/>
                    <a:pt x="33" y="25"/>
                    <a:pt x="18" y="26"/>
                  </a:cubicBezTo>
                  <a:cubicBezTo>
                    <a:pt x="0" y="20"/>
                    <a:pt x="6" y="3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0BA267D0-8F6B-4803-B948-70E29B4587E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5856" y="1902943"/>
              <a:ext cx="131153" cy="69362"/>
            </a:xfrm>
            <a:custGeom>
              <a:avLst/>
              <a:gdLst>
                <a:gd name="T0" fmla="*/ 24 w 40"/>
                <a:gd name="T1" fmla="*/ 0 h 23"/>
                <a:gd name="T2" fmla="*/ 25 w 40"/>
                <a:gd name="T3" fmla="*/ 23 h 23"/>
                <a:gd name="T4" fmla="*/ 24 w 40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3">
                  <a:moveTo>
                    <a:pt x="24" y="0"/>
                  </a:moveTo>
                  <a:cubicBezTo>
                    <a:pt x="40" y="0"/>
                    <a:pt x="38" y="20"/>
                    <a:pt x="25" y="23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0" name="Freeform 61">
              <a:extLst>
                <a:ext uri="{FF2B5EF4-FFF2-40B4-BE49-F238E27FC236}">
                  <a16:creationId xmlns:a16="http://schemas.microsoft.com/office/drawing/2014/main" id="{86E372A3-B9F4-4FEE-8B96-D9AD879E214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153" y="2137303"/>
              <a:ext cx="137356" cy="99554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5"/>
                    <a:pt x="16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FF0C4564-5DA6-4224-A8B7-85CE1323DE8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0824" y="2818299"/>
              <a:ext cx="121406" cy="81603"/>
            </a:xfrm>
            <a:custGeom>
              <a:avLst/>
              <a:gdLst>
                <a:gd name="T0" fmla="*/ 20 w 37"/>
                <a:gd name="T1" fmla="*/ 1 h 27"/>
                <a:gd name="T2" fmla="*/ 22 w 37"/>
                <a:gd name="T3" fmla="*/ 27 h 27"/>
                <a:gd name="T4" fmla="*/ 20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20" y="1"/>
                  </a:moveTo>
                  <a:cubicBezTo>
                    <a:pt x="31" y="1"/>
                    <a:pt x="37" y="24"/>
                    <a:pt x="22" y="27"/>
                  </a:cubicBezTo>
                  <a:cubicBezTo>
                    <a:pt x="2" y="27"/>
                    <a:pt x="0" y="0"/>
                    <a:pt x="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19F31D0D-C43D-4BB0-A13C-9524B84117D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1700" y="5088176"/>
              <a:ext cx="124063" cy="87315"/>
            </a:xfrm>
            <a:custGeom>
              <a:avLst/>
              <a:gdLst>
                <a:gd name="T0" fmla="*/ 12 w 38"/>
                <a:gd name="T1" fmla="*/ 3 h 29"/>
                <a:gd name="T2" fmla="*/ 15 w 38"/>
                <a:gd name="T3" fmla="*/ 29 h 29"/>
                <a:gd name="T4" fmla="*/ 12 w 38"/>
                <a:gd name="T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9">
                  <a:moveTo>
                    <a:pt x="12" y="3"/>
                  </a:moveTo>
                  <a:cubicBezTo>
                    <a:pt x="34" y="0"/>
                    <a:pt x="38" y="26"/>
                    <a:pt x="15" y="29"/>
                  </a:cubicBezTo>
                  <a:cubicBezTo>
                    <a:pt x="4" y="23"/>
                    <a:pt x="0" y="9"/>
                    <a:pt x="12" y="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6B32FB03-B0FE-4731-BE41-C59AFB49FBF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1127" y="2531128"/>
              <a:ext cx="138242" cy="100371"/>
            </a:xfrm>
            <a:custGeom>
              <a:avLst/>
              <a:gdLst>
                <a:gd name="T0" fmla="*/ 25 w 42"/>
                <a:gd name="T1" fmla="*/ 1 h 33"/>
                <a:gd name="T2" fmla="*/ 4 w 42"/>
                <a:gd name="T3" fmla="*/ 19 h 33"/>
                <a:gd name="T4" fmla="*/ 25 w 42"/>
                <a:gd name="T5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2" h="33">
                  <a:moveTo>
                    <a:pt x="25" y="1"/>
                  </a:moveTo>
                  <a:cubicBezTo>
                    <a:pt x="42" y="14"/>
                    <a:pt x="15" y="33"/>
                    <a:pt x="4" y="19"/>
                  </a:cubicBezTo>
                  <a:cubicBezTo>
                    <a:pt x="0" y="6"/>
                    <a:pt x="15" y="0"/>
                    <a:pt x="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DD5B6F0-1E17-4DCD-AE5F-ED8C48892FE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1349" y="4735882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0290BE17-E89B-4AF9-B3F6-AF4884D5246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09487" y="4455410"/>
              <a:ext cx="121406" cy="88130"/>
            </a:xfrm>
            <a:custGeom>
              <a:avLst/>
              <a:gdLst>
                <a:gd name="T0" fmla="*/ 18 w 37"/>
                <a:gd name="T1" fmla="*/ 4 h 29"/>
                <a:gd name="T2" fmla="*/ 22 w 37"/>
                <a:gd name="T3" fmla="*/ 29 h 29"/>
                <a:gd name="T4" fmla="*/ 18 w 37"/>
                <a:gd name="T5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9">
                  <a:moveTo>
                    <a:pt x="18" y="4"/>
                  </a:moveTo>
                  <a:cubicBezTo>
                    <a:pt x="35" y="0"/>
                    <a:pt x="37" y="28"/>
                    <a:pt x="22" y="29"/>
                  </a:cubicBezTo>
                  <a:cubicBezTo>
                    <a:pt x="7" y="28"/>
                    <a:pt x="0" y="1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85F63089-F77F-4F02-8417-AAC1847FBCA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9848" y="4194178"/>
              <a:ext cx="143559" cy="102819"/>
            </a:xfrm>
            <a:custGeom>
              <a:avLst/>
              <a:gdLst>
                <a:gd name="T0" fmla="*/ 31 w 44"/>
                <a:gd name="T1" fmla="*/ 1 h 34"/>
                <a:gd name="T2" fmla="*/ 42 w 44"/>
                <a:gd name="T3" fmla="*/ 19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7B01CD5E-570F-4CBF-9904-94F30D928C5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81624" y="3691697"/>
              <a:ext cx="134697" cy="81603"/>
            </a:xfrm>
            <a:custGeom>
              <a:avLst/>
              <a:gdLst>
                <a:gd name="T0" fmla="*/ 22 w 41"/>
                <a:gd name="T1" fmla="*/ 0 h 27"/>
                <a:gd name="T2" fmla="*/ 8 w 41"/>
                <a:gd name="T3" fmla="*/ 20 h 27"/>
                <a:gd name="T4" fmla="*/ 22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22" y="0"/>
                  </a:moveTo>
                  <a:cubicBezTo>
                    <a:pt x="41" y="12"/>
                    <a:pt x="24" y="27"/>
                    <a:pt x="8" y="20"/>
                  </a:cubicBezTo>
                  <a:cubicBezTo>
                    <a:pt x="0" y="7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7EE6A672-2915-4B03-99A9-9364D5F1521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417787" y="3075050"/>
              <a:ext cx="124951" cy="69362"/>
            </a:xfrm>
            <a:custGeom>
              <a:avLst/>
              <a:gdLst>
                <a:gd name="T0" fmla="*/ 26 w 38"/>
                <a:gd name="T1" fmla="*/ 0 h 23"/>
                <a:gd name="T2" fmla="*/ 25 w 38"/>
                <a:gd name="T3" fmla="*/ 23 h 23"/>
                <a:gd name="T4" fmla="*/ 26 w 38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" h="23">
                  <a:moveTo>
                    <a:pt x="26" y="0"/>
                  </a:moveTo>
                  <a:cubicBezTo>
                    <a:pt x="38" y="0"/>
                    <a:pt x="37" y="20"/>
                    <a:pt x="25" y="23"/>
                  </a:cubicBezTo>
                  <a:cubicBezTo>
                    <a:pt x="0" y="23"/>
                    <a:pt x="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2136B643-14E1-443A-BC1C-06ADAE65C30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76729" y="3335597"/>
              <a:ext cx="134697" cy="84866"/>
            </a:xfrm>
            <a:custGeom>
              <a:avLst/>
              <a:gdLst>
                <a:gd name="T0" fmla="*/ 26 w 41"/>
                <a:gd name="T1" fmla="*/ 1 h 28"/>
                <a:gd name="T2" fmla="*/ 39 w 41"/>
                <a:gd name="T3" fmla="*/ 20 h 28"/>
                <a:gd name="T4" fmla="*/ 26 w 41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6" y="1"/>
                  </a:moveTo>
                  <a:cubicBezTo>
                    <a:pt x="34" y="0"/>
                    <a:pt x="41" y="12"/>
                    <a:pt x="39" y="20"/>
                  </a:cubicBezTo>
                  <a:cubicBezTo>
                    <a:pt x="17" y="28"/>
                    <a:pt x="0" y="12"/>
                    <a:pt x="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867FA393-4F37-4E1A-870B-F96775FAB7E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60464" y="3934729"/>
              <a:ext cx="143559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5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5"/>
                  </a:cubicBezTo>
                  <a:cubicBezTo>
                    <a:pt x="29" y="32"/>
                    <a:pt x="0" y="6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E225A1BE-FAD2-4764-A7E4-A6DA07D0573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95443" y="5347417"/>
              <a:ext cx="94821" cy="69362"/>
            </a:xfrm>
            <a:custGeom>
              <a:avLst/>
              <a:gdLst>
                <a:gd name="T0" fmla="*/ 13 w 29"/>
                <a:gd name="T1" fmla="*/ 0 h 23"/>
                <a:gd name="T2" fmla="*/ 13 w 29"/>
                <a:gd name="T3" fmla="*/ 23 h 23"/>
                <a:gd name="T4" fmla="*/ 13 w 2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23">
                  <a:moveTo>
                    <a:pt x="13" y="0"/>
                  </a:moveTo>
                  <a:cubicBezTo>
                    <a:pt x="27" y="0"/>
                    <a:pt x="29" y="22"/>
                    <a:pt x="13" y="23"/>
                  </a:cubicBezTo>
                  <a:cubicBezTo>
                    <a:pt x="2" y="22"/>
                    <a:pt x="0" y="2"/>
                    <a:pt x="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2" name="Freeform 21">
              <a:extLst>
                <a:ext uri="{FF2B5EF4-FFF2-40B4-BE49-F238E27FC236}">
                  <a16:creationId xmlns:a16="http://schemas.microsoft.com/office/drawing/2014/main" id="{25D65388-C7E0-4C07-822A-03C5009C6D1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43434" y="5658571"/>
              <a:ext cx="140901" cy="102819"/>
            </a:xfrm>
            <a:custGeom>
              <a:avLst/>
              <a:gdLst>
                <a:gd name="T0" fmla="*/ 24 w 43"/>
                <a:gd name="T1" fmla="*/ 0 h 34"/>
                <a:gd name="T2" fmla="*/ 14 w 43"/>
                <a:gd name="T3" fmla="*/ 23 h 34"/>
                <a:gd name="T4" fmla="*/ 24 w 43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" h="34">
                  <a:moveTo>
                    <a:pt x="24" y="0"/>
                  </a:moveTo>
                  <a:cubicBezTo>
                    <a:pt x="43" y="3"/>
                    <a:pt x="28" y="34"/>
                    <a:pt x="14" y="23"/>
                  </a:cubicBezTo>
                  <a:cubicBezTo>
                    <a:pt x="0" y="28"/>
                    <a:pt x="4" y="5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E1D79822-C494-449C-B439-F437DAD4F218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095" y="6423833"/>
              <a:ext cx="134697" cy="93843"/>
            </a:xfrm>
            <a:custGeom>
              <a:avLst/>
              <a:gdLst>
                <a:gd name="T0" fmla="*/ 23 w 41"/>
                <a:gd name="T1" fmla="*/ 0 h 31"/>
                <a:gd name="T2" fmla="*/ 17 w 41"/>
                <a:gd name="T3" fmla="*/ 25 h 31"/>
                <a:gd name="T4" fmla="*/ 23 w 41"/>
                <a:gd name="T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1">
                  <a:moveTo>
                    <a:pt x="23" y="0"/>
                  </a:moveTo>
                  <a:cubicBezTo>
                    <a:pt x="40" y="1"/>
                    <a:pt x="41" y="31"/>
                    <a:pt x="17" y="25"/>
                  </a:cubicBezTo>
                  <a:cubicBezTo>
                    <a:pt x="0" y="7"/>
                    <a:pt x="17" y="4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CDB324E5-E8D9-40E3-BAB4-1F87E67E4F4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24317" y="5897278"/>
              <a:ext cx="118747" cy="120771"/>
            </a:xfrm>
            <a:custGeom>
              <a:avLst/>
              <a:gdLst>
                <a:gd name="T0" fmla="*/ 16 w 36"/>
                <a:gd name="T1" fmla="*/ 4 h 40"/>
                <a:gd name="T2" fmla="*/ 34 w 36"/>
                <a:gd name="T3" fmla="*/ 15 h 40"/>
                <a:gd name="T4" fmla="*/ 16 w 36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6" h="40">
                  <a:moveTo>
                    <a:pt x="16" y="4"/>
                  </a:moveTo>
                  <a:cubicBezTo>
                    <a:pt x="36" y="5"/>
                    <a:pt x="33" y="0"/>
                    <a:pt x="34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15404AB3-12EB-462E-85A2-AF4A7E91D72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56013" y="6183127"/>
              <a:ext cx="131153" cy="72626"/>
            </a:xfrm>
            <a:custGeom>
              <a:avLst/>
              <a:gdLst>
                <a:gd name="T0" fmla="*/ 24 w 40"/>
                <a:gd name="T1" fmla="*/ 0 h 24"/>
                <a:gd name="T2" fmla="*/ 25 w 40"/>
                <a:gd name="T3" fmla="*/ 24 h 24"/>
                <a:gd name="T4" fmla="*/ 24 w 40"/>
                <a:gd name="T5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4">
                  <a:moveTo>
                    <a:pt x="24" y="0"/>
                  </a:moveTo>
                  <a:cubicBezTo>
                    <a:pt x="40" y="0"/>
                    <a:pt x="38" y="20"/>
                    <a:pt x="25" y="24"/>
                  </a:cubicBezTo>
                  <a:cubicBezTo>
                    <a:pt x="0" y="22"/>
                    <a:pt x="6" y="4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228021CB-53B3-4BCC-A14C-0B6951FC971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4198" y="3296179"/>
              <a:ext cx="144445" cy="106083"/>
            </a:xfrm>
            <a:custGeom>
              <a:avLst/>
              <a:gdLst>
                <a:gd name="T0" fmla="*/ 28 w 44"/>
                <a:gd name="T1" fmla="*/ 0 h 35"/>
                <a:gd name="T2" fmla="*/ 42 w 44"/>
                <a:gd name="T3" fmla="*/ 21 h 35"/>
                <a:gd name="T4" fmla="*/ 28 w 44"/>
                <a:gd name="T5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5">
                  <a:moveTo>
                    <a:pt x="28" y="0"/>
                  </a:moveTo>
                  <a:cubicBezTo>
                    <a:pt x="36" y="1"/>
                    <a:pt x="44" y="12"/>
                    <a:pt x="42" y="21"/>
                  </a:cubicBezTo>
                  <a:cubicBezTo>
                    <a:pt x="23" y="35"/>
                    <a:pt x="0" y="7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B353D0BC-00A6-4EA4-9311-9FCB88CC202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4111" y="4387490"/>
              <a:ext cx="151535" cy="75075"/>
            </a:xfrm>
            <a:custGeom>
              <a:avLst/>
              <a:gdLst>
                <a:gd name="T0" fmla="*/ 23 w 46"/>
                <a:gd name="T1" fmla="*/ 0 h 25"/>
                <a:gd name="T2" fmla="*/ 29 w 46"/>
                <a:gd name="T3" fmla="*/ 25 h 25"/>
                <a:gd name="T4" fmla="*/ 23 w 46"/>
                <a:gd name="T5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" h="25">
                  <a:moveTo>
                    <a:pt x="23" y="0"/>
                  </a:moveTo>
                  <a:cubicBezTo>
                    <a:pt x="32" y="1"/>
                    <a:pt x="46" y="21"/>
                    <a:pt x="29" y="25"/>
                  </a:cubicBezTo>
                  <a:cubicBezTo>
                    <a:pt x="10" y="23"/>
                    <a:pt x="0" y="9"/>
                    <a:pt x="2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0E001FD3-6EDD-47A3-9916-826E1595DAB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8041" y="5384813"/>
              <a:ext cx="134697" cy="84051"/>
            </a:xfrm>
            <a:custGeom>
              <a:avLst/>
              <a:gdLst>
                <a:gd name="T0" fmla="*/ 22 w 41"/>
                <a:gd name="T1" fmla="*/ 0 h 28"/>
                <a:gd name="T2" fmla="*/ 8 w 41"/>
                <a:gd name="T3" fmla="*/ 21 h 28"/>
                <a:gd name="T4" fmla="*/ 22 w 41"/>
                <a:gd name="T5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8">
                  <a:moveTo>
                    <a:pt x="22" y="0"/>
                  </a:moveTo>
                  <a:cubicBezTo>
                    <a:pt x="41" y="13"/>
                    <a:pt x="24" y="28"/>
                    <a:pt x="8" y="21"/>
                  </a:cubicBezTo>
                  <a:cubicBezTo>
                    <a:pt x="0" y="8"/>
                    <a:pt x="8" y="0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FE214D5B-D151-4E09-A01E-BEAAF9C679E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33693" y="4595717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3024EF13-0A45-49DD-B0F4-FA3A5169EFFE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046702"/>
              <a:ext cx="144445" cy="102819"/>
            </a:xfrm>
            <a:custGeom>
              <a:avLst/>
              <a:gdLst>
                <a:gd name="T0" fmla="*/ 31 w 44"/>
                <a:gd name="T1" fmla="*/ 1 h 34"/>
                <a:gd name="T2" fmla="*/ 25 w 44"/>
                <a:gd name="T3" fmla="*/ 22 h 34"/>
                <a:gd name="T4" fmla="*/ 31 w 44"/>
                <a:gd name="T5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1"/>
                  </a:moveTo>
                  <a:cubicBezTo>
                    <a:pt x="44" y="3"/>
                    <a:pt x="38" y="34"/>
                    <a:pt x="25" y="22"/>
                  </a:cubicBezTo>
                  <a:cubicBezTo>
                    <a:pt x="0" y="28"/>
                    <a:pt x="14" y="0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95E0BDAE-48A7-4752-A150-74DA4BAE5E4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596" y="3060239"/>
              <a:ext cx="115202" cy="121588"/>
            </a:xfrm>
            <a:custGeom>
              <a:avLst/>
              <a:gdLst>
                <a:gd name="T0" fmla="*/ 16 w 35"/>
                <a:gd name="T1" fmla="*/ 4 h 40"/>
                <a:gd name="T2" fmla="*/ 33 w 35"/>
                <a:gd name="T3" fmla="*/ 15 h 40"/>
                <a:gd name="T4" fmla="*/ 16 w 35"/>
                <a:gd name="T5" fmla="*/ 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5" h="40">
                  <a:moveTo>
                    <a:pt x="16" y="4"/>
                  </a:moveTo>
                  <a:cubicBezTo>
                    <a:pt x="35" y="4"/>
                    <a:pt x="32" y="0"/>
                    <a:pt x="33" y="15"/>
                  </a:cubicBezTo>
                  <a:cubicBezTo>
                    <a:pt x="34" y="40"/>
                    <a:pt x="0" y="22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DE128EDB-3179-4F47-8B37-BEDE3B82FFC7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5265" y="4900335"/>
              <a:ext cx="127608" cy="69362"/>
            </a:xfrm>
            <a:custGeom>
              <a:avLst/>
              <a:gdLst>
                <a:gd name="T0" fmla="*/ 26 w 39"/>
                <a:gd name="T1" fmla="*/ 0 h 23"/>
                <a:gd name="T2" fmla="*/ 26 w 39"/>
                <a:gd name="T3" fmla="*/ 23 h 23"/>
                <a:gd name="T4" fmla="*/ 26 w 39"/>
                <a:gd name="T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3">
                  <a:moveTo>
                    <a:pt x="26" y="0"/>
                  </a:moveTo>
                  <a:cubicBezTo>
                    <a:pt x="39" y="1"/>
                    <a:pt x="38" y="21"/>
                    <a:pt x="26" y="23"/>
                  </a:cubicBezTo>
                  <a:cubicBezTo>
                    <a:pt x="0" y="23"/>
                    <a:pt x="5" y="2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E09CDD49-7B7B-42C0-A09E-6CFB3CDFF6A1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7373" y="5141456"/>
              <a:ext cx="131153" cy="81603"/>
            </a:xfrm>
            <a:custGeom>
              <a:avLst/>
              <a:gdLst>
                <a:gd name="T0" fmla="*/ 25 w 40"/>
                <a:gd name="T1" fmla="*/ 0 h 27"/>
                <a:gd name="T2" fmla="*/ 38 w 40"/>
                <a:gd name="T3" fmla="*/ 20 h 27"/>
                <a:gd name="T4" fmla="*/ 25 w 40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7">
                  <a:moveTo>
                    <a:pt x="25" y="0"/>
                  </a:moveTo>
                  <a:cubicBezTo>
                    <a:pt x="34" y="0"/>
                    <a:pt x="40" y="11"/>
                    <a:pt x="38" y="20"/>
                  </a:cubicBezTo>
                  <a:cubicBezTo>
                    <a:pt x="17" y="27"/>
                    <a:pt x="0" y="12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93C5D839-4CD5-4165-9091-7D9B92CDC1D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12337" y="2598157"/>
              <a:ext cx="134697" cy="81603"/>
            </a:xfrm>
            <a:custGeom>
              <a:avLst/>
              <a:gdLst>
                <a:gd name="T0" fmla="*/ 19 w 41"/>
                <a:gd name="T1" fmla="*/ 0 h 27"/>
                <a:gd name="T2" fmla="*/ 7 w 41"/>
                <a:gd name="T3" fmla="*/ 20 h 27"/>
                <a:gd name="T4" fmla="*/ 19 w 41"/>
                <a:gd name="T5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7">
                  <a:moveTo>
                    <a:pt x="19" y="0"/>
                  </a:moveTo>
                  <a:cubicBezTo>
                    <a:pt x="41" y="9"/>
                    <a:pt x="28" y="27"/>
                    <a:pt x="7" y="20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5" name="Freeform 41">
              <a:extLst>
                <a:ext uri="{FF2B5EF4-FFF2-40B4-BE49-F238E27FC236}">
                  <a16:creationId xmlns:a16="http://schemas.microsoft.com/office/drawing/2014/main" id="{3C7F638A-BB6D-4B24-A7F9-03BF8087459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05830" y="6278710"/>
              <a:ext cx="144445" cy="78339"/>
            </a:xfrm>
            <a:custGeom>
              <a:avLst/>
              <a:gdLst>
                <a:gd name="T0" fmla="*/ 29 w 44"/>
                <a:gd name="T1" fmla="*/ 0 h 26"/>
                <a:gd name="T2" fmla="*/ 26 w 44"/>
                <a:gd name="T3" fmla="*/ 26 h 26"/>
                <a:gd name="T4" fmla="*/ 29 w 44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26">
                  <a:moveTo>
                    <a:pt x="29" y="0"/>
                  </a:moveTo>
                  <a:cubicBezTo>
                    <a:pt x="44" y="3"/>
                    <a:pt x="40" y="22"/>
                    <a:pt x="26" y="26"/>
                  </a:cubicBezTo>
                  <a:cubicBezTo>
                    <a:pt x="0" y="25"/>
                    <a:pt x="11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5B59DB64-329B-45EA-8A67-4213A886B5B2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3998" y="5596726"/>
              <a:ext cx="144445" cy="97107"/>
            </a:xfrm>
            <a:custGeom>
              <a:avLst/>
              <a:gdLst>
                <a:gd name="T0" fmla="*/ 31 w 44"/>
                <a:gd name="T1" fmla="*/ 1 h 32"/>
                <a:gd name="T2" fmla="*/ 43 w 44"/>
                <a:gd name="T3" fmla="*/ 16 h 32"/>
                <a:gd name="T4" fmla="*/ 31 w 44"/>
                <a:gd name="T5" fmla="*/ 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2">
                  <a:moveTo>
                    <a:pt x="31" y="1"/>
                  </a:moveTo>
                  <a:cubicBezTo>
                    <a:pt x="40" y="0"/>
                    <a:pt x="44" y="8"/>
                    <a:pt x="43" y="16"/>
                  </a:cubicBezTo>
                  <a:cubicBezTo>
                    <a:pt x="29" y="32"/>
                    <a:pt x="0" y="7"/>
                    <a:pt x="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D8DAB003-6484-4D1D-85AE-93FA09BC5EF5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97788" y="4080854"/>
              <a:ext cx="131153" cy="84866"/>
            </a:xfrm>
            <a:custGeom>
              <a:avLst/>
              <a:gdLst>
                <a:gd name="T0" fmla="*/ 27 w 40"/>
                <a:gd name="T1" fmla="*/ 1 h 28"/>
                <a:gd name="T2" fmla="*/ 38 w 40"/>
                <a:gd name="T3" fmla="*/ 17 h 28"/>
                <a:gd name="T4" fmla="*/ 27 w 40"/>
                <a:gd name="T5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8">
                  <a:moveTo>
                    <a:pt x="27" y="1"/>
                  </a:moveTo>
                  <a:cubicBezTo>
                    <a:pt x="35" y="0"/>
                    <a:pt x="40" y="10"/>
                    <a:pt x="38" y="17"/>
                  </a:cubicBezTo>
                  <a:cubicBezTo>
                    <a:pt x="17" y="28"/>
                    <a:pt x="0" y="7"/>
                    <a:pt x="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8" name="Freeform 45">
              <a:extLst>
                <a:ext uri="{FF2B5EF4-FFF2-40B4-BE49-F238E27FC236}">
                  <a16:creationId xmlns:a16="http://schemas.microsoft.com/office/drawing/2014/main" id="{D49280A1-ACA8-4CD6-9012-AF12660F07E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5637" y="5836680"/>
              <a:ext cx="144445" cy="102819"/>
            </a:xfrm>
            <a:custGeom>
              <a:avLst/>
              <a:gdLst>
                <a:gd name="T0" fmla="*/ 31 w 44"/>
                <a:gd name="T1" fmla="*/ 0 h 34"/>
                <a:gd name="T2" fmla="*/ 42 w 44"/>
                <a:gd name="T3" fmla="*/ 19 h 34"/>
                <a:gd name="T4" fmla="*/ 31 w 44"/>
                <a:gd name="T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4" h="34">
                  <a:moveTo>
                    <a:pt x="31" y="0"/>
                  </a:moveTo>
                  <a:cubicBezTo>
                    <a:pt x="39" y="0"/>
                    <a:pt x="44" y="12"/>
                    <a:pt x="42" y="19"/>
                  </a:cubicBezTo>
                  <a:cubicBezTo>
                    <a:pt x="25" y="34"/>
                    <a:pt x="0" y="8"/>
                    <a:pt x="3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C03EAE8C-6089-40E5-9361-2E266A1EEBA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24696" y="2830776"/>
              <a:ext cx="121406" cy="81603"/>
            </a:xfrm>
            <a:custGeom>
              <a:avLst/>
              <a:gdLst>
                <a:gd name="T0" fmla="*/ 19 w 37"/>
                <a:gd name="T1" fmla="*/ 1 h 27"/>
                <a:gd name="T2" fmla="*/ 21 w 37"/>
                <a:gd name="T3" fmla="*/ 27 h 27"/>
                <a:gd name="T4" fmla="*/ 19 w 37"/>
                <a:gd name="T5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7">
                  <a:moveTo>
                    <a:pt x="19" y="1"/>
                  </a:moveTo>
                  <a:cubicBezTo>
                    <a:pt x="31" y="2"/>
                    <a:pt x="37" y="24"/>
                    <a:pt x="21" y="27"/>
                  </a:cubicBezTo>
                  <a:cubicBezTo>
                    <a:pt x="1" y="27"/>
                    <a:pt x="0" y="0"/>
                    <a:pt x="1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02E3A077-F087-4E14-A13E-4E9D4369B1F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82841" y="3849727"/>
              <a:ext cx="147990" cy="78339"/>
            </a:xfrm>
            <a:custGeom>
              <a:avLst/>
              <a:gdLst>
                <a:gd name="T0" fmla="*/ 22 w 45"/>
                <a:gd name="T1" fmla="*/ 0 h 26"/>
                <a:gd name="T2" fmla="*/ 28 w 45"/>
                <a:gd name="T3" fmla="*/ 26 h 26"/>
                <a:gd name="T4" fmla="*/ 22 w 45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5" h="26">
                  <a:moveTo>
                    <a:pt x="22" y="0"/>
                  </a:moveTo>
                  <a:cubicBezTo>
                    <a:pt x="32" y="2"/>
                    <a:pt x="45" y="22"/>
                    <a:pt x="28" y="26"/>
                  </a:cubicBezTo>
                  <a:cubicBezTo>
                    <a:pt x="10" y="24"/>
                    <a:pt x="0" y="9"/>
                    <a:pt x="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7CE4FAAA-45E7-4C86-B59A-F284B79EFD23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8098" y="3616257"/>
              <a:ext cx="133812" cy="79154"/>
            </a:xfrm>
            <a:custGeom>
              <a:avLst/>
              <a:gdLst>
                <a:gd name="T0" fmla="*/ 19 w 41"/>
                <a:gd name="T1" fmla="*/ 0 h 26"/>
                <a:gd name="T2" fmla="*/ 7 w 41"/>
                <a:gd name="T3" fmla="*/ 19 h 26"/>
                <a:gd name="T4" fmla="*/ 19 w 41"/>
                <a:gd name="T5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26">
                  <a:moveTo>
                    <a:pt x="19" y="0"/>
                  </a:moveTo>
                  <a:cubicBezTo>
                    <a:pt x="41" y="9"/>
                    <a:pt x="28" y="26"/>
                    <a:pt x="7" y="19"/>
                  </a:cubicBezTo>
                  <a:cubicBezTo>
                    <a:pt x="0" y="8"/>
                    <a:pt x="7" y="1"/>
                    <a:pt x="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E2689B62-CCA1-4EE5-B622-FBA516868916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076712" y="6507925"/>
              <a:ext cx="127608" cy="81603"/>
            </a:xfrm>
            <a:custGeom>
              <a:avLst/>
              <a:gdLst>
                <a:gd name="T0" fmla="*/ 21 w 39"/>
                <a:gd name="T1" fmla="*/ 2 h 27"/>
                <a:gd name="T2" fmla="*/ 26 w 39"/>
                <a:gd name="T3" fmla="*/ 24 h 27"/>
                <a:gd name="T4" fmla="*/ 21 w 39"/>
                <a:gd name="T5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9" h="27">
                  <a:moveTo>
                    <a:pt x="21" y="2"/>
                  </a:moveTo>
                  <a:cubicBezTo>
                    <a:pt x="36" y="0"/>
                    <a:pt x="39" y="17"/>
                    <a:pt x="26" y="24"/>
                  </a:cubicBezTo>
                  <a:cubicBezTo>
                    <a:pt x="8" y="27"/>
                    <a:pt x="0" y="9"/>
                    <a:pt x="21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113638EE-3BCF-4315-A329-3C6766A3890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141853" y="34906"/>
              <a:ext cx="131153" cy="88130"/>
            </a:xfrm>
            <a:custGeom>
              <a:avLst/>
              <a:gdLst>
                <a:gd name="T0" fmla="*/ 26 w 40"/>
                <a:gd name="T1" fmla="*/ 0 h 29"/>
                <a:gd name="T2" fmla="*/ 39 w 40"/>
                <a:gd name="T3" fmla="*/ 20 h 29"/>
                <a:gd name="T4" fmla="*/ 26 w 40"/>
                <a:gd name="T5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" h="29">
                  <a:moveTo>
                    <a:pt x="26" y="0"/>
                  </a:moveTo>
                  <a:cubicBezTo>
                    <a:pt x="34" y="0"/>
                    <a:pt x="40" y="10"/>
                    <a:pt x="39" y="20"/>
                  </a:cubicBezTo>
                  <a:cubicBezTo>
                    <a:pt x="17" y="29"/>
                    <a:pt x="0" y="10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4FB36B8F-335B-40F2-83BB-C2B2689DC2E9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1301184" y="6639670"/>
              <a:ext cx="134697" cy="97107"/>
            </a:xfrm>
            <a:custGeom>
              <a:avLst/>
              <a:gdLst>
                <a:gd name="T0" fmla="*/ 25 w 41"/>
                <a:gd name="T1" fmla="*/ 0 h 32"/>
                <a:gd name="T2" fmla="*/ 4 w 41"/>
                <a:gd name="T3" fmla="*/ 18 h 32"/>
                <a:gd name="T4" fmla="*/ 25 w 41"/>
                <a:gd name="T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32">
                  <a:moveTo>
                    <a:pt x="25" y="0"/>
                  </a:moveTo>
                  <a:cubicBezTo>
                    <a:pt x="41" y="13"/>
                    <a:pt x="15" y="32"/>
                    <a:pt x="4" y="18"/>
                  </a:cubicBezTo>
                  <a:cubicBezTo>
                    <a:pt x="0" y="5"/>
                    <a:pt x="1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05E913-A9D9-4639-B104-1F07A4AF6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502920"/>
            <a:ext cx="963401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940CEB-B6D7-46E6-9843-515342140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1874520"/>
            <a:ext cx="963401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AC8B5-8DFB-4920-8580-54824C831A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3736" y="6382512"/>
            <a:ext cx="28459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E2D5D-B616-4048-9CB8-4D316BBDB1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754871" y="2093199"/>
            <a:ext cx="4157472" cy="41608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322F0-8F3D-4AC5-9873-24666D0E0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919" y="6382512"/>
            <a:ext cx="5009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2"/>
                </a:solidFill>
              </a:defRPr>
            </a:lvl1pPr>
          </a:lstStyle>
          <a:p>
            <a:fld id="{4C8B8A27-DF03-4546-BA93-21C967D57E5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18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  <p:sldLayoutId id="2147483693" r:id="rId21"/>
    <p:sldLayoutId id="2147483694" r:id="rId22"/>
    <p:sldLayoutId id="2147483695" r:id="rId23"/>
    <p:sldLayoutId id="2147483696" r:id="rId24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Clr>
          <a:schemeClr val="bg2">
            <a:lumMod val="7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bg2">
            <a:lumMod val="75000"/>
          </a:schemeClr>
        </a:buClr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85750" algn="l" defTabSz="914400" rtl="0" eaLnBrk="1" latinLnBrk="0" hangingPunct="1">
        <a:lnSpc>
          <a:spcPct val="150000"/>
        </a:lnSpc>
        <a:spcBef>
          <a:spcPts val="500"/>
        </a:spcBef>
        <a:buClr>
          <a:schemeClr val="bg2">
            <a:lumMod val="75000"/>
          </a:schemeClr>
        </a:buClr>
        <a:buFont typeface="Arial" panose="020B0604020202020204" pitchFamily="34" charset="0"/>
        <a:buChar char="•"/>
        <a:defRPr sz="16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54864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bg2">
            <a:lumMod val="75000"/>
          </a:schemeClr>
        </a:buClr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834390" indent="-285750" algn="l" defTabSz="914400" rtl="0" eaLnBrk="1" latinLnBrk="0" hangingPunct="1">
        <a:lnSpc>
          <a:spcPct val="150000"/>
        </a:lnSpc>
        <a:spcBef>
          <a:spcPts val="500"/>
        </a:spcBef>
        <a:buClr>
          <a:schemeClr val="bg2">
            <a:lumMod val="7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99" descr="Photo of a beach with a paddleboarder in the background&#10;">
            <a:extLst>
              <a:ext uri="{FF2B5EF4-FFF2-40B4-BE49-F238E27FC236}">
                <a16:creationId xmlns:a16="http://schemas.microsoft.com/office/drawing/2014/main" id="{EC0D392E-82AA-A0FB-17D0-03C09761DA6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7802" b="7802"/>
          <a:stretch/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5224AF3-8A06-5D1E-F762-4E225CD644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704899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anchor="ctr"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5FFE5-A84F-6540-E500-752EBB22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552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109" name="Picture Placeholder 4" descr="Photo of a surfer in the barrel of a wave">
            <a:extLst>
              <a:ext uri="{FF2B5EF4-FFF2-40B4-BE49-F238E27FC236}">
                <a16:creationId xmlns:a16="http://schemas.microsoft.com/office/drawing/2014/main" id="{D8EE3B24-7365-A231-2BD2-CE01EF58E3B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17270" b="17270"/>
          <a:stretch/>
        </p:blipFill>
        <p:spPr/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EFB9C7-4F4E-2018-4990-883919E55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085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12" name="Picture Placeholder 11" descr="A person holding a surfboard on a rocky beach">
            <a:extLst>
              <a:ext uri="{FF2B5EF4-FFF2-40B4-BE49-F238E27FC236}">
                <a16:creationId xmlns:a16="http://schemas.microsoft.com/office/drawing/2014/main" id="{5FC7A7AE-AE05-5D3E-ED1B-70D209C7C60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" r="72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5E2382-4EE8-2ED5-8D79-EE286B12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232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8E7BA-BD5F-0FCE-3ED4-C069C769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5C926-FA61-1759-2487-2C8A85D5A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7F826-4F2C-52A1-9751-3302B5B7B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297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96" descr="Photo of woman surfer paddling out in the ocean">
            <a:extLst>
              <a:ext uri="{FF2B5EF4-FFF2-40B4-BE49-F238E27FC236}">
                <a16:creationId xmlns:a16="http://schemas.microsoft.com/office/drawing/2014/main" id="{BB6EB486-5E10-D966-278F-F4B259DB5BE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" b="22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 anchor="b"/>
          <a:lstStyle/>
          <a:p>
            <a:r>
              <a:rPr lang="en-US" dirty="0"/>
              <a:t>Selecting visual aids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CEBD4-35BF-26BB-D438-DA43EBD5EE8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noFill/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10038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C54B6-9BE0-40DF-D125-E1BF6F44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ABA1B-AEF5-34D6-0339-0BBC1C9402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3EB6A5-23B1-9944-CC8F-91C2EB122BC6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4D6F6-CDBC-ABDC-CCE7-0A283CA57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29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ACD34-FDB5-485C-19F6-A37753027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6D873-BD2C-40D1-F9B9-E2FD80FB49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16A9F-A602-7151-62EE-7F34D4E7AF84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2190EC-AC49-657B-ABD5-38CCC8F1D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728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pic>
        <p:nvPicPr>
          <p:cNvPr id="68" name="Picture Placeholder 13" descr="Photo of a wave">
            <a:extLst>
              <a:ext uri="{FF2B5EF4-FFF2-40B4-BE49-F238E27FC236}">
                <a16:creationId xmlns:a16="http://schemas.microsoft.com/office/drawing/2014/main" id="{82EB62C0-A0B6-0213-7723-EDA6F912506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32038" r="32038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</p:spTree>
    <p:extLst>
      <p:ext uri="{BB962C8B-B14F-4D97-AF65-F5344CB8AC3E}">
        <p14:creationId xmlns:p14="http://schemas.microsoft.com/office/powerpoint/2010/main" val="1065280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Dynamic delivery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17" name="Table Placeholder 2">
            <a:extLst>
              <a:ext uri="{FF2B5EF4-FFF2-40B4-BE49-F238E27FC236}">
                <a16:creationId xmlns:a16="http://schemas.microsoft.com/office/drawing/2014/main" id="{811B215D-DCBD-6236-35C8-8D6BC41C26F2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671587547"/>
              </p:ext>
            </p:extLst>
          </p:nvPr>
        </p:nvGraphicFramePr>
        <p:xfrm>
          <a:off x="4038600" y="2322513"/>
          <a:ext cx="7315200" cy="4071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96445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96445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96445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96445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96445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79652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Avenir Next LT Pro" panose="020B0504020202020204" pitchFamily="34" charset="77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A871F7-94F2-0417-056C-DF27DE0C3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F6D4F-4D72-97ED-019C-D00F8224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32A7B-5D4C-20BD-5193-1DD7DD0152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4E873-FD38-58BD-DB94-C9FFB68FE80E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FB6AF4-F861-1761-7858-B84CDDB2C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41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24505B-C72D-0780-8E17-2D37C9B98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graphicFrame>
        <p:nvGraphicFramePr>
          <p:cNvPr id="5" name="Table Placeholder 3">
            <a:extLst>
              <a:ext uri="{FF2B5EF4-FFF2-40B4-BE49-F238E27FC236}">
                <a16:creationId xmlns:a16="http://schemas.microsoft.com/office/drawing/2014/main" id="{73109D4A-38BA-EF0C-1420-EC1622ADFB15}"/>
              </a:ext>
            </a:extLst>
          </p:cNvPr>
          <p:cNvGraphicFramePr>
            <a:graphicFrameLocks noGrp="1"/>
          </p:cNvGraphicFramePr>
          <p:nvPr>
            <p:ph sz="half" idx="15"/>
            <p:extLst>
              <p:ext uri="{D42A27DB-BD31-4B8C-83A1-F6EECF244321}">
                <p14:modId xmlns:p14="http://schemas.microsoft.com/office/powerpoint/2010/main" val="3410662444"/>
              </p:ext>
            </p:extLst>
          </p:nvPr>
        </p:nvGraphicFramePr>
        <p:xfrm>
          <a:off x="836613" y="2322513"/>
          <a:ext cx="10515600" cy="4071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78528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Impact factor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Measurement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Target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Achieved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78528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Audience interaction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Percentage (%)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85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88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78528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Knowledge retention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Percentage (%)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75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80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78528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Post-presentation surveys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Average rating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4.2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4.5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78528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Referral rate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Percentage (%)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10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12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78528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Collaboration opportunities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# of opportunities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8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10</a:t>
                      </a:r>
                      <a:endParaRPr lang="en-US" b="0" i="0" dirty="0">
                        <a:latin typeface="Avenir Next LT Pro" panose="020B0504020202020204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C34EF6-D872-E0E7-4833-963CEF35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46D540-DAC3-0951-4621-D0FEFDB37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pic>
        <p:nvPicPr>
          <p:cNvPr id="5" name="Picture Placeholder 5" descr="Photo of 3 surfers running into the ocean with their boards">
            <a:extLst>
              <a:ext uri="{FF2B5EF4-FFF2-40B4-BE49-F238E27FC236}">
                <a16:creationId xmlns:a16="http://schemas.microsoft.com/office/drawing/2014/main" id="{A3F28DA5-AE37-D1F6-2C81-C2C18006A0D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" r="40"/>
          <a:stretch/>
        </p:blipFill>
        <p:spPr/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6E74A6-77B3-06D3-96C9-6A78FA037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652467"/>
      </p:ext>
    </p:extLst>
  </p:cSld>
  <p:clrMapOvr>
    <a:masterClrMapping/>
  </p:clrMapOvr>
</p:sld>
</file>

<file path=ppt/theme/theme1.xml><?xml version="1.0" encoding="utf-8"?>
<a:theme xmlns:a="http://schemas.openxmlformats.org/drawingml/2006/main" name="BohemianVTI">
  <a:themeElements>
    <a:clrScheme name="Boho">
      <a:dk1>
        <a:sysClr val="windowText" lastClr="000000"/>
      </a:dk1>
      <a:lt1>
        <a:sysClr val="window" lastClr="FFFFFF"/>
      </a:lt1>
      <a:dk2>
        <a:srgbClr val="323232"/>
      </a:dk2>
      <a:lt2>
        <a:srgbClr val="F4F1EF"/>
      </a:lt2>
      <a:accent1>
        <a:srgbClr val="8F4F58"/>
      </a:accent1>
      <a:accent2>
        <a:srgbClr val="D09182"/>
      </a:accent2>
      <a:accent3>
        <a:srgbClr val="C7A085"/>
      </a:accent3>
      <a:accent4>
        <a:srgbClr val="ADA085"/>
      </a:accent4>
      <a:accent5>
        <a:srgbClr val="5F787F"/>
      </a:accent5>
      <a:accent6>
        <a:srgbClr val="5A6768"/>
      </a:accent6>
      <a:hlink>
        <a:srgbClr val="A25872"/>
      </a:hlink>
      <a:folHlink>
        <a:srgbClr val="667A7E"/>
      </a:folHlink>
    </a:clrScheme>
    <a:fontScheme name="modern love avenir">
      <a:majorFont>
        <a:latin typeface="Century Gothic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hemianVTI" id="{B5E50611-F7C7-47BC-81A6-BE9493DF8677}" vid="{7A26D0DD-A1A5-444B-B0FB-E7DB9E2D04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01C85DE-EE24-465C-A0D0-2184B5E09C7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DC8FB3A-5C51-47A0-8C43-70AA3DE7567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C25D35A-9772-4859-B2D4-518046CF81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BohemianVTI</Template>
  <TotalTime>0</TotalTime>
  <Words>432</Words>
  <Application>Microsoft Office PowerPoint</Application>
  <PresentationFormat>Widescreen</PresentationFormat>
  <Paragraphs>133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BohemianVTI</vt:lpstr>
      <vt:lpstr>Basic Presentation</vt:lpstr>
      <vt:lpstr>Agenda</vt:lpstr>
      <vt:lpstr>The power of communication</vt:lpstr>
      <vt:lpstr>Overcoming nervousness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2026-07-16T05:43:26Z</dcterms:created>
  <dcterms:modified xsi:type="dcterms:W3CDTF">2026-07-16T05:43:30Z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