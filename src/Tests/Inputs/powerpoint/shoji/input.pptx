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8"/>
  </p:notesMasterIdLst>
  <p:handoutMasterIdLst>
    <p:handoutMasterId r:id="rId19"/>
  </p:handoutMasterIdLst>
  <p:sldIdLst>
    <p:sldId id="315" r:id="rId5"/>
    <p:sldId id="266" r:id="rId6"/>
    <p:sldId id="314" r:id="rId7"/>
    <p:sldId id="271" r:id="rId8"/>
    <p:sldId id="309" r:id="rId9"/>
    <p:sldId id="256" r:id="rId10"/>
    <p:sldId id="312" r:id="rId11"/>
    <p:sldId id="305" r:id="rId12"/>
    <p:sldId id="310" r:id="rId13"/>
    <p:sldId id="316" r:id="rId14"/>
    <p:sldId id="313" r:id="rId15"/>
    <p:sldId id="300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63" y="9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74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55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2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03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518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12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66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72153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602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897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8559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056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4C61DF6-3A2D-55DA-8448-C2D07707E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340BB-A35D-C47D-F28F-6FBE043F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CDAB0E-1B08-9A3E-38B2-E60401CC0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A4B38-C41B-0C14-CB28-67E972112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D99EC-B9CC-A1AC-EFF4-B65977F54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280CA-3626-981C-CF19-E559E0DA8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5C9117-F419-BD57-1080-86A4D1360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54386-29C8-95E0-C9D9-78F27AD2E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68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9220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333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580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78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242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73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76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305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88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7213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792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378576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198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sz="1800"/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sz="1800"/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sz="1800"/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5075238" y="461735"/>
            <a:ext cx="6473842" cy="386715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941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869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590046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1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682" r:id="rId24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41" name="Picture Placeholder 40" descr="A large room with glass walls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80" r="7980"/>
          <a:stretch/>
        </p:blipFill>
        <p:spPr/>
      </p:pic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5" name="Picture Placeholder 4" descr="People in the middle of a circular room ">
            <a:extLst>
              <a:ext uri="{FF2B5EF4-FFF2-40B4-BE49-F238E27FC236}">
                <a16:creationId xmlns:a16="http://schemas.microsoft.com/office/drawing/2014/main" id="{0CEB905B-7FDD-4B1A-96BF-B5A081A25F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18" r="7618"/>
          <a:stretch/>
        </p:blipFill>
        <p:spPr/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9" name="Content Placeholder 8" descr="Person alone in an office">
            <a:extLst>
              <a:ext uri="{FF2B5EF4-FFF2-40B4-BE49-F238E27FC236}">
                <a16:creationId xmlns:a16="http://schemas.microsoft.com/office/drawing/2014/main" id="{2C6BF86C-38BB-3B7E-9F36-9166C538BD1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038"/>
            <a:ext cx="4613275" cy="6855923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b">
            <a:normAutofit/>
          </a:bodyPr>
          <a:lstStyle/>
          <a:p>
            <a:r>
              <a:rPr lang="en-US" dirty="0"/>
              <a:t>Selecting visual aids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94F61A-46C1-B831-7EC4-687DF1C75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11154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r>
              <a:rPr lang="en-US" dirty="0"/>
              <a:t>Voice modulation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Effective body language enhances your message, making it more impactful </a:t>
            </a:r>
            <a:r>
              <a:rPr lang="en-US"/>
              <a:t>and memorable:</a:t>
            </a:r>
            <a:endParaRPr lang="en-US" dirty="0"/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123070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63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2769-08DE-E62F-163A-27A5442A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3192-D337-8C2E-FAAC-9B46B5DFBD2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</p:spTree>
    <p:extLst>
      <p:ext uri="{BB962C8B-B14F-4D97-AF65-F5344CB8AC3E}">
        <p14:creationId xmlns:p14="http://schemas.microsoft.com/office/powerpoint/2010/main" val="406505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53CE196-36B9-5361-5120-20DF8B3B5581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2347872384"/>
              </p:ext>
            </p:extLst>
          </p:nvPr>
        </p:nvGraphicFramePr>
        <p:xfrm>
          <a:off x="5075238" y="461963"/>
          <a:ext cx="6473823" cy="365760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038538">
                  <a:extLst>
                    <a:ext uri="{9D8B030D-6E8A-4147-A177-3AD203B41FA5}">
                      <a16:colId xmlns:a16="http://schemas.microsoft.com/office/drawing/2014/main" val="1123561819"/>
                    </a:ext>
                  </a:extLst>
                </a:gridCol>
                <a:gridCol w="2097154">
                  <a:extLst>
                    <a:ext uri="{9D8B030D-6E8A-4147-A177-3AD203B41FA5}">
                      <a16:colId xmlns:a16="http://schemas.microsoft.com/office/drawing/2014/main" val="1296588374"/>
                    </a:ext>
                  </a:extLst>
                </a:gridCol>
                <a:gridCol w="1178835">
                  <a:extLst>
                    <a:ext uri="{9D8B030D-6E8A-4147-A177-3AD203B41FA5}">
                      <a16:colId xmlns:a16="http://schemas.microsoft.com/office/drawing/2014/main" val="1285016582"/>
                    </a:ext>
                  </a:extLst>
                </a:gridCol>
                <a:gridCol w="1159296">
                  <a:extLst>
                    <a:ext uri="{9D8B030D-6E8A-4147-A177-3AD203B41FA5}">
                      <a16:colId xmlns:a16="http://schemas.microsoft.com/office/drawing/2014/main" val="4218447726"/>
                    </a:ext>
                  </a:extLst>
                </a:gridCol>
              </a:tblGrid>
              <a:tr h="477078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342107652"/>
                  </a:ext>
                </a:extLst>
              </a:tr>
              <a:tr h="795131">
                <a:tc>
                  <a:txBody>
                    <a:bodyPr/>
                    <a:lstStyle/>
                    <a:p>
                      <a:r>
                        <a:rPr lang="en-US" dirty="0"/>
                        <a:t>Audience attendance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attendees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57143556"/>
                  </a:ext>
                </a:extLst>
              </a:tr>
              <a:tr h="795131">
                <a:tc>
                  <a:txBody>
                    <a:bodyPr/>
                    <a:lstStyle/>
                    <a:p>
                      <a:r>
                        <a:rPr lang="en-US" dirty="0"/>
                        <a:t>Engagement duration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Minutes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328625713"/>
                  </a:ext>
                </a:extLst>
              </a:tr>
              <a:tr h="795131">
                <a:tc>
                  <a:txBody>
                    <a:bodyPr/>
                    <a:lstStyle/>
                    <a:p>
                      <a:r>
                        <a:rPr lang="en-US" dirty="0"/>
                        <a:t>Q&amp;A interaction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questions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80048660"/>
                  </a:ext>
                </a:extLst>
              </a:tr>
              <a:tr h="795131">
                <a:tc>
                  <a:txBody>
                    <a:bodyPr/>
                    <a:lstStyle/>
                    <a:p>
                      <a:r>
                        <a:rPr lang="en-US" dirty="0"/>
                        <a:t>Positive feedback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51585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01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r>
              <a:rPr lang="en-US" dirty="0"/>
              <a:t>Consistent rehearsal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78F1DC-7EF8-5514-E97B-D47663F284D3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4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E67981-079D-4463-B997-67E6CA03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9" name="Table 9">
            <a:extLst>
              <a:ext uri="{FF2B5EF4-FFF2-40B4-BE49-F238E27FC236}">
                <a16:creationId xmlns:a16="http://schemas.microsoft.com/office/drawing/2014/main" id="{AEFEE5B3-A51E-DC59-9595-7A6911D82E62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313099663"/>
              </p:ext>
            </p:extLst>
          </p:nvPr>
        </p:nvGraphicFramePr>
        <p:xfrm>
          <a:off x="1630363" y="2757488"/>
          <a:ext cx="9918700" cy="33832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793037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2890770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524636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710257">
                  <a:extLst>
                    <a:ext uri="{9D8B030D-6E8A-4147-A177-3AD203B41FA5}">
                      <a16:colId xmlns:a16="http://schemas.microsoft.com/office/drawing/2014/main" val="1854486728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Impact factor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Measurement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Achieved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80162812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52231563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392331104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04673958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marT="9144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marT="91440" anchor="ctr"/>
                </a:tc>
                <a:extLst>
                  <a:ext uri="{0D108BD9-81ED-4DB2-BD59-A6C34878D82A}">
                    <a16:rowId xmlns:a16="http://schemas.microsoft.com/office/drawing/2014/main" val="2166282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02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55816F-F516-477A-8EF2-D8CA2026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ShojiVTI</Template>
  <TotalTime>0</TotalTime>
  <Words>417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ShojiVTI</vt:lpstr>
      <vt:lpstr>Basic Presentation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2026-07-16T05:49:10Z</dcterms:created>
  <dcterms:modified xsi:type="dcterms:W3CDTF">2026-07-16T05:49:13Z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