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56" r:id="rId2"/>
    <p:sldId id="275" r:id="rId3"/>
    <p:sldId id="276" r:id="rId4"/>
    <p:sldId id="286" r:id="rId5"/>
    <p:sldId id="278" r:id="rId6"/>
    <p:sldId id="279" r:id="rId7"/>
    <p:sldId id="290" r:id="rId8"/>
    <p:sldId id="289" r:id="rId9"/>
    <p:sldId id="283" r:id="rId10"/>
    <p:sldId id="287" r:id="rId11"/>
    <p:sldId id="265" r:id="rId12"/>
    <p:sldId id="266" r:id="rId13"/>
    <p:sldId id="274"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00"/>
    <p:restoredTop sz="94626"/>
  </p:normalViewPr>
  <p:slideViewPr>
    <p:cSldViewPr snapToGrid="0">
      <p:cViewPr>
        <p:scale>
          <a:sx n="116" d="100"/>
          <a:sy n="116" d="100"/>
        </p:scale>
        <p:origin x="672" y="-258"/>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16/7/layout/HorizontalActionList" loCatId="list" qsTypeId="urn:microsoft.com/office/officeart/2005/8/quickstyle/simple1" qsCatId="simple" csTypeId="urn:microsoft.com/office/officeart/2005/8/colors/accent1_3" csCatId="accent1" phldr="1"/>
      <dgm:spPr/>
      <dgm:t>
        <a:bodyPr/>
        <a:lstStyle/>
        <a:p>
          <a:endParaRPr lang="en-US"/>
        </a:p>
      </dgm:t>
    </dgm:pt>
    <dgm:pt modelId="{8FE81FEC-2664-411F-AEB3-065F29F52751}">
      <dgm:prSet/>
      <dgm:spPr>
        <a:solidFill>
          <a:schemeClr val="accent1">
            <a:lumMod val="60000"/>
            <a:lumOff val="40000"/>
            <a:alpha val="68000"/>
          </a:schemeClr>
        </a:solidFill>
        <a:ln>
          <a:noFill/>
        </a:ln>
      </dgm:spPr>
      <dgm:t>
        <a:bodyPr lIns="182880" tIns="182880" rIns="182880" bIns="182880"/>
        <a:lstStyle/>
        <a:p>
          <a:pPr marL="0" rtl="0">
            <a:lnSpc>
              <a:spcPct val="100000"/>
            </a:lnSpc>
            <a:buNone/>
          </a:pPr>
          <a:r>
            <a:rPr lang="en-US" b="0" i="0" dirty="0">
              <a:latin typeface="Avenir Next LT Pro" panose="020B0504020202020204" pitchFamily="34" charset="77"/>
            </a:rPr>
            <a:t>Deploy </a:t>
          </a:r>
          <a:r>
            <a:rPr lang="en-US" b="1" i="0" dirty="0">
              <a:latin typeface="Avenir Next LT Pro" panose="020B0504020202020204" pitchFamily="34" charset="77"/>
            </a:rPr>
            <a:t>strategic networks with compelling</a:t>
          </a:r>
          <a:r>
            <a:rPr lang="en-US" b="0" i="0" dirty="0">
              <a:latin typeface="Avenir Next LT Pro" panose="020B0504020202020204" pitchFamily="34" charset="77"/>
            </a:rPr>
            <a:t>                 e-business needs</a:t>
          </a:r>
        </a:p>
      </dgm:t>
    </dgm:pt>
    <dgm:pt modelId="{BCBC007E-0269-421B-9C41-DE26D5C3A822}" type="parTrans" cxnId="{711E093C-AD42-45A4-8D40-A2D39702062E}">
      <dgm:prSet/>
      <dgm:spPr/>
      <dgm:t>
        <a:bodyPr/>
        <a:lstStyle/>
        <a:p>
          <a:endParaRPr lang="en-US"/>
        </a:p>
      </dgm:t>
    </dgm:pt>
    <dgm:pt modelId="{80230EB7-7230-4881-A631-309C07417378}" type="sibTrans" cxnId="{711E093C-AD42-45A4-8D40-A2D39702062E}">
      <dgm:prSet/>
      <dgm:spPr/>
      <dgm:t>
        <a:bodyPr/>
        <a:lstStyle/>
        <a:p>
          <a:endParaRPr lang="en-US"/>
        </a:p>
      </dgm:t>
    </dgm:pt>
    <dgm:pt modelId="{73D947E0-108F-4D20-A71E-3CF329F97212}">
      <dgm:prSet phldr="0" custT="1"/>
      <dgm:spPr>
        <a:ln>
          <a:noFill/>
        </a:ln>
      </dgm:spPr>
      <dgm:t>
        <a:bodyPr/>
        <a:lstStyle/>
        <a:p>
          <a:pPr marL="0" rtl="0"/>
          <a:r>
            <a:rPr lang="en-US" sz="2000" b="0" i="0" dirty="0">
              <a:latin typeface="Avenir Next LT Pro" panose="020B0504020202020204" pitchFamily="34" charset="77"/>
            </a:rPr>
            <a:t>PLANNING</a:t>
          </a:r>
        </a:p>
      </dgm:t>
    </dgm:pt>
    <dgm:pt modelId="{9D249532-A24D-4D8F-848A-9F42F2E486C9}" type="parTrans" cxnId="{A0077D09-C12C-46D0-8DF7-194B6911362A}">
      <dgm:prSet/>
      <dgm:spPr/>
      <dgm:t>
        <a:bodyPr/>
        <a:lstStyle/>
        <a:p>
          <a:endParaRPr lang="en-US"/>
        </a:p>
      </dgm:t>
    </dgm:pt>
    <dgm:pt modelId="{AE813459-65AB-4FA9-B717-330DDA6DFA4E}" type="sibTrans" cxnId="{A0077D09-C12C-46D0-8DF7-194B6911362A}">
      <dgm:prSet/>
      <dgm:spPr/>
      <dgm:t>
        <a:bodyPr/>
        <a:lstStyle/>
        <a:p>
          <a:endParaRPr lang="en-US"/>
        </a:p>
      </dgm:t>
    </dgm:pt>
    <dgm:pt modelId="{30A490C8-22B4-4D68-875C-0F0DE2FF864D}">
      <dgm:prSet phldr="0"/>
      <dgm:spPr>
        <a:solidFill>
          <a:schemeClr val="accent1">
            <a:lumMod val="60000"/>
            <a:lumOff val="40000"/>
            <a:alpha val="63879"/>
          </a:schemeClr>
        </a:solidFill>
        <a:ln>
          <a:noFill/>
        </a:ln>
      </dgm:spPr>
      <dgm:t>
        <a:bodyPr/>
        <a:lstStyle/>
        <a:p>
          <a:pPr marL="0">
            <a:lnSpc>
              <a:spcPct val="100000"/>
            </a:lnSpc>
          </a:pPr>
          <a:r>
            <a:rPr lang="en-US" b="0" i="0" dirty="0">
              <a:latin typeface="Avenir Next LT Pro" panose="020B0504020202020204" pitchFamily="34" charset="77"/>
            </a:rPr>
            <a:t>Synergize</a:t>
          </a:r>
          <a:r>
            <a:rPr lang="en-US" b="0" i="0" dirty="0">
              <a:latin typeface="Avenir Next LT Pro Light" panose="020B0304020202020204" pitchFamily="34" charset="77"/>
            </a:rPr>
            <a:t> </a:t>
          </a:r>
          <a:r>
            <a:rPr lang="en-US" b="1" i="0" dirty="0">
              <a:latin typeface="Avenir Next LT Pro" panose="020B0504020202020204" pitchFamily="34" charset="77"/>
            </a:rPr>
            <a:t>scalable e-commerce</a:t>
          </a:r>
        </a:p>
      </dgm:t>
    </dgm:pt>
    <dgm:pt modelId="{035C64B0-4F0C-4FD1-BD23-B1D4C9887CBE}" type="parTrans" cxnId="{381FE1CC-8184-4745-8EB3-6DE11655998D}">
      <dgm:prSet/>
      <dgm:spPr/>
      <dgm:t>
        <a:bodyPr/>
        <a:lstStyle/>
        <a:p>
          <a:endParaRPr lang="en-US"/>
        </a:p>
      </dgm:t>
    </dgm:pt>
    <dgm:pt modelId="{45495DA8-8707-41E3-A12B-FA5766269C44}" type="sibTrans" cxnId="{381FE1CC-8184-4745-8EB3-6DE11655998D}">
      <dgm:prSet/>
      <dgm:spPr/>
      <dgm:t>
        <a:bodyPr/>
        <a:lstStyle/>
        <a:p>
          <a:endParaRPr lang="en-US"/>
        </a:p>
      </dgm:t>
    </dgm:pt>
    <dgm:pt modelId="{B1AFA1AF-0FF8-45B3-A6D0-0E255A2F637D}">
      <dgm:prSet phldr="0" custT="1"/>
      <dgm:spPr>
        <a:solidFill>
          <a:schemeClr val="accent1">
            <a:lumMod val="75000"/>
            <a:alpha val="52980"/>
          </a:schemeClr>
        </a:solidFill>
        <a:ln>
          <a:noFill/>
        </a:ln>
      </dgm:spPr>
      <dgm:t>
        <a:bodyPr/>
        <a:lstStyle/>
        <a:p>
          <a:pPr marL="0"/>
          <a:r>
            <a:rPr lang="en-US" sz="2000" b="0" i="0" dirty="0">
              <a:latin typeface="Avenir Next LT Pro" panose="020B0504020202020204" pitchFamily="34" charset="77"/>
            </a:rPr>
            <a:t>MARKETING</a:t>
          </a:r>
        </a:p>
      </dgm:t>
    </dgm:pt>
    <dgm:pt modelId="{10C68AF5-481C-45AA-A216-8BBBB04515B9}" type="parTrans" cxnId="{F28D7702-2FC3-49BD-BB13-C989E5EE622A}">
      <dgm:prSet/>
      <dgm:spPr/>
      <dgm:t>
        <a:bodyPr/>
        <a:lstStyle/>
        <a:p>
          <a:endParaRPr lang="en-US"/>
        </a:p>
      </dgm:t>
    </dgm:pt>
    <dgm:pt modelId="{88649F7A-400B-4056-965D-C9AC0B3AD942}" type="sibTrans" cxnId="{F28D7702-2FC3-49BD-BB13-C989E5EE622A}">
      <dgm:prSet/>
      <dgm:spPr/>
      <dgm:t>
        <a:bodyPr/>
        <a:lstStyle/>
        <a:p>
          <a:endParaRPr lang="en-US"/>
        </a:p>
      </dgm:t>
    </dgm:pt>
    <dgm:pt modelId="{50418D2B-9486-42DE-AFDD-1D31420040FF}">
      <dgm:prSet phldr="0"/>
      <dgm:spPr>
        <a:solidFill>
          <a:schemeClr val="accent1">
            <a:lumMod val="40000"/>
            <a:lumOff val="60000"/>
            <a:alpha val="45201"/>
          </a:schemeClr>
        </a:solidFill>
        <a:ln>
          <a:noFill/>
        </a:ln>
      </dgm:spPr>
      <dgm:t>
        <a:bodyPr/>
        <a:lstStyle/>
        <a:p>
          <a:pPr marL="0">
            <a:lnSpc>
              <a:spcPct val="100000"/>
            </a:lnSpc>
          </a:pPr>
          <a:r>
            <a:rPr lang="en-US" b="0" i="0" dirty="0">
              <a:latin typeface="Avenir Next LT Pro" panose="020B0504020202020204" pitchFamily="34" charset="77"/>
            </a:rPr>
            <a:t>Disseminate </a:t>
          </a:r>
          <a:r>
            <a:rPr lang="en-US" b="1" i="0" dirty="0">
              <a:latin typeface="Avenir Next LT Pro" panose="020B0504020202020204" pitchFamily="34" charset="77"/>
            </a:rPr>
            <a:t>standardized metrics</a:t>
          </a:r>
        </a:p>
      </dgm:t>
    </dgm:pt>
    <dgm:pt modelId="{D5A17F6B-93F5-442B-938A-0F38C281BE88}" type="parTrans" cxnId="{5A5BA622-5DEB-48B9-88D9-C1DE36C711E5}">
      <dgm:prSet/>
      <dgm:spPr/>
      <dgm:t>
        <a:bodyPr/>
        <a:lstStyle/>
        <a:p>
          <a:endParaRPr lang="en-US"/>
        </a:p>
      </dgm:t>
    </dgm:pt>
    <dgm:pt modelId="{1D87A0A5-8024-4710-846B-D5BFAC785107}" type="sibTrans" cxnId="{5A5BA622-5DEB-48B9-88D9-C1DE36C711E5}">
      <dgm:prSet/>
      <dgm:spPr/>
      <dgm:t>
        <a:bodyPr/>
        <a:lstStyle/>
        <a:p>
          <a:endParaRPr lang="en-US"/>
        </a:p>
      </dgm:t>
    </dgm:pt>
    <dgm:pt modelId="{E9682B4F-0217-4B50-923E-C104AA24290F}">
      <dgm:prSet phldr="0" custT="1"/>
      <dgm:spPr>
        <a:ln>
          <a:noFill/>
        </a:ln>
      </dgm:spPr>
      <dgm:t>
        <a:bodyPr/>
        <a:lstStyle/>
        <a:p>
          <a:pPr marL="0"/>
          <a:r>
            <a:rPr lang="en-US" sz="2000" b="0" i="0" dirty="0">
              <a:latin typeface="Avenir Next LT Pro" panose="020B0504020202020204" pitchFamily="34" charset="77"/>
            </a:rPr>
            <a:t>DESIGN</a:t>
          </a:r>
        </a:p>
      </dgm:t>
    </dgm:pt>
    <dgm:pt modelId="{E0F6C4AF-9BBB-4698-91D7-F9AE3EACBD5D}" type="parTrans" cxnId="{6C23D0C9-74B2-4C8B-AB2F-A03B3B0EBE56}">
      <dgm:prSet/>
      <dgm:spPr/>
      <dgm:t>
        <a:bodyPr/>
        <a:lstStyle/>
        <a:p>
          <a:endParaRPr lang="en-US"/>
        </a:p>
      </dgm:t>
    </dgm:pt>
    <dgm:pt modelId="{B8632E42-D7EB-4C31-877E-6F1B2801851A}" type="sibTrans" cxnId="{6C23D0C9-74B2-4C8B-AB2F-A03B3B0EBE56}">
      <dgm:prSet/>
      <dgm:spPr/>
      <dgm:t>
        <a:bodyPr/>
        <a:lstStyle/>
        <a:p>
          <a:endParaRPr lang="en-US"/>
        </a:p>
      </dgm:t>
    </dgm:pt>
    <dgm:pt modelId="{0EC0C300-11E4-45CF-8418-973585107209}">
      <dgm:prSet phldr="0"/>
      <dgm:spPr>
        <a:solidFill>
          <a:schemeClr val="accent1">
            <a:lumMod val="20000"/>
            <a:lumOff val="80000"/>
            <a:alpha val="44000"/>
          </a:schemeClr>
        </a:solidFill>
        <a:ln>
          <a:noFill/>
        </a:ln>
      </dgm:spPr>
      <dgm:t>
        <a:bodyPr/>
        <a:lstStyle/>
        <a:p>
          <a:pPr marL="0">
            <a:lnSpc>
              <a:spcPct val="100000"/>
            </a:lnSpc>
          </a:pPr>
          <a:r>
            <a:rPr lang="en-US" b="0" i="0" dirty="0">
              <a:latin typeface="Avenir Next LT Pro" panose="020B0504020202020204" pitchFamily="34" charset="77"/>
            </a:rPr>
            <a:t>Coordinate                       </a:t>
          </a:r>
          <a:r>
            <a:rPr lang="en-US" b="1" i="0" dirty="0">
              <a:latin typeface="Avenir Next LT Pro" panose="020B0504020202020204" pitchFamily="34" charset="77"/>
            </a:rPr>
            <a:t>e-business applications</a:t>
          </a:r>
        </a:p>
      </dgm:t>
    </dgm:pt>
    <dgm:pt modelId="{1E4DD98E-100E-46B7-B24A-408BBF69E9FA}" type="parTrans" cxnId="{51563A4F-C0EB-47D6-B5BC-47A4E599AD4B}">
      <dgm:prSet/>
      <dgm:spPr/>
      <dgm:t>
        <a:bodyPr/>
        <a:lstStyle/>
        <a:p>
          <a:endParaRPr lang="en-US"/>
        </a:p>
      </dgm:t>
    </dgm:pt>
    <dgm:pt modelId="{90FAB5D1-62B3-4FF6-A07D-EE607F529C32}" type="sibTrans" cxnId="{51563A4F-C0EB-47D6-B5BC-47A4E599AD4B}">
      <dgm:prSet/>
      <dgm:spPr/>
      <dgm:t>
        <a:bodyPr/>
        <a:lstStyle/>
        <a:p>
          <a:endParaRPr lang="en-US"/>
        </a:p>
      </dgm:t>
    </dgm:pt>
    <dgm:pt modelId="{FEB4A941-E9FA-4A86-A673-85FF34B35F20}">
      <dgm:prSet phldr="0"/>
      <dgm:spPr>
        <a:solidFill>
          <a:schemeClr val="accent1">
            <a:lumMod val="40000"/>
            <a:lumOff val="60000"/>
            <a:alpha val="45000"/>
          </a:schemeClr>
        </a:solidFill>
        <a:ln>
          <a:noFill/>
        </a:ln>
      </dgm:spPr>
      <dgm:t>
        <a:bodyPr/>
        <a:lstStyle/>
        <a:p>
          <a:pPr marL="0" rtl="0">
            <a:lnSpc>
              <a:spcPct val="100000"/>
            </a:lnSpc>
          </a:pPr>
          <a:r>
            <a:rPr lang="en-US" b="0" i="0" dirty="0">
              <a:latin typeface="Avenir Next LT Pro" panose="020B0504020202020204" pitchFamily="34" charset="77"/>
            </a:rPr>
            <a:t>Foster holistically </a:t>
          </a:r>
          <a:r>
            <a:rPr lang="en-US" b="1" i="0" dirty="0">
              <a:latin typeface="Avenir Next LT Pro" panose="020B0504020202020204" pitchFamily="34" charset="77"/>
            </a:rPr>
            <a:t>superior methodologies</a:t>
          </a:r>
        </a:p>
      </dgm:t>
    </dgm:pt>
    <dgm:pt modelId="{39522508-BC4E-4DD5-A744-AFEFFE36DB74}" type="parTrans" cxnId="{F942F56C-9025-4AA1-9B36-C5AE0A93B0F5}">
      <dgm:prSet/>
      <dgm:spPr/>
      <dgm:t>
        <a:bodyPr/>
        <a:lstStyle/>
        <a:p>
          <a:endParaRPr lang="en-US"/>
        </a:p>
      </dgm:t>
    </dgm:pt>
    <dgm:pt modelId="{97624CC8-6315-4683-B26C-C30D552DA5A6}" type="sibTrans" cxnId="{F942F56C-9025-4AA1-9B36-C5AE0A93B0F5}">
      <dgm:prSet/>
      <dgm:spPr/>
      <dgm:t>
        <a:bodyPr/>
        <a:lstStyle/>
        <a:p>
          <a:endParaRPr lang="en-US"/>
        </a:p>
      </dgm:t>
    </dgm:pt>
    <dgm:pt modelId="{A2322D3A-7AC2-4C5C-9D7E-EAB2313D47D4}">
      <dgm:prSet phldr="0" custT="1"/>
      <dgm:spPr>
        <a:solidFill>
          <a:srgbClr val="4A5EE6"/>
        </a:solidFill>
        <a:ln>
          <a:noFill/>
        </a:ln>
      </dgm:spPr>
      <dgm:t>
        <a:bodyPr/>
        <a:lstStyle/>
        <a:p>
          <a:pPr marL="0"/>
          <a:r>
            <a:rPr lang="en-US" sz="2000" b="0" i="0" dirty="0">
              <a:latin typeface="Avenir Next LT Pro" panose="020B0504020202020204" pitchFamily="34" charset="77"/>
            </a:rPr>
            <a:t>LAUNCH</a:t>
          </a:r>
        </a:p>
      </dgm:t>
    </dgm:pt>
    <dgm:pt modelId="{4A8C15D4-B36F-4764-B4FF-F2AF790D3E17}" type="parTrans" cxnId="{179FAFCF-F878-464E-A8A6-1185EFA0E380}">
      <dgm:prSet/>
      <dgm:spPr/>
      <dgm:t>
        <a:bodyPr/>
        <a:lstStyle/>
        <a:p>
          <a:endParaRPr lang="en-US"/>
        </a:p>
      </dgm:t>
    </dgm:pt>
    <dgm:pt modelId="{84DE1C3A-3FC7-4DB3-88ED-33F65A71557A}" type="sibTrans" cxnId="{179FAFCF-F878-464E-A8A6-1185EFA0E380}">
      <dgm:prSet/>
      <dgm:spPr/>
      <dgm:t>
        <a:bodyPr/>
        <a:lstStyle/>
        <a:p>
          <a:endParaRPr lang="en-US"/>
        </a:p>
      </dgm:t>
    </dgm:pt>
    <dgm:pt modelId="{4F85505A-81B6-4FDA-A144-900B71DAD946}">
      <dgm:prSet phldr="0" custT="1"/>
      <dgm:spPr>
        <a:solidFill>
          <a:schemeClr val="accent1">
            <a:lumMod val="75000"/>
            <a:alpha val="53000"/>
          </a:schemeClr>
        </a:solidFill>
        <a:ln>
          <a:noFill/>
        </a:ln>
      </dgm:spPr>
      <dgm:t>
        <a:bodyPr/>
        <a:lstStyle/>
        <a:p>
          <a:pPr marL="0"/>
          <a:r>
            <a:rPr lang="en-US" sz="2000" b="0" i="0" dirty="0">
              <a:latin typeface="Avenir Next LT Pro" panose="020B0504020202020204" pitchFamily="34" charset="77"/>
            </a:rPr>
            <a:t>STRATEGY</a:t>
          </a:r>
        </a:p>
      </dgm:t>
    </dgm:pt>
    <dgm:pt modelId="{D9A96E25-7BBE-4DDD-8DDE-B4970D4340A8}" type="parTrans" cxnId="{2D633B56-E147-4EFC-B9EE-6C0413F329B0}">
      <dgm:prSet/>
      <dgm:spPr/>
      <dgm:t>
        <a:bodyPr/>
        <a:lstStyle/>
        <a:p>
          <a:endParaRPr lang="en-US"/>
        </a:p>
      </dgm:t>
    </dgm:pt>
    <dgm:pt modelId="{68F74A88-49DC-44B1-BC0D-220A7B97601C}" type="sibTrans" cxnId="{2D633B56-E147-4EFC-B9EE-6C0413F329B0}">
      <dgm:prSet/>
      <dgm:spPr/>
      <dgm:t>
        <a:bodyPr/>
        <a:lstStyle/>
        <a:p>
          <a:endParaRPr lang="en-US"/>
        </a:p>
      </dgm:t>
    </dgm:pt>
    <dgm:pt modelId="{E4B4F7C4-5024-45F0-9FD7-C5068A1AE6C4}" type="pres">
      <dgm:prSet presAssocID="{0DD8915E-DC14-41D6-9BB5-F49E1C265163}" presName="Name0" presStyleCnt="0">
        <dgm:presLayoutVars>
          <dgm:dir/>
          <dgm:animLvl val="lvl"/>
          <dgm:resizeHandles val="exact"/>
        </dgm:presLayoutVars>
      </dgm:prSet>
      <dgm:spPr/>
    </dgm:pt>
    <dgm:pt modelId="{473E2436-1BC1-4A6C-8568-5C38418F52D1}" type="pres">
      <dgm:prSet presAssocID="{73D947E0-108F-4D20-A71E-3CF329F97212}" presName="composite" presStyleCnt="0"/>
      <dgm:spPr/>
    </dgm:pt>
    <dgm:pt modelId="{BDBD7220-3F85-45D2-BED6-5BBFBC23EAE3}" type="pres">
      <dgm:prSet presAssocID="{73D947E0-108F-4D20-A71E-3CF329F97212}" presName="parTx" presStyleLbl="alignNode1" presStyleIdx="0" presStyleCnt="5">
        <dgm:presLayoutVars>
          <dgm:chMax val="0"/>
          <dgm:chPref val="0"/>
        </dgm:presLayoutVars>
      </dgm:prSet>
      <dgm:spPr/>
    </dgm:pt>
    <dgm:pt modelId="{22359DD7-1BFB-4900-BAE6-6084F2F57988}" type="pres">
      <dgm:prSet presAssocID="{73D947E0-108F-4D20-A71E-3CF329F97212}" presName="desTx" presStyleLbl="alignAccFollowNode1" presStyleIdx="0" presStyleCnt="5" custScaleY="146656" custLinFactNeighborY="30641">
        <dgm:presLayoutVars/>
      </dgm:prSet>
      <dgm:spPr/>
    </dgm:pt>
    <dgm:pt modelId="{38C65349-0C40-499F-9765-B6F38C2DC3C3}" type="pres">
      <dgm:prSet presAssocID="{AE813459-65AB-4FA9-B717-330DDA6DFA4E}" presName="space" presStyleCnt="0"/>
      <dgm:spPr/>
    </dgm:pt>
    <dgm:pt modelId="{C6650FDC-3601-45F5-9125-6E3F90A53F8A}" type="pres">
      <dgm:prSet presAssocID="{B1AFA1AF-0FF8-45B3-A6D0-0E255A2F637D}" presName="composite" presStyleCnt="0"/>
      <dgm:spPr/>
    </dgm:pt>
    <dgm:pt modelId="{C4F84DEA-2002-4D32-8E80-70EEE05E345A}" type="pres">
      <dgm:prSet presAssocID="{B1AFA1AF-0FF8-45B3-A6D0-0E255A2F637D}" presName="parTx" presStyleLbl="alignNode1" presStyleIdx="1" presStyleCnt="5">
        <dgm:presLayoutVars>
          <dgm:chMax val="0"/>
          <dgm:chPref val="0"/>
        </dgm:presLayoutVars>
      </dgm:prSet>
      <dgm:spPr/>
    </dgm:pt>
    <dgm:pt modelId="{4FEB85EB-D046-4CDB-8A62-BBCE260C4490}" type="pres">
      <dgm:prSet presAssocID="{B1AFA1AF-0FF8-45B3-A6D0-0E255A2F637D}" presName="desTx" presStyleLbl="alignAccFollowNode1" presStyleIdx="1" presStyleCnt="5" custScaleY="146837" custLinFactNeighborX="-583" custLinFactNeighborY="32252">
        <dgm:presLayoutVars/>
      </dgm:prSet>
      <dgm:spPr/>
    </dgm:pt>
    <dgm:pt modelId="{40F59683-723F-44D1-8379-95635EED1AA8}" type="pres">
      <dgm:prSet presAssocID="{88649F7A-400B-4056-965D-C9AC0B3AD942}" presName="space" presStyleCnt="0"/>
      <dgm:spPr/>
    </dgm:pt>
    <dgm:pt modelId="{BB2E4F65-C461-40C3-BC82-6A29AA851F44}" type="pres">
      <dgm:prSet presAssocID="{E9682B4F-0217-4B50-923E-C104AA24290F}" presName="composite" presStyleCnt="0"/>
      <dgm:spPr/>
    </dgm:pt>
    <dgm:pt modelId="{49B7F8FA-D256-41EF-9327-52A3551D9A60}" type="pres">
      <dgm:prSet presAssocID="{E9682B4F-0217-4B50-923E-C104AA24290F}" presName="parTx" presStyleLbl="alignNode1" presStyleIdx="2" presStyleCnt="5">
        <dgm:presLayoutVars>
          <dgm:chMax val="0"/>
          <dgm:chPref val="0"/>
        </dgm:presLayoutVars>
      </dgm:prSet>
      <dgm:spPr/>
    </dgm:pt>
    <dgm:pt modelId="{6B5FE59C-B471-448A-AA7A-B526DCC4D4CA}" type="pres">
      <dgm:prSet presAssocID="{E9682B4F-0217-4B50-923E-C104AA24290F}" presName="desTx" presStyleLbl="alignAccFollowNode1" presStyleIdx="2" presStyleCnt="5" custScaleY="146837" custLinFactNeighborX="-860" custLinFactNeighborY="30454">
        <dgm:presLayoutVars/>
      </dgm:prSet>
      <dgm:spPr/>
    </dgm:pt>
    <dgm:pt modelId="{A91542D9-4FB3-4302-AD03-3D6EF82E6748}" type="pres">
      <dgm:prSet presAssocID="{B8632E42-D7EB-4C31-877E-6F1B2801851A}" presName="space" presStyleCnt="0"/>
      <dgm:spPr/>
    </dgm:pt>
    <dgm:pt modelId="{1A7C3045-2DAF-4A19-82DB-79436B2E4575}" type="pres">
      <dgm:prSet presAssocID="{4F85505A-81B6-4FDA-A144-900B71DAD946}" presName="composite" presStyleCnt="0"/>
      <dgm:spPr/>
    </dgm:pt>
    <dgm:pt modelId="{4132ECB1-6BEF-4935-AFA3-B2EAA48FDE7E}" type="pres">
      <dgm:prSet presAssocID="{4F85505A-81B6-4FDA-A144-900B71DAD946}" presName="parTx" presStyleLbl="alignNode1" presStyleIdx="3" presStyleCnt="5">
        <dgm:presLayoutVars>
          <dgm:chMax val="0"/>
          <dgm:chPref val="0"/>
        </dgm:presLayoutVars>
      </dgm:prSet>
      <dgm:spPr/>
    </dgm:pt>
    <dgm:pt modelId="{C42A8BDE-B838-475D-AFDE-17B60D744AB6}" type="pres">
      <dgm:prSet presAssocID="{4F85505A-81B6-4FDA-A144-900B71DAD946}" presName="desTx" presStyleLbl="alignAccFollowNode1" presStyleIdx="3" presStyleCnt="5" custScaleY="146837" custLinFactNeighborY="30454">
        <dgm:presLayoutVars/>
      </dgm:prSet>
      <dgm:spPr/>
    </dgm:pt>
    <dgm:pt modelId="{D0DC94A3-770A-4810-A89A-7DB7918862F6}" type="pres">
      <dgm:prSet presAssocID="{68F74A88-49DC-44B1-BC0D-220A7B97601C}" presName="space" presStyleCnt="0"/>
      <dgm:spPr/>
    </dgm:pt>
    <dgm:pt modelId="{647B2244-AC3A-441A-A6FB-6136FA04F429}" type="pres">
      <dgm:prSet presAssocID="{A2322D3A-7AC2-4C5C-9D7E-EAB2313D47D4}" presName="composite" presStyleCnt="0"/>
      <dgm:spPr/>
    </dgm:pt>
    <dgm:pt modelId="{59606EB9-9F10-4D12-A33F-A242FDCC0D0F}" type="pres">
      <dgm:prSet presAssocID="{A2322D3A-7AC2-4C5C-9D7E-EAB2313D47D4}" presName="parTx" presStyleLbl="alignNode1" presStyleIdx="4" presStyleCnt="5">
        <dgm:presLayoutVars>
          <dgm:chMax val="0"/>
          <dgm:chPref val="0"/>
        </dgm:presLayoutVars>
      </dgm:prSet>
      <dgm:spPr/>
    </dgm:pt>
    <dgm:pt modelId="{C8429E68-36DD-4F6A-A2F4-7CCDADCEFAD1}" type="pres">
      <dgm:prSet presAssocID="{A2322D3A-7AC2-4C5C-9D7E-EAB2313D47D4}" presName="desTx" presStyleLbl="alignAccFollowNode1" presStyleIdx="4" presStyleCnt="5" custScaleY="146837" custLinFactNeighborY="30596">
        <dgm:presLayoutVars/>
      </dgm:prSet>
      <dgm:spPr/>
    </dgm:pt>
  </dgm:ptLst>
  <dgm:cxnLst>
    <dgm:cxn modelId="{F28D7702-2FC3-49BD-BB13-C989E5EE622A}" srcId="{0DD8915E-DC14-41D6-9BB5-F49E1C265163}" destId="{B1AFA1AF-0FF8-45B3-A6D0-0E255A2F637D}" srcOrd="1" destOrd="0" parTransId="{10C68AF5-481C-45AA-A216-8BBBB04515B9}" sibTransId="{88649F7A-400B-4056-965D-C9AC0B3AD942}"/>
    <dgm:cxn modelId="{31826907-E438-4A1B-A800-F181C547104F}" type="presOf" srcId="{30A490C8-22B4-4D68-875C-0F0DE2FF864D}" destId="{22359DD7-1BFB-4900-BAE6-6084F2F57988}" srcOrd="0" destOrd="0" presId="urn:microsoft.com/office/officeart/2016/7/layout/HorizontalActionList"/>
    <dgm:cxn modelId="{A0077D09-C12C-46D0-8DF7-194B6911362A}" srcId="{0DD8915E-DC14-41D6-9BB5-F49E1C265163}" destId="{73D947E0-108F-4D20-A71E-3CF329F97212}" srcOrd="0" destOrd="0" parTransId="{9D249532-A24D-4D8F-848A-9F42F2E486C9}" sibTransId="{AE813459-65AB-4FA9-B717-330DDA6DFA4E}"/>
    <dgm:cxn modelId="{5A5BA622-5DEB-48B9-88D9-C1DE36C711E5}" srcId="{B1AFA1AF-0FF8-45B3-A6D0-0E255A2F637D}" destId="{50418D2B-9486-42DE-AFDD-1D31420040FF}" srcOrd="0" destOrd="0" parTransId="{D5A17F6B-93F5-442B-938A-0F38C281BE88}" sibTransId="{1D87A0A5-8024-4710-846B-D5BFAC785107}"/>
    <dgm:cxn modelId="{711E093C-AD42-45A4-8D40-A2D39702062E}" srcId="{A2322D3A-7AC2-4C5C-9D7E-EAB2313D47D4}" destId="{8FE81FEC-2664-411F-AEB3-065F29F52751}" srcOrd="0" destOrd="0" parTransId="{BCBC007E-0269-421B-9C41-DE26D5C3A822}" sibTransId="{80230EB7-7230-4881-A631-309C07417378}"/>
    <dgm:cxn modelId="{77A55366-077C-403B-A9E1-B9C6B5CA3288}" type="presOf" srcId="{73D947E0-108F-4D20-A71E-3CF329F97212}" destId="{BDBD7220-3F85-45D2-BED6-5BBFBC23EAE3}" srcOrd="0" destOrd="0" presId="urn:microsoft.com/office/officeart/2016/7/layout/HorizontalActionList"/>
    <dgm:cxn modelId="{F942F56C-9025-4AA1-9B36-C5AE0A93B0F5}" srcId="{4F85505A-81B6-4FDA-A144-900B71DAD946}" destId="{FEB4A941-E9FA-4A86-A673-85FF34B35F20}" srcOrd="0" destOrd="0" parTransId="{39522508-BC4E-4DD5-A744-AFEFFE36DB74}" sibTransId="{97624CC8-6315-4683-B26C-C30D552DA5A6}"/>
    <dgm:cxn modelId="{B7F6ED6E-855A-4A7B-AE18-3BD04546002C}" type="presOf" srcId="{B1AFA1AF-0FF8-45B3-A6D0-0E255A2F637D}" destId="{C4F84DEA-2002-4D32-8E80-70EEE05E345A}" srcOrd="0" destOrd="0" presId="urn:microsoft.com/office/officeart/2016/7/layout/HorizontalActionList"/>
    <dgm:cxn modelId="{51563A4F-C0EB-47D6-B5BC-47A4E599AD4B}" srcId="{E9682B4F-0217-4B50-923E-C104AA24290F}" destId="{0EC0C300-11E4-45CF-8418-973585107209}" srcOrd="0" destOrd="0" parTransId="{1E4DD98E-100E-46B7-B24A-408BBF69E9FA}" sibTransId="{90FAB5D1-62B3-4FF6-A07D-EE607F529C32}"/>
    <dgm:cxn modelId="{6291F24F-B536-4688-99BC-6A4CB5E15E15}" type="presOf" srcId="{4F85505A-81B6-4FDA-A144-900B71DAD946}" destId="{4132ECB1-6BEF-4935-AFA3-B2EAA48FDE7E}" srcOrd="0" destOrd="0" presId="urn:microsoft.com/office/officeart/2016/7/layout/HorizontalActionList"/>
    <dgm:cxn modelId="{2D633B56-E147-4EFC-B9EE-6C0413F329B0}" srcId="{0DD8915E-DC14-41D6-9BB5-F49E1C265163}" destId="{4F85505A-81B6-4FDA-A144-900B71DAD946}" srcOrd="3" destOrd="0" parTransId="{D9A96E25-7BBE-4DDD-8DDE-B4970D4340A8}" sibTransId="{68F74A88-49DC-44B1-BC0D-220A7B97601C}"/>
    <dgm:cxn modelId="{110097B3-0B24-42EE-9C79-845C028B379B}" type="presOf" srcId="{E9682B4F-0217-4B50-923E-C104AA24290F}" destId="{49B7F8FA-D256-41EF-9327-52A3551D9A60}" srcOrd="0" destOrd="0" presId="urn:microsoft.com/office/officeart/2016/7/layout/HorizontalActionList"/>
    <dgm:cxn modelId="{C54EA6C2-0E6B-42D8-9A4A-4456127A91A8}" type="presOf" srcId="{A2322D3A-7AC2-4C5C-9D7E-EAB2313D47D4}" destId="{59606EB9-9F10-4D12-A33F-A242FDCC0D0F}" srcOrd="0" destOrd="0" presId="urn:microsoft.com/office/officeart/2016/7/layout/HorizontalActionList"/>
    <dgm:cxn modelId="{E339F9C8-AD35-4E33-9434-788C81500EB2}" type="presOf" srcId="{8FE81FEC-2664-411F-AEB3-065F29F52751}" destId="{C8429E68-36DD-4F6A-A2F4-7CCDADCEFAD1}" srcOrd="0" destOrd="0" presId="urn:microsoft.com/office/officeart/2016/7/layout/HorizontalActionList"/>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8CB96BD1-8B01-481A-B525-C5C507C9951C}" type="presOf" srcId="{0EC0C300-11E4-45CF-8418-973585107209}" destId="{6B5FE59C-B471-448A-AA7A-B526DCC4D4CA}" srcOrd="0" destOrd="0" presId="urn:microsoft.com/office/officeart/2016/7/layout/HorizontalActionList"/>
    <dgm:cxn modelId="{36A4EED2-16DE-4F21-9B57-BD053CD7ED3D}" type="presOf" srcId="{FEB4A941-E9FA-4A86-A673-85FF34B35F20}" destId="{C42A8BDE-B838-475D-AFDE-17B60D744AB6}" srcOrd="0" destOrd="0" presId="urn:microsoft.com/office/officeart/2016/7/layout/HorizontalActionList"/>
    <dgm:cxn modelId="{BF1349D4-34AE-476D-8D7B-F3ABAB74304F}" type="presOf" srcId="{50418D2B-9486-42DE-AFDD-1D31420040FF}" destId="{4FEB85EB-D046-4CDB-8A62-BBCE260C4490}" srcOrd="0" destOrd="0" presId="urn:microsoft.com/office/officeart/2016/7/layout/HorizontalActionList"/>
    <dgm:cxn modelId="{825BC9D8-F515-4FBF-8CF8-23CD32968E1D}" type="presOf" srcId="{0DD8915E-DC14-41D6-9BB5-F49E1C265163}" destId="{E4B4F7C4-5024-45F0-9FD7-C5068A1AE6C4}" srcOrd="0" destOrd="0" presId="urn:microsoft.com/office/officeart/2016/7/layout/HorizontalActionList"/>
    <dgm:cxn modelId="{E9D2B9D9-3B26-471C-AF45-E02D1C258CD3}" type="presParOf" srcId="{E4B4F7C4-5024-45F0-9FD7-C5068A1AE6C4}" destId="{473E2436-1BC1-4A6C-8568-5C38418F52D1}" srcOrd="0" destOrd="0" presId="urn:microsoft.com/office/officeart/2016/7/layout/HorizontalActionList"/>
    <dgm:cxn modelId="{A151C920-5872-4C88-8534-922E9C800B9B}" type="presParOf" srcId="{473E2436-1BC1-4A6C-8568-5C38418F52D1}" destId="{BDBD7220-3F85-45D2-BED6-5BBFBC23EAE3}" srcOrd="0" destOrd="0" presId="urn:microsoft.com/office/officeart/2016/7/layout/HorizontalActionList"/>
    <dgm:cxn modelId="{45373909-AB37-4D9A-936C-DC8447BC111D}" type="presParOf" srcId="{473E2436-1BC1-4A6C-8568-5C38418F52D1}" destId="{22359DD7-1BFB-4900-BAE6-6084F2F57988}" srcOrd="1" destOrd="0" presId="urn:microsoft.com/office/officeart/2016/7/layout/HorizontalActionList"/>
    <dgm:cxn modelId="{CFC7E7C1-85BC-47FC-BC11-D0BACA8440B9}" type="presParOf" srcId="{E4B4F7C4-5024-45F0-9FD7-C5068A1AE6C4}" destId="{38C65349-0C40-499F-9765-B6F38C2DC3C3}" srcOrd="1" destOrd="0" presId="urn:microsoft.com/office/officeart/2016/7/layout/HorizontalActionList"/>
    <dgm:cxn modelId="{86FF1107-69E9-4310-A0D8-2BF61292A72B}" type="presParOf" srcId="{E4B4F7C4-5024-45F0-9FD7-C5068A1AE6C4}" destId="{C6650FDC-3601-45F5-9125-6E3F90A53F8A}" srcOrd="2" destOrd="0" presId="urn:microsoft.com/office/officeart/2016/7/layout/HorizontalActionList"/>
    <dgm:cxn modelId="{1C7F1C64-2F3D-4695-A56C-92B1B848B0C2}" type="presParOf" srcId="{C6650FDC-3601-45F5-9125-6E3F90A53F8A}" destId="{C4F84DEA-2002-4D32-8E80-70EEE05E345A}" srcOrd="0" destOrd="0" presId="urn:microsoft.com/office/officeart/2016/7/layout/HorizontalActionList"/>
    <dgm:cxn modelId="{DC59A3FF-666D-48A7-B3BE-98A9F829402D}" type="presParOf" srcId="{C6650FDC-3601-45F5-9125-6E3F90A53F8A}" destId="{4FEB85EB-D046-4CDB-8A62-BBCE260C4490}" srcOrd="1" destOrd="0" presId="urn:microsoft.com/office/officeart/2016/7/layout/HorizontalActionList"/>
    <dgm:cxn modelId="{AAE65B9C-F662-4FAA-8FDB-82E7FB86BB24}" type="presParOf" srcId="{E4B4F7C4-5024-45F0-9FD7-C5068A1AE6C4}" destId="{40F59683-723F-44D1-8379-95635EED1AA8}" srcOrd="3" destOrd="0" presId="urn:microsoft.com/office/officeart/2016/7/layout/HorizontalActionList"/>
    <dgm:cxn modelId="{F5BE37E3-59D0-4D56-B08C-9B1D93695802}" type="presParOf" srcId="{E4B4F7C4-5024-45F0-9FD7-C5068A1AE6C4}" destId="{BB2E4F65-C461-40C3-BC82-6A29AA851F44}" srcOrd="4" destOrd="0" presId="urn:microsoft.com/office/officeart/2016/7/layout/HorizontalActionList"/>
    <dgm:cxn modelId="{1FC3B8DB-8632-4AA8-99E5-4F0C12504130}" type="presParOf" srcId="{BB2E4F65-C461-40C3-BC82-6A29AA851F44}" destId="{49B7F8FA-D256-41EF-9327-52A3551D9A60}" srcOrd="0" destOrd="0" presId="urn:microsoft.com/office/officeart/2016/7/layout/HorizontalActionList"/>
    <dgm:cxn modelId="{03A1CBF9-FFCE-4B8C-9850-8B297556CCF4}" type="presParOf" srcId="{BB2E4F65-C461-40C3-BC82-6A29AA851F44}" destId="{6B5FE59C-B471-448A-AA7A-B526DCC4D4CA}" srcOrd="1" destOrd="0" presId="urn:microsoft.com/office/officeart/2016/7/layout/HorizontalActionList"/>
    <dgm:cxn modelId="{BAB9C1C4-8A05-4AE7-B42E-55875981524E}" type="presParOf" srcId="{E4B4F7C4-5024-45F0-9FD7-C5068A1AE6C4}" destId="{A91542D9-4FB3-4302-AD03-3D6EF82E6748}" srcOrd="5" destOrd="0" presId="urn:microsoft.com/office/officeart/2016/7/layout/HorizontalActionList"/>
    <dgm:cxn modelId="{F7DEAAC8-FCAD-4F6B-92BD-91B8342F3277}" type="presParOf" srcId="{E4B4F7C4-5024-45F0-9FD7-C5068A1AE6C4}" destId="{1A7C3045-2DAF-4A19-82DB-79436B2E4575}" srcOrd="6" destOrd="0" presId="urn:microsoft.com/office/officeart/2016/7/layout/HorizontalActionList"/>
    <dgm:cxn modelId="{13555CA3-20BE-41F8-BD09-0BA8CEE1C702}" type="presParOf" srcId="{1A7C3045-2DAF-4A19-82DB-79436B2E4575}" destId="{4132ECB1-6BEF-4935-AFA3-B2EAA48FDE7E}" srcOrd="0" destOrd="0" presId="urn:microsoft.com/office/officeart/2016/7/layout/HorizontalActionList"/>
    <dgm:cxn modelId="{0848E8B2-6BD5-4CB6-B7E0-F8F1B1F78E2F}" type="presParOf" srcId="{1A7C3045-2DAF-4A19-82DB-79436B2E4575}" destId="{C42A8BDE-B838-475D-AFDE-17B60D744AB6}" srcOrd="1" destOrd="0" presId="urn:microsoft.com/office/officeart/2016/7/layout/HorizontalActionList"/>
    <dgm:cxn modelId="{FD5AD2F1-E5D1-4359-99EB-D3225676DF7F}" type="presParOf" srcId="{E4B4F7C4-5024-45F0-9FD7-C5068A1AE6C4}" destId="{D0DC94A3-770A-4810-A89A-7DB7918862F6}" srcOrd="7" destOrd="0" presId="urn:microsoft.com/office/officeart/2016/7/layout/HorizontalActionList"/>
    <dgm:cxn modelId="{2608DA2F-9259-4A20-98D1-9A5F5780B66F}" type="presParOf" srcId="{E4B4F7C4-5024-45F0-9FD7-C5068A1AE6C4}" destId="{647B2244-AC3A-441A-A6FB-6136FA04F429}" srcOrd="8" destOrd="0" presId="urn:microsoft.com/office/officeart/2016/7/layout/HorizontalActionList"/>
    <dgm:cxn modelId="{F55613FD-292F-4CCF-A44A-E9FC24D70E0E}" type="presParOf" srcId="{647B2244-AC3A-441A-A6FB-6136FA04F429}" destId="{59606EB9-9F10-4D12-A33F-A242FDCC0D0F}" srcOrd="0" destOrd="0" presId="urn:microsoft.com/office/officeart/2016/7/layout/HorizontalActionList"/>
    <dgm:cxn modelId="{7B4FE576-C66F-4D92-B6AC-DA1D068316E4}" type="presParOf" srcId="{647B2244-AC3A-441A-A6FB-6136FA04F429}" destId="{C8429E68-36DD-4F6A-A2F4-7CCDADCEFAD1}" srcOrd="1" destOrd="0" presId="urn:microsoft.com/office/officeart/2016/7/layout/HorizontalActionLis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D7220-3F85-45D2-BED6-5BBFBC23EAE3}">
      <dsp:nvSpPr>
        <dsp:cNvPr id="0" name=""/>
        <dsp:cNvSpPr/>
      </dsp:nvSpPr>
      <dsp:spPr>
        <a:xfrm>
          <a:off x="11410" y="699641"/>
          <a:ext cx="1934219" cy="580265"/>
        </a:xfrm>
        <a:prstGeom prst="rect">
          <a:avLst/>
        </a:prstGeom>
        <a:solidFill>
          <a:schemeClr val="accent1">
            <a:shade val="8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846" tIns="152846" rIns="152846" bIns="152846" numCol="1" spcCol="1270" anchor="ctr" anchorCtr="0">
          <a:noAutofit/>
        </a:bodyPr>
        <a:lstStyle/>
        <a:p>
          <a:pPr marL="0" lvl="0" indent="0" algn="ctr" defTabSz="889000" rtl="0">
            <a:lnSpc>
              <a:spcPct val="90000"/>
            </a:lnSpc>
            <a:spcBef>
              <a:spcPct val="0"/>
            </a:spcBef>
            <a:spcAft>
              <a:spcPct val="35000"/>
            </a:spcAft>
            <a:buNone/>
          </a:pPr>
          <a:r>
            <a:rPr lang="en-US" sz="2000" b="0" i="0" kern="1200" dirty="0">
              <a:latin typeface="Avenir Next LT Pro" panose="020B0504020202020204" pitchFamily="34" charset="77"/>
            </a:rPr>
            <a:t>PLANNING</a:t>
          </a:r>
        </a:p>
      </dsp:txBody>
      <dsp:txXfrm>
        <a:off x="11410" y="699641"/>
        <a:ext cx="1934219" cy="580265"/>
      </dsp:txXfrm>
    </dsp:sp>
    <dsp:sp modelId="{22359DD7-1BFB-4900-BAE6-6084F2F57988}">
      <dsp:nvSpPr>
        <dsp:cNvPr id="0" name=""/>
        <dsp:cNvSpPr/>
      </dsp:nvSpPr>
      <dsp:spPr>
        <a:xfrm>
          <a:off x="11410" y="1434580"/>
          <a:ext cx="1934219" cy="3426043"/>
        </a:xfrm>
        <a:prstGeom prst="rect">
          <a:avLst/>
        </a:prstGeom>
        <a:solidFill>
          <a:schemeClr val="accent1">
            <a:lumMod val="60000"/>
            <a:lumOff val="40000"/>
            <a:alpha val="63879"/>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058" tIns="191058" rIns="191058" bIns="191058" numCol="1" spcCol="1270" anchor="t" anchorCtr="0">
          <a:noAutofit/>
        </a:bodyPr>
        <a:lstStyle/>
        <a:p>
          <a:pPr marL="0" lvl="0" indent="0" algn="l" defTabSz="711200">
            <a:lnSpc>
              <a:spcPct val="100000"/>
            </a:lnSpc>
            <a:spcBef>
              <a:spcPct val="0"/>
            </a:spcBef>
            <a:spcAft>
              <a:spcPct val="35000"/>
            </a:spcAft>
            <a:buNone/>
          </a:pPr>
          <a:r>
            <a:rPr lang="en-US" sz="1600" b="0" i="0" kern="1200" dirty="0">
              <a:latin typeface="Avenir Next LT Pro" panose="020B0504020202020204" pitchFamily="34" charset="77"/>
            </a:rPr>
            <a:t>Synergize</a:t>
          </a:r>
          <a:r>
            <a:rPr lang="en-US" sz="1600" b="0" i="0" kern="1200" dirty="0">
              <a:latin typeface="Avenir Next LT Pro Light" panose="020B0304020202020204" pitchFamily="34" charset="77"/>
            </a:rPr>
            <a:t> </a:t>
          </a:r>
          <a:r>
            <a:rPr lang="en-US" sz="1600" b="1" i="0" kern="1200" dirty="0">
              <a:latin typeface="Avenir Next LT Pro" panose="020B0504020202020204" pitchFamily="34" charset="77"/>
            </a:rPr>
            <a:t>scalable e-commerce</a:t>
          </a:r>
        </a:p>
      </dsp:txBody>
      <dsp:txXfrm>
        <a:off x="11410" y="1434580"/>
        <a:ext cx="1934219" cy="3426043"/>
      </dsp:txXfrm>
    </dsp:sp>
    <dsp:sp modelId="{C4F84DEA-2002-4D32-8E80-70EEE05E345A}">
      <dsp:nvSpPr>
        <dsp:cNvPr id="0" name=""/>
        <dsp:cNvSpPr/>
      </dsp:nvSpPr>
      <dsp:spPr>
        <a:xfrm>
          <a:off x="2053419" y="698584"/>
          <a:ext cx="1934219" cy="580265"/>
        </a:xfrm>
        <a:prstGeom prst="rect">
          <a:avLst/>
        </a:prstGeom>
        <a:solidFill>
          <a:schemeClr val="accent1">
            <a:lumMod val="75000"/>
            <a:alpha val="5298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846" tIns="152846" rIns="152846" bIns="152846"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Avenir Next LT Pro" panose="020B0504020202020204" pitchFamily="34" charset="77"/>
            </a:rPr>
            <a:t>MARKETING</a:t>
          </a:r>
        </a:p>
      </dsp:txBody>
      <dsp:txXfrm>
        <a:off x="2053419" y="698584"/>
        <a:ext cx="1934219" cy="580265"/>
      </dsp:txXfrm>
    </dsp:sp>
    <dsp:sp modelId="{4FEB85EB-D046-4CDB-8A62-BBCE260C4490}">
      <dsp:nvSpPr>
        <dsp:cNvPr id="0" name=""/>
        <dsp:cNvSpPr/>
      </dsp:nvSpPr>
      <dsp:spPr>
        <a:xfrm>
          <a:off x="2042142" y="1430352"/>
          <a:ext cx="1934219" cy="3430271"/>
        </a:xfrm>
        <a:prstGeom prst="rect">
          <a:avLst/>
        </a:prstGeom>
        <a:solidFill>
          <a:schemeClr val="accent1">
            <a:lumMod val="40000"/>
            <a:lumOff val="60000"/>
            <a:alpha val="45201"/>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058" tIns="191058" rIns="191058" bIns="191058" numCol="1" spcCol="1270" anchor="t" anchorCtr="0">
          <a:noAutofit/>
        </a:bodyPr>
        <a:lstStyle/>
        <a:p>
          <a:pPr marL="0" lvl="0" indent="0" algn="l" defTabSz="711200">
            <a:lnSpc>
              <a:spcPct val="100000"/>
            </a:lnSpc>
            <a:spcBef>
              <a:spcPct val="0"/>
            </a:spcBef>
            <a:spcAft>
              <a:spcPct val="35000"/>
            </a:spcAft>
            <a:buNone/>
          </a:pPr>
          <a:r>
            <a:rPr lang="en-US" sz="1600" b="0" i="0" kern="1200" dirty="0">
              <a:latin typeface="Avenir Next LT Pro" panose="020B0504020202020204" pitchFamily="34" charset="77"/>
            </a:rPr>
            <a:t>Disseminate </a:t>
          </a:r>
          <a:r>
            <a:rPr lang="en-US" sz="1600" b="1" i="0" kern="1200" dirty="0">
              <a:latin typeface="Avenir Next LT Pro" panose="020B0504020202020204" pitchFamily="34" charset="77"/>
            </a:rPr>
            <a:t>standardized metrics</a:t>
          </a:r>
        </a:p>
      </dsp:txBody>
      <dsp:txXfrm>
        <a:off x="2042142" y="1430352"/>
        <a:ext cx="1934219" cy="3430271"/>
      </dsp:txXfrm>
    </dsp:sp>
    <dsp:sp modelId="{49B7F8FA-D256-41EF-9327-52A3551D9A60}">
      <dsp:nvSpPr>
        <dsp:cNvPr id="0" name=""/>
        <dsp:cNvSpPr/>
      </dsp:nvSpPr>
      <dsp:spPr>
        <a:xfrm>
          <a:off x="4095427" y="698584"/>
          <a:ext cx="1934219" cy="580265"/>
        </a:xfrm>
        <a:prstGeom prst="rect">
          <a:avLst/>
        </a:prstGeom>
        <a:solidFill>
          <a:schemeClr val="accent1">
            <a:shade val="80000"/>
            <a:hueOff val="89781"/>
            <a:satOff val="4639"/>
            <a:lumOff val="1202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846" tIns="152846" rIns="152846" bIns="152846"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Avenir Next LT Pro" panose="020B0504020202020204" pitchFamily="34" charset="77"/>
            </a:rPr>
            <a:t>DESIGN</a:t>
          </a:r>
        </a:p>
      </dsp:txBody>
      <dsp:txXfrm>
        <a:off x="4095427" y="698584"/>
        <a:ext cx="1934219" cy="580265"/>
      </dsp:txXfrm>
    </dsp:sp>
    <dsp:sp modelId="{6B5FE59C-B471-448A-AA7A-B526DCC4D4CA}">
      <dsp:nvSpPr>
        <dsp:cNvPr id="0" name=""/>
        <dsp:cNvSpPr/>
      </dsp:nvSpPr>
      <dsp:spPr>
        <a:xfrm>
          <a:off x="4078793" y="1430352"/>
          <a:ext cx="1934219" cy="3430271"/>
        </a:xfrm>
        <a:prstGeom prst="rect">
          <a:avLst/>
        </a:prstGeom>
        <a:solidFill>
          <a:schemeClr val="accent1">
            <a:lumMod val="20000"/>
            <a:lumOff val="80000"/>
            <a:alpha val="44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058" tIns="191058" rIns="191058" bIns="191058" numCol="1" spcCol="1270" anchor="t" anchorCtr="0">
          <a:noAutofit/>
        </a:bodyPr>
        <a:lstStyle/>
        <a:p>
          <a:pPr marL="0" lvl="0" indent="0" algn="l" defTabSz="711200">
            <a:lnSpc>
              <a:spcPct val="100000"/>
            </a:lnSpc>
            <a:spcBef>
              <a:spcPct val="0"/>
            </a:spcBef>
            <a:spcAft>
              <a:spcPct val="35000"/>
            </a:spcAft>
            <a:buNone/>
          </a:pPr>
          <a:r>
            <a:rPr lang="en-US" sz="1600" b="0" i="0" kern="1200" dirty="0">
              <a:latin typeface="Avenir Next LT Pro" panose="020B0504020202020204" pitchFamily="34" charset="77"/>
            </a:rPr>
            <a:t>Coordinate                       </a:t>
          </a:r>
          <a:r>
            <a:rPr lang="en-US" sz="1600" b="1" i="0" kern="1200" dirty="0">
              <a:latin typeface="Avenir Next LT Pro" panose="020B0504020202020204" pitchFamily="34" charset="77"/>
            </a:rPr>
            <a:t>e-business applications</a:t>
          </a:r>
        </a:p>
      </dsp:txBody>
      <dsp:txXfrm>
        <a:off x="4078793" y="1430352"/>
        <a:ext cx="1934219" cy="3430271"/>
      </dsp:txXfrm>
    </dsp:sp>
    <dsp:sp modelId="{4132ECB1-6BEF-4935-AFA3-B2EAA48FDE7E}">
      <dsp:nvSpPr>
        <dsp:cNvPr id="0" name=""/>
        <dsp:cNvSpPr/>
      </dsp:nvSpPr>
      <dsp:spPr>
        <a:xfrm>
          <a:off x="6137436" y="698584"/>
          <a:ext cx="1934219" cy="580265"/>
        </a:xfrm>
        <a:prstGeom prst="rect">
          <a:avLst/>
        </a:prstGeom>
        <a:solidFill>
          <a:schemeClr val="accent1">
            <a:lumMod val="75000"/>
            <a:alpha val="53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846" tIns="152846" rIns="152846" bIns="152846"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Avenir Next LT Pro" panose="020B0504020202020204" pitchFamily="34" charset="77"/>
            </a:rPr>
            <a:t>STRATEGY</a:t>
          </a:r>
        </a:p>
      </dsp:txBody>
      <dsp:txXfrm>
        <a:off x="6137436" y="698584"/>
        <a:ext cx="1934219" cy="580265"/>
      </dsp:txXfrm>
    </dsp:sp>
    <dsp:sp modelId="{C42A8BDE-B838-475D-AFDE-17B60D744AB6}">
      <dsp:nvSpPr>
        <dsp:cNvPr id="0" name=""/>
        <dsp:cNvSpPr/>
      </dsp:nvSpPr>
      <dsp:spPr>
        <a:xfrm>
          <a:off x="6137436" y="1430352"/>
          <a:ext cx="1934219" cy="3430271"/>
        </a:xfrm>
        <a:prstGeom prst="rect">
          <a:avLst/>
        </a:prstGeom>
        <a:solidFill>
          <a:schemeClr val="accent1">
            <a:lumMod val="40000"/>
            <a:lumOff val="60000"/>
            <a:alpha val="4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058" tIns="191058" rIns="191058" bIns="191058" numCol="1" spcCol="1270" anchor="t" anchorCtr="0">
          <a:noAutofit/>
        </a:bodyPr>
        <a:lstStyle/>
        <a:p>
          <a:pPr marL="0" lvl="0" indent="0" algn="l" defTabSz="711200" rtl="0">
            <a:lnSpc>
              <a:spcPct val="100000"/>
            </a:lnSpc>
            <a:spcBef>
              <a:spcPct val="0"/>
            </a:spcBef>
            <a:spcAft>
              <a:spcPct val="35000"/>
            </a:spcAft>
            <a:buNone/>
          </a:pPr>
          <a:r>
            <a:rPr lang="en-US" sz="1600" b="0" i="0" kern="1200" dirty="0">
              <a:latin typeface="Avenir Next LT Pro" panose="020B0504020202020204" pitchFamily="34" charset="77"/>
            </a:rPr>
            <a:t>Foster holistically </a:t>
          </a:r>
          <a:r>
            <a:rPr lang="en-US" sz="1600" b="1" i="0" kern="1200" dirty="0">
              <a:latin typeface="Avenir Next LT Pro" panose="020B0504020202020204" pitchFamily="34" charset="77"/>
            </a:rPr>
            <a:t>superior methodologies</a:t>
          </a:r>
        </a:p>
      </dsp:txBody>
      <dsp:txXfrm>
        <a:off x="6137436" y="1430352"/>
        <a:ext cx="1934219" cy="3430271"/>
      </dsp:txXfrm>
    </dsp:sp>
    <dsp:sp modelId="{59606EB9-9F10-4D12-A33F-A242FDCC0D0F}">
      <dsp:nvSpPr>
        <dsp:cNvPr id="0" name=""/>
        <dsp:cNvSpPr/>
      </dsp:nvSpPr>
      <dsp:spPr>
        <a:xfrm>
          <a:off x="8179444" y="698584"/>
          <a:ext cx="1934219" cy="580265"/>
        </a:xfrm>
        <a:prstGeom prst="rect">
          <a:avLst/>
        </a:prstGeom>
        <a:solidFill>
          <a:srgbClr val="4A5EE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846" tIns="152846" rIns="152846" bIns="152846"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Avenir Next LT Pro" panose="020B0504020202020204" pitchFamily="34" charset="77"/>
            </a:rPr>
            <a:t>LAUNCH</a:t>
          </a:r>
        </a:p>
      </dsp:txBody>
      <dsp:txXfrm>
        <a:off x="8179444" y="698584"/>
        <a:ext cx="1934219" cy="580265"/>
      </dsp:txXfrm>
    </dsp:sp>
    <dsp:sp modelId="{C8429E68-36DD-4F6A-A2F4-7CCDADCEFAD1}">
      <dsp:nvSpPr>
        <dsp:cNvPr id="0" name=""/>
        <dsp:cNvSpPr/>
      </dsp:nvSpPr>
      <dsp:spPr>
        <a:xfrm>
          <a:off x="8179444" y="1430352"/>
          <a:ext cx="1934219" cy="3430271"/>
        </a:xfrm>
        <a:prstGeom prst="rect">
          <a:avLst/>
        </a:prstGeom>
        <a:solidFill>
          <a:schemeClr val="accent1">
            <a:lumMod val="60000"/>
            <a:lumOff val="40000"/>
            <a:alpha val="68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l" defTabSz="711200" rtl="0">
            <a:lnSpc>
              <a:spcPct val="100000"/>
            </a:lnSpc>
            <a:spcBef>
              <a:spcPct val="0"/>
            </a:spcBef>
            <a:spcAft>
              <a:spcPct val="35000"/>
            </a:spcAft>
            <a:buNone/>
          </a:pPr>
          <a:r>
            <a:rPr lang="en-US" sz="1600" b="0" i="0" kern="1200" dirty="0">
              <a:latin typeface="Avenir Next LT Pro" panose="020B0504020202020204" pitchFamily="34" charset="77"/>
            </a:rPr>
            <a:t>Deploy </a:t>
          </a:r>
          <a:r>
            <a:rPr lang="en-US" sz="1600" b="1" i="0" kern="1200" dirty="0">
              <a:latin typeface="Avenir Next LT Pro" panose="020B0504020202020204" pitchFamily="34" charset="77"/>
            </a:rPr>
            <a:t>strategic networks with compelling</a:t>
          </a:r>
          <a:r>
            <a:rPr lang="en-US" sz="1600" b="0" i="0" kern="1200" dirty="0">
              <a:latin typeface="Avenir Next LT Pro" panose="020B0504020202020204" pitchFamily="34" charset="77"/>
            </a:rPr>
            <a:t>                 e-business needs</a:t>
          </a:r>
        </a:p>
      </dsp:txBody>
      <dsp:txXfrm>
        <a:off x="8179444" y="1430352"/>
        <a:ext cx="1934219" cy="3430271"/>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7/15/2026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2</a:t>
            </a:fld>
            <a:endParaRPr lang="en-US" dirty="0"/>
          </a:p>
        </p:txBody>
      </p:sp>
    </p:spTree>
    <p:extLst>
      <p:ext uri="{BB962C8B-B14F-4D97-AF65-F5344CB8AC3E}">
        <p14:creationId xmlns:p14="http://schemas.microsoft.com/office/powerpoint/2010/main" val="3880612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8</a:t>
            </a:fld>
            <a:endParaRPr lang="en-US" dirty="0"/>
          </a:p>
        </p:txBody>
      </p:sp>
    </p:spTree>
    <p:extLst>
      <p:ext uri="{BB962C8B-B14F-4D97-AF65-F5344CB8AC3E}">
        <p14:creationId xmlns:p14="http://schemas.microsoft.com/office/powerpoint/2010/main" val="427282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12</a:t>
            </a:fld>
            <a:endParaRPr lang="en-US" dirty="0"/>
          </a:p>
        </p:txBody>
      </p:sp>
    </p:spTree>
    <p:extLst>
      <p:ext uri="{BB962C8B-B14F-4D97-AF65-F5344CB8AC3E}">
        <p14:creationId xmlns:p14="http://schemas.microsoft.com/office/powerpoint/2010/main" val="484782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13</a:t>
            </a:fld>
            <a:endParaRPr lang="en-US" dirty="0"/>
          </a:p>
        </p:txBody>
      </p:sp>
    </p:spTree>
    <p:extLst>
      <p:ext uri="{BB962C8B-B14F-4D97-AF65-F5344CB8AC3E}">
        <p14:creationId xmlns:p14="http://schemas.microsoft.com/office/powerpoint/2010/main" val="3257358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14</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816768" y="633753"/>
            <a:ext cx="7414940" cy="578325"/>
          </a:xfrm>
        </p:spPr>
        <p:txBody>
          <a:bodyPr lIns="0" tIns="0" rIns="0" bIns="0">
            <a:noAutofit/>
          </a:bodyPr>
          <a:lstStyle>
            <a:lvl1pPr marL="0" indent="0" algn="l">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8" y="1313284"/>
            <a:ext cx="6226593" cy="3427502"/>
          </a:xfrm>
        </p:spPr>
        <p:txBody>
          <a:bodyPr lIns="0" tIns="0" rIns="0" bIns="0" anchor="t">
            <a:noAutofit/>
          </a:bodyPr>
          <a:lstStyle>
            <a:lvl1pPr algn="l">
              <a:defRPr sz="4500" cap="all" baseline="0"/>
            </a:lvl1pPr>
          </a:lstStyle>
          <a:p>
            <a:r>
              <a:rPr lang="en-US" dirty="0"/>
              <a:t>CLICK TO EDIT MASTER TITLE STYLE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2" y="654637"/>
            <a:ext cx="4834517" cy="2774361"/>
          </a:xfrm>
        </p:spPr>
        <p:txBody>
          <a:bodyPr lIns="0" tIns="0" rIns="0" bIns="0" anchor="b">
            <a:noAutofit/>
          </a:bodyPr>
          <a:lstStyle>
            <a:lvl1pPr>
              <a:defRPr sz="36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429000"/>
            <a:ext cx="4834517" cy="2774361"/>
          </a:xfrm>
        </p:spPr>
        <p:txBody>
          <a:bodyPr lIns="0" tIns="0" rIns="0" bIns="0">
            <a:noAutofit/>
          </a:bodyPr>
          <a:lstStyle>
            <a:lvl1pPr marL="0" indent="0">
              <a:buNone/>
              <a:defRPr sz="20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3347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847384" y="884981"/>
            <a:ext cx="10506416" cy="1128519"/>
          </a:xfrm>
        </p:spPr>
        <p:txBody>
          <a:bodyPr lIns="0" tIns="0" rIns="0" bIns="0" anchor="t">
            <a:noAutofit/>
          </a:bodyPr>
          <a:lstStyle>
            <a:lvl1pPr>
              <a:defRPr sz="3600" baseline="0">
                <a:solidFill>
                  <a:schemeClr val="tx1"/>
                </a:solidFill>
              </a:defRPr>
            </a:lvl1pPr>
          </a:lstStyle>
          <a:p>
            <a:r>
              <a:rPr lang="en-US" dirty="0"/>
              <a:t>CLICK TO EDIT MASTER TITLE STYLE</a:t>
            </a:r>
          </a:p>
        </p:txBody>
      </p:sp>
      <p:sp>
        <p:nvSpPr>
          <p:cNvPr id="9" name="Picture Placeholder 8">
            <a:extLst>
              <a:ext uri="{FF2B5EF4-FFF2-40B4-BE49-F238E27FC236}">
                <a16:creationId xmlns:a16="http://schemas.microsoft.com/office/drawing/2014/main" id="{6763DD79-6EE3-B8D8-0CBF-2151E3515904}"/>
              </a:ext>
            </a:extLst>
          </p:cNvPr>
          <p:cNvSpPr>
            <a:spLocks noGrp="1"/>
          </p:cNvSpPr>
          <p:nvPr>
            <p:ph type="pic" sz="quarter" idx="11"/>
          </p:nvPr>
        </p:nvSpPr>
        <p:spPr>
          <a:xfrm>
            <a:off x="846438" y="2090460"/>
            <a:ext cx="4729163" cy="3271838"/>
          </a:xfrm>
          <a:custGeom>
            <a:avLst/>
            <a:gdLst>
              <a:gd name="connsiteX0" fmla="*/ 0 w 4729163"/>
              <a:gd name="connsiteY0" fmla="*/ 0 h 3271838"/>
              <a:gd name="connsiteX1" fmla="*/ 4729163 w 4729163"/>
              <a:gd name="connsiteY1" fmla="*/ 0 h 3271838"/>
              <a:gd name="connsiteX2" fmla="*/ 4729163 w 4729163"/>
              <a:gd name="connsiteY2" fmla="*/ 1519113 h 3271838"/>
              <a:gd name="connsiteX3" fmla="*/ 4674888 w 4729163"/>
              <a:gd name="connsiteY3" fmla="*/ 1524585 h 3271838"/>
              <a:gd name="connsiteX4" fmla="*/ 4145679 w 4729163"/>
              <a:gd name="connsiteY4" fmla="*/ 2173901 h 3271838"/>
              <a:gd name="connsiteX5" fmla="*/ 4674888 w 4729163"/>
              <a:gd name="connsiteY5" fmla="*/ 2823218 h 3271838"/>
              <a:gd name="connsiteX6" fmla="*/ 4729163 w 4729163"/>
              <a:gd name="connsiteY6" fmla="*/ 2828689 h 3271838"/>
              <a:gd name="connsiteX7" fmla="*/ 4729163 w 4729163"/>
              <a:gd name="connsiteY7" fmla="*/ 3271838 h 3271838"/>
              <a:gd name="connsiteX8" fmla="*/ 0 w 4729163"/>
              <a:gd name="connsiteY8" fmla="*/ 3271838 h 327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9163" h="3271838">
                <a:moveTo>
                  <a:pt x="0" y="0"/>
                </a:moveTo>
                <a:lnTo>
                  <a:pt x="4729163" y="0"/>
                </a:lnTo>
                <a:lnTo>
                  <a:pt x="4729163" y="1519113"/>
                </a:lnTo>
                <a:lnTo>
                  <a:pt x="4674888" y="1524585"/>
                </a:lnTo>
                <a:cubicBezTo>
                  <a:pt x="4372869" y="1586387"/>
                  <a:pt x="4145679" y="1853613"/>
                  <a:pt x="4145679" y="2173901"/>
                </a:cubicBezTo>
                <a:cubicBezTo>
                  <a:pt x="4145679" y="2494190"/>
                  <a:pt x="4372869" y="2761416"/>
                  <a:pt x="4674888" y="2823218"/>
                </a:cubicBezTo>
                <a:lnTo>
                  <a:pt x="4729163" y="2828689"/>
                </a:lnTo>
                <a:lnTo>
                  <a:pt x="4729163" y="3271838"/>
                </a:lnTo>
                <a:lnTo>
                  <a:pt x="0" y="3271838"/>
                </a:lnTo>
                <a:close/>
              </a:path>
            </a:pathLst>
          </a:custGeom>
          <a:solidFill>
            <a:schemeClr val="accent1">
              <a:lumMod val="20000"/>
              <a:lumOff val="80000"/>
            </a:schemeClr>
          </a:solidFill>
        </p:spPr>
        <p:txBody>
          <a:bodyPr wrap="square" anchor="ctr">
            <a:noAutofit/>
          </a:bodyPr>
          <a:lstStyle>
            <a:lvl1pPr algn="ctr">
              <a:defRPr/>
            </a:lvl1pPr>
          </a:lstStyle>
          <a:p>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978650" y="2087562"/>
            <a:ext cx="4375150" cy="3891067"/>
          </a:xfrm>
        </p:spPr>
        <p:txBody>
          <a:bodyPr lIns="0" tIns="0" rIns="0" bIns="0">
            <a:no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Oval 9">
            <a:extLst>
              <a:ext uri="{FF2B5EF4-FFF2-40B4-BE49-F238E27FC236}">
                <a16:creationId xmlns:a16="http://schemas.microsoft.com/office/drawing/2014/main" id="{AE3A22C8-6F2C-1CDE-8309-91BEE025D4F6}"/>
              </a:ext>
              <a:ext uri="{C183D7F6-B498-43B3-948B-1728B52AA6E4}">
                <adec:decorative xmlns:adec="http://schemas.microsoft.com/office/drawing/2017/decorative" val="1"/>
              </a:ext>
            </a:extLst>
          </p:cNvPr>
          <p:cNvSpPr/>
          <p:nvPr userDrawn="1"/>
        </p:nvSpPr>
        <p:spPr>
          <a:xfrm>
            <a:off x="4992117" y="3601579"/>
            <a:ext cx="1325563" cy="1325563"/>
          </a:xfrm>
          <a:prstGeom prst="ellipse">
            <a:avLst/>
          </a:prstGeom>
          <a:solidFill>
            <a:schemeClr val="accent1">
              <a:alpha val="8921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 name="Footer Placeholder 1">
            <a:extLst>
              <a:ext uri="{FF2B5EF4-FFF2-40B4-BE49-F238E27FC236}">
                <a16:creationId xmlns:a16="http://schemas.microsoft.com/office/drawing/2014/main" id="{6CD6503F-0A61-068C-55A7-DCFF406FB31E}"/>
              </a:ext>
            </a:extLst>
          </p:cNvPr>
          <p:cNvSpPr>
            <a:spLocks noGrp="1"/>
          </p:cNvSpPr>
          <p:nvPr>
            <p:ph type="ftr" sz="quarter" idx="12"/>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CCAB612C-940F-4C41-D28D-9328F1524163}"/>
              </a:ext>
            </a:extLst>
          </p:cNvPr>
          <p:cNvSpPr>
            <a:spLocks noGrp="1"/>
          </p:cNvSpPr>
          <p:nvPr>
            <p:ph type="sldNum" sz="quarter" idx="13"/>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8985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5413445" y="2043946"/>
            <a:ext cx="6034216" cy="1439604"/>
          </a:xfrm>
        </p:spPr>
        <p:txBody>
          <a:bodyPr lIns="0" tIns="0" rIns="0" bIns="0" anchor="b">
            <a:noAutofit/>
          </a:bodyPr>
          <a:lstStyle>
            <a:lvl1pPr>
              <a:defRPr sz="36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hasCustomPrompt="1"/>
          </p:nvPr>
        </p:nvSpPr>
        <p:spPr>
          <a:xfrm>
            <a:off x="5413445" y="3469262"/>
            <a:ext cx="6034216" cy="1085641"/>
          </a:xfrm>
        </p:spPr>
        <p:txBody>
          <a:bodyPr lIns="0" tIns="0" rIns="0" bIns="0">
            <a:noAutofit/>
          </a:bodyPr>
          <a:lstStyle>
            <a:lvl1pPr marL="0" indent="0" algn="l">
              <a:buNone/>
              <a:defRPr sz="2000" cap="all"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Footer Placeholder 1">
            <a:extLst>
              <a:ext uri="{FF2B5EF4-FFF2-40B4-BE49-F238E27FC236}">
                <a16:creationId xmlns:a16="http://schemas.microsoft.com/office/drawing/2014/main" id="{E21B6B04-886C-2862-3BD4-97071FCAD7CA}"/>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AE0F1657-AAC1-699F-C320-E5260E380642}"/>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84902"/>
            <a:ext cx="4567228" cy="1877976"/>
          </a:xfrm>
        </p:spPr>
        <p:txBody>
          <a:bodyPr lIns="0" tIns="0" rIns="0" bIns="0">
            <a:noAutofit/>
          </a:bodyPr>
          <a:lstStyle>
            <a:lvl1pPr>
              <a:defRPr sz="3600" baseline="0"/>
            </a:lvl1pPr>
          </a:lstStyle>
          <a:p>
            <a:r>
              <a:rPr lang="en-US" dirty="0"/>
              <a:t>CLICK TO EDIT MASTER TITLE STYLE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5572125" y="409576"/>
            <a:ext cx="5789913" cy="6067424"/>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reeform 5" descr="Man looking up at skyscrapers">
            <a:extLst>
              <a:ext uri="{FF2B5EF4-FFF2-40B4-BE49-F238E27FC236}">
                <a16:creationId xmlns:a16="http://schemas.microsoft.com/office/drawing/2014/main" id="{7BCB4311-6C5C-4FCF-5824-E1C8254AC360}"/>
              </a:ext>
            </a:extLst>
          </p:cNvPr>
          <p:cNvSpPr/>
          <p:nvPr userDrawn="1"/>
        </p:nvSpPr>
        <p:spPr>
          <a:xfrm rot="2329651">
            <a:off x="-532604" y="2895950"/>
            <a:ext cx="5658498" cy="5088743"/>
          </a:xfrm>
          <a:custGeom>
            <a:avLst/>
            <a:gdLst>
              <a:gd name="connsiteX0" fmla="*/ 1041364 w 5658498"/>
              <a:gd name="connsiteY0" fmla="*/ 660618 h 5088743"/>
              <a:gd name="connsiteX1" fmla="*/ 2881574 w 5658498"/>
              <a:gd name="connsiteY1" fmla="*/ 0 h 5088743"/>
              <a:gd name="connsiteX2" fmla="*/ 5644500 w 5658498"/>
              <a:gd name="connsiteY2" fmla="*/ 2032703 h 5088743"/>
              <a:gd name="connsiteX3" fmla="*/ 5658498 w 5658498"/>
              <a:gd name="connsiteY3" fmla="*/ 2087143 h 5088743"/>
              <a:gd name="connsiteX4" fmla="*/ 1928931 w 5658498"/>
              <a:gd name="connsiteY4" fmla="*/ 5088743 h 5088743"/>
              <a:gd name="connsiteX5" fmla="*/ 0 w 5658498"/>
              <a:gd name="connsiteY5" fmla="*/ 2691993 h 5088743"/>
              <a:gd name="connsiteX6" fmla="*/ 7450 w 5658498"/>
              <a:gd name="connsiteY6" fmla="*/ 2560795 h 5088743"/>
              <a:gd name="connsiteX7" fmla="*/ 1041364 w 5658498"/>
              <a:gd name="connsiteY7" fmla="*/ 660618 h 508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58498" h="5088743">
                <a:moveTo>
                  <a:pt x="1041364" y="660618"/>
                </a:moveTo>
                <a:cubicBezTo>
                  <a:pt x="1541443" y="247916"/>
                  <a:pt x="2182557" y="0"/>
                  <a:pt x="2881574" y="0"/>
                </a:cubicBezTo>
                <a:cubicBezTo>
                  <a:pt x="4179749" y="0"/>
                  <a:pt x="5278215" y="855058"/>
                  <a:pt x="5644500" y="2032703"/>
                </a:cubicBezTo>
                <a:lnTo>
                  <a:pt x="5658498" y="2087143"/>
                </a:lnTo>
                <a:lnTo>
                  <a:pt x="1928931" y="5088743"/>
                </a:lnTo>
                <a:lnTo>
                  <a:pt x="0" y="2691993"/>
                </a:lnTo>
                <a:lnTo>
                  <a:pt x="7450" y="2560795"/>
                </a:lnTo>
                <a:cubicBezTo>
                  <a:pt x="94683" y="1797754"/>
                  <a:pt x="478776" y="1124908"/>
                  <a:pt x="1041364" y="660618"/>
                </a:cubicBezTo>
                <a:close/>
              </a:path>
            </a:pathLst>
          </a:custGeom>
          <a:blipFill dpi="0" rotWithShape="1">
            <a:blip r:embed="rId2" cstate="print">
              <a:extLst>
                <a:ext uri="{BEBA8EAE-BF5A-486C-A8C5-ECC9F3942E4B}">
                  <a14:imgProps xmlns:a14="http://schemas.microsoft.com/office/drawing/2010/main">
                    <a14:imgLayer r:embed="rId3">
                      <a14:imgEffect>
                        <a14:saturation sat="0"/>
                      </a14:imgEffect>
                      <a14:imgEffect>
                        <a14:brightnessContrast bright="8000" contrast="-25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Oval 4">
            <a:extLst>
              <a:ext uri="{FF2B5EF4-FFF2-40B4-BE49-F238E27FC236}">
                <a16:creationId xmlns:a16="http://schemas.microsoft.com/office/drawing/2014/main" id="{3B5704EA-7A65-5CC2-D428-F28396B06208}"/>
              </a:ext>
            </a:extLst>
          </p:cNvPr>
          <p:cNvSpPr/>
          <p:nvPr userDrawn="1"/>
        </p:nvSpPr>
        <p:spPr>
          <a:xfrm>
            <a:off x="356461" y="2238899"/>
            <a:ext cx="1411557" cy="1411557"/>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849880" y="1781357"/>
            <a:ext cx="5157787" cy="823912"/>
          </a:xfrm>
        </p:spPr>
        <p:txBody>
          <a:bodyPr lIns="0" tIns="0" rIns="0" bIns="0" anchor="b">
            <a:noAutofit/>
          </a:bodyPr>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849880" y="2605269"/>
            <a:ext cx="5157787" cy="368458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6182292" y="1781357"/>
            <a:ext cx="5183188" cy="823912"/>
          </a:xfrm>
        </p:spPr>
        <p:txBody>
          <a:bodyPr lIns="0" tIns="0" rIns="0" bIns="0" anchor="b">
            <a:noAutofit/>
          </a:bodyPr>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182292" y="2605269"/>
            <a:ext cx="5183188" cy="368458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2EEB52FD-12DF-7F90-E06C-0C83CEB26F24}"/>
              </a:ext>
            </a:extLst>
          </p:cNvPr>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2" name="Footer Placeholder 1">
            <a:extLst>
              <a:ext uri="{FF2B5EF4-FFF2-40B4-BE49-F238E27FC236}">
                <a16:creationId xmlns:a16="http://schemas.microsoft.com/office/drawing/2014/main" id="{EB5B760E-02DF-5B11-D744-D98DE8A01E9E}"/>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0CBFEC7-DD3B-F9AE-2192-83960534DE75}"/>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2817383"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2" name="Picture 11"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b="23487"/>
          <a:stretch/>
        </p:blipFill>
        <p:spPr>
          <a:xfrm>
            <a:off x="2531165" y="2125402"/>
            <a:ext cx="927983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1228500" y="1155320"/>
            <a:ext cx="8244113" cy="970081"/>
          </a:xfrm>
        </p:spPr>
        <p:txBody>
          <a:bodyPr lIns="0" tIns="0" rIns="0" bIns="0" anchor="t">
            <a:noAutofit/>
          </a:bodyPr>
          <a:lstStyle>
            <a:lvl1pPr>
              <a:lnSpc>
                <a:spcPct val="100000"/>
              </a:lnSpc>
              <a:defRPr sz="3000" b="0" i="0" spc="0" baseline="0">
                <a:latin typeface="+mn-lt"/>
              </a:defRPr>
            </a:lvl1pPr>
          </a:lstStyle>
          <a:p>
            <a:r>
              <a:rPr lang="en-US" dirty="0"/>
              <a:t>CLICK TO EDIT MASTER TITLE STYLE</a:t>
            </a:r>
          </a:p>
        </p:txBody>
      </p:sp>
      <p:sp>
        <p:nvSpPr>
          <p:cNvPr id="8" name="Subtitle 2">
            <a:extLst>
              <a:ext uri="{FF2B5EF4-FFF2-40B4-BE49-F238E27FC236}">
                <a16:creationId xmlns:a16="http://schemas.microsoft.com/office/drawing/2014/main" id="{304A311B-BF0E-4ABD-250E-58093E12EC36}"/>
              </a:ext>
            </a:extLst>
          </p:cNvPr>
          <p:cNvSpPr>
            <a:spLocks noGrp="1"/>
          </p:cNvSpPr>
          <p:nvPr>
            <p:ph type="subTitle" idx="1" hasCustomPrompt="1"/>
          </p:nvPr>
        </p:nvSpPr>
        <p:spPr>
          <a:xfrm>
            <a:off x="1228500" y="2229358"/>
            <a:ext cx="7044643" cy="559184"/>
          </a:xfrm>
        </p:spPr>
        <p:txBody>
          <a:bodyPr lIns="0" tIns="0" rIns="0" bIns="0">
            <a:noAutofit/>
          </a:bodyPr>
          <a:lstStyle>
            <a:lvl1pPr marL="0" indent="0" algn="l">
              <a:buNone/>
              <a:defRPr sz="1800" b="1" spc="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227E488-456A-A645-EEF4-38AAED9C5ED1}"/>
              </a:ext>
            </a:extLst>
          </p:cNvPr>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850327" y="1747520"/>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endParaRPr lang="en-US" dirty="0"/>
          </a:p>
        </p:txBody>
      </p:sp>
      <p:sp>
        <p:nvSpPr>
          <p:cNvPr id="21" name="Text Placeholder 20">
            <a:extLst>
              <a:ext uri="{FF2B5EF4-FFF2-40B4-BE49-F238E27FC236}">
                <a16:creationId xmlns:a16="http://schemas.microsoft.com/office/drawing/2014/main" id="{F4825303-FCCD-E705-1213-BF7CF16DF7F6}"/>
              </a:ext>
            </a:extLst>
          </p:cNvPr>
          <p:cNvSpPr>
            <a:spLocks noGrp="1"/>
          </p:cNvSpPr>
          <p:nvPr>
            <p:ph type="body" sz="quarter" idx="17" hasCustomPrompt="1"/>
          </p:nvPr>
        </p:nvSpPr>
        <p:spPr>
          <a:xfrm>
            <a:off x="850326"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985524" y="5567730"/>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25" name="Picture Placeholder 23">
            <a:extLst>
              <a:ext uri="{FF2B5EF4-FFF2-40B4-BE49-F238E27FC236}">
                <a16:creationId xmlns:a16="http://schemas.microsoft.com/office/drawing/2014/main" id="{EA9E795C-FED0-FB6B-2D18-0BDABCA2C5BB}"/>
              </a:ext>
            </a:extLst>
          </p:cNvPr>
          <p:cNvSpPr>
            <a:spLocks noGrp="1"/>
          </p:cNvSpPr>
          <p:nvPr>
            <p:ph type="pic" sz="quarter" idx="26"/>
          </p:nvPr>
        </p:nvSpPr>
        <p:spPr>
          <a:xfrm>
            <a:off x="3489968" y="1758108"/>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endParaRPr lang="en-US" dirty="0"/>
          </a:p>
        </p:txBody>
      </p:sp>
      <p:sp>
        <p:nvSpPr>
          <p:cNvPr id="37" name="Text Placeholder 36">
            <a:extLst>
              <a:ext uri="{FF2B5EF4-FFF2-40B4-BE49-F238E27FC236}">
                <a16:creationId xmlns:a16="http://schemas.microsoft.com/office/drawing/2014/main" id="{BF18F814-0B06-5B49-EC7F-2FFDDB498FF6}"/>
              </a:ext>
            </a:extLst>
          </p:cNvPr>
          <p:cNvSpPr>
            <a:spLocks noGrp="1"/>
          </p:cNvSpPr>
          <p:nvPr>
            <p:ph type="body" sz="quarter" idx="34" hasCustomPrompt="1"/>
          </p:nvPr>
        </p:nvSpPr>
        <p:spPr>
          <a:xfrm>
            <a:off x="3489968"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28" name="Text Placeholder 28">
            <a:extLst>
              <a:ext uri="{FF2B5EF4-FFF2-40B4-BE49-F238E27FC236}">
                <a16:creationId xmlns:a16="http://schemas.microsoft.com/office/drawing/2014/main" id="{518B0AC6-8555-9EC9-31D5-2D41E9278A30}"/>
              </a:ext>
            </a:extLst>
          </p:cNvPr>
          <p:cNvSpPr>
            <a:spLocks noGrp="1"/>
          </p:cNvSpPr>
          <p:nvPr>
            <p:ph type="body" sz="quarter" idx="29" hasCustomPrompt="1"/>
          </p:nvPr>
        </p:nvSpPr>
        <p:spPr>
          <a:xfrm>
            <a:off x="3631421" y="5584541"/>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26" name="Picture Placeholder 23">
            <a:extLst>
              <a:ext uri="{FF2B5EF4-FFF2-40B4-BE49-F238E27FC236}">
                <a16:creationId xmlns:a16="http://schemas.microsoft.com/office/drawing/2014/main" id="{1026B989-CBAD-BCCA-CE61-AC5ABC3F8752}"/>
              </a:ext>
            </a:extLst>
          </p:cNvPr>
          <p:cNvSpPr>
            <a:spLocks noGrp="1"/>
          </p:cNvSpPr>
          <p:nvPr>
            <p:ph type="pic" sz="quarter" idx="27"/>
          </p:nvPr>
        </p:nvSpPr>
        <p:spPr>
          <a:xfrm>
            <a:off x="6139567" y="1758108"/>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endParaRPr lang="en-US" dirty="0"/>
          </a:p>
        </p:txBody>
      </p:sp>
      <p:sp>
        <p:nvSpPr>
          <p:cNvPr id="38" name="Text Placeholder 37">
            <a:extLst>
              <a:ext uri="{FF2B5EF4-FFF2-40B4-BE49-F238E27FC236}">
                <a16:creationId xmlns:a16="http://schemas.microsoft.com/office/drawing/2014/main" id="{3A6E4A81-98BC-4A0B-637E-A8A4EF704A29}"/>
              </a:ext>
            </a:extLst>
          </p:cNvPr>
          <p:cNvSpPr>
            <a:spLocks noGrp="1"/>
          </p:cNvSpPr>
          <p:nvPr>
            <p:ph type="body" sz="quarter" idx="35" hasCustomPrompt="1"/>
          </p:nvPr>
        </p:nvSpPr>
        <p:spPr>
          <a:xfrm>
            <a:off x="6139567"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34" name="Text Placeholder 28">
            <a:extLst>
              <a:ext uri="{FF2B5EF4-FFF2-40B4-BE49-F238E27FC236}">
                <a16:creationId xmlns:a16="http://schemas.microsoft.com/office/drawing/2014/main" id="{671F3A8D-7485-35BA-4D51-752E669CD51B}"/>
              </a:ext>
            </a:extLst>
          </p:cNvPr>
          <p:cNvSpPr>
            <a:spLocks noGrp="1"/>
          </p:cNvSpPr>
          <p:nvPr>
            <p:ph type="body" sz="quarter" idx="31" hasCustomPrompt="1"/>
          </p:nvPr>
        </p:nvSpPr>
        <p:spPr>
          <a:xfrm>
            <a:off x="6260967" y="5584541"/>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24" name="Picture Placeholder 23">
            <a:extLst>
              <a:ext uri="{FF2B5EF4-FFF2-40B4-BE49-F238E27FC236}">
                <a16:creationId xmlns:a16="http://schemas.microsoft.com/office/drawing/2014/main" id="{EC3EE756-2FF0-64E0-D905-235B8973F7D5}"/>
              </a:ext>
            </a:extLst>
          </p:cNvPr>
          <p:cNvSpPr>
            <a:spLocks noGrp="1"/>
          </p:cNvSpPr>
          <p:nvPr>
            <p:ph type="pic" sz="quarter" idx="25"/>
          </p:nvPr>
        </p:nvSpPr>
        <p:spPr>
          <a:xfrm>
            <a:off x="8755158" y="1758108"/>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endParaRPr lang="en-US" dirty="0"/>
          </a:p>
        </p:txBody>
      </p:sp>
      <p:sp>
        <p:nvSpPr>
          <p:cNvPr id="39" name="Text Placeholder 38">
            <a:extLst>
              <a:ext uri="{FF2B5EF4-FFF2-40B4-BE49-F238E27FC236}">
                <a16:creationId xmlns:a16="http://schemas.microsoft.com/office/drawing/2014/main" id="{35068E76-B8E5-A95C-FAAC-7F43B2481D14}"/>
              </a:ext>
            </a:extLst>
          </p:cNvPr>
          <p:cNvSpPr>
            <a:spLocks noGrp="1"/>
          </p:cNvSpPr>
          <p:nvPr>
            <p:ph type="body" sz="quarter" idx="36" hasCustomPrompt="1"/>
          </p:nvPr>
        </p:nvSpPr>
        <p:spPr>
          <a:xfrm>
            <a:off x="8755158"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36" name="Text Placeholder 28">
            <a:extLst>
              <a:ext uri="{FF2B5EF4-FFF2-40B4-BE49-F238E27FC236}">
                <a16:creationId xmlns:a16="http://schemas.microsoft.com/office/drawing/2014/main" id="{5985B1DB-E488-ABA9-E8FB-18D2006DCE09}"/>
              </a:ext>
            </a:extLst>
          </p:cNvPr>
          <p:cNvSpPr>
            <a:spLocks noGrp="1"/>
          </p:cNvSpPr>
          <p:nvPr>
            <p:ph type="body" sz="quarter" idx="33" hasCustomPrompt="1"/>
          </p:nvPr>
        </p:nvSpPr>
        <p:spPr>
          <a:xfrm>
            <a:off x="8890513" y="5584541"/>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4" name="Footer Placeholder 3">
            <a:extLst>
              <a:ext uri="{FF2B5EF4-FFF2-40B4-BE49-F238E27FC236}">
                <a16:creationId xmlns:a16="http://schemas.microsoft.com/office/drawing/2014/main" id="{D6FC1105-93C5-0E50-1656-271A54E5D97D}"/>
              </a:ext>
            </a:extLst>
          </p:cNvPr>
          <p:cNvSpPr>
            <a:spLocks noGrp="1"/>
          </p:cNvSpPr>
          <p:nvPr>
            <p:ph type="ftr" sz="quarter" idx="37"/>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E134F48D-1D23-34DB-1FB6-07EEB752692C}"/>
              </a:ext>
            </a:extLst>
          </p:cNvPr>
          <p:cNvSpPr>
            <a:spLocks noGrp="1"/>
          </p:cNvSpPr>
          <p:nvPr>
            <p:ph type="sldNum" sz="quarter" idx="38"/>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154419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8D869122-E2BC-ED44-681B-43F70BEF81AF}"/>
              </a:ext>
            </a:extLst>
          </p:cNvPr>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8" name="Picture Placeholder 23">
            <a:extLst>
              <a:ext uri="{FF2B5EF4-FFF2-40B4-BE49-F238E27FC236}">
                <a16:creationId xmlns:a16="http://schemas.microsoft.com/office/drawing/2014/main" id="{255CBD6C-C281-8722-27D4-3D2CC5788A07}"/>
              </a:ext>
            </a:extLst>
          </p:cNvPr>
          <p:cNvSpPr>
            <a:spLocks noGrp="1"/>
          </p:cNvSpPr>
          <p:nvPr>
            <p:ph type="pic" sz="quarter" idx="13"/>
          </p:nvPr>
        </p:nvSpPr>
        <p:spPr>
          <a:xfrm>
            <a:off x="1090665" y="1650517"/>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34" name="Text Placeholder 33">
            <a:extLst>
              <a:ext uri="{FF2B5EF4-FFF2-40B4-BE49-F238E27FC236}">
                <a16:creationId xmlns:a16="http://schemas.microsoft.com/office/drawing/2014/main" id="{F1774C4E-7344-8232-3750-E424576E1D73}"/>
              </a:ext>
            </a:extLst>
          </p:cNvPr>
          <p:cNvSpPr>
            <a:spLocks noGrp="1"/>
          </p:cNvSpPr>
          <p:nvPr>
            <p:ph type="body" sz="quarter" idx="37" hasCustomPrompt="1"/>
          </p:nvPr>
        </p:nvSpPr>
        <p:spPr>
          <a:xfrm>
            <a:off x="1088136"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0" name="Text Placeholder 28">
            <a:extLst>
              <a:ext uri="{FF2B5EF4-FFF2-40B4-BE49-F238E27FC236}">
                <a16:creationId xmlns:a16="http://schemas.microsoft.com/office/drawing/2014/main" id="{1CE5D490-4727-FFF1-4BFF-A3DED42ECA3F}"/>
              </a:ext>
            </a:extLst>
          </p:cNvPr>
          <p:cNvSpPr>
            <a:spLocks noGrp="1"/>
          </p:cNvSpPr>
          <p:nvPr>
            <p:ph type="body" sz="quarter" idx="22" hasCustomPrompt="1"/>
          </p:nvPr>
        </p:nvSpPr>
        <p:spPr>
          <a:xfrm>
            <a:off x="1185312" y="3587657"/>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18" name="Picture Placeholder 23">
            <a:extLst>
              <a:ext uri="{FF2B5EF4-FFF2-40B4-BE49-F238E27FC236}">
                <a16:creationId xmlns:a16="http://schemas.microsoft.com/office/drawing/2014/main" id="{53802057-01C6-8655-30FA-091AC26925F4}"/>
              </a:ext>
            </a:extLst>
          </p:cNvPr>
          <p:cNvSpPr>
            <a:spLocks noGrp="1"/>
          </p:cNvSpPr>
          <p:nvPr>
            <p:ph type="pic" sz="quarter" idx="15"/>
          </p:nvPr>
        </p:nvSpPr>
        <p:spPr>
          <a:xfrm>
            <a:off x="3638242" y="1656748"/>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40" name="Text Placeholder 39">
            <a:extLst>
              <a:ext uri="{FF2B5EF4-FFF2-40B4-BE49-F238E27FC236}">
                <a16:creationId xmlns:a16="http://schemas.microsoft.com/office/drawing/2014/main" id="{69E47AF5-CB74-C3EB-76CA-1CA76678E2D5}"/>
              </a:ext>
            </a:extLst>
          </p:cNvPr>
          <p:cNvSpPr>
            <a:spLocks noGrp="1"/>
          </p:cNvSpPr>
          <p:nvPr>
            <p:ph type="body" sz="quarter" idx="38" hasCustomPrompt="1"/>
          </p:nvPr>
        </p:nvSpPr>
        <p:spPr>
          <a:xfrm>
            <a:off x="3636236"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6" name="Text Placeholder 28">
            <a:extLst>
              <a:ext uri="{FF2B5EF4-FFF2-40B4-BE49-F238E27FC236}">
                <a16:creationId xmlns:a16="http://schemas.microsoft.com/office/drawing/2014/main" id="{890DFA6A-3356-DE98-022D-0DA202FBFD7E}"/>
              </a:ext>
            </a:extLst>
          </p:cNvPr>
          <p:cNvSpPr>
            <a:spLocks noGrp="1"/>
          </p:cNvSpPr>
          <p:nvPr>
            <p:ph type="body" sz="quarter" idx="26" hasCustomPrompt="1"/>
          </p:nvPr>
        </p:nvSpPr>
        <p:spPr>
          <a:xfrm>
            <a:off x="3734201" y="3589774"/>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19" name="Picture Placeholder 23">
            <a:extLst>
              <a:ext uri="{FF2B5EF4-FFF2-40B4-BE49-F238E27FC236}">
                <a16:creationId xmlns:a16="http://schemas.microsoft.com/office/drawing/2014/main" id="{4EB02CDB-488A-8142-CAF9-8E37FFF7C07D}"/>
              </a:ext>
            </a:extLst>
          </p:cNvPr>
          <p:cNvSpPr>
            <a:spLocks noGrp="1"/>
          </p:cNvSpPr>
          <p:nvPr>
            <p:ph type="pic" sz="quarter" idx="16"/>
          </p:nvPr>
        </p:nvSpPr>
        <p:spPr>
          <a:xfrm>
            <a:off x="6185819" y="1662979"/>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43" name="Text Placeholder 42">
            <a:extLst>
              <a:ext uri="{FF2B5EF4-FFF2-40B4-BE49-F238E27FC236}">
                <a16:creationId xmlns:a16="http://schemas.microsoft.com/office/drawing/2014/main" id="{4F3265D0-915B-E319-A154-B81C7A2C5B94}"/>
              </a:ext>
            </a:extLst>
          </p:cNvPr>
          <p:cNvSpPr>
            <a:spLocks noGrp="1"/>
          </p:cNvSpPr>
          <p:nvPr>
            <p:ph type="body" sz="quarter" idx="39" hasCustomPrompt="1"/>
          </p:nvPr>
        </p:nvSpPr>
        <p:spPr>
          <a:xfrm>
            <a:off x="6183813"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9" name="Text Placeholder 28">
            <a:extLst>
              <a:ext uri="{FF2B5EF4-FFF2-40B4-BE49-F238E27FC236}">
                <a16:creationId xmlns:a16="http://schemas.microsoft.com/office/drawing/2014/main" id="{CC0A1957-087D-BAC8-2FD3-C7879A14D683}"/>
              </a:ext>
            </a:extLst>
          </p:cNvPr>
          <p:cNvSpPr>
            <a:spLocks noGrp="1"/>
          </p:cNvSpPr>
          <p:nvPr>
            <p:ph type="body" sz="quarter" idx="28" hasCustomPrompt="1"/>
          </p:nvPr>
        </p:nvSpPr>
        <p:spPr>
          <a:xfrm>
            <a:off x="6283090" y="3594007"/>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17" name="Picture Placeholder 23">
            <a:extLst>
              <a:ext uri="{FF2B5EF4-FFF2-40B4-BE49-F238E27FC236}">
                <a16:creationId xmlns:a16="http://schemas.microsoft.com/office/drawing/2014/main" id="{C0FA0782-5A43-CA2A-3152-A02B9D5D744A}"/>
              </a:ext>
            </a:extLst>
          </p:cNvPr>
          <p:cNvSpPr>
            <a:spLocks noGrp="1"/>
          </p:cNvSpPr>
          <p:nvPr>
            <p:ph type="pic" sz="quarter" idx="14"/>
          </p:nvPr>
        </p:nvSpPr>
        <p:spPr>
          <a:xfrm>
            <a:off x="8733396" y="1669209"/>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46" name="Text Placeholder 45">
            <a:extLst>
              <a:ext uri="{FF2B5EF4-FFF2-40B4-BE49-F238E27FC236}">
                <a16:creationId xmlns:a16="http://schemas.microsoft.com/office/drawing/2014/main" id="{D922E682-729B-97DE-1956-5B8FDDB7A7B0}"/>
              </a:ext>
            </a:extLst>
          </p:cNvPr>
          <p:cNvSpPr>
            <a:spLocks noGrp="1"/>
          </p:cNvSpPr>
          <p:nvPr>
            <p:ph type="body" sz="quarter" idx="40" hasCustomPrompt="1"/>
          </p:nvPr>
        </p:nvSpPr>
        <p:spPr>
          <a:xfrm>
            <a:off x="8731390"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42" name="Text Placeholder 28">
            <a:extLst>
              <a:ext uri="{FF2B5EF4-FFF2-40B4-BE49-F238E27FC236}">
                <a16:creationId xmlns:a16="http://schemas.microsoft.com/office/drawing/2014/main" id="{8A2E2333-661F-499A-4099-13003D5327DE}"/>
              </a:ext>
            </a:extLst>
          </p:cNvPr>
          <p:cNvSpPr>
            <a:spLocks noGrp="1"/>
          </p:cNvSpPr>
          <p:nvPr>
            <p:ph type="body" sz="quarter" idx="30" hasCustomPrompt="1"/>
          </p:nvPr>
        </p:nvSpPr>
        <p:spPr>
          <a:xfrm>
            <a:off x="8831978" y="3591891"/>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4" name="Picture Placeholder 23">
            <a:extLst>
              <a:ext uri="{FF2B5EF4-FFF2-40B4-BE49-F238E27FC236}">
                <a16:creationId xmlns:a16="http://schemas.microsoft.com/office/drawing/2014/main" id="{BC2B0E64-6036-C50A-4B09-3307E136D0DB}"/>
              </a:ext>
            </a:extLst>
          </p:cNvPr>
          <p:cNvSpPr>
            <a:spLocks noGrp="1"/>
          </p:cNvSpPr>
          <p:nvPr>
            <p:ph type="pic" sz="quarter" idx="17"/>
          </p:nvPr>
        </p:nvSpPr>
        <p:spPr>
          <a:xfrm>
            <a:off x="1090665" y="4221285"/>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49" name="Text Placeholder 48">
            <a:extLst>
              <a:ext uri="{FF2B5EF4-FFF2-40B4-BE49-F238E27FC236}">
                <a16:creationId xmlns:a16="http://schemas.microsoft.com/office/drawing/2014/main" id="{B1360129-7F80-B48D-D46B-A111F17E47B4}"/>
              </a:ext>
            </a:extLst>
          </p:cNvPr>
          <p:cNvSpPr>
            <a:spLocks noGrp="1"/>
          </p:cNvSpPr>
          <p:nvPr>
            <p:ph type="body" sz="quarter" idx="41" hasCustomPrompt="1"/>
          </p:nvPr>
        </p:nvSpPr>
        <p:spPr>
          <a:xfrm>
            <a:off x="1088136"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3" name="Text Placeholder 28">
            <a:extLst>
              <a:ext uri="{FF2B5EF4-FFF2-40B4-BE49-F238E27FC236}">
                <a16:creationId xmlns:a16="http://schemas.microsoft.com/office/drawing/2014/main" id="{34A00EE2-7DE2-BF48-E0C1-81C2158B4107}"/>
              </a:ext>
            </a:extLst>
          </p:cNvPr>
          <p:cNvSpPr>
            <a:spLocks noGrp="1"/>
          </p:cNvSpPr>
          <p:nvPr>
            <p:ph type="body" sz="quarter" idx="24" hasCustomPrompt="1"/>
          </p:nvPr>
        </p:nvSpPr>
        <p:spPr>
          <a:xfrm>
            <a:off x="1185312" y="6150401"/>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6" name="Picture Placeholder 23">
            <a:extLst>
              <a:ext uri="{FF2B5EF4-FFF2-40B4-BE49-F238E27FC236}">
                <a16:creationId xmlns:a16="http://schemas.microsoft.com/office/drawing/2014/main" id="{90EE9725-A8CC-5A72-59F1-663EECC9FDF7}"/>
              </a:ext>
            </a:extLst>
          </p:cNvPr>
          <p:cNvSpPr>
            <a:spLocks noGrp="1"/>
          </p:cNvSpPr>
          <p:nvPr>
            <p:ph type="pic" sz="quarter" idx="19"/>
          </p:nvPr>
        </p:nvSpPr>
        <p:spPr>
          <a:xfrm>
            <a:off x="3638242" y="4218973"/>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52" name="Text Placeholder 51">
            <a:extLst>
              <a:ext uri="{FF2B5EF4-FFF2-40B4-BE49-F238E27FC236}">
                <a16:creationId xmlns:a16="http://schemas.microsoft.com/office/drawing/2014/main" id="{874C74F1-405C-C6EE-A607-2236B9B08E00}"/>
              </a:ext>
            </a:extLst>
          </p:cNvPr>
          <p:cNvSpPr>
            <a:spLocks noGrp="1"/>
          </p:cNvSpPr>
          <p:nvPr>
            <p:ph type="body" sz="quarter" idx="42" hasCustomPrompt="1"/>
          </p:nvPr>
        </p:nvSpPr>
        <p:spPr>
          <a:xfrm>
            <a:off x="3636236"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45" name="Text Placeholder 28">
            <a:extLst>
              <a:ext uri="{FF2B5EF4-FFF2-40B4-BE49-F238E27FC236}">
                <a16:creationId xmlns:a16="http://schemas.microsoft.com/office/drawing/2014/main" id="{F3B25311-1AE4-31EC-9514-AD4642A2B4F9}"/>
              </a:ext>
            </a:extLst>
          </p:cNvPr>
          <p:cNvSpPr>
            <a:spLocks noGrp="1"/>
          </p:cNvSpPr>
          <p:nvPr>
            <p:ph type="body" sz="quarter" idx="32" hasCustomPrompt="1"/>
          </p:nvPr>
        </p:nvSpPr>
        <p:spPr>
          <a:xfrm>
            <a:off x="3734201" y="6151618"/>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7" name="Picture Placeholder 23">
            <a:extLst>
              <a:ext uri="{FF2B5EF4-FFF2-40B4-BE49-F238E27FC236}">
                <a16:creationId xmlns:a16="http://schemas.microsoft.com/office/drawing/2014/main" id="{EA14E23B-F3B1-C7A2-B03A-1CEABC2E4CF2}"/>
              </a:ext>
            </a:extLst>
          </p:cNvPr>
          <p:cNvSpPr>
            <a:spLocks noGrp="1"/>
          </p:cNvSpPr>
          <p:nvPr>
            <p:ph type="pic" sz="quarter" idx="20"/>
          </p:nvPr>
        </p:nvSpPr>
        <p:spPr>
          <a:xfrm>
            <a:off x="6185819" y="4220129"/>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53" name="Text Placeholder 52">
            <a:extLst>
              <a:ext uri="{FF2B5EF4-FFF2-40B4-BE49-F238E27FC236}">
                <a16:creationId xmlns:a16="http://schemas.microsoft.com/office/drawing/2014/main" id="{3914135F-F251-D319-FE2A-787B519F9071}"/>
              </a:ext>
            </a:extLst>
          </p:cNvPr>
          <p:cNvSpPr>
            <a:spLocks noGrp="1"/>
          </p:cNvSpPr>
          <p:nvPr>
            <p:ph type="body" sz="quarter" idx="43" hasCustomPrompt="1"/>
          </p:nvPr>
        </p:nvSpPr>
        <p:spPr>
          <a:xfrm>
            <a:off x="6183813"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48" name="Text Placeholder 28">
            <a:extLst>
              <a:ext uri="{FF2B5EF4-FFF2-40B4-BE49-F238E27FC236}">
                <a16:creationId xmlns:a16="http://schemas.microsoft.com/office/drawing/2014/main" id="{A39619BE-B308-86FC-D02B-5B8AE1C8BF91}"/>
              </a:ext>
            </a:extLst>
          </p:cNvPr>
          <p:cNvSpPr>
            <a:spLocks noGrp="1"/>
          </p:cNvSpPr>
          <p:nvPr>
            <p:ph type="body" sz="quarter" idx="34" hasCustomPrompt="1"/>
          </p:nvPr>
        </p:nvSpPr>
        <p:spPr>
          <a:xfrm>
            <a:off x="6283090" y="6149184"/>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5" name="Picture Placeholder 23">
            <a:extLst>
              <a:ext uri="{FF2B5EF4-FFF2-40B4-BE49-F238E27FC236}">
                <a16:creationId xmlns:a16="http://schemas.microsoft.com/office/drawing/2014/main" id="{D44FC776-875A-9EAD-435C-F5D0F3DF3852}"/>
              </a:ext>
            </a:extLst>
          </p:cNvPr>
          <p:cNvSpPr>
            <a:spLocks noGrp="1"/>
          </p:cNvSpPr>
          <p:nvPr>
            <p:ph type="pic" sz="quarter" idx="18"/>
          </p:nvPr>
        </p:nvSpPr>
        <p:spPr>
          <a:xfrm>
            <a:off x="8733396" y="4222440"/>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endParaRPr lang="en-US" dirty="0"/>
          </a:p>
        </p:txBody>
      </p:sp>
      <p:sp>
        <p:nvSpPr>
          <p:cNvPr id="54" name="Text Placeholder 53">
            <a:extLst>
              <a:ext uri="{FF2B5EF4-FFF2-40B4-BE49-F238E27FC236}">
                <a16:creationId xmlns:a16="http://schemas.microsoft.com/office/drawing/2014/main" id="{B9DED069-060F-0176-B4A9-26120A147B76}"/>
              </a:ext>
            </a:extLst>
          </p:cNvPr>
          <p:cNvSpPr>
            <a:spLocks noGrp="1"/>
          </p:cNvSpPr>
          <p:nvPr>
            <p:ph type="body" sz="quarter" idx="44" hasCustomPrompt="1"/>
          </p:nvPr>
        </p:nvSpPr>
        <p:spPr>
          <a:xfrm>
            <a:off x="8731390"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51" name="Text Placeholder 28">
            <a:extLst>
              <a:ext uri="{FF2B5EF4-FFF2-40B4-BE49-F238E27FC236}">
                <a16:creationId xmlns:a16="http://schemas.microsoft.com/office/drawing/2014/main" id="{4AD10861-EBBA-146D-C4EC-C0252F808B53}"/>
              </a:ext>
            </a:extLst>
          </p:cNvPr>
          <p:cNvSpPr>
            <a:spLocks noGrp="1"/>
          </p:cNvSpPr>
          <p:nvPr>
            <p:ph type="body" sz="quarter" idx="36" hasCustomPrompt="1"/>
          </p:nvPr>
        </p:nvSpPr>
        <p:spPr>
          <a:xfrm>
            <a:off x="8831978" y="6152835"/>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 name="Footer Placeholder 1">
            <a:extLst>
              <a:ext uri="{FF2B5EF4-FFF2-40B4-BE49-F238E27FC236}">
                <a16:creationId xmlns:a16="http://schemas.microsoft.com/office/drawing/2014/main" id="{58B2A1B4-8B38-9645-3655-35A4232B984C}"/>
              </a:ext>
            </a:extLst>
          </p:cNvPr>
          <p:cNvSpPr>
            <a:spLocks noGrp="1"/>
          </p:cNvSpPr>
          <p:nvPr>
            <p:ph type="ftr" sz="quarter" idx="45"/>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FFD77F83-709B-A595-838B-A50CBBA8DB76}"/>
              </a:ext>
            </a:extLst>
          </p:cNvPr>
          <p:cNvSpPr>
            <a:spLocks noGrp="1"/>
          </p:cNvSpPr>
          <p:nvPr>
            <p:ph type="sldNum" sz="quarter" idx="46"/>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Title 21">
            <a:extLst>
              <a:ext uri="{FF2B5EF4-FFF2-40B4-BE49-F238E27FC236}">
                <a16:creationId xmlns:a16="http://schemas.microsoft.com/office/drawing/2014/main" id="{3995F526-330B-DAB7-25A1-EFA47C9C8033}"/>
              </a:ext>
            </a:extLst>
          </p:cNvPr>
          <p:cNvSpPr>
            <a:spLocks noGrp="1"/>
          </p:cNvSpPr>
          <p:nvPr>
            <p:ph type="title" hasCustomPrompt="1"/>
          </p:nvPr>
        </p:nvSpPr>
        <p:spPr>
          <a:xfrm>
            <a:off x="847384" y="884982"/>
            <a:ext cx="5744335" cy="979204"/>
          </a:xfrm>
        </p:spPr>
        <p:txBody>
          <a:bodyPr lIns="0" tIns="0" rIns="0" bIns="0" anchor="t">
            <a:noAutofit/>
          </a:bodyPr>
          <a:lstStyle>
            <a:lvl1pPr>
              <a:defRPr sz="3600" cap="all" baseline="0"/>
            </a:lvl1pPr>
          </a:lstStyle>
          <a:p>
            <a:r>
              <a:rPr lang="en-US" dirty="0"/>
              <a:t>CLICK TO EDIT MASTER TITLE</a:t>
            </a:r>
          </a:p>
        </p:txBody>
      </p:sp>
      <p:sp>
        <p:nvSpPr>
          <p:cNvPr id="15" name="Text Placeholder 28">
            <a:extLst>
              <a:ext uri="{FF2B5EF4-FFF2-40B4-BE49-F238E27FC236}">
                <a16:creationId xmlns:a16="http://schemas.microsoft.com/office/drawing/2014/main" id="{93B8605C-A60E-DE47-5851-9BF04601C891}"/>
              </a:ext>
            </a:extLst>
          </p:cNvPr>
          <p:cNvSpPr>
            <a:spLocks noGrp="1"/>
          </p:cNvSpPr>
          <p:nvPr>
            <p:ph type="body" sz="quarter" idx="31" hasCustomPrompt="1"/>
          </p:nvPr>
        </p:nvSpPr>
        <p:spPr>
          <a:xfrm>
            <a:off x="852790" y="1864186"/>
            <a:ext cx="5753520" cy="631867"/>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panose="020B0604020202020204" pitchFamily="34" charset="0"/>
              </a:defRPr>
            </a:lvl1pPr>
          </a:lstStyle>
          <a:p>
            <a:r>
              <a:rPr lang="en-US" dirty="0"/>
              <a:t>CLICK TO EDIT MASTER SUBTITLE STYLE</a:t>
            </a:r>
          </a:p>
        </p:txBody>
      </p:sp>
      <p:sp>
        <p:nvSpPr>
          <p:cNvPr id="40" name="Text Placeholder 28">
            <a:extLst>
              <a:ext uri="{FF2B5EF4-FFF2-40B4-BE49-F238E27FC236}">
                <a16:creationId xmlns:a16="http://schemas.microsoft.com/office/drawing/2014/main" id="{7B436DCE-21AD-38E2-5C66-1BA09385112D}"/>
              </a:ext>
            </a:extLst>
          </p:cNvPr>
          <p:cNvSpPr>
            <a:spLocks noGrp="1"/>
          </p:cNvSpPr>
          <p:nvPr>
            <p:ph type="body" sz="quarter" idx="29" hasCustomPrompt="1"/>
          </p:nvPr>
        </p:nvSpPr>
        <p:spPr>
          <a:xfrm>
            <a:off x="851805" y="2553205"/>
            <a:ext cx="5257800" cy="1311566"/>
          </a:xfrm>
        </p:spPr>
        <p:txBody>
          <a:bodyPr vert="horz" lIns="0" tIns="0" rIns="0" bIns="0" rtlCol="0">
            <a:noAutofit/>
          </a:bodyPr>
          <a:lstStyle>
            <a:lvl1pPr marL="0" indent="0">
              <a:buFont typeface="Arial" panose="020B0604020202020204" pitchFamily="34" charset="0"/>
              <a:buChar char="•"/>
              <a:defRPr lang="en-US" sz="1400" spc="0" baseline="0" dirty="0"/>
            </a:lvl1pPr>
          </a:lstStyle>
          <a:p>
            <a:pPr marL="285750" lvl="0" indent="-285750">
              <a:lnSpc>
                <a:spcPct val="100000"/>
              </a:lnSpc>
              <a:spcBef>
                <a:spcPts val="0"/>
              </a:spcBef>
            </a:pPr>
            <a:r>
              <a:rPr lang="en-US" dirty="0"/>
              <a:t>Second level</a:t>
            </a:r>
          </a:p>
          <a:p>
            <a:pPr marL="285750" lvl="0" indent="-285750">
              <a:lnSpc>
                <a:spcPct val="100000"/>
              </a:lnSpc>
              <a:spcBef>
                <a:spcPts val="0"/>
              </a:spcBef>
            </a:pPr>
            <a:endParaRPr lang="en-US" dirty="0"/>
          </a:p>
        </p:txBody>
      </p:sp>
      <p:sp>
        <p:nvSpPr>
          <p:cNvPr id="20" name="Text Placeholder 28">
            <a:extLst>
              <a:ext uri="{FF2B5EF4-FFF2-40B4-BE49-F238E27FC236}">
                <a16:creationId xmlns:a16="http://schemas.microsoft.com/office/drawing/2014/main" id="{3A8FAFF0-E023-1B32-CC58-E8ABA8632D2E}"/>
              </a:ext>
            </a:extLst>
          </p:cNvPr>
          <p:cNvSpPr>
            <a:spLocks noGrp="1"/>
          </p:cNvSpPr>
          <p:nvPr>
            <p:ph type="body" sz="quarter" idx="33" hasCustomPrompt="1"/>
          </p:nvPr>
        </p:nvSpPr>
        <p:spPr>
          <a:xfrm>
            <a:off x="852790" y="4057317"/>
            <a:ext cx="5753520" cy="631867"/>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panose="020B0604020202020204" pitchFamily="34" charset="0"/>
              </a:defRPr>
            </a:lvl1pPr>
          </a:lstStyle>
          <a:p>
            <a:r>
              <a:rPr lang="en-US" dirty="0"/>
              <a:t>CLICK TO EDIT MASTER SUBTITLE STYLE</a:t>
            </a:r>
          </a:p>
        </p:txBody>
      </p:sp>
      <p:sp>
        <p:nvSpPr>
          <p:cNvPr id="19" name="Text Placeholder 28">
            <a:extLst>
              <a:ext uri="{FF2B5EF4-FFF2-40B4-BE49-F238E27FC236}">
                <a16:creationId xmlns:a16="http://schemas.microsoft.com/office/drawing/2014/main" id="{B73215FA-B8EB-7DD7-837F-F76B74F83728}"/>
              </a:ext>
            </a:extLst>
          </p:cNvPr>
          <p:cNvSpPr>
            <a:spLocks noGrp="1"/>
          </p:cNvSpPr>
          <p:nvPr>
            <p:ph type="body" sz="quarter" idx="32" hasCustomPrompt="1"/>
          </p:nvPr>
        </p:nvSpPr>
        <p:spPr>
          <a:xfrm>
            <a:off x="851805" y="4746336"/>
            <a:ext cx="5257800" cy="1311566"/>
          </a:xfrm>
        </p:spPr>
        <p:txBody>
          <a:bodyPr vert="horz" lIns="0" tIns="0" rIns="0" bIns="0" rtlCol="0">
            <a:noAutofit/>
          </a:bodyPr>
          <a:lstStyle>
            <a:lvl1pPr marL="0" indent="0">
              <a:buFont typeface="Arial" panose="020B0604020202020204" pitchFamily="34" charset="0"/>
              <a:buChar char="•"/>
              <a:defRPr lang="en-US" sz="1400" spc="0" baseline="0" dirty="0"/>
            </a:lvl1pPr>
          </a:lstStyle>
          <a:p>
            <a:pPr marL="285750" lvl="0" indent="-285750">
              <a:lnSpc>
                <a:spcPct val="100000"/>
              </a:lnSpc>
              <a:spcBef>
                <a:spcPts val="0"/>
              </a:spcBef>
            </a:pPr>
            <a:r>
              <a:rPr lang="en-US" dirty="0"/>
              <a:t>Second level</a:t>
            </a:r>
          </a:p>
          <a:p>
            <a:pPr marL="285750" lvl="0" indent="-285750">
              <a:lnSpc>
                <a:spcPct val="100000"/>
              </a:lnSpc>
              <a:spcBef>
                <a:spcPts val="0"/>
              </a:spcBef>
            </a:pPr>
            <a:endParaRPr lang="en-US" dirty="0"/>
          </a:p>
        </p:txBody>
      </p:sp>
      <p:sp>
        <p:nvSpPr>
          <p:cNvPr id="32" name="Rectangle 31">
            <a:extLst>
              <a:ext uri="{FF2B5EF4-FFF2-40B4-BE49-F238E27FC236}">
                <a16:creationId xmlns:a16="http://schemas.microsoft.com/office/drawing/2014/main" id="{4AED9AA9-2FB1-B400-47C0-803090B07B01}"/>
              </a:ext>
            </a:extLst>
          </p:cNvPr>
          <p:cNvSpPr/>
          <p:nvPr userDrawn="1"/>
        </p:nvSpPr>
        <p:spPr>
          <a:xfrm>
            <a:off x="7793831" y="810843"/>
            <a:ext cx="3091172" cy="5597912"/>
          </a:xfrm>
          <a:prstGeom prst="rect">
            <a:avLst/>
          </a:prstGeom>
          <a:solidFill>
            <a:schemeClr val="accent1">
              <a:alpha val="9323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7214510" y="1066373"/>
            <a:ext cx="2243137" cy="4929188"/>
          </a:xfrm>
          <a:solidFill>
            <a:schemeClr val="accent1">
              <a:lumMod val="20000"/>
              <a:lumOff val="80000"/>
            </a:schemeClr>
          </a:solidFill>
        </p:spPr>
        <p:txBody>
          <a:bodyPr anchor="ctr">
            <a:noAutofit/>
          </a:bodyPr>
          <a:lstStyle>
            <a:lvl1pPr algn="ctr">
              <a:defRPr/>
            </a:lvl1pPr>
          </a:lstStyle>
          <a:p>
            <a:endParaRPr lang="en-US" dirty="0"/>
          </a:p>
        </p:txBody>
      </p:sp>
      <p:sp>
        <p:nvSpPr>
          <p:cNvPr id="22" name="Picture Placeholder 17">
            <a:extLst>
              <a:ext uri="{FF2B5EF4-FFF2-40B4-BE49-F238E27FC236}">
                <a16:creationId xmlns:a16="http://schemas.microsoft.com/office/drawing/2014/main" id="{DE571619-8CCB-E378-472D-84C8ED7F8AC4}"/>
              </a:ext>
            </a:extLst>
          </p:cNvPr>
          <p:cNvSpPr>
            <a:spLocks noGrp="1"/>
          </p:cNvSpPr>
          <p:nvPr>
            <p:ph type="pic" sz="quarter" idx="13"/>
          </p:nvPr>
        </p:nvSpPr>
        <p:spPr>
          <a:xfrm>
            <a:off x="9791099" y="1066373"/>
            <a:ext cx="1672682" cy="2278993"/>
          </a:xfrm>
          <a:solidFill>
            <a:schemeClr val="accent1">
              <a:lumMod val="20000"/>
              <a:lumOff val="80000"/>
            </a:schemeClr>
          </a:solidFill>
        </p:spPr>
        <p:txBody>
          <a:bodyPr anchor="ctr">
            <a:noAutofit/>
          </a:bodyPr>
          <a:lstStyle>
            <a:lvl1pPr algn="ctr">
              <a:defRPr/>
            </a:lvl1pPr>
          </a:lstStyle>
          <a:p>
            <a:endParaRPr lang="en-US" dirty="0"/>
          </a:p>
        </p:txBody>
      </p:sp>
      <p:sp>
        <p:nvSpPr>
          <p:cNvPr id="23" name="Picture Placeholder 17">
            <a:extLst>
              <a:ext uri="{FF2B5EF4-FFF2-40B4-BE49-F238E27FC236}">
                <a16:creationId xmlns:a16="http://schemas.microsoft.com/office/drawing/2014/main" id="{4A772672-1696-B0AC-34A7-37560F101DFE}"/>
              </a:ext>
            </a:extLst>
          </p:cNvPr>
          <p:cNvSpPr>
            <a:spLocks noGrp="1"/>
          </p:cNvSpPr>
          <p:nvPr>
            <p:ph type="pic" sz="quarter" idx="14"/>
          </p:nvPr>
        </p:nvSpPr>
        <p:spPr>
          <a:xfrm>
            <a:off x="9791099" y="3716568"/>
            <a:ext cx="1672682" cy="2278993"/>
          </a:xfrm>
          <a:solidFill>
            <a:schemeClr val="accent1">
              <a:lumMod val="20000"/>
              <a:lumOff val="80000"/>
            </a:schemeClr>
          </a:solidFill>
        </p:spPr>
        <p:txBody>
          <a:bodyPr anchor="ctr">
            <a:noAutofit/>
          </a:bodyPr>
          <a:lstStyle>
            <a:lvl1pPr algn="ctr">
              <a:defRPr/>
            </a:lvl1pPr>
          </a:lstStyle>
          <a:p>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21385B8-472C-422F-2A52-C71336190A24}"/>
              </a:ext>
            </a:extLst>
          </p:cNvPr>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2" name="Oval 1">
            <a:extLst>
              <a:ext uri="{FF2B5EF4-FFF2-40B4-BE49-F238E27FC236}">
                <a16:creationId xmlns:a16="http://schemas.microsoft.com/office/drawing/2014/main" id="{9DE7CA9C-8486-4EA1-8701-DB28FF478598}"/>
              </a:ext>
            </a:extLst>
          </p:cNvPr>
          <p:cNvSpPr/>
          <p:nvPr userDrawn="1"/>
        </p:nvSpPr>
        <p:spPr>
          <a:xfrm>
            <a:off x="2060160" y="2070777"/>
            <a:ext cx="956930" cy="956930"/>
          </a:xfrm>
          <a:prstGeom prst="ellipse">
            <a:avLst/>
          </a:prstGeom>
          <a:solidFill>
            <a:schemeClr val="accent1">
              <a:alpha val="7449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6" name="Picture Placeholder 13">
            <a:extLst>
              <a:ext uri="{FF2B5EF4-FFF2-40B4-BE49-F238E27FC236}">
                <a16:creationId xmlns:a16="http://schemas.microsoft.com/office/drawing/2014/main" id="{5C378C59-971F-BF38-742D-D95B205A12CA}"/>
              </a:ext>
            </a:extLst>
          </p:cNvPr>
          <p:cNvSpPr>
            <a:spLocks noGrp="1"/>
          </p:cNvSpPr>
          <p:nvPr>
            <p:ph type="pic" sz="quarter" idx="32"/>
          </p:nvPr>
        </p:nvSpPr>
        <p:spPr>
          <a:xfrm>
            <a:off x="1540257" y="2001750"/>
            <a:ext cx="1159161" cy="1036101"/>
          </a:xfrm>
          <a:noFill/>
        </p:spPr>
        <p:txBody>
          <a:bodyPr anchor="ctr">
            <a:noAutofit/>
          </a:bodyPr>
          <a:lstStyle>
            <a:lvl1pPr algn="ctr">
              <a:defRPr sz="1600"/>
            </a:lvl1pPr>
          </a:lstStyle>
          <a:p>
            <a:endParaRPr lang="en-US" dirty="0"/>
          </a:p>
        </p:txBody>
      </p:sp>
      <p:sp>
        <p:nvSpPr>
          <p:cNvPr id="21" name="Subtitle 2">
            <a:extLst>
              <a:ext uri="{FF2B5EF4-FFF2-40B4-BE49-F238E27FC236}">
                <a16:creationId xmlns:a16="http://schemas.microsoft.com/office/drawing/2014/main" id="{3BAF3E19-6FBE-8CBB-4079-33F65C860D3F}"/>
              </a:ext>
            </a:extLst>
          </p:cNvPr>
          <p:cNvSpPr>
            <a:spLocks noGrp="1"/>
          </p:cNvSpPr>
          <p:nvPr>
            <p:ph type="subTitle" idx="1" hasCustomPrompt="1"/>
          </p:nvPr>
        </p:nvSpPr>
        <p:spPr>
          <a:xfrm>
            <a:off x="844257" y="3029583"/>
            <a:ext cx="2940863" cy="1002007"/>
          </a:xfrm>
        </p:spPr>
        <p:txBody>
          <a:bodyPr anchor="b">
            <a:noAutofit/>
          </a:bodyPr>
          <a:lstStyle>
            <a:lvl1pPr marL="0" indent="0" algn="l">
              <a:lnSpc>
                <a:spcPct val="100000"/>
              </a:lnSpc>
              <a:buNone/>
              <a:defRPr sz="2000" b="1" i="0" cap="all" spc="300" baseline="0">
                <a:latin typeface="+mj-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Content Placeholder 2">
            <a:extLst>
              <a:ext uri="{FF2B5EF4-FFF2-40B4-BE49-F238E27FC236}">
                <a16:creationId xmlns:a16="http://schemas.microsoft.com/office/drawing/2014/main" id="{16C42666-9F54-E92B-0327-85CCBAD21F0A}"/>
              </a:ext>
            </a:extLst>
          </p:cNvPr>
          <p:cNvSpPr>
            <a:spLocks noGrp="1"/>
          </p:cNvSpPr>
          <p:nvPr>
            <p:ph idx="10" hasCustomPrompt="1"/>
          </p:nvPr>
        </p:nvSpPr>
        <p:spPr>
          <a:xfrm>
            <a:off x="844257" y="4053021"/>
            <a:ext cx="2944737" cy="2284667"/>
          </a:xfrm>
        </p:spPr>
        <p:txBody>
          <a:bodyPr lIns="0" tIns="0" rIns="0" bIns="0">
            <a:noAutofit/>
          </a:bodyPr>
          <a:lstStyle>
            <a:lvl1pPr marL="285750" indent="-285750">
              <a:lnSpc>
                <a:spcPct val="100000"/>
              </a:lnSpc>
              <a:buFont typeface="Arial" panose="020B0604020202020204" pitchFamily="34" charset="0"/>
              <a:buChar char="•"/>
              <a:defRPr sz="1400" b="0" i="0">
                <a:latin typeface="+mn-lt"/>
              </a:defRPr>
            </a:lvl1pPr>
            <a:lvl2pPr marL="800100" indent="-342900">
              <a:lnSpc>
                <a:spcPct val="100000"/>
              </a:lnSpc>
              <a:buFont typeface="Arial" panose="020B0604020202020204" pitchFamily="34" charset="0"/>
              <a:buChar char="•"/>
              <a:defRPr sz="1400" b="0" i="0">
                <a:latin typeface="+mn-lt"/>
              </a:defRPr>
            </a:lvl2pPr>
            <a:lvl3pPr marL="1200150" indent="-285750">
              <a:lnSpc>
                <a:spcPct val="100000"/>
              </a:lnSpc>
              <a:buFont typeface="Arial" panose="020B0604020202020204" pitchFamily="34" charset="0"/>
              <a:buChar char="•"/>
              <a:defRPr sz="1400" b="0" i="0">
                <a:latin typeface="+mn-lt"/>
              </a:defRPr>
            </a:lvl3pPr>
            <a:lvl4pPr marL="1657350" indent="-285750">
              <a:lnSpc>
                <a:spcPct val="100000"/>
              </a:lnSpc>
              <a:buFont typeface="Arial" panose="020B0604020202020204" pitchFamily="34" charset="0"/>
              <a:buChar char="•"/>
              <a:defRPr sz="1400" b="0" i="0">
                <a:latin typeface="+mn-lt"/>
              </a:defRPr>
            </a:lvl4pPr>
            <a:lvl5pPr marL="2114550" indent="-285750">
              <a:lnSpc>
                <a:spcPct val="100000"/>
              </a:lnSpc>
              <a:buFont typeface="Arial" panose="020B0604020202020204" pitchFamily="34" charset="0"/>
              <a:buChar char="•"/>
              <a:defRPr sz="1400" b="0" i="0">
                <a:latin typeface="+mn-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Oval 2">
            <a:extLst>
              <a:ext uri="{FF2B5EF4-FFF2-40B4-BE49-F238E27FC236}">
                <a16:creationId xmlns:a16="http://schemas.microsoft.com/office/drawing/2014/main" id="{FCFF2E1B-0868-370D-4DD5-C9FAA608FAF8}"/>
              </a:ext>
            </a:extLst>
          </p:cNvPr>
          <p:cNvSpPr/>
          <p:nvPr userDrawn="1"/>
        </p:nvSpPr>
        <p:spPr>
          <a:xfrm>
            <a:off x="5617535" y="2070777"/>
            <a:ext cx="956930" cy="956930"/>
          </a:xfrm>
          <a:prstGeom prst="ellipse">
            <a:avLst/>
          </a:prstGeom>
          <a:solidFill>
            <a:schemeClr val="accent1">
              <a:alpha val="7449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4" name="Picture Placeholder 13">
            <a:extLst>
              <a:ext uri="{FF2B5EF4-FFF2-40B4-BE49-F238E27FC236}">
                <a16:creationId xmlns:a16="http://schemas.microsoft.com/office/drawing/2014/main" id="{0B4A9B4F-A838-18BA-A205-674E6E13EB45}"/>
              </a:ext>
            </a:extLst>
          </p:cNvPr>
          <p:cNvSpPr>
            <a:spLocks noGrp="1"/>
          </p:cNvSpPr>
          <p:nvPr>
            <p:ph type="pic" sz="quarter" idx="30"/>
          </p:nvPr>
        </p:nvSpPr>
        <p:spPr>
          <a:xfrm>
            <a:off x="5107541" y="2001750"/>
            <a:ext cx="1159161" cy="1036101"/>
          </a:xfrm>
          <a:noFill/>
        </p:spPr>
        <p:txBody>
          <a:bodyPr anchor="ctr">
            <a:noAutofit/>
          </a:bodyPr>
          <a:lstStyle>
            <a:lvl1pPr algn="ctr">
              <a:defRPr sz="1600"/>
            </a:lvl1pPr>
          </a:lstStyle>
          <a:p>
            <a:endParaRPr lang="en-US" dirty="0"/>
          </a:p>
        </p:txBody>
      </p:sp>
      <p:sp>
        <p:nvSpPr>
          <p:cNvPr id="31" name="Text Placeholder 28">
            <a:extLst>
              <a:ext uri="{FF2B5EF4-FFF2-40B4-BE49-F238E27FC236}">
                <a16:creationId xmlns:a16="http://schemas.microsoft.com/office/drawing/2014/main" id="{35959781-AA1F-7789-57AC-F3583B408E73}"/>
              </a:ext>
            </a:extLst>
          </p:cNvPr>
          <p:cNvSpPr>
            <a:spLocks noGrp="1"/>
          </p:cNvSpPr>
          <p:nvPr>
            <p:ph type="body" sz="quarter" idx="28" hasCustomPrompt="1"/>
          </p:nvPr>
        </p:nvSpPr>
        <p:spPr>
          <a:xfrm>
            <a:off x="4617227" y="3064120"/>
            <a:ext cx="2940864" cy="988902"/>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panose="020B0604020202020204" pitchFamily="34" charset="0"/>
              </a:defRPr>
            </a:lvl1pPr>
          </a:lstStyle>
          <a:p>
            <a:r>
              <a:rPr lang="en-US" dirty="0"/>
              <a:t>CLICK TO EDIT MASTER SUBTITLE STYLE</a:t>
            </a:r>
          </a:p>
        </p:txBody>
      </p:sp>
      <p:sp>
        <p:nvSpPr>
          <p:cNvPr id="24" name="Content Placeholder 2">
            <a:extLst>
              <a:ext uri="{FF2B5EF4-FFF2-40B4-BE49-F238E27FC236}">
                <a16:creationId xmlns:a16="http://schemas.microsoft.com/office/drawing/2014/main" id="{73AFA26A-367B-C958-6FDA-30DC18B38549}"/>
              </a:ext>
            </a:extLst>
          </p:cNvPr>
          <p:cNvSpPr>
            <a:spLocks noGrp="1"/>
          </p:cNvSpPr>
          <p:nvPr>
            <p:ph idx="12" hasCustomPrompt="1"/>
          </p:nvPr>
        </p:nvSpPr>
        <p:spPr>
          <a:xfrm>
            <a:off x="4617226" y="4066126"/>
            <a:ext cx="2944737" cy="2284667"/>
          </a:xfrm>
        </p:spPr>
        <p:txBody>
          <a:bodyPr tIns="0" bIns="0">
            <a:noAutofit/>
          </a:bodyPr>
          <a:lstStyle>
            <a:lvl1pPr marL="285750" indent="-285750">
              <a:lnSpc>
                <a:spcPct val="100000"/>
              </a:lnSpc>
              <a:buFont typeface="Arial" panose="020B0604020202020204" pitchFamily="34" charset="0"/>
              <a:buChar char="•"/>
              <a:defRPr sz="1400" b="0" i="0">
                <a:latin typeface="+mn-lt"/>
              </a:defRPr>
            </a:lvl1pPr>
            <a:lvl2pPr marL="800100" indent="-342900">
              <a:lnSpc>
                <a:spcPct val="100000"/>
              </a:lnSpc>
              <a:buFont typeface="Arial" panose="020B0604020202020204" pitchFamily="34" charset="0"/>
              <a:buChar char="•"/>
              <a:defRPr sz="1400" b="0" i="0">
                <a:latin typeface="+mn-lt"/>
              </a:defRPr>
            </a:lvl2pPr>
            <a:lvl3pPr marL="1200150" indent="-285750">
              <a:lnSpc>
                <a:spcPct val="100000"/>
              </a:lnSpc>
              <a:buFont typeface="Arial" panose="020B0604020202020204" pitchFamily="34" charset="0"/>
              <a:buChar char="•"/>
              <a:defRPr sz="1400" b="0" i="0">
                <a:latin typeface="+mn-lt"/>
              </a:defRPr>
            </a:lvl3pPr>
            <a:lvl4pPr marL="1657350" indent="-285750">
              <a:lnSpc>
                <a:spcPct val="100000"/>
              </a:lnSpc>
              <a:buFont typeface="Arial" panose="020B0604020202020204" pitchFamily="34" charset="0"/>
              <a:buChar char="•"/>
              <a:defRPr sz="1400" b="0" i="0">
                <a:latin typeface="+mn-lt"/>
              </a:defRPr>
            </a:lvl4pPr>
            <a:lvl5pPr marL="2114550" indent="-285750">
              <a:lnSpc>
                <a:spcPct val="100000"/>
              </a:lnSpc>
              <a:buFont typeface="Arial" panose="020B0604020202020204" pitchFamily="34" charset="0"/>
              <a:buChar char="•"/>
              <a:defRPr sz="1400" b="0" i="0">
                <a:latin typeface="+mn-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Oval 3">
            <a:extLst>
              <a:ext uri="{FF2B5EF4-FFF2-40B4-BE49-F238E27FC236}">
                <a16:creationId xmlns:a16="http://schemas.microsoft.com/office/drawing/2014/main" id="{BE993317-B15E-4278-C4C8-D2C8F54AED79}"/>
              </a:ext>
            </a:extLst>
          </p:cNvPr>
          <p:cNvSpPr/>
          <p:nvPr userDrawn="1"/>
        </p:nvSpPr>
        <p:spPr>
          <a:xfrm>
            <a:off x="8836567" y="2070777"/>
            <a:ext cx="956930" cy="956930"/>
          </a:xfrm>
          <a:prstGeom prst="ellipse">
            <a:avLst/>
          </a:prstGeom>
          <a:solidFill>
            <a:schemeClr val="accent1">
              <a:alpha val="7449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5" name="Picture Placeholder 13">
            <a:extLst>
              <a:ext uri="{FF2B5EF4-FFF2-40B4-BE49-F238E27FC236}">
                <a16:creationId xmlns:a16="http://schemas.microsoft.com/office/drawing/2014/main" id="{320E0A84-9337-4401-9D13-157978C60776}"/>
              </a:ext>
            </a:extLst>
          </p:cNvPr>
          <p:cNvSpPr>
            <a:spLocks noGrp="1"/>
          </p:cNvSpPr>
          <p:nvPr>
            <p:ph type="pic" sz="quarter" idx="31"/>
          </p:nvPr>
        </p:nvSpPr>
        <p:spPr>
          <a:xfrm>
            <a:off x="8333421" y="2004710"/>
            <a:ext cx="1159161" cy="1036101"/>
          </a:xfrm>
          <a:noFill/>
        </p:spPr>
        <p:txBody>
          <a:bodyPr anchor="ctr">
            <a:noAutofit/>
          </a:bodyPr>
          <a:lstStyle>
            <a:lvl1pPr algn="ctr">
              <a:defRPr sz="1600"/>
            </a:lvl1pPr>
          </a:lstStyle>
          <a:p>
            <a:endParaRPr lang="en-US" dirty="0"/>
          </a:p>
        </p:txBody>
      </p:sp>
      <p:sp>
        <p:nvSpPr>
          <p:cNvPr id="32" name="Text Placeholder 28">
            <a:extLst>
              <a:ext uri="{FF2B5EF4-FFF2-40B4-BE49-F238E27FC236}">
                <a16:creationId xmlns:a16="http://schemas.microsoft.com/office/drawing/2014/main" id="{AC8F3009-6B00-DF9F-8517-05A826556634}"/>
              </a:ext>
            </a:extLst>
          </p:cNvPr>
          <p:cNvSpPr>
            <a:spLocks noGrp="1"/>
          </p:cNvSpPr>
          <p:nvPr>
            <p:ph type="body" sz="quarter" idx="29" hasCustomPrompt="1"/>
          </p:nvPr>
        </p:nvSpPr>
        <p:spPr>
          <a:xfrm>
            <a:off x="8403008" y="3029583"/>
            <a:ext cx="2940864" cy="988902"/>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panose="020B0604020202020204" pitchFamily="34" charset="0"/>
              </a:defRPr>
            </a:lvl1pPr>
          </a:lstStyle>
          <a:p>
            <a:r>
              <a:rPr lang="en-US" dirty="0"/>
              <a:t>CLICK TO EDIT MASTER SUBTITLE STYLE</a:t>
            </a:r>
          </a:p>
        </p:txBody>
      </p:sp>
      <p:sp>
        <p:nvSpPr>
          <p:cNvPr id="23" name="Content Placeholder 2">
            <a:extLst>
              <a:ext uri="{FF2B5EF4-FFF2-40B4-BE49-F238E27FC236}">
                <a16:creationId xmlns:a16="http://schemas.microsoft.com/office/drawing/2014/main" id="{B51E11FB-D524-5781-B4B3-F6E5484F19F3}"/>
              </a:ext>
            </a:extLst>
          </p:cNvPr>
          <p:cNvSpPr>
            <a:spLocks noGrp="1"/>
          </p:cNvSpPr>
          <p:nvPr>
            <p:ph idx="11" hasCustomPrompt="1"/>
          </p:nvPr>
        </p:nvSpPr>
        <p:spPr>
          <a:xfrm>
            <a:off x="8398539" y="4031589"/>
            <a:ext cx="2944737" cy="2284667"/>
          </a:xfrm>
        </p:spPr>
        <p:txBody>
          <a:bodyPr tIns="0" bIns="0">
            <a:noAutofit/>
          </a:bodyPr>
          <a:lstStyle>
            <a:lvl1pPr marL="285750" indent="-285750">
              <a:lnSpc>
                <a:spcPct val="100000"/>
              </a:lnSpc>
              <a:buFont typeface="Arial" panose="020B0604020202020204" pitchFamily="34" charset="0"/>
              <a:buChar char="•"/>
              <a:defRPr sz="1400" b="0" i="0">
                <a:latin typeface="+mn-lt"/>
              </a:defRPr>
            </a:lvl1pPr>
            <a:lvl2pPr marL="800100" indent="-342900">
              <a:lnSpc>
                <a:spcPct val="100000"/>
              </a:lnSpc>
              <a:buFont typeface="Arial" panose="020B0604020202020204" pitchFamily="34" charset="0"/>
              <a:buChar char="•"/>
              <a:defRPr sz="1400" b="0" i="0">
                <a:latin typeface="+mn-lt"/>
              </a:defRPr>
            </a:lvl2pPr>
            <a:lvl3pPr marL="1200150" indent="-285750">
              <a:lnSpc>
                <a:spcPct val="100000"/>
              </a:lnSpc>
              <a:buFont typeface="Arial" panose="020B0604020202020204" pitchFamily="34" charset="0"/>
              <a:buChar char="•"/>
              <a:defRPr sz="1400" b="0" i="0">
                <a:latin typeface="+mn-lt"/>
              </a:defRPr>
            </a:lvl3pPr>
            <a:lvl4pPr marL="1657350" indent="-285750">
              <a:lnSpc>
                <a:spcPct val="100000"/>
              </a:lnSpc>
              <a:buFont typeface="Arial" panose="020B0604020202020204" pitchFamily="34" charset="0"/>
              <a:buChar char="•"/>
              <a:defRPr sz="1400" b="0" i="0">
                <a:latin typeface="+mn-lt"/>
              </a:defRPr>
            </a:lvl4pPr>
            <a:lvl5pPr marL="2114550" indent="-285750">
              <a:lnSpc>
                <a:spcPct val="100000"/>
              </a:lnSpc>
              <a:buFont typeface="Arial" panose="020B0604020202020204" pitchFamily="34" charset="0"/>
              <a:buChar char="•"/>
              <a:defRPr sz="1400" b="0" i="0">
                <a:latin typeface="+mn-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466B1E6-E67B-3B07-B464-6C782D2D21E7}"/>
              </a:ext>
            </a:extLst>
          </p:cNvPr>
          <p:cNvSpPr>
            <a:spLocks noGrp="1"/>
          </p:cNvSpPr>
          <p:nvPr>
            <p:ph type="ftr" sz="quarter" idx="33"/>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2B63D2A3-D5E9-1D68-8AB2-1DB5C21E9126}"/>
              </a:ext>
            </a:extLst>
          </p:cNvPr>
          <p:cNvSpPr>
            <a:spLocks noGrp="1"/>
          </p:cNvSpPr>
          <p:nvPr>
            <p:ph type="sldNum" sz="quarter" idx="34"/>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4" y="884982"/>
            <a:ext cx="5744335" cy="979204"/>
          </a:xfrm>
        </p:spPr>
        <p:txBody>
          <a:bodyPr lIns="0" tIns="0" rIns="0" bIns="0" anchor="t">
            <a:noAutofit/>
          </a:bodyPr>
          <a:lstStyle>
            <a:lvl1pPr>
              <a:defRPr sz="36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5915" y="2046038"/>
            <a:ext cx="4831207" cy="3568139"/>
          </a:xfrm>
        </p:spPr>
        <p:txBody>
          <a:bodyPr lIns="0" tIns="0" rIns="0" bIns="0">
            <a:no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868966" y="1112838"/>
            <a:ext cx="3475649" cy="4975225"/>
          </a:xfrm>
          <a:solidFill>
            <a:schemeClr val="accent1">
              <a:lumMod val="20000"/>
              <a:lumOff val="80000"/>
            </a:schemeClr>
          </a:solidFill>
        </p:spPr>
        <p:txBody>
          <a:bodyPr anchor="ctr"/>
          <a:lstStyle>
            <a:lvl1pPr algn="ctr">
              <a:defRPr/>
            </a:lvl1pPr>
          </a:lstStyle>
          <a:p>
            <a:endParaRPr lang="en-US" dirty="0"/>
          </a:p>
        </p:txBody>
      </p:sp>
      <p:sp>
        <p:nvSpPr>
          <p:cNvPr id="14" name="Text Placeholder 10">
            <a:extLst>
              <a:ext uri="{FF2B5EF4-FFF2-40B4-BE49-F238E27FC236}">
                <a16:creationId xmlns:a16="http://schemas.microsoft.com/office/drawing/2014/main" id="{104F5115-4987-5C8E-E191-E06A29A553D3}"/>
              </a:ext>
            </a:extLst>
          </p:cNvPr>
          <p:cNvSpPr>
            <a:spLocks noGrp="1"/>
          </p:cNvSpPr>
          <p:nvPr>
            <p:ph type="body" sz="quarter" idx="13"/>
          </p:nvPr>
        </p:nvSpPr>
        <p:spPr>
          <a:xfrm>
            <a:off x="7010733" y="2803273"/>
            <a:ext cx="2121408" cy="2121408"/>
          </a:xfrm>
          <a:prstGeom prst="ellipse">
            <a:avLst/>
          </a:prstGeom>
          <a:solidFill>
            <a:schemeClr val="accent1">
              <a:alpha val="89000"/>
            </a:schemeClr>
          </a:solidFill>
        </p:spPr>
        <p:txBody>
          <a:bodyPr/>
          <a:lstStyle>
            <a:lvl1pPr>
              <a:defRPr sz="300">
                <a:solidFill>
                  <a:schemeClr val="accent1">
                    <a:alpha val="0"/>
                  </a:schemeClr>
                </a:solidFill>
              </a:defRPr>
            </a:lvl1pPr>
          </a:lstStyle>
          <a:p>
            <a:pPr lvl="0"/>
            <a:r>
              <a:rPr lang="en-US" dirty="0"/>
              <a:t>Click to edit Master text styles</a:t>
            </a:r>
          </a:p>
        </p:txBody>
      </p:sp>
      <p:sp>
        <p:nvSpPr>
          <p:cNvPr id="15" name="Text Placeholder 10">
            <a:extLst>
              <a:ext uri="{FF2B5EF4-FFF2-40B4-BE49-F238E27FC236}">
                <a16:creationId xmlns:a16="http://schemas.microsoft.com/office/drawing/2014/main" id="{1EA969D2-43E7-374C-2BD3-3ED94ADEAE97}"/>
              </a:ext>
            </a:extLst>
          </p:cNvPr>
          <p:cNvSpPr>
            <a:spLocks noGrp="1"/>
          </p:cNvSpPr>
          <p:nvPr>
            <p:ph type="body" sz="quarter" idx="14"/>
          </p:nvPr>
        </p:nvSpPr>
        <p:spPr>
          <a:xfrm>
            <a:off x="11258537" y="4711495"/>
            <a:ext cx="192024" cy="1033272"/>
          </a:xfrm>
          <a:prstGeom prst="rect">
            <a:avLst/>
          </a:prstGeom>
          <a:solidFill>
            <a:schemeClr val="accent1">
              <a:alpha val="83000"/>
            </a:schemeClr>
          </a:solidFill>
        </p:spPr>
        <p:txBody>
          <a:bodyPr/>
          <a:lstStyle>
            <a:lvl1pPr>
              <a:defRPr sz="300">
                <a:solidFill>
                  <a:schemeClr val="accent1">
                    <a:alpha val="0"/>
                  </a:schemeClr>
                </a:solidFill>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13" name="Freeform 12">
            <a:extLst>
              <a:ext uri="{FF2B5EF4-FFF2-40B4-BE49-F238E27FC236}">
                <a16:creationId xmlns:a16="http://schemas.microsoft.com/office/drawing/2014/main" id="{C7A66511-B85E-197E-52D6-398E0BABD4A3}"/>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alpha val="6736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600" b="1" i="0" baseline="0">
                <a:solidFill>
                  <a:schemeClr val="bg1"/>
                </a:solidFill>
                <a:latin typeface="+mj-lt"/>
                <a:cs typeface="Arial"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3790988"/>
            <a:ext cx="5444517" cy="1731890"/>
          </a:xfrm>
        </p:spPr>
        <p:txBody>
          <a:bodyPr lIns="0" tIns="0" rIns="0" bIns="0" anchor="t">
            <a:noAutofit/>
          </a:bodyPr>
          <a:lstStyle>
            <a:lvl1pPr marL="0" indent="0">
              <a:buNone/>
              <a:defRPr sz="18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4" name="Footer Placeholder 3">
            <a:extLst>
              <a:ext uri="{FF2B5EF4-FFF2-40B4-BE49-F238E27FC236}">
                <a16:creationId xmlns:a16="http://schemas.microsoft.com/office/drawing/2014/main" id="{7B05DD54-AC6C-8FD6-3ABF-282F1F124B40}"/>
              </a:ext>
            </a:extLst>
          </p:cNvPr>
          <p:cNvSpPr>
            <a:spLocks noGrp="1"/>
          </p:cNvSpPr>
          <p:nvPr>
            <p:ph type="ftr" sz="quarter" idx="10"/>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22CBBA03-8EAF-9651-6DC8-7316BA1FE5F7}"/>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52" r:id="rId5"/>
    <p:sldLayoutId id="2147483665" r:id="rId6"/>
    <p:sldLayoutId id="2147483653" r:id="rId7"/>
    <p:sldLayoutId id="2147483654" r:id="rId8"/>
    <p:sldLayoutId id="2147483658" r:id="rId9"/>
    <p:sldLayoutId id="2147483655" r:id="rId10"/>
    <p:sldLayoutId id="2147483656" r:id="rId11"/>
    <p:sldLayoutId id="2147483657" r:id="rId12"/>
    <p:sldLayoutId id="2147483664" r:id="rId13"/>
    <p:sldLayoutId id="2147483663" r:id="rId14"/>
  </p:sldLayoutIdLst>
  <p:hf hdr="0" dt="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7.png"/><Relationship Id="rId4" Type="http://schemas.microsoft.com/office/2007/relationships/hdphoto" Target="../media/hdphoto6.wdp"/></Relationships>
</file>

<file path=ppt/slides/_rels/slide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microsoft.com/office/2007/relationships/hdphoto" Target="../media/hdphoto11.wdp"/><Relationship Id="rId13" Type="http://schemas.openxmlformats.org/officeDocument/2006/relationships/image" Target="../media/image18.png"/><Relationship Id="rId18" Type="http://schemas.microsoft.com/office/2007/relationships/hdphoto" Target="../media/hdphoto16.wdp"/><Relationship Id="rId3" Type="http://schemas.openxmlformats.org/officeDocument/2006/relationships/image" Target="../media/image13.png"/><Relationship Id="rId7" Type="http://schemas.openxmlformats.org/officeDocument/2006/relationships/image" Target="../media/image15.png"/><Relationship Id="rId12" Type="http://schemas.microsoft.com/office/2007/relationships/hdphoto" Target="../media/hdphoto13.wdp"/><Relationship Id="rId17" Type="http://schemas.openxmlformats.org/officeDocument/2006/relationships/image" Target="../media/image20.png"/><Relationship Id="rId2" Type="http://schemas.openxmlformats.org/officeDocument/2006/relationships/notesSlide" Target="../notesSlides/notesSlide2.xml"/><Relationship Id="rId16" Type="http://schemas.microsoft.com/office/2007/relationships/hdphoto" Target="../media/hdphoto15.wdp"/><Relationship Id="rId1" Type="http://schemas.openxmlformats.org/officeDocument/2006/relationships/slideLayout" Target="../slideLayouts/slideLayout10.xml"/><Relationship Id="rId6" Type="http://schemas.microsoft.com/office/2007/relationships/hdphoto" Target="../media/hdphoto10.wdp"/><Relationship Id="rId11" Type="http://schemas.openxmlformats.org/officeDocument/2006/relationships/image" Target="../media/image17.png"/><Relationship Id="rId5" Type="http://schemas.openxmlformats.org/officeDocument/2006/relationships/image" Target="../media/image14.png"/><Relationship Id="rId15" Type="http://schemas.openxmlformats.org/officeDocument/2006/relationships/image" Target="../media/image19.png"/><Relationship Id="rId10" Type="http://schemas.microsoft.com/office/2007/relationships/hdphoto" Target="../media/hdphoto12.wdp"/><Relationship Id="rId4" Type="http://schemas.microsoft.com/office/2007/relationships/hdphoto" Target="../media/hdphoto9.wdp"/><Relationship Id="rId9" Type="http://schemas.openxmlformats.org/officeDocument/2006/relationships/image" Target="../media/image16.png"/><Relationship Id="rId14" Type="http://schemas.microsoft.com/office/2007/relationships/hdphoto" Target="../media/hdphoto14.wdp"/></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07/relationships/hdphoto" Target="../media/hdphoto17.wdp"/><Relationship Id="rId7" Type="http://schemas.microsoft.com/office/2007/relationships/hdphoto" Target="../media/hdphoto19.wdp"/><Relationship Id="rId2" Type="http://schemas.openxmlformats.org/officeDocument/2006/relationships/image" Target="../media/image21.png"/><Relationship Id="rId1" Type="http://schemas.openxmlformats.org/officeDocument/2006/relationships/slideLayout" Target="../slideLayouts/slideLayout11.xml"/><Relationship Id="rId6" Type="http://schemas.openxmlformats.org/officeDocument/2006/relationships/image" Target="../media/image23.png"/><Relationship Id="rId5" Type="http://schemas.microsoft.com/office/2007/relationships/hdphoto" Target="../media/hdphoto18.wdp"/><Relationship Id="rId4" Type="http://schemas.openxmlformats.org/officeDocument/2006/relationships/image" Target="../media/image22.png"/><Relationship Id="rId9" Type="http://schemas.microsoft.com/office/2007/relationships/hdphoto" Target="../media/hdphoto20.wdp"/></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7.svg"/><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microsoft.com/office/2007/relationships/hdphoto" Target="../media/hdphoto21.wdp"/></Relationships>
</file>

<file path=ppt/slides/_rels/slide14.xml.rels><?xml version="1.0" encoding="UTF-8" standalone="yes"?>
<Relationships xmlns="http://schemas.openxmlformats.org/package/2006/relationships"><Relationship Id="rId3" Type="http://schemas.openxmlformats.org/officeDocument/2006/relationships/hyperlink" Target="mailto:mirjam@contoso.com"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228BAE-048B-681E-DD8D-BD96B22560E0}"/>
              </a:ext>
            </a:extLst>
          </p:cNvPr>
          <p:cNvSpPr>
            <a:spLocks noGrp="1"/>
          </p:cNvSpPr>
          <p:nvPr>
            <p:ph type="ctrTitle"/>
          </p:nvPr>
        </p:nvSpPr>
        <p:spPr/>
        <p:txBody>
          <a:bodyPr/>
          <a:lstStyle/>
          <a:p>
            <a:r>
              <a:rPr lang="en-US" dirty="0"/>
              <a:t>PRESENTATION</a:t>
            </a:r>
            <a:br>
              <a:rPr lang="en-US" dirty="0"/>
            </a:br>
            <a:r>
              <a:rPr lang="en-US" dirty="0"/>
              <a:t>TITLE</a:t>
            </a:r>
          </a:p>
        </p:txBody>
      </p:sp>
      <p:sp>
        <p:nvSpPr>
          <p:cNvPr id="7" name="Subtitle 6">
            <a:extLst>
              <a:ext uri="{FF2B5EF4-FFF2-40B4-BE49-F238E27FC236}">
                <a16:creationId xmlns:a16="http://schemas.microsoft.com/office/drawing/2014/main" id="{3AFD8D3D-82CB-EA16-814E-A3FED8BBF39B}"/>
              </a:ext>
            </a:extLst>
          </p:cNvPr>
          <p:cNvSpPr>
            <a:spLocks noGrp="1"/>
          </p:cNvSpPr>
          <p:nvPr>
            <p:ph type="subTitle" idx="1"/>
          </p:nvPr>
        </p:nvSpPr>
        <p:spPr/>
        <p:txBody>
          <a:bodyPr/>
          <a:lstStyle/>
          <a:p>
            <a:r>
              <a:rPr lang="en-US" dirty="0"/>
              <a:t>PRESENTER NAME</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984E2-4C7E-D7E0-9603-A0CE74BC7667}"/>
              </a:ext>
            </a:extLst>
          </p:cNvPr>
          <p:cNvSpPr>
            <a:spLocks noGrp="1"/>
          </p:cNvSpPr>
          <p:nvPr>
            <p:ph type="title"/>
          </p:nvPr>
        </p:nvSpPr>
        <p:spPr/>
        <p:txBody>
          <a:bodyPr/>
          <a:lstStyle/>
          <a:p>
            <a:r>
              <a:rPr lang="en-US" dirty="0"/>
              <a:t>AGENDA</a:t>
            </a:r>
          </a:p>
        </p:txBody>
      </p:sp>
      <p:pic>
        <p:nvPicPr>
          <p:cNvPr id="22" name="Picture Placeholder 11" descr="Close-up of skyscrapers">
            <a:extLst>
              <a:ext uri="{FF2B5EF4-FFF2-40B4-BE49-F238E27FC236}">
                <a16:creationId xmlns:a16="http://schemas.microsoft.com/office/drawing/2014/main" id="{02CB0A40-C392-7AEB-F580-EA0981B3CBEC}"/>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colorTemperature colorTemp="8800"/>
                    </a14:imgEffect>
                    <a14:imgEffect>
                      <a14:saturation sat="0"/>
                    </a14:imgEffect>
                    <a14:imgEffect>
                      <a14:brightnessContrast bright="26000" contrast="-21000"/>
                    </a14:imgEffect>
                  </a14:imgLayer>
                </a14:imgProps>
              </a:ext>
              <a:ext uri="{28A0092B-C50C-407E-A947-70E740481C1C}">
                <a14:useLocalDpi xmlns:a14="http://schemas.microsoft.com/office/drawing/2010/main"/>
              </a:ext>
            </a:extLst>
          </a:blip>
          <a:srcRect/>
          <a:stretch/>
        </p:blipFill>
        <p:spPr>
          <a:blipFill dpi="0" rotWithShape="1">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colorTemperature colorTemp="4700"/>
                      </a14:imgEffect>
                      <a14:imgEffect>
                        <a14:brightnessContrast bright="20000" contrast="-40000"/>
                      </a14:imgEffect>
                    </a14:imgLayer>
                  </a14:imgProps>
                </a:ext>
                <a:ext uri="{28A0092B-C50C-407E-A947-70E740481C1C}">
                  <a14:useLocalDpi xmlns:a14="http://schemas.microsoft.com/office/drawing/2010/main"/>
                </a:ext>
              </a:extLst>
            </a:blip>
            <a:srcRect/>
            <a:stretch>
              <a:fillRect b="124"/>
            </a:stretch>
          </a:blipFill>
        </p:spPr>
      </p:pic>
      <p:sp>
        <p:nvSpPr>
          <p:cNvPr id="21" name="Content Placeholder 20">
            <a:extLst>
              <a:ext uri="{FF2B5EF4-FFF2-40B4-BE49-F238E27FC236}">
                <a16:creationId xmlns:a16="http://schemas.microsoft.com/office/drawing/2014/main" id="{A50CB90F-9D48-F8DD-961F-C3F1AE2B2D3D}"/>
              </a:ext>
            </a:extLst>
          </p:cNvPr>
          <p:cNvSpPr>
            <a:spLocks noGrp="1"/>
          </p:cNvSpPr>
          <p:nvPr>
            <p:ph idx="1"/>
          </p:nvPr>
        </p:nvSpPr>
        <p:spPr/>
        <p:txBody>
          <a:bodyPr/>
          <a:lstStyle/>
          <a:p>
            <a:r>
              <a:rPr lang="en-US" dirty="0"/>
              <a:t>INTRODUCTION </a:t>
            </a:r>
          </a:p>
          <a:p>
            <a:r>
              <a:rPr lang="en-US" dirty="0"/>
              <a:t>PRIMARY GOALS</a:t>
            </a:r>
          </a:p>
          <a:p>
            <a:r>
              <a:rPr lang="en-US" dirty="0"/>
              <a:t>AREAS OF GROWTH</a:t>
            </a:r>
          </a:p>
          <a:p>
            <a:r>
              <a:rPr lang="en-US" dirty="0"/>
              <a:t>TIMELINE</a:t>
            </a:r>
          </a:p>
          <a:p>
            <a:r>
              <a:rPr lang="en-US" dirty="0"/>
              <a:t>SUMMARY</a:t>
            </a:r>
          </a:p>
          <a:p>
            <a:endParaRPr lang="en-US" dirty="0"/>
          </a:p>
          <a:p>
            <a:endParaRPr lang="en-US" dirty="0"/>
          </a:p>
        </p:txBody>
      </p:sp>
      <p:sp>
        <p:nvSpPr>
          <p:cNvPr id="14" name="Rectangle 13">
            <a:extLst>
              <a:ext uri="{FF2B5EF4-FFF2-40B4-BE49-F238E27FC236}">
                <a16:creationId xmlns:a16="http://schemas.microsoft.com/office/drawing/2014/main" id="{0D15BEAD-012C-AF1F-9EBB-243A511C902E}"/>
              </a:ext>
              <a:ext uri="{C183D7F6-B498-43B3-948B-1728B52AA6E4}">
                <adec:decorative xmlns:adec="http://schemas.microsoft.com/office/drawing/2017/decorative" val="1"/>
              </a:ext>
            </a:extLst>
          </p:cNvPr>
          <p:cNvSpPr/>
          <p:nvPr/>
        </p:nvSpPr>
        <p:spPr>
          <a:xfrm>
            <a:off x="469107" y="638594"/>
            <a:ext cx="2743200" cy="1336433"/>
          </a:xfrm>
          <a:prstGeom prst="rect">
            <a:avLst/>
          </a:prstGeom>
          <a:solidFill>
            <a:srgbClr val="4A5EE6">
              <a:alpha val="87843"/>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16" name="Rectangle 15">
            <a:extLst>
              <a:ext uri="{FF2B5EF4-FFF2-40B4-BE49-F238E27FC236}">
                <a16:creationId xmlns:a16="http://schemas.microsoft.com/office/drawing/2014/main" id="{2D578531-1E9F-3E5A-7A85-E9CA9A5C7312}"/>
              </a:ext>
              <a:ext uri="{C183D7F6-B498-43B3-948B-1728B52AA6E4}">
                <adec:decorative xmlns:adec="http://schemas.microsoft.com/office/drawing/2017/decorative" val="1"/>
              </a:ext>
            </a:extLst>
          </p:cNvPr>
          <p:cNvSpPr/>
          <p:nvPr/>
        </p:nvSpPr>
        <p:spPr>
          <a:xfrm>
            <a:off x="5867072" y="2918445"/>
            <a:ext cx="251791" cy="2071501"/>
          </a:xfrm>
          <a:prstGeom prst="rect">
            <a:avLst/>
          </a:prstGeom>
          <a:solidFill>
            <a:srgbClr val="4A5EE6">
              <a:alpha val="76078"/>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Tree>
    <p:extLst>
      <p:ext uri="{BB962C8B-B14F-4D97-AF65-F5344CB8AC3E}">
        <p14:creationId xmlns:p14="http://schemas.microsoft.com/office/powerpoint/2010/main" val="3171735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752655-72F7-26B4-5DA5-07E2346C179C}"/>
              </a:ext>
            </a:extLst>
          </p:cNvPr>
          <p:cNvSpPr>
            <a:spLocks noGrp="1"/>
          </p:cNvSpPr>
          <p:nvPr>
            <p:ph type="title"/>
          </p:nvPr>
        </p:nvSpPr>
        <p:spPr/>
        <p:txBody>
          <a:bodyPr/>
          <a:lstStyle/>
          <a:p>
            <a:r>
              <a:rPr lang="en-US" dirty="0">
                <a:solidFill>
                  <a:schemeClr val="bg1"/>
                </a:solidFill>
              </a:rPr>
              <a:t>INTRO</a:t>
            </a:r>
          </a:p>
        </p:txBody>
      </p:sp>
      <p:pic>
        <p:nvPicPr>
          <p:cNvPr id="15" name="Picture Placeholder 14" descr="White modern architecture">
            <a:extLst>
              <a:ext uri="{FF2B5EF4-FFF2-40B4-BE49-F238E27FC236}">
                <a16:creationId xmlns:a16="http://schemas.microsoft.com/office/drawing/2014/main" id="{6D77A1A7-7876-7DF9-AF3A-C47588011CB8}"/>
              </a:ext>
            </a:extLst>
          </p:cNvPr>
          <p:cNvPicPr>
            <a:picLocks noGrp="1" noChangeAspect="1"/>
          </p:cNvPicPr>
          <p:nvPr>
            <p:ph type="pic" sz="quarter" idx="11"/>
          </p:nvPr>
        </p:nvPicPr>
        <p:blipFill rotWithShape="1">
          <a:blip r:embed="rId2" cstate="print">
            <a:grayscl/>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a:ext>
            </a:extLst>
          </a:blip>
          <a:srcRect/>
          <a:stretch/>
        </p:blipFill>
        <p:spPr/>
      </p:pic>
      <p:sp>
        <p:nvSpPr>
          <p:cNvPr id="2" name="Text Placeholder 1">
            <a:extLst>
              <a:ext uri="{FF2B5EF4-FFF2-40B4-BE49-F238E27FC236}">
                <a16:creationId xmlns:a16="http://schemas.microsoft.com/office/drawing/2014/main" id="{C8FC01B0-7BC5-5869-A281-EF11B59BA8A0}"/>
              </a:ext>
            </a:extLst>
          </p:cNvPr>
          <p:cNvSpPr>
            <a:spLocks noGrp="1"/>
          </p:cNvSpPr>
          <p:nvPr>
            <p:ph type="body" idx="1"/>
          </p:nvPr>
        </p:nvSpPr>
        <p:spPr/>
        <p:txBody>
          <a:bodyPr/>
          <a:lstStyle/>
          <a:p>
            <a:r>
              <a:rPr lang="en-US" dirty="0"/>
              <a:t>At Contoso, we empower </a:t>
            </a:r>
            <a:br>
              <a:rPr lang="en-US" dirty="0"/>
            </a:br>
            <a:r>
              <a:rPr lang="en-US" dirty="0"/>
              <a:t>organizations to foster collaborative thinking to further drive workplace innovation. By closing the loop and leveraging agile frameworks, we help business grow organically and foster a consumer-first mindset.</a:t>
            </a:r>
          </a:p>
        </p:txBody>
      </p:sp>
      <p:sp>
        <p:nvSpPr>
          <p:cNvPr id="11" name="Footer Placeholder 10">
            <a:extLst>
              <a:ext uri="{FF2B5EF4-FFF2-40B4-BE49-F238E27FC236}">
                <a16:creationId xmlns:a16="http://schemas.microsoft.com/office/drawing/2014/main" id="{32E16497-4AD4-29BC-9602-2FDFDA688E0A}"/>
              </a:ext>
            </a:extLst>
          </p:cNvPr>
          <p:cNvSpPr>
            <a:spLocks noGrp="1"/>
          </p:cNvSpPr>
          <p:nvPr>
            <p:ph type="ftr" sz="quarter" idx="12"/>
          </p:nvPr>
        </p:nvSpPr>
        <p:spPr/>
        <p:txBody>
          <a:bodyPr/>
          <a:lstStyle/>
          <a:p>
            <a:r>
              <a:rPr lang="en-US" dirty="0"/>
              <a:t>Presentation Title</a:t>
            </a:r>
          </a:p>
        </p:txBody>
      </p:sp>
      <p:sp>
        <p:nvSpPr>
          <p:cNvPr id="12" name="Slide Number Placeholder 11">
            <a:extLst>
              <a:ext uri="{FF2B5EF4-FFF2-40B4-BE49-F238E27FC236}">
                <a16:creationId xmlns:a16="http://schemas.microsoft.com/office/drawing/2014/main" id="{5A2D1EE3-10BA-7879-1DC3-ACF7D44361DC}"/>
              </a:ext>
            </a:extLst>
          </p:cNvPr>
          <p:cNvSpPr>
            <a:spLocks noGrp="1"/>
          </p:cNvSpPr>
          <p:nvPr>
            <p:ph type="sldNum" sz="quarter" idx="13"/>
          </p:nvPr>
        </p:nvSpPr>
        <p:spPr/>
        <p:txBody>
          <a:bodyPr/>
          <a:lstStyle/>
          <a:p>
            <a:fld id="{09A01C0A-2BB6-49E7-91A3-DCB9F9F59583}" type="slidenum">
              <a:rPr lang="en-US" smtClean="0"/>
              <a:pPr/>
              <a:t>3</a:t>
            </a:fld>
            <a:endParaRPr lang="en-US" dirty="0"/>
          </a:p>
        </p:txBody>
      </p:sp>
    </p:spTree>
    <p:extLst>
      <p:ext uri="{BB962C8B-B14F-4D97-AF65-F5344CB8AC3E}">
        <p14:creationId xmlns:p14="http://schemas.microsoft.com/office/powerpoint/2010/main" val="612500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D3C5A-CEA8-6DDC-B3F1-41D07C4FA704}"/>
              </a:ext>
            </a:extLst>
          </p:cNvPr>
          <p:cNvSpPr>
            <a:spLocks noGrp="1"/>
          </p:cNvSpPr>
          <p:nvPr>
            <p:ph type="title"/>
          </p:nvPr>
        </p:nvSpPr>
        <p:spPr/>
        <p:txBody>
          <a:bodyPr/>
          <a:lstStyle/>
          <a:p>
            <a:r>
              <a:rPr lang="en-US" dirty="0"/>
              <a:t>PRIMARY GOALS</a:t>
            </a:r>
          </a:p>
        </p:txBody>
      </p:sp>
      <p:sp>
        <p:nvSpPr>
          <p:cNvPr id="5" name="Subtitle 4">
            <a:extLst>
              <a:ext uri="{FF2B5EF4-FFF2-40B4-BE49-F238E27FC236}">
                <a16:creationId xmlns:a16="http://schemas.microsoft.com/office/drawing/2014/main" id="{0E8B56C7-C38F-E96E-3C19-8ACF8AF9E716}"/>
              </a:ext>
            </a:extLst>
          </p:cNvPr>
          <p:cNvSpPr>
            <a:spLocks noGrp="1"/>
          </p:cNvSpPr>
          <p:nvPr>
            <p:ph type="subTitle" idx="1"/>
          </p:nvPr>
        </p:nvSpPr>
        <p:spPr/>
        <p:txBody>
          <a:bodyPr/>
          <a:lstStyle/>
          <a:p>
            <a:r>
              <a:rPr lang="en-US" dirty="0"/>
              <a:t>ANNUAL REVENUE GROWTH</a:t>
            </a:r>
          </a:p>
        </p:txBody>
      </p:sp>
      <p:sp>
        <p:nvSpPr>
          <p:cNvPr id="7" name="Footer Placeholder 6">
            <a:extLst>
              <a:ext uri="{FF2B5EF4-FFF2-40B4-BE49-F238E27FC236}">
                <a16:creationId xmlns:a16="http://schemas.microsoft.com/office/drawing/2014/main" id="{440E13AC-B5E7-B132-0EB7-541E53B3DA90}"/>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126E68C1-1703-73CF-D4D8-D10C96073FA1}"/>
              </a:ext>
            </a:extLst>
          </p:cNvPr>
          <p:cNvSpPr>
            <a:spLocks noGrp="1"/>
          </p:cNvSpPr>
          <p:nvPr>
            <p:ph type="sldNum" sz="quarter" idx="11"/>
          </p:nvPr>
        </p:nvSpPr>
        <p:spPr/>
        <p:txBody>
          <a:bodyPr/>
          <a:lstStyle/>
          <a:p>
            <a:fld id="{09A01C0A-2BB6-49E7-91A3-DCB9F9F59583}" type="slidenum">
              <a:rPr lang="en-US" smtClean="0"/>
              <a:pPr/>
              <a:t>4</a:t>
            </a:fld>
            <a:endParaRPr lang="en-US" dirty="0"/>
          </a:p>
        </p:txBody>
      </p:sp>
    </p:spTree>
    <p:extLst>
      <p:ext uri="{BB962C8B-B14F-4D97-AF65-F5344CB8AC3E}">
        <p14:creationId xmlns:p14="http://schemas.microsoft.com/office/powerpoint/2010/main" val="2521615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p:txBody>
          <a:bodyPr/>
          <a:lstStyle/>
          <a:p>
            <a:r>
              <a:rPr lang="en-US" dirty="0"/>
              <a:t>AREAS OF GROWTH</a:t>
            </a:r>
          </a:p>
        </p:txBody>
      </p:sp>
      <p:graphicFrame>
        <p:nvGraphicFramePr>
          <p:cNvPr id="6" name="Table 4">
            <a:extLst>
              <a:ext uri="{FF2B5EF4-FFF2-40B4-BE49-F238E27FC236}">
                <a16:creationId xmlns:a16="http://schemas.microsoft.com/office/drawing/2014/main" id="{2DE29ABF-2F75-58D0-2A5A-72FA8A4E0526}"/>
              </a:ext>
            </a:extLst>
          </p:cNvPr>
          <p:cNvGraphicFramePr>
            <a:graphicFrameLocks noGrp="1"/>
          </p:cNvGraphicFramePr>
          <p:nvPr>
            <p:ph sz="half" idx="2"/>
            <p:extLst>
              <p:ext uri="{D42A27DB-BD31-4B8C-83A1-F6EECF244321}">
                <p14:modId xmlns:p14="http://schemas.microsoft.com/office/powerpoint/2010/main" val="3866272293"/>
              </p:ext>
            </p:extLst>
          </p:nvPr>
        </p:nvGraphicFramePr>
        <p:xfrm>
          <a:off x="850900" y="1828800"/>
          <a:ext cx="10134600" cy="4351340"/>
        </p:xfrm>
        <a:graphic>
          <a:graphicData uri="http://schemas.openxmlformats.org/drawingml/2006/table">
            <a:tbl>
              <a:tblPr firstRow="1" bandRow="1">
                <a:tableStyleId>{5C22544A-7EE6-4342-B048-85BDC9FD1C3A}</a:tableStyleId>
              </a:tblPr>
              <a:tblGrid>
                <a:gridCol w="2026920">
                  <a:extLst>
                    <a:ext uri="{9D8B030D-6E8A-4147-A177-3AD203B41FA5}">
                      <a16:colId xmlns:a16="http://schemas.microsoft.com/office/drawing/2014/main" val="1689330750"/>
                    </a:ext>
                  </a:extLst>
                </a:gridCol>
                <a:gridCol w="2026920">
                  <a:extLst>
                    <a:ext uri="{9D8B030D-6E8A-4147-A177-3AD203B41FA5}">
                      <a16:colId xmlns:a16="http://schemas.microsoft.com/office/drawing/2014/main" val="2660631934"/>
                    </a:ext>
                  </a:extLst>
                </a:gridCol>
                <a:gridCol w="2026920">
                  <a:extLst>
                    <a:ext uri="{9D8B030D-6E8A-4147-A177-3AD203B41FA5}">
                      <a16:colId xmlns:a16="http://schemas.microsoft.com/office/drawing/2014/main" val="3909717689"/>
                    </a:ext>
                  </a:extLst>
                </a:gridCol>
                <a:gridCol w="2026920">
                  <a:extLst>
                    <a:ext uri="{9D8B030D-6E8A-4147-A177-3AD203B41FA5}">
                      <a16:colId xmlns:a16="http://schemas.microsoft.com/office/drawing/2014/main" val="1603189107"/>
                    </a:ext>
                  </a:extLst>
                </a:gridCol>
                <a:gridCol w="2026920">
                  <a:extLst>
                    <a:ext uri="{9D8B030D-6E8A-4147-A177-3AD203B41FA5}">
                      <a16:colId xmlns:a16="http://schemas.microsoft.com/office/drawing/2014/main" val="2755691855"/>
                    </a:ext>
                  </a:extLst>
                </a:gridCol>
              </a:tblGrid>
              <a:tr h="870268">
                <a:tc>
                  <a:txBody>
                    <a:bodyPr/>
                    <a:lstStyle/>
                    <a:p>
                      <a:pPr algn="ctr"/>
                      <a:endParaRPr lang="en-US" dirty="0">
                        <a:latin typeface="+mn-lt"/>
                      </a:endParaRPr>
                    </a:p>
                  </a:txBody>
                  <a:tcPr anchor="ctr">
                    <a:solidFill>
                      <a:schemeClr val="accent1">
                        <a:lumMod val="75000"/>
                      </a:schemeClr>
                    </a:solidFill>
                  </a:tcPr>
                </a:tc>
                <a:tc>
                  <a:txBody>
                    <a:bodyPr/>
                    <a:lstStyle/>
                    <a:p>
                      <a:pPr algn="ctr"/>
                      <a:r>
                        <a:rPr lang="en-US" b="1" i="0" dirty="0">
                          <a:latin typeface="+mn-lt"/>
                        </a:rPr>
                        <a:t>B2B</a:t>
                      </a:r>
                    </a:p>
                  </a:txBody>
                  <a:tcPr anchor="ctr">
                    <a:solidFill>
                      <a:schemeClr val="accent1">
                        <a:lumMod val="75000"/>
                      </a:schemeClr>
                    </a:solidFill>
                  </a:tcPr>
                </a:tc>
                <a:tc>
                  <a:txBody>
                    <a:bodyPr/>
                    <a:lstStyle/>
                    <a:p>
                      <a:pPr algn="ctr"/>
                      <a:r>
                        <a:rPr lang="en-US" b="1" i="0" dirty="0">
                          <a:latin typeface="+mn-lt"/>
                        </a:rPr>
                        <a:t>Supply chain</a:t>
                      </a:r>
                    </a:p>
                  </a:txBody>
                  <a:tcPr anchor="ctr">
                    <a:solidFill>
                      <a:schemeClr val="accent1">
                        <a:lumMod val="75000"/>
                      </a:schemeClr>
                    </a:solidFill>
                  </a:tcPr>
                </a:tc>
                <a:tc>
                  <a:txBody>
                    <a:bodyPr/>
                    <a:lstStyle/>
                    <a:p>
                      <a:pPr algn="ctr"/>
                      <a:r>
                        <a:rPr lang="en-US" b="1" i="0" dirty="0">
                          <a:latin typeface="+mn-lt"/>
                        </a:rPr>
                        <a:t>ROI</a:t>
                      </a:r>
                    </a:p>
                  </a:txBody>
                  <a:tcPr anchor="ctr">
                    <a:solidFill>
                      <a:schemeClr val="accent1">
                        <a:lumMod val="75000"/>
                      </a:schemeClr>
                    </a:solidFill>
                  </a:tcPr>
                </a:tc>
                <a:tc>
                  <a:txBody>
                    <a:bodyPr/>
                    <a:lstStyle/>
                    <a:p>
                      <a:pPr algn="ctr"/>
                      <a:r>
                        <a:rPr lang="en-US" b="1" i="0" dirty="0">
                          <a:latin typeface="+mn-lt"/>
                        </a:rPr>
                        <a:t>E-commerce</a:t>
                      </a:r>
                    </a:p>
                  </a:txBody>
                  <a:tcPr anchor="ctr">
                    <a:solidFill>
                      <a:schemeClr val="accent1">
                        <a:lumMod val="75000"/>
                      </a:schemeClr>
                    </a:solidFill>
                  </a:tcPr>
                </a:tc>
                <a:extLst>
                  <a:ext uri="{0D108BD9-81ED-4DB2-BD59-A6C34878D82A}">
                    <a16:rowId xmlns:a16="http://schemas.microsoft.com/office/drawing/2014/main" val="479928716"/>
                  </a:ext>
                </a:extLst>
              </a:tr>
              <a:tr h="870268">
                <a:tc>
                  <a:txBody>
                    <a:bodyPr/>
                    <a:lstStyle/>
                    <a:p>
                      <a:pPr algn="ctr"/>
                      <a:r>
                        <a:rPr lang="en-US" b="0" i="0" dirty="0">
                          <a:solidFill>
                            <a:schemeClr val="tx1"/>
                          </a:solidFill>
                          <a:latin typeface="+mn-lt"/>
                        </a:rPr>
                        <a:t>Q1</a:t>
                      </a:r>
                    </a:p>
                  </a:txBody>
                  <a:tcPr anchor="ctr"/>
                </a:tc>
                <a:tc>
                  <a:txBody>
                    <a:bodyPr/>
                    <a:lstStyle/>
                    <a:p>
                      <a:pPr algn="ctr"/>
                      <a:r>
                        <a:rPr lang="en-US" b="0" i="0" dirty="0">
                          <a:solidFill>
                            <a:schemeClr val="tx1"/>
                          </a:solidFill>
                          <a:latin typeface="+mn-lt"/>
                        </a:rPr>
                        <a:t>4.5</a:t>
                      </a:r>
                    </a:p>
                  </a:txBody>
                  <a:tcPr anchor="ctr"/>
                </a:tc>
                <a:tc>
                  <a:txBody>
                    <a:bodyPr/>
                    <a:lstStyle/>
                    <a:p>
                      <a:pPr algn="ctr"/>
                      <a:r>
                        <a:rPr lang="en-US" b="0" i="0" dirty="0">
                          <a:solidFill>
                            <a:schemeClr val="tx1"/>
                          </a:solidFill>
                          <a:latin typeface="+mn-lt"/>
                        </a:rPr>
                        <a:t>2.3</a:t>
                      </a:r>
                    </a:p>
                  </a:txBody>
                  <a:tcPr anchor="ctr"/>
                </a:tc>
                <a:tc>
                  <a:txBody>
                    <a:bodyPr/>
                    <a:lstStyle/>
                    <a:p>
                      <a:pPr algn="ctr"/>
                      <a:r>
                        <a:rPr lang="en-US" b="0" i="0" dirty="0">
                          <a:solidFill>
                            <a:schemeClr val="tx1"/>
                          </a:solidFill>
                          <a:latin typeface="+mn-lt"/>
                        </a:rPr>
                        <a:t>1.7</a:t>
                      </a:r>
                    </a:p>
                  </a:txBody>
                  <a:tcPr anchor="ctr"/>
                </a:tc>
                <a:tc>
                  <a:txBody>
                    <a:bodyPr/>
                    <a:lstStyle/>
                    <a:p>
                      <a:pPr algn="ctr"/>
                      <a:r>
                        <a:rPr lang="en-US" b="0" i="0" dirty="0">
                          <a:solidFill>
                            <a:schemeClr val="tx1"/>
                          </a:solidFill>
                          <a:latin typeface="+mn-lt"/>
                        </a:rPr>
                        <a:t>5.0</a:t>
                      </a:r>
                    </a:p>
                  </a:txBody>
                  <a:tcPr anchor="ctr"/>
                </a:tc>
                <a:extLst>
                  <a:ext uri="{0D108BD9-81ED-4DB2-BD59-A6C34878D82A}">
                    <a16:rowId xmlns:a16="http://schemas.microsoft.com/office/drawing/2014/main" val="1760208656"/>
                  </a:ext>
                </a:extLst>
              </a:tr>
              <a:tr h="870268">
                <a:tc>
                  <a:txBody>
                    <a:bodyPr/>
                    <a:lstStyle/>
                    <a:p>
                      <a:pPr algn="ctr"/>
                      <a:r>
                        <a:rPr lang="en-US" b="0" i="0" dirty="0">
                          <a:solidFill>
                            <a:schemeClr val="tx1"/>
                          </a:solidFill>
                          <a:latin typeface="+mn-lt"/>
                        </a:rPr>
                        <a:t>Q2</a:t>
                      </a:r>
                    </a:p>
                  </a:txBody>
                  <a:tcPr anchor="ctr"/>
                </a:tc>
                <a:tc>
                  <a:txBody>
                    <a:bodyPr/>
                    <a:lstStyle/>
                    <a:p>
                      <a:pPr algn="ctr"/>
                      <a:r>
                        <a:rPr lang="en-US" b="0" i="0" dirty="0">
                          <a:solidFill>
                            <a:schemeClr val="tx1"/>
                          </a:solidFill>
                          <a:latin typeface="+mn-lt"/>
                        </a:rPr>
                        <a:t>3.2</a:t>
                      </a:r>
                    </a:p>
                  </a:txBody>
                  <a:tcPr anchor="ctr"/>
                </a:tc>
                <a:tc>
                  <a:txBody>
                    <a:bodyPr/>
                    <a:lstStyle/>
                    <a:p>
                      <a:pPr algn="ctr"/>
                      <a:r>
                        <a:rPr lang="en-US" b="0" i="0" dirty="0">
                          <a:solidFill>
                            <a:schemeClr val="tx1"/>
                          </a:solidFill>
                          <a:latin typeface="+mn-lt"/>
                        </a:rPr>
                        <a:t>5.1</a:t>
                      </a:r>
                    </a:p>
                  </a:txBody>
                  <a:tcPr anchor="ctr"/>
                </a:tc>
                <a:tc>
                  <a:txBody>
                    <a:bodyPr/>
                    <a:lstStyle/>
                    <a:p>
                      <a:pPr algn="ctr"/>
                      <a:r>
                        <a:rPr lang="en-US" b="0" i="0" dirty="0">
                          <a:solidFill>
                            <a:schemeClr val="tx1"/>
                          </a:solidFill>
                          <a:latin typeface="+mn-lt"/>
                        </a:rPr>
                        <a:t>4.4</a:t>
                      </a:r>
                    </a:p>
                  </a:txBody>
                  <a:tcPr anchor="ctr"/>
                </a:tc>
                <a:tc>
                  <a:txBody>
                    <a:bodyPr/>
                    <a:lstStyle/>
                    <a:p>
                      <a:pPr algn="ctr"/>
                      <a:r>
                        <a:rPr lang="en-US" b="0" i="0" dirty="0">
                          <a:solidFill>
                            <a:schemeClr val="tx1"/>
                          </a:solidFill>
                          <a:latin typeface="+mn-lt"/>
                        </a:rPr>
                        <a:t>3.0</a:t>
                      </a:r>
                    </a:p>
                  </a:txBody>
                  <a:tcPr anchor="ctr"/>
                </a:tc>
                <a:extLst>
                  <a:ext uri="{0D108BD9-81ED-4DB2-BD59-A6C34878D82A}">
                    <a16:rowId xmlns:a16="http://schemas.microsoft.com/office/drawing/2014/main" val="3634243071"/>
                  </a:ext>
                </a:extLst>
              </a:tr>
              <a:tr h="870268">
                <a:tc>
                  <a:txBody>
                    <a:bodyPr/>
                    <a:lstStyle/>
                    <a:p>
                      <a:pPr algn="ctr"/>
                      <a:r>
                        <a:rPr lang="en-US" b="0" i="0" dirty="0">
                          <a:solidFill>
                            <a:schemeClr val="tx1"/>
                          </a:solidFill>
                          <a:latin typeface="+mn-lt"/>
                        </a:rPr>
                        <a:t>Q3</a:t>
                      </a:r>
                    </a:p>
                  </a:txBody>
                  <a:tcPr anchor="ctr"/>
                </a:tc>
                <a:tc>
                  <a:txBody>
                    <a:bodyPr/>
                    <a:lstStyle/>
                    <a:p>
                      <a:pPr algn="ctr"/>
                      <a:r>
                        <a:rPr lang="en-US" b="0" i="0" dirty="0">
                          <a:solidFill>
                            <a:schemeClr val="tx1"/>
                          </a:solidFill>
                          <a:latin typeface="+mn-lt"/>
                        </a:rPr>
                        <a:t>2.1</a:t>
                      </a:r>
                    </a:p>
                  </a:txBody>
                  <a:tcPr anchor="ctr"/>
                </a:tc>
                <a:tc>
                  <a:txBody>
                    <a:bodyPr/>
                    <a:lstStyle/>
                    <a:p>
                      <a:pPr algn="ctr"/>
                      <a:r>
                        <a:rPr lang="en-US" b="0" i="0" dirty="0">
                          <a:solidFill>
                            <a:schemeClr val="tx1"/>
                          </a:solidFill>
                          <a:latin typeface="+mn-lt"/>
                        </a:rPr>
                        <a:t>1.7</a:t>
                      </a:r>
                    </a:p>
                  </a:txBody>
                  <a:tcPr anchor="ctr"/>
                </a:tc>
                <a:tc>
                  <a:txBody>
                    <a:bodyPr/>
                    <a:lstStyle/>
                    <a:p>
                      <a:pPr algn="ctr"/>
                      <a:r>
                        <a:rPr lang="en-US" b="0" i="0" dirty="0">
                          <a:solidFill>
                            <a:schemeClr val="tx1"/>
                          </a:solidFill>
                          <a:latin typeface="+mn-lt"/>
                        </a:rPr>
                        <a:t>2.5</a:t>
                      </a:r>
                    </a:p>
                  </a:txBody>
                  <a:tcPr anchor="ctr"/>
                </a:tc>
                <a:tc>
                  <a:txBody>
                    <a:bodyPr/>
                    <a:lstStyle/>
                    <a:p>
                      <a:pPr algn="ctr"/>
                      <a:r>
                        <a:rPr lang="en-US" b="0" i="0" dirty="0">
                          <a:solidFill>
                            <a:schemeClr val="tx1"/>
                          </a:solidFill>
                          <a:latin typeface="+mn-lt"/>
                        </a:rPr>
                        <a:t>2.8</a:t>
                      </a:r>
                    </a:p>
                  </a:txBody>
                  <a:tcPr anchor="ctr"/>
                </a:tc>
                <a:extLst>
                  <a:ext uri="{0D108BD9-81ED-4DB2-BD59-A6C34878D82A}">
                    <a16:rowId xmlns:a16="http://schemas.microsoft.com/office/drawing/2014/main" val="415808797"/>
                  </a:ext>
                </a:extLst>
              </a:tr>
              <a:tr h="870268">
                <a:tc>
                  <a:txBody>
                    <a:bodyPr/>
                    <a:lstStyle/>
                    <a:p>
                      <a:pPr algn="ctr"/>
                      <a:r>
                        <a:rPr lang="en-US" b="0" i="0" dirty="0">
                          <a:solidFill>
                            <a:schemeClr val="tx1"/>
                          </a:solidFill>
                          <a:latin typeface="+mn-lt"/>
                        </a:rPr>
                        <a:t>Q4</a:t>
                      </a:r>
                    </a:p>
                  </a:txBody>
                  <a:tcPr anchor="ctr"/>
                </a:tc>
                <a:tc>
                  <a:txBody>
                    <a:bodyPr/>
                    <a:lstStyle/>
                    <a:p>
                      <a:pPr algn="ctr"/>
                      <a:r>
                        <a:rPr lang="en-US" b="0" i="0" dirty="0">
                          <a:solidFill>
                            <a:schemeClr val="tx1"/>
                          </a:solidFill>
                          <a:latin typeface="+mn-lt"/>
                        </a:rPr>
                        <a:t>4.5</a:t>
                      </a:r>
                    </a:p>
                  </a:txBody>
                  <a:tcPr anchor="ctr"/>
                </a:tc>
                <a:tc>
                  <a:txBody>
                    <a:bodyPr/>
                    <a:lstStyle/>
                    <a:p>
                      <a:pPr algn="ctr"/>
                      <a:r>
                        <a:rPr lang="en-US" b="0" i="0" dirty="0">
                          <a:solidFill>
                            <a:schemeClr val="tx1"/>
                          </a:solidFill>
                          <a:latin typeface="+mn-lt"/>
                        </a:rPr>
                        <a:t>2.2</a:t>
                      </a:r>
                    </a:p>
                  </a:txBody>
                  <a:tcPr anchor="ctr"/>
                </a:tc>
                <a:tc>
                  <a:txBody>
                    <a:bodyPr/>
                    <a:lstStyle/>
                    <a:p>
                      <a:pPr algn="ctr"/>
                      <a:r>
                        <a:rPr lang="en-US" b="0" i="0" dirty="0">
                          <a:solidFill>
                            <a:schemeClr val="tx1"/>
                          </a:solidFill>
                          <a:latin typeface="+mn-lt"/>
                        </a:rPr>
                        <a:t>1.7</a:t>
                      </a:r>
                    </a:p>
                  </a:txBody>
                  <a:tcPr anchor="ctr"/>
                </a:tc>
                <a:tc>
                  <a:txBody>
                    <a:bodyPr/>
                    <a:lstStyle/>
                    <a:p>
                      <a:pPr algn="ctr"/>
                      <a:r>
                        <a:rPr lang="en-US" b="0" i="0" dirty="0">
                          <a:solidFill>
                            <a:schemeClr val="tx1"/>
                          </a:solidFill>
                          <a:latin typeface="+mn-lt"/>
                        </a:rPr>
                        <a:t>70</a:t>
                      </a:r>
                    </a:p>
                  </a:txBody>
                  <a:tcPr anchor="ctr"/>
                </a:tc>
                <a:extLst>
                  <a:ext uri="{0D108BD9-81ED-4DB2-BD59-A6C34878D82A}">
                    <a16:rowId xmlns:a16="http://schemas.microsoft.com/office/drawing/2014/main" val="380950325"/>
                  </a:ext>
                </a:extLst>
              </a:tr>
            </a:tbl>
          </a:graphicData>
        </a:graphic>
      </p:graphicFrame>
      <p:sp>
        <p:nvSpPr>
          <p:cNvPr id="3" name="Footer Placeholder 2">
            <a:extLst>
              <a:ext uri="{FF2B5EF4-FFF2-40B4-BE49-F238E27FC236}">
                <a16:creationId xmlns:a16="http://schemas.microsoft.com/office/drawing/2014/main" id="{AE636772-0FC0-04E1-F535-F4DF7DAB98EB}"/>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DA33CCEA-C12A-DDE4-040B-E2BBFEC5AE09}"/>
              </a:ext>
            </a:extLst>
          </p:cNvPr>
          <p:cNvSpPr>
            <a:spLocks noGrp="1"/>
          </p:cNvSpPr>
          <p:nvPr>
            <p:ph type="sldNum" sz="quarter" idx="11"/>
          </p:nvPr>
        </p:nvSpPr>
        <p:spPr/>
        <p:txBody>
          <a:bodyPr/>
          <a:lstStyle/>
          <a:p>
            <a:fld id="{09A01C0A-2BB6-49E7-91A3-DCB9F9F59583}" type="slidenum">
              <a:rPr lang="en-US" smtClean="0"/>
              <a:pPr/>
              <a:t>5</a:t>
            </a:fld>
            <a:endParaRPr lang="en-US" dirty="0"/>
          </a:p>
        </p:txBody>
      </p:sp>
    </p:spTree>
    <p:extLst>
      <p:ext uri="{BB962C8B-B14F-4D97-AF65-F5344CB8AC3E}">
        <p14:creationId xmlns:p14="http://schemas.microsoft.com/office/powerpoint/2010/main" val="394295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2C975-C0D8-5635-3CD4-B28EE3571842}"/>
              </a:ext>
            </a:extLst>
          </p:cNvPr>
          <p:cNvSpPr>
            <a:spLocks noGrp="1"/>
          </p:cNvSpPr>
          <p:nvPr>
            <p:ph type="title"/>
          </p:nvPr>
        </p:nvSpPr>
        <p:spPr/>
        <p:txBody>
          <a:bodyPr/>
          <a:lstStyle/>
          <a:p>
            <a:r>
              <a:rPr lang="en-US" dirty="0"/>
              <a:t>BUSINESS OPPORTUNITIES ARE LIKE BUSES. THERE'S ALWAYS ANOTHER ONE COMING.</a:t>
            </a:r>
          </a:p>
        </p:txBody>
      </p:sp>
      <p:sp>
        <p:nvSpPr>
          <p:cNvPr id="3" name="Subtitle 2">
            <a:extLst>
              <a:ext uri="{FF2B5EF4-FFF2-40B4-BE49-F238E27FC236}">
                <a16:creationId xmlns:a16="http://schemas.microsoft.com/office/drawing/2014/main" id="{B62B6991-4690-5E5C-1B86-4715D2403B3B}"/>
              </a:ext>
            </a:extLst>
          </p:cNvPr>
          <p:cNvSpPr>
            <a:spLocks noGrp="1"/>
          </p:cNvSpPr>
          <p:nvPr>
            <p:ph type="subTitle" idx="1"/>
          </p:nvPr>
        </p:nvSpPr>
        <p:spPr/>
        <p:txBody>
          <a:bodyPr/>
          <a:lstStyle/>
          <a:p>
            <a:r>
              <a:rPr lang="en-US" dirty="0"/>
              <a:t>Richard Branson</a:t>
            </a:r>
          </a:p>
        </p:txBody>
      </p:sp>
      <p:sp>
        <p:nvSpPr>
          <p:cNvPr id="16" name="Rectangle 15">
            <a:extLst>
              <a:ext uri="{FF2B5EF4-FFF2-40B4-BE49-F238E27FC236}">
                <a16:creationId xmlns:a16="http://schemas.microsoft.com/office/drawing/2014/main" id="{32FC8D39-E9E2-B0C8-13B1-31595C9896D1}"/>
              </a:ext>
            </a:extLst>
          </p:cNvPr>
          <p:cNvSpPr/>
          <p:nvPr/>
        </p:nvSpPr>
        <p:spPr>
          <a:xfrm>
            <a:off x="560111" y="801377"/>
            <a:ext cx="280846" cy="707886"/>
          </a:xfrm>
          <a:prstGeom prst="rect">
            <a:avLst/>
          </a:prstGeom>
        </p:spPr>
        <p:txBody>
          <a:bodyPr wrap="square">
            <a:spAutoFit/>
          </a:bodyPr>
          <a:lstStyle/>
          <a:p>
            <a:r>
              <a:rPr lang="en-US" sz="4000" b="1" dirty="0">
                <a:solidFill>
                  <a:schemeClr val="accent1"/>
                </a:solidFill>
                <a:latin typeface="Gill Sans MT" panose="020B0A02020104020203" pitchFamily="34" charset="77"/>
              </a:rPr>
              <a:t>“</a:t>
            </a:r>
          </a:p>
        </p:txBody>
      </p:sp>
      <p:sp>
        <p:nvSpPr>
          <p:cNvPr id="17" name="Rectangle 16">
            <a:extLst>
              <a:ext uri="{FF2B5EF4-FFF2-40B4-BE49-F238E27FC236}">
                <a16:creationId xmlns:a16="http://schemas.microsoft.com/office/drawing/2014/main" id="{AEC9DCBA-073E-C693-608A-D60E4C7CD5BF}"/>
              </a:ext>
            </a:extLst>
          </p:cNvPr>
          <p:cNvSpPr/>
          <p:nvPr/>
        </p:nvSpPr>
        <p:spPr>
          <a:xfrm>
            <a:off x="9009602" y="1801064"/>
            <a:ext cx="280846" cy="707886"/>
          </a:xfrm>
          <a:prstGeom prst="rect">
            <a:avLst/>
          </a:prstGeom>
        </p:spPr>
        <p:txBody>
          <a:bodyPr wrap="square">
            <a:spAutoFit/>
          </a:bodyPr>
          <a:lstStyle/>
          <a:p>
            <a:r>
              <a:rPr lang="en-US" sz="4000" b="1" dirty="0">
                <a:solidFill>
                  <a:schemeClr val="accent1"/>
                </a:solidFill>
                <a:latin typeface="Gill Sans MT" panose="020B0A02020104020203" pitchFamily="34" charset="77"/>
              </a:rPr>
              <a:t>”</a:t>
            </a:r>
          </a:p>
        </p:txBody>
      </p:sp>
      <p:sp>
        <p:nvSpPr>
          <p:cNvPr id="11" name="Footer Placeholder 10">
            <a:extLst>
              <a:ext uri="{FF2B5EF4-FFF2-40B4-BE49-F238E27FC236}">
                <a16:creationId xmlns:a16="http://schemas.microsoft.com/office/drawing/2014/main" id="{F0FE709F-757F-9DAB-DC56-68FD7C46FC5A}"/>
              </a:ext>
            </a:extLst>
          </p:cNvPr>
          <p:cNvSpPr>
            <a:spLocks noGrp="1"/>
          </p:cNvSpPr>
          <p:nvPr>
            <p:ph type="ftr" sz="quarter" idx="10"/>
          </p:nvPr>
        </p:nvSpPr>
        <p:spPr/>
        <p:txBody>
          <a:bodyPr/>
          <a:lstStyle/>
          <a:p>
            <a:r>
              <a:rPr lang="en-US" dirty="0"/>
              <a:t>Presentation Title</a:t>
            </a:r>
          </a:p>
        </p:txBody>
      </p:sp>
      <p:sp>
        <p:nvSpPr>
          <p:cNvPr id="12" name="Slide Number Placeholder 11">
            <a:extLst>
              <a:ext uri="{FF2B5EF4-FFF2-40B4-BE49-F238E27FC236}">
                <a16:creationId xmlns:a16="http://schemas.microsoft.com/office/drawing/2014/main" id="{EA7158D5-C54E-C1C2-70BB-D7F577BB8A7C}"/>
              </a:ext>
            </a:extLst>
          </p:cNvPr>
          <p:cNvSpPr>
            <a:spLocks noGrp="1"/>
          </p:cNvSpPr>
          <p:nvPr>
            <p:ph type="sldNum" sz="quarter" idx="11"/>
          </p:nvPr>
        </p:nvSpPr>
        <p:spPr/>
        <p:txBody>
          <a:bodyPr/>
          <a:lstStyle/>
          <a:p>
            <a:fld id="{09A01C0A-2BB6-49E7-91A3-DCB9F9F59583}" type="slidenum">
              <a:rPr lang="en-US" smtClean="0"/>
              <a:pPr/>
              <a:t>6</a:t>
            </a:fld>
            <a:endParaRPr lang="en-US" dirty="0"/>
          </a:p>
        </p:txBody>
      </p:sp>
    </p:spTree>
    <p:extLst>
      <p:ext uri="{BB962C8B-B14F-4D97-AF65-F5344CB8AC3E}">
        <p14:creationId xmlns:p14="http://schemas.microsoft.com/office/powerpoint/2010/main" val="1572098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C921613-A2A4-672F-8CE1-64641C51E6A6}"/>
              </a:ext>
            </a:extLst>
          </p:cNvPr>
          <p:cNvSpPr>
            <a:spLocks noGrp="1"/>
          </p:cNvSpPr>
          <p:nvPr>
            <p:ph type="title"/>
          </p:nvPr>
        </p:nvSpPr>
        <p:spPr/>
        <p:txBody>
          <a:bodyPr/>
          <a:lstStyle/>
          <a:p>
            <a:r>
              <a:rPr lang="en-US" dirty="0"/>
              <a:t>MEET OUR TEAM</a:t>
            </a:r>
          </a:p>
        </p:txBody>
      </p:sp>
      <p:pic>
        <p:nvPicPr>
          <p:cNvPr id="16" name="Picture Placeholder 15" descr="Team member head shot&#10;">
            <a:extLst>
              <a:ext uri="{FF2B5EF4-FFF2-40B4-BE49-F238E27FC236}">
                <a16:creationId xmlns:a16="http://schemas.microsoft.com/office/drawing/2014/main" id="{D3F33FD0-EF82-7514-BE2D-11830489D8DB}"/>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l="153" r="153"/>
          <a:stretch>
            <a:fillRect/>
          </a:stretch>
        </p:blipFill>
        <p:spPr/>
      </p:pic>
      <p:sp>
        <p:nvSpPr>
          <p:cNvPr id="7" name="Text Placeholder 6">
            <a:extLst>
              <a:ext uri="{FF2B5EF4-FFF2-40B4-BE49-F238E27FC236}">
                <a16:creationId xmlns:a16="http://schemas.microsoft.com/office/drawing/2014/main" id="{ECA1D41D-0857-3138-ACC8-642FAC688F7B}"/>
              </a:ext>
            </a:extLst>
          </p:cNvPr>
          <p:cNvSpPr>
            <a:spLocks noGrp="1"/>
          </p:cNvSpPr>
          <p:nvPr>
            <p:ph type="body" sz="quarter" idx="17"/>
          </p:nvPr>
        </p:nvSpPr>
        <p:spPr/>
        <p:txBody>
          <a:bodyPr/>
          <a:lstStyle/>
          <a:p>
            <a:r>
              <a:rPr lang="en-US" dirty="0"/>
              <a:t>Takuma </a:t>
            </a:r>
          </a:p>
          <a:p>
            <a:r>
              <a:rPr lang="en-US" dirty="0"/>
              <a:t>Hayashi</a:t>
            </a:r>
          </a:p>
          <a:p>
            <a:endParaRPr lang="en-US" dirty="0"/>
          </a:p>
        </p:txBody>
      </p:sp>
      <p:sp>
        <p:nvSpPr>
          <p:cNvPr id="14" name="Text Placeholder 13">
            <a:extLst>
              <a:ext uri="{FF2B5EF4-FFF2-40B4-BE49-F238E27FC236}">
                <a16:creationId xmlns:a16="http://schemas.microsoft.com/office/drawing/2014/main" id="{D06328D1-86D0-5845-5BEB-2B038E46A1E0}"/>
              </a:ext>
            </a:extLst>
          </p:cNvPr>
          <p:cNvSpPr>
            <a:spLocks noGrp="1"/>
          </p:cNvSpPr>
          <p:nvPr>
            <p:ph type="body" sz="quarter" idx="18"/>
          </p:nvPr>
        </p:nvSpPr>
        <p:spPr/>
        <p:txBody>
          <a:bodyPr/>
          <a:lstStyle/>
          <a:p>
            <a:r>
              <a:rPr lang="en-US" dirty="0"/>
              <a:t>President</a:t>
            </a:r>
          </a:p>
          <a:p>
            <a:endParaRPr lang="en-US" dirty="0"/>
          </a:p>
          <a:p>
            <a:endParaRPr lang="en-US" dirty="0"/>
          </a:p>
        </p:txBody>
      </p:sp>
      <p:pic>
        <p:nvPicPr>
          <p:cNvPr id="17" name="Picture Placeholder 16" descr="Team member head shot&#10;">
            <a:extLst>
              <a:ext uri="{FF2B5EF4-FFF2-40B4-BE49-F238E27FC236}">
                <a16:creationId xmlns:a16="http://schemas.microsoft.com/office/drawing/2014/main" id="{CCC992E7-2C36-C9E6-2F67-6CCF24E78DD5}"/>
              </a:ext>
            </a:extLst>
          </p:cNvPr>
          <p:cNvPicPr>
            <a:picLocks noGrp="1" noChangeAspect="1"/>
          </p:cNvPicPr>
          <p:nvPr>
            <p:ph type="pic" sz="quarter" idx="26"/>
          </p:nvPr>
        </p:nvPicPr>
        <p:blipFill>
          <a:blip r:embed="rId3" cstate="print">
            <a:extLst>
              <a:ext uri="{28A0092B-C50C-407E-A947-70E740481C1C}">
                <a14:useLocalDpi xmlns:a14="http://schemas.microsoft.com/office/drawing/2010/main"/>
              </a:ext>
            </a:extLst>
          </a:blip>
          <a:srcRect/>
          <a:stretch>
            <a:fillRect/>
          </a:stretch>
        </p:blipFill>
        <p:spPr/>
      </p:pic>
      <p:sp>
        <p:nvSpPr>
          <p:cNvPr id="57" name="Text Placeholder 56">
            <a:extLst>
              <a:ext uri="{FF2B5EF4-FFF2-40B4-BE49-F238E27FC236}">
                <a16:creationId xmlns:a16="http://schemas.microsoft.com/office/drawing/2014/main" id="{E965E90D-D692-724C-5D50-9041F3568A5F}"/>
              </a:ext>
            </a:extLst>
          </p:cNvPr>
          <p:cNvSpPr>
            <a:spLocks noGrp="1"/>
          </p:cNvSpPr>
          <p:nvPr>
            <p:ph type="body" sz="quarter" idx="34"/>
          </p:nvPr>
        </p:nvSpPr>
        <p:spPr/>
        <p:txBody>
          <a:bodyPr/>
          <a:lstStyle/>
          <a:p>
            <a:r>
              <a:rPr lang="en-US" dirty="0"/>
              <a:t>Mirjam</a:t>
            </a:r>
          </a:p>
          <a:p>
            <a:r>
              <a:rPr lang="en-US" dirty="0"/>
              <a:t>Nilsson</a:t>
            </a:r>
          </a:p>
          <a:p>
            <a:endParaRPr lang="en-US" dirty="0"/>
          </a:p>
        </p:txBody>
      </p:sp>
      <p:sp>
        <p:nvSpPr>
          <p:cNvPr id="11" name="Text Placeholder 10">
            <a:extLst>
              <a:ext uri="{FF2B5EF4-FFF2-40B4-BE49-F238E27FC236}">
                <a16:creationId xmlns:a16="http://schemas.microsoft.com/office/drawing/2014/main" id="{C12570BC-1064-302D-FEA4-8465C3B6EB3A}"/>
              </a:ext>
            </a:extLst>
          </p:cNvPr>
          <p:cNvSpPr>
            <a:spLocks noGrp="1"/>
          </p:cNvSpPr>
          <p:nvPr>
            <p:ph type="body" sz="quarter" idx="29"/>
          </p:nvPr>
        </p:nvSpPr>
        <p:spPr/>
        <p:txBody>
          <a:bodyPr/>
          <a:lstStyle/>
          <a:p>
            <a:r>
              <a:rPr lang="en-US" dirty="0"/>
              <a:t>Chief Executive Officer</a:t>
            </a:r>
          </a:p>
        </p:txBody>
      </p:sp>
      <p:pic>
        <p:nvPicPr>
          <p:cNvPr id="18" name="Picture Placeholder 17" descr="Team member head shot&#10;">
            <a:extLst>
              <a:ext uri="{FF2B5EF4-FFF2-40B4-BE49-F238E27FC236}">
                <a16:creationId xmlns:a16="http://schemas.microsoft.com/office/drawing/2014/main" id="{F5D49AF5-7F54-963C-4897-B951249A133D}"/>
              </a:ext>
            </a:extLst>
          </p:cNvPr>
          <p:cNvPicPr>
            <a:picLocks noGrp="1" noChangeAspect="1"/>
          </p:cNvPicPr>
          <p:nvPr>
            <p:ph type="pic" sz="quarter" idx="27"/>
          </p:nvPr>
        </p:nvPicPr>
        <p:blipFill>
          <a:blip r:embed="rId4" cstate="print">
            <a:extLst>
              <a:ext uri="{28A0092B-C50C-407E-A947-70E740481C1C}">
                <a14:useLocalDpi xmlns:a14="http://schemas.microsoft.com/office/drawing/2010/main"/>
              </a:ext>
            </a:extLst>
          </a:blip>
          <a:srcRect/>
          <a:stretch>
            <a:fillRect/>
          </a:stretch>
        </p:blipFill>
        <p:spPr/>
      </p:pic>
      <p:sp>
        <p:nvSpPr>
          <p:cNvPr id="44" name="Text Placeholder 43">
            <a:extLst>
              <a:ext uri="{FF2B5EF4-FFF2-40B4-BE49-F238E27FC236}">
                <a16:creationId xmlns:a16="http://schemas.microsoft.com/office/drawing/2014/main" id="{BDEDB8D2-6724-7574-F062-862481DC1140}"/>
              </a:ext>
            </a:extLst>
          </p:cNvPr>
          <p:cNvSpPr>
            <a:spLocks noGrp="1"/>
          </p:cNvSpPr>
          <p:nvPr>
            <p:ph type="body" sz="quarter" idx="35"/>
          </p:nvPr>
        </p:nvSpPr>
        <p:spPr/>
        <p:txBody>
          <a:bodyPr/>
          <a:lstStyle/>
          <a:p>
            <a:r>
              <a:rPr lang="en-US" dirty="0"/>
              <a:t>Flora </a:t>
            </a:r>
          </a:p>
          <a:p>
            <a:r>
              <a:rPr lang="en-US" dirty="0"/>
              <a:t>Berggren</a:t>
            </a:r>
          </a:p>
        </p:txBody>
      </p:sp>
      <p:sp>
        <p:nvSpPr>
          <p:cNvPr id="12" name="Text Placeholder 11">
            <a:extLst>
              <a:ext uri="{FF2B5EF4-FFF2-40B4-BE49-F238E27FC236}">
                <a16:creationId xmlns:a16="http://schemas.microsoft.com/office/drawing/2014/main" id="{06446BFF-4983-9932-49CC-A37A22C5E07E}"/>
              </a:ext>
            </a:extLst>
          </p:cNvPr>
          <p:cNvSpPr>
            <a:spLocks noGrp="1"/>
          </p:cNvSpPr>
          <p:nvPr>
            <p:ph type="body" sz="quarter" idx="31"/>
          </p:nvPr>
        </p:nvSpPr>
        <p:spPr/>
        <p:txBody>
          <a:bodyPr/>
          <a:lstStyle/>
          <a:p>
            <a:r>
              <a:rPr lang="en-US" dirty="0"/>
              <a:t>Chief Operations Officer</a:t>
            </a:r>
          </a:p>
        </p:txBody>
      </p:sp>
      <p:pic>
        <p:nvPicPr>
          <p:cNvPr id="19" name="Picture Placeholder 18" descr="Team member head shot&#10;">
            <a:extLst>
              <a:ext uri="{FF2B5EF4-FFF2-40B4-BE49-F238E27FC236}">
                <a16:creationId xmlns:a16="http://schemas.microsoft.com/office/drawing/2014/main" id="{9AA26BFD-262C-67CF-B2E0-C7D7081ACA67}"/>
              </a:ext>
            </a:extLst>
          </p:cNvPr>
          <p:cNvPicPr>
            <a:picLocks noGrp="1" noChangeAspect="1"/>
          </p:cNvPicPr>
          <p:nvPr>
            <p:ph type="pic" sz="quarter" idx="25"/>
          </p:nvPr>
        </p:nvPicPr>
        <p:blipFill>
          <a:blip r:embed="rId5" cstate="print">
            <a:extLst>
              <a:ext uri="{28A0092B-C50C-407E-A947-70E740481C1C}">
                <a14:useLocalDpi xmlns:a14="http://schemas.microsoft.com/office/drawing/2010/main"/>
              </a:ext>
            </a:extLst>
          </a:blip>
          <a:srcRect/>
          <a:stretch>
            <a:fillRect/>
          </a:stretch>
        </p:blipFill>
        <p:spPr/>
      </p:pic>
      <p:sp>
        <p:nvSpPr>
          <p:cNvPr id="58" name="Text Placeholder 57">
            <a:extLst>
              <a:ext uri="{FF2B5EF4-FFF2-40B4-BE49-F238E27FC236}">
                <a16:creationId xmlns:a16="http://schemas.microsoft.com/office/drawing/2014/main" id="{27C90AAD-C082-CC55-4767-F006C7019210}"/>
              </a:ext>
            </a:extLst>
          </p:cNvPr>
          <p:cNvSpPr>
            <a:spLocks noGrp="1"/>
          </p:cNvSpPr>
          <p:nvPr>
            <p:ph type="body" sz="quarter" idx="36"/>
          </p:nvPr>
        </p:nvSpPr>
        <p:spPr/>
        <p:txBody>
          <a:bodyPr/>
          <a:lstStyle/>
          <a:p>
            <a:r>
              <a:rPr lang="en-US" dirty="0"/>
              <a:t>Rajesh </a:t>
            </a:r>
            <a:br>
              <a:rPr lang="en-US" dirty="0"/>
            </a:br>
            <a:r>
              <a:rPr lang="en-US" dirty="0"/>
              <a:t>Santoshi</a:t>
            </a:r>
          </a:p>
          <a:p>
            <a:endParaRPr lang="en-US" dirty="0"/>
          </a:p>
        </p:txBody>
      </p:sp>
      <p:sp>
        <p:nvSpPr>
          <p:cNvPr id="13" name="Text Placeholder 12">
            <a:extLst>
              <a:ext uri="{FF2B5EF4-FFF2-40B4-BE49-F238E27FC236}">
                <a16:creationId xmlns:a16="http://schemas.microsoft.com/office/drawing/2014/main" id="{9F938B20-3FB2-425F-8A41-89F7FAA8FBB7}"/>
              </a:ext>
            </a:extLst>
          </p:cNvPr>
          <p:cNvSpPr>
            <a:spLocks noGrp="1"/>
          </p:cNvSpPr>
          <p:nvPr>
            <p:ph type="body" sz="quarter" idx="33"/>
          </p:nvPr>
        </p:nvSpPr>
        <p:spPr/>
        <p:txBody>
          <a:bodyPr/>
          <a:lstStyle/>
          <a:p>
            <a:r>
              <a:rPr lang="en-US" dirty="0"/>
              <a:t>VP Marketing</a:t>
            </a:r>
          </a:p>
        </p:txBody>
      </p:sp>
      <p:sp>
        <p:nvSpPr>
          <p:cNvPr id="59" name="Footer Placeholder 58">
            <a:extLst>
              <a:ext uri="{FF2B5EF4-FFF2-40B4-BE49-F238E27FC236}">
                <a16:creationId xmlns:a16="http://schemas.microsoft.com/office/drawing/2014/main" id="{F1FF8459-BD47-4502-A26F-B546D64F37BC}"/>
              </a:ext>
            </a:extLst>
          </p:cNvPr>
          <p:cNvSpPr>
            <a:spLocks noGrp="1"/>
          </p:cNvSpPr>
          <p:nvPr>
            <p:ph type="ftr" sz="quarter" idx="37"/>
          </p:nvPr>
        </p:nvSpPr>
        <p:spPr/>
        <p:txBody>
          <a:bodyPr/>
          <a:lstStyle/>
          <a:p>
            <a:r>
              <a:rPr lang="en-US" dirty="0"/>
              <a:t>Presentation Title</a:t>
            </a:r>
          </a:p>
        </p:txBody>
      </p:sp>
      <p:sp>
        <p:nvSpPr>
          <p:cNvPr id="60" name="Slide Number Placeholder 59">
            <a:extLst>
              <a:ext uri="{FF2B5EF4-FFF2-40B4-BE49-F238E27FC236}">
                <a16:creationId xmlns:a16="http://schemas.microsoft.com/office/drawing/2014/main" id="{B7C966D4-C0C9-F9AA-B8C0-3770EAC247CE}"/>
              </a:ext>
            </a:extLst>
          </p:cNvPr>
          <p:cNvSpPr>
            <a:spLocks noGrp="1"/>
          </p:cNvSpPr>
          <p:nvPr>
            <p:ph type="sldNum" sz="quarter" idx="38"/>
          </p:nvPr>
        </p:nvSpPr>
        <p:spPr/>
        <p:txBody>
          <a:bodyPr/>
          <a:lstStyle/>
          <a:p>
            <a:fld id="{09A01C0A-2BB6-49E7-91A3-DCB9F9F59583}" type="slidenum">
              <a:rPr lang="en-US" smtClean="0"/>
              <a:pPr/>
              <a:t>7</a:t>
            </a:fld>
            <a:endParaRPr lang="en-US" dirty="0"/>
          </a:p>
        </p:txBody>
      </p:sp>
    </p:spTree>
    <p:extLst>
      <p:ext uri="{BB962C8B-B14F-4D97-AF65-F5344CB8AC3E}">
        <p14:creationId xmlns:p14="http://schemas.microsoft.com/office/powerpoint/2010/main" val="1263127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E21BA7-E5C4-4FD7-6C9E-DCF6B195B5B8}"/>
              </a:ext>
            </a:extLst>
          </p:cNvPr>
          <p:cNvSpPr>
            <a:spLocks noGrp="1"/>
          </p:cNvSpPr>
          <p:nvPr>
            <p:ph type="title"/>
          </p:nvPr>
        </p:nvSpPr>
        <p:spPr/>
        <p:txBody>
          <a:bodyPr/>
          <a:lstStyle/>
          <a:p>
            <a:r>
              <a:rPr lang="en-US" dirty="0"/>
              <a:t>MEET OUR EXTENDED TEAM</a:t>
            </a:r>
          </a:p>
        </p:txBody>
      </p:sp>
      <p:pic>
        <p:nvPicPr>
          <p:cNvPr id="27" name="Picture Placeholder 21" descr="Team member head shot">
            <a:extLst>
              <a:ext uri="{FF2B5EF4-FFF2-40B4-BE49-F238E27FC236}">
                <a16:creationId xmlns:a16="http://schemas.microsoft.com/office/drawing/2014/main" id="{B01332F2-E009-B454-9DC8-69781038135B}"/>
              </a:ext>
            </a:extLst>
          </p:cNvPr>
          <p:cNvPicPr>
            <a:picLocks noGrp="1" noChangeAspect="1"/>
          </p:cNvPicPr>
          <p:nvPr>
            <p:ph type="pic" sz="quarter" idx="13"/>
          </p:nvPr>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contrast="-11000"/>
                    </a14:imgEffect>
                  </a14:imgLayer>
                </a14:imgProps>
              </a:ext>
              <a:ext uri="{28A0092B-C50C-407E-A947-70E740481C1C}">
                <a14:useLocalDpi xmlns:a14="http://schemas.microsoft.com/office/drawing/2010/main"/>
              </a:ext>
            </a:extLst>
          </a:blip>
          <a:srcRect/>
          <a:stretch/>
        </p:blipFill>
        <p:spPr/>
      </p:pic>
      <p:sp>
        <p:nvSpPr>
          <p:cNvPr id="118" name="Text Placeholder 117">
            <a:extLst>
              <a:ext uri="{FF2B5EF4-FFF2-40B4-BE49-F238E27FC236}">
                <a16:creationId xmlns:a16="http://schemas.microsoft.com/office/drawing/2014/main" id="{BB531BBC-C64A-644B-2538-EB38FE936EBE}"/>
              </a:ext>
            </a:extLst>
          </p:cNvPr>
          <p:cNvSpPr>
            <a:spLocks noGrp="1"/>
          </p:cNvSpPr>
          <p:nvPr>
            <p:ph type="body" sz="quarter" idx="37"/>
          </p:nvPr>
        </p:nvSpPr>
        <p:spPr/>
        <p:txBody>
          <a:bodyPr/>
          <a:lstStyle/>
          <a:p>
            <a:r>
              <a:rPr lang="en-US" dirty="0"/>
              <a:t>Takuma Hayashi</a:t>
            </a:r>
          </a:p>
          <a:p>
            <a:endParaRPr lang="en-US" dirty="0"/>
          </a:p>
        </p:txBody>
      </p:sp>
      <p:sp>
        <p:nvSpPr>
          <p:cNvPr id="110" name="Text Placeholder 109">
            <a:extLst>
              <a:ext uri="{FF2B5EF4-FFF2-40B4-BE49-F238E27FC236}">
                <a16:creationId xmlns:a16="http://schemas.microsoft.com/office/drawing/2014/main" id="{19A6A633-6F5C-07D2-EB05-8158B140C8AB}"/>
              </a:ext>
            </a:extLst>
          </p:cNvPr>
          <p:cNvSpPr>
            <a:spLocks noGrp="1"/>
          </p:cNvSpPr>
          <p:nvPr>
            <p:ph type="body" sz="quarter" idx="22"/>
          </p:nvPr>
        </p:nvSpPr>
        <p:spPr/>
        <p:txBody>
          <a:bodyPr/>
          <a:lstStyle/>
          <a:p>
            <a:r>
              <a:rPr lang="en-US" dirty="0"/>
              <a:t>President</a:t>
            </a:r>
          </a:p>
        </p:txBody>
      </p:sp>
      <p:pic>
        <p:nvPicPr>
          <p:cNvPr id="28" name="Picture Placeholder 50" descr="Team member head shot">
            <a:extLst>
              <a:ext uri="{FF2B5EF4-FFF2-40B4-BE49-F238E27FC236}">
                <a16:creationId xmlns:a16="http://schemas.microsoft.com/office/drawing/2014/main" id="{4993E3F9-17C6-0B66-6114-E46E19663C8E}"/>
              </a:ext>
            </a:extLst>
          </p:cNvPr>
          <p:cNvPicPr>
            <a:picLocks noGrp="1" noChangeAspect="1"/>
          </p:cNvPicPr>
          <p:nvPr>
            <p:ph type="pic" sz="quarter" idx="15"/>
          </p:nvPr>
        </p:nvPicPr>
        <p:blipFill rotWithShape="1">
          <a:blip r:embed="rId5" cstate="print">
            <a:extLst>
              <a:ext uri="{BEBA8EAE-BF5A-486C-A8C5-ECC9F3942E4B}">
                <a14:imgProps xmlns:a14="http://schemas.microsoft.com/office/drawing/2010/main">
                  <a14:imgLayer r:embed="rId6">
                    <a14:imgEffect>
                      <a14:saturation sat="0"/>
                    </a14:imgEffect>
                    <a14:imgEffect>
                      <a14:brightnessContrast contrast="-8000"/>
                    </a14:imgEffect>
                  </a14:imgLayer>
                </a14:imgProps>
              </a:ext>
              <a:ext uri="{28A0092B-C50C-407E-A947-70E740481C1C}">
                <a14:useLocalDpi xmlns:a14="http://schemas.microsoft.com/office/drawing/2010/main"/>
              </a:ext>
            </a:extLst>
          </a:blip>
          <a:srcRect/>
          <a:stretch/>
        </p:blipFill>
        <p:spPr/>
      </p:pic>
      <p:sp>
        <p:nvSpPr>
          <p:cNvPr id="119" name="Text Placeholder 118">
            <a:extLst>
              <a:ext uri="{FF2B5EF4-FFF2-40B4-BE49-F238E27FC236}">
                <a16:creationId xmlns:a16="http://schemas.microsoft.com/office/drawing/2014/main" id="{E566746A-05C4-9E90-85C7-C72A19502BCF}"/>
              </a:ext>
            </a:extLst>
          </p:cNvPr>
          <p:cNvSpPr>
            <a:spLocks noGrp="1"/>
          </p:cNvSpPr>
          <p:nvPr>
            <p:ph type="body" sz="quarter" idx="38"/>
          </p:nvPr>
        </p:nvSpPr>
        <p:spPr/>
        <p:txBody>
          <a:bodyPr/>
          <a:lstStyle/>
          <a:p>
            <a:r>
              <a:rPr lang="en-US" dirty="0"/>
              <a:t>Mirjam Nilsson</a:t>
            </a:r>
          </a:p>
          <a:p>
            <a:endParaRPr lang="en-US" dirty="0"/>
          </a:p>
        </p:txBody>
      </p:sp>
      <p:sp>
        <p:nvSpPr>
          <p:cNvPr id="112" name="Text Placeholder 111">
            <a:extLst>
              <a:ext uri="{FF2B5EF4-FFF2-40B4-BE49-F238E27FC236}">
                <a16:creationId xmlns:a16="http://schemas.microsoft.com/office/drawing/2014/main" id="{59CC5724-7B60-4AA4-D040-6BA06EC3B410}"/>
              </a:ext>
            </a:extLst>
          </p:cNvPr>
          <p:cNvSpPr>
            <a:spLocks noGrp="1"/>
          </p:cNvSpPr>
          <p:nvPr>
            <p:ph type="body" sz="quarter" idx="26"/>
          </p:nvPr>
        </p:nvSpPr>
        <p:spPr/>
        <p:txBody>
          <a:bodyPr/>
          <a:lstStyle/>
          <a:p>
            <a:r>
              <a:rPr lang="en-US" dirty="0"/>
              <a:t>Chief Executive Officer</a:t>
            </a:r>
          </a:p>
        </p:txBody>
      </p:sp>
      <p:pic>
        <p:nvPicPr>
          <p:cNvPr id="29" name="Picture Placeholder 17" descr="Team member head shot">
            <a:extLst>
              <a:ext uri="{FF2B5EF4-FFF2-40B4-BE49-F238E27FC236}">
                <a16:creationId xmlns:a16="http://schemas.microsoft.com/office/drawing/2014/main" id="{7338326D-6AAB-BE3A-9CBF-104EC56C8857}"/>
              </a:ext>
            </a:extLst>
          </p:cNvPr>
          <p:cNvPicPr>
            <a:picLocks noGrp="1" noChangeAspect="1"/>
          </p:cNvPicPr>
          <p:nvPr>
            <p:ph type="pic" sz="quarter" idx="16"/>
          </p:nvPr>
        </p:nvPicPr>
        <p:blipFill rotWithShape="1">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a:ext>
            </a:extLst>
          </a:blip>
          <a:srcRect/>
          <a:stretch/>
        </p:blipFill>
        <p:spPr/>
      </p:pic>
      <p:sp>
        <p:nvSpPr>
          <p:cNvPr id="120" name="Text Placeholder 119">
            <a:extLst>
              <a:ext uri="{FF2B5EF4-FFF2-40B4-BE49-F238E27FC236}">
                <a16:creationId xmlns:a16="http://schemas.microsoft.com/office/drawing/2014/main" id="{9B439F66-55A2-2473-2219-D319CFC18793}"/>
              </a:ext>
            </a:extLst>
          </p:cNvPr>
          <p:cNvSpPr>
            <a:spLocks noGrp="1"/>
          </p:cNvSpPr>
          <p:nvPr>
            <p:ph type="body" sz="quarter" idx="39"/>
          </p:nvPr>
        </p:nvSpPr>
        <p:spPr/>
        <p:txBody>
          <a:bodyPr/>
          <a:lstStyle/>
          <a:p>
            <a:r>
              <a:rPr lang="en-US" dirty="0"/>
              <a:t>Flora Berggren</a:t>
            </a:r>
          </a:p>
          <a:p>
            <a:endParaRPr lang="en-US" dirty="0"/>
          </a:p>
        </p:txBody>
      </p:sp>
      <p:sp>
        <p:nvSpPr>
          <p:cNvPr id="113" name="Text Placeholder 112">
            <a:extLst>
              <a:ext uri="{FF2B5EF4-FFF2-40B4-BE49-F238E27FC236}">
                <a16:creationId xmlns:a16="http://schemas.microsoft.com/office/drawing/2014/main" id="{613091B6-6F4F-570A-DA88-691CE0A93843}"/>
              </a:ext>
            </a:extLst>
          </p:cNvPr>
          <p:cNvSpPr>
            <a:spLocks noGrp="1"/>
          </p:cNvSpPr>
          <p:nvPr>
            <p:ph type="body" sz="quarter" idx="28"/>
          </p:nvPr>
        </p:nvSpPr>
        <p:spPr/>
        <p:txBody>
          <a:bodyPr/>
          <a:lstStyle/>
          <a:p>
            <a:r>
              <a:rPr lang="en-US" dirty="0"/>
              <a:t>Chief Operations Officer</a:t>
            </a:r>
          </a:p>
        </p:txBody>
      </p:sp>
      <p:pic>
        <p:nvPicPr>
          <p:cNvPr id="30" name="Picture Placeholder 19" descr="Team member head shot">
            <a:extLst>
              <a:ext uri="{FF2B5EF4-FFF2-40B4-BE49-F238E27FC236}">
                <a16:creationId xmlns:a16="http://schemas.microsoft.com/office/drawing/2014/main" id="{6C110708-92FC-ACA6-191B-60AF7C9A9110}"/>
              </a:ext>
            </a:extLst>
          </p:cNvPr>
          <p:cNvPicPr>
            <a:picLocks noGrp="1" noChangeAspect="1"/>
          </p:cNvPicPr>
          <p:nvPr>
            <p:ph type="pic" sz="quarter" idx="14"/>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a:ext>
            </a:extLst>
          </a:blip>
          <a:srcRect/>
          <a:stretch/>
        </p:blipFill>
        <p:spPr/>
      </p:pic>
      <p:sp>
        <p:nvSpPr>
          <p:cNvPr id="121" name="Text Placeholder 120">
            <a:extLst>
              <a:ext uri="{FF2B5EF4-FFF2-40B4-BE49-F238E27FC236}">
                <a16:creationId xmlns:a16="http://schemas.microsoft.com/office/drawing/2014/main" id="{C0AAAC49-66B2-FB66-656B-5633DD00BA3B}"/>
              </a:ext>
            </a:extLst>
          </p:cNvPr>
          <p:cNvSpPr>
            <a:spLocks noGrp="1"/>
          </p:cNvSpPr>
          <p:nvPr>
            <p:ph type="body" sz="quarter" idx="40"/>
          </p:nvPr>
        </p:nvSpPr>
        <p:spPr/>
        <p:txBody>
          <a:bodyPr/>
          <a:lstStyle/>
          <a:p>
            <a:r>
              <a:rPr lang="en-US" dirty="0"/>
              <a:t>Rajesh Santoshi</a:t>
            </a:r>
          </a:p>
          <a:p>
            <a:endParaRPr lang="en-US" dirty="0"/>
          </a:p>
        </p:txBody>
      </p:sp>
      <p:sp>
        <p:nvSpPr>
          <p:cNvPr id="114" name="Text Placeholder 113">
            <a:extLst>
              <a:ext uri="{FF2B5EF4-FFF2-40B4-BE49-F238E27FC236}">
                <a16:creationId xmlns:a16="http://schemas.microsoft.com/office/drawing/2014/main" id="{5D2EC543-30A4-23DB-2FB7-5C18B8269F93}"/>
              </a:ext>
            </a:extLst>
          </p:cNvPr>
          <p:cNvSpPr>
            <a:spLocks noGrp="1"/>
          </p:cNvSpPr>
          <p:nvPr>
            <p:ph type="body" sz="quarter" idx="30"/>
          </p:nvPr>
        </p:nvSpPr>
        <p:spPr/>
        <p:txBody>
          <a:bodyPr/>
          <a:lstStyle/>
          <a:p>
            <a:r>
              <a:rPr lang="en-US" dirty="0"/>
              <a:t>VP Marketing</a:t>
            </a:r>
          </a:p>
        </p:txBody>
      </p:sp>
      <p:pic>
        <p:nvPicPr>
          <p:cNvPr id="31" name="Picture Placeholder 15" descr="Team member head shot">
            <a:extLst>
              <a:ext uri="{FF2B5EF4-FFF2-40B4-BE49-F238E27FC236}">
                <a16:creationId xmlns:a16="http://schemas.microsoft.com/office/drawing/2014/main" id="{81A03055-991D-E507-5CF8-52D100B3BBAD}"/>
              </a:ext>
            </a:extLst>
          </p:cNvPr>
          <p:cNvPicPr>
            <a:picLocks noGrp="1" noChangeAspect="1"/>
          </p:cNvPicPr>
          <p:nvPr>
            <p:ph type="pic" sz="quarter" idx="17"/>
          </p:nvPr>
        </p:nvPicPr>
        <p:blipFill rotWithShape="1">
          <a:blip r:embed="rId11" cstate="print">
            <a:extLst>
              <a:ext uri="{BEBA8EAE-BF5A-486C-A8C5-ECC9F3942E4B}">
                <a14:imgProps xmlns:a14="http://schemas.microsoft.com/office/drawing/2010/main">
                  <a14:imgLayer r:embed="rId12">
                    <a14:imgEffect>
                      <a14:saturation sat="0"/>
                    </a14:imgEffect>
                    <a14:imgEffect>
                      <a14:brightnessContrast contrast="-6000"/>
                    </a14:imgEffect>
                  </a14:imgLayer>
                </a14:imgProps>
              </a:ext>
              <a:ext uri="{28A0092B-C50C-407E-A947-70E740481C1C}">
                <a14:useLocalDpi xmlns:a14="http://schemas.microsoft.com/office/drawing/2010/main"/>
              </a:ext>
            </a:extLst>
          </a:blip>
          <a:srcRect/>
          <a:stretch/>
        </p:blipFill>
        <p:spPr/>
      </p:pic>
      <p:sp>
        <p:nvSpPr>
          <p:cNvPr id="122" name="Text Placeholder 121">
            <a:extLst>
              <a:ext uri="{FF2B5EF4-FFF2-40B4-BE49-F238E27FC236}">
                <a16:creationId xmlns:a16="http://schemas.microsoft.com/office/drawing/2014/main" id="{BD4DECAB-77F8-CCF2-1B4F-74629D50039F}"/>
              </a:ext>
            </a:extLst>
          </p:cNvPr>
          <p:cNvSpPr>
            <a:spLocks noGrp="1"/>
          </p:cNvSpPr>
          <p:nvPr>
            <p:ph type="body" sz="quarter" idx="41"/>
          </p:nvPr>
        </p:nvSpPr>
        <p:spPr/>
        <p:txBody>
          <a:bodyPr/>
          <a:lstStyle/>
          <a:p>
            <a:r>
              <a:rPr lang="en-US" dirty="0"/>
              <a:t>Graham Barnes </a:t>
            </a:r>
          </a:p>
        </p:txBody>
      </p:sp>
      <p:sp>
        <p:nvSpPr>
          <p:cNvPr id="111" name="Text Placeholder 110">
            <a:extLst>
              <a:ext uri="{FF2B5EF4-FFF2-40B4-BE49-F238E27FC236}">
                <a16:creationId xmlns:a16="http://schemas.microsoft.com/office/drawing/2014/main" id="{D045C05B-7632-FE90-DD57-5ABD8A5BCF37}"/>
              </a:ext>
            </a:extLst>
          </p:cNvPr>
          <p:cNvSpPr>
            <a:spLocks noGrp="1"/>
          </p:cNvSpPr>
          <p:nvPr>
            <p:ph type="body" sz="quarter" idx="24"/>
          </p:nvPr>
        </p:nvSpPr>
        <p:spPr/>
        <p:txBody>
          <a:bodyPr/>
          <a:lstStyle/>
          <a:p>
            <a:r>
              <a:rPr lang="en-US" dirty="0"/>
              <a:t>VP Product</a:t>
            </a:r>
          </a:p>
        </p:txBody>
      </p:sp>
      <p:pic>
        <p:nvPicPr>
          <p:cNvPr id="32" name="Picture Placeholder 48" descr="Team member head shot">
            <a:extLst>
              <a:ext uri="{FF2B5EF4-FFF2-40B4-BE49-F238E27FC236}">
                <a16:creationId xmlns:a16="http://schemas.microsoft.com/office/drawing/2014/main" id="{E45A6503-23C4-B7CD-E962-CDF575E9DFBA}"/>
              </a:ext>
            </a:extLst>
          </p:cNvPr>
          <p:cNvPicPr>
            <a:picLocks noGrp="1" noChangeAspect="1"/>
          </p:cNvPicPr>
          <p:nvPr>
            <p:ph type="pic" sz="quarter" idx="19"/>
          </p:nvPr>
        </p:nvPicPr>
        <p:blipFill rotWithShape="1">
          <a:blip r:embed="rId13" cstate="print">
            <a:extLst>
              <a:ext uri="{BEBA8EAE-BF5A-486C-A8C5-ECC9F3942E4B}">
                <a14:imgProps xmlns:a14="http://schemas.microsoft.com/office/drawing/2010/main">
                  <a14:imgLayer r:embed="rId14">
                    <a14:imgEffect>
                      <a14:saturation sat="0"/>
                    </a14:imgEffect>
                    <a14:imgEffect>
                      <a14:brightnessContrast contrast="8000"/>
                    </a14:imgEffect>
                  </a14:imgLayer>
                </a14:imgProps>
              </a:ext>
              <a:ext uri="{28A0092B-C50C-407E-A947-70E740481C1C}">
                <a14:useLocalDpi xmlns:a14="http://schemas.microsoft.com/office/drawing/2010/main"/>
              </a:ext>
            </a:extLst>
          </a:blip>
          <a:srcRect/>
          <a:stretch/>
        </p:blipFill>
        <p:spPr/>
      </p:pic>
      <p:sp>
        <p:nvSpPr>
          <p:cNvPr id="123" name="Text Placeholder 122">
            <a:extLst>
              <a:ext uri="{FF2B5EF4-FFF2-40B4-BE49-F238E27FC236}">
                <a16:creationId xmlns:a16="http://schemas.microsoft.com/office/drawing/2014/main" id="{485155CA-EEF3-CC01-5A66-F632D67D2826}"/>
              </a:ext>
            </a:extLst>
          </p:cNvPr>
          <p:cNvSpPr>
            <a:spLocks noGrp="1"/>
          </p:cNvSpPr>
          <p:nvPr>
            <p:ph type="body" sz="quarter" idx="42"/>
          </p:nvPr>
        </p:nvSpPr>
        <p:spPr/>
        <p:txBody>
          <a:bodyPr/>
          <a:lstStyle/>
          <a:p>
            <a:r>
              <a:rPr lang="en-US" dirty="0"/>
              <a:t>Rowan Murphy</a:t>
            </a:r>
          </a:p>
        </p:txBody>
      </p:sp>
      <p:sp>
        <p:nvSpPr>
          <p:cNvPr id="115" name="Text Placeholder 114">
            <a:extLst>
              <a:ext uri="{FF2B5EF4-FFF2-40B4-BE49-F238E27FC236}">
                <a16:creationId xmlns:a16="http://schemas.microsoft.com/office/drawing/2014/main" id="{D7242CA8-154C-5C7D-6E98-DC3594B5EB7F}"/>
              </a:ext>
            </a:extLst>
          </p:cNvPr>
          <p:cNvSpPr>
            <a:spLocks noGrp="1"/>
          </p:cNvSpPr>
          <p:nvPr>
            <p:ph type="body" sz="quarter" idx="32"/>
          </p:nvPr>
        </p:nvSpPr>
        <p:spPr/>
        <p:txBody>
          <a:bodyPr/>
          <a:lstStyle/>
          <a:p>
            <a:r>
              <a:rPr lang="en-US" dirty="0"/>
              <a:t>SEO Strategist</a:t>
            </a:r>
          </a:p>
        </p:txBody>
      </p:sp>
      <p:pic>
        <p:nvPicPr>
          <p:cNvPr id="33" name="Picture Placeholder 52" descr="Team member head shot">
            <a:extLst>
              <a:ext uri="{FF2B5EF4-FFF2-40B4-BE49-F238E27FC236}">
                <a16:creationId xmlns:a16="http://schemas.microsoft.com/office/drawing/2014/main" id="{759D34B2-9AAB-1470-07BA-8785A1538289}"/>
              </a:ext>
            </a:extLst>
          </p:cNvPr>
          <p:cNvPicPr>
            <a:picLocks noGrp="1" noChangeAspect="1"/>
          </p:cNvPicPr>
          <p:nvPr>
            <p:ph type="pic" sz="quarter" idx="20"/>
          </p:nvPr>
        </p:nvPicPr>
        <p:blipFill rotWithShape="1">
          <a:blip r:embed="rId15" cstate="print">
            <a:extLst>
              <a:ext uri="{BEBA8EAE-BF5A-486C-A8C5-ECC9F3942E4B}">
                <a14:imgProps xmlns:a14="http://schemas.microsoft.com/office/drawing/2010/main">
                  <a14:imgLayer r:embed="rId16">
                    <a14:imgEffect>
                      <a14:saturation sat="0"/>
                    </a14:imgEffect>
                    <a14:imgEffect>
                      <a14:brightnessContrast contrast="2000"/>
                    </a14:imgEffect>
                  </a14:imgLayer>
                </a14:imgProps>
              </a:ext>
              <a:ext uri="{28A0092B-C50C-407E-A947-70E740481C1C}">
                <a14:useLocalDpi xmlns:a14="http://schemas.microsoft.com/office/drawing/2010/main"/>
              </a:ext>
            </a:extLst>
          </a:blip>
          <a:srcRect/>
          <a:stretch/>
        </p:blipFill>
        <p:spPr/>
      </p:pic>
      <p:sp>
        <p:nvSpPr>
          <p:cNvPr id="124" name="Text Placeholder 123">
            <a:extLst>
              <a:ext uri="{FF2B5EF4-FFF2-40B4-BE49-F238E27FC236}">
                <a16:creationId xmlns:a16="http://schemas.microsoft.com/office/drawing/2014/main" id="{F420AE87-9AC7-6960-5B38-4F2FE403B42A}"/>
              </a:ext>
            </a:extLst>
          </p:cNvPr>
          <p:cNvSpPr>
            <a:spLocks noGrp="1"/>
          </p:cNvSpPr>
          <p:nvPr>
            <p:ph type="body" sz="quarter" idx="43"/>
          </p:nvPr>
        </p:nvSpPr>
        <p:spPr/>
        <p:txBody>
          <a:bodyPr/>
          <a:lstStyle/>
          <a:p>
            <a:r>
              <a:rPr lang="en-US" dirty="0"/>
              <a:t>Elizabeth Moore</a:t>
            </a:r>
          </a:p>
        </p:txBody>
      </p:sp>
      <p:sp>
        <p:nvSpPr>
          <p:cNvPr id="116" name="Text Placeholder 115">
            <a:extLst>
              <a:ext uri="{FF2B5EF4-FFF2-40B4-BE49-F238E27FC236}">
                <a16:creationId xmlns:a16="http://schemas.microsoft.com/office/drawing/2014/main" id="{2159C70C-FAE4-F898-1B5C-9ACE8514DEEA}"/>
              </a:ext>
            </a:extLst>
          </p:cNvPr>
          <p:cNvSpPr>
            <a:spLocks noGrp="1"/>
          </p:cNvSpPr>
          <p:nvPr>
            <p:ph type="body" sz="quarter" idx="34"/>
          </p:nvPr>
        </p:nvSpPr>
        <p:spPr/>
        <p:txBody>
          <a:bodyPr/>
          <a:lstStyle/>
          <a:p>
            <a:r>
              <a:rPr lang="en-US" dirty="0"/>
              <a:t>Product Designer</a:t>
            </a:r>
          </a:p>
        </p:txBody>
      </p:sp>
      <p:pic>
        <p:nvPicPr>
          <p:cNvPr id="34" name="Picture Placeholder 54" descr="Team member head shot">
            <a:extLst>
              <a:ext uri="{FF2B5EF4-FFF2-40B4-BE49-F238E27FC236}">
                <a16:creationId xmlns:a16="http://schemas.microsoft.com/office/drawing/2014/main" id="{02061082-7D63-EBA4-6464-6FB33818D55A}"/>
              </a:ext>
            </a:extLst>
          </p:cNvPr>
          <p:cNvPicPr>
            <a:picLocks noGrp="1" noChangeAspect="1"/>
          </p:cNvPicPr>
          <p:nvPr>
            <p:ph type="pic" sz="quarter" idx="18"/>
          </p:nvPr>
        </p:nvPicPr>
        <p:blipFill rotWithShape="1">
          <a:blip r:embed="rId17" cstate="print">
            <a:extLst>
              <a:ext uri="{BEBA8EAE-BF5A-486C-A8C5-ECC9F3942E4B}">
                <a14:imgProps xmlns:a14="http://schemas.microsoft.com/office/drawing/2010/main">
                  <a14:imgLayer r:embed="rId18">
                    <a14:imgEffect>
                      <a14:saturation sat="0"/>
                    </a14:imgEffect>
                  </a14:imgLayer>
                </a14:imgProps>
              </a:ext>
              <a:ext uri="{28A0092B-C50C-407E-A947-70E740481C1C}">
                <a14:useLocalDpi xmlns:a14="http://schemas.microsoft.com/office/drawing/2010/main"/>
              </a:ext>
            </a:extLst>
          </a:blip>
          <a:srcRect/>
          <a:stretch/>
        </p:blipFill>
        <p:spPr/>
      </p:pic>
      <p:sp>
        <p:nvSpPr>
          <p:cNvPr id="125" name="Text Placeholder 124">
            <a:extLst>
              <a:ext uri="{FF2B5EF4-FFF2-40B4-BE49-F238E27FC236}">
                <a16:creationId xmlns:a16="http://schemas.microsoft.com/office/drawing/2014/main" id="{53B1D957-4E96-27FB-0132-30C8DB0631C1}"/>
              </a:ext>
            </a:extLst>
          </p:cNvPr>
          <p:cNvSpPr>
            <a:spLocks noGrp="1"/>
          </p:cNvSpPr>
          <p:nvPr>
            <p:ph type="body" sz="quarter" idx="44"/>
          </p:nvPr>
        </p:nvSpPr>
        <p:spPr/>
        <p:txBody>
          <a:bodyPr/>
          <a:lstStyle/>
          <a:p>
            <a:r>
              <a:rPr lang="en-US" dirty="0"/>
              <a:t>Robin Kline</a:t>
            </a:r>
          </a:p>
        </p:txBody>
      </p:sp>
      <p:sp>
        <p:nvSpPr>
          <p:cNvPr id="117" name="Text Placeholder 116">
            <a:extLst>
              <a:ext uri="{FF2B5EF4-FFF2-40B4-BE49-F238E27FC236}">
                <a16:creationId xmlns:a16="http://schemas.microsoft.com/office/drawing/2014/main" id="{9E972938-DB22-AC16-8164-C4D03AFAF412}"/>
              </a:ext>
            </a:extLst>
          </p:cNvPr>
          <p:cNvSpPr>
            <a:spLocks noGrp="1"/>
          </p:cNvSpPr>
          <p:nvPr>
            <p:ph type="body" sz="quarter" idx="36"/>
          </p:nvPr>
        </p:nvSpPr>
        <p:spPr/>
        <p:txBody>
          <a:bodyPr/>
          <a:lstStyle/>
          <a:p>
            <a:r>
              <a:rPr lang="en-US" dirty="0"/>
              <a:t>Content Developer</a:t>
            </a:r>
          </a:p>
        </p:txBody>
      </p:sp>
      <p:sp>
        <p:nvSpPr>
          <p:cNvPr id="151" name="Footer Placeholder 150">
            <a:extLst>
              <a:ext uri="{FF2B5EF4-FFF2-40B4-BE49-F238E27FC236}">
                <a16:creationId xmlns:a16="http://schemas.microsoft.com/office/drawing/2014/main" id="{403B5C57-609F-2909-BE5E-3352E6AC4971}"/>
              </a:ext>
            </a:extLst>
          </p:cNvPr>
          <p:cNvSpPr>
            <a:spLocks noGrp="1"/>
          </p:cNvSpPr>
          <p:nvPr>
            <p:ph type="ftr" sz="quarter" idx="45"/>
          </p:nvPr>
        </p:nvSpPr>
        <p:spPr/>
        <p:txBody>
          <a:bodyPr/>
          <a:lstStyle/>
          <a:p>
            <a:r>
              <a:rPr lang="en-US" dirty="0"/>
              <a:t>Presentation Title</a:t>
            </a:r>
          </a:p>
        </p:txBody>
      </p:sp>
      <p:sp>
        <p:nvSpPr>
          <p:cNvPr id="152" name="Slide Number Placeholder 151">
            <a:extLst>
              <a:ext uri="{FF2B5EF4-FFF2-40B4-BE49-F238E27FC236}">
                <a16:creationId xmlns:a16="http://schemas.microsoft.com/office/drawing/2014/main" id="{1C1F8493-B963-CDFF-50B9-BC053FA825A8}"/>
              </a:ext>
            </a:extLst>
          </p:cNvPr>
          <p:cNvSpPr>
            <a:spLocks noGrp="1"/>
          </p:cNvSpPr>
          <p:nvPr>
            <p:ph type="sldNum" sz="quarter" idx="46"/>
          </p:nvPr>
        </p:nvSpPr>
        <p:spPr/>
        <p:txBody>
          <a:bodyPr/>
          <a:lstStyle/>
          <a:p>
            <a:fld id="{09A01C0A-2BB6-49E7-91A3-DCB9F9F59583}" type="slidenum">
              <a:rPr lang="en-US" smtClean="0"/>
              <a:pPr/>
              <a:t>8</a:t>
            </a:fld>
            <a:endParaRPr lang="en-US" dirty="0"/>
          </a:p>
        </p:txBody>
      </p:sp>
    </p:spTree>
    <p:extLst>
      <p:ext uri="{BB962C8B-B14F-4D97-AF65-F5344CB8AC3E}">
        <p14:creationId xmlns:p14="http://schemas.microsoft.com/office/powerpoint/2010/main" val="1849997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descr="Timeline Placeholder ">
            <a:extLst>
              <a:ext uri="{FF2B5EF4-FFF2-40B4-BE49-F238E27FC236}">
                <a16:creationId xmlns:a16="http://schemas.microsoft.com/office/drawing/2014/main" id="{19F9EF88-EB9B-04DD-91EC-4006E9AC3D88}"/>
              </a:ext>
            </a:extLst>
          </p:cNvPr>
          <p:cNvGraphicFramePr>
            <a:graphicFrameLocks noGrp="1"/>
          </p:cNvGraphicFramePr>
          <p:nvPr>
            <p:ph sz="half" idx="2"/>
            <p:extLst>
              <p:ext uri="{D42A27DB-BD31-4B8C-83A1-F6EECF244321}">
                <p14:modId xmlns:p14="http://schemas.microsoft.com/office/powerpoint/2010/main" val="2338714392"/>
              </p:ext>
            </p:extLst>
          </p:nvPr>
        </p:nvGraphicFramePr>
        <p:xfrm>
          <a:off x="850900" y="1319514"/>
          <a:ext cx="10125075" cy="4860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a:extLst>
              <a:ext uri="{FF2B5EF4-FFF2-40B4-BE49-F238E27FC236}">
                <a16:creationId xmlns:a16="http://schemas.microsoft.com/office/drawing/2014/main" id="{984B4FB8-6256-4F44-F50B-954ED8BB56A8}"/>
              </a:ext>
            </a:extLst>
          </p:cNvPr>
          <p:cNvSpPr>
            <a:spLocks noGrp="1"/>
          </p:cNvSpPr>
          <p:nvPr>
            <p:ph type="title"/>
          </p:nvPr>
        </p:nvSpPr>
        <p:spPr/>
        <p:txBody>
          <a:bodyPr/>
          <a:lstStyle/>
          <a:p>
            <a:r>
              <a:rPr lang="en-US" dirty="0"/>
              <a:t>PLAN FOR PRODUCT LAUNCH</a:t>
            </a:r>
          </a:p>
        </p:txBody>
      </p:sp>
      <p:sp>
        <p:nvSpPr>
          <p:cNvPr id="6" name="Footer Placeholder 5">
            <a:extLst>
              <a:ext uri="{FF2B5EF4-FFF2-40B4-BE49-F238E27FC236}">
                <a16:creationId xmlns:a16="http://schemas.microsoft.com/office/drawing/2014/main" id="{ADD1FD97-ECA8-A83C-7727-187711310EF5}"/>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C52F19C2-AF93-9D25-71CF-17F90A8DA904}"/>
              </a:ext>
            </a:extLst>
          </p:cNvPr>
          <p:cNvSpPr>
            <a:spLocks noGrp="1"/>
          </p:cNvSpPr>
          <p:nvPr>
            <p:ph type="sldNum" sz="quarter" idx="11"/>
          </p:nvPr>
        </p:nvSpPr>
        <p:spPr/>
        <p:txBody>
          <a:bodyPr/>
          <a:lstStyle/>
          <a:p>
            <a:fld id="{09A01C0A-2BB6-49E7-91A3-DCB9F9F59583}" type="slidenum">
              <a:rPr lang="en-US" smtClean="0"/>
              <a:pPr/>
              <a:t>9</a:t>
            </a:fld>
            <a:endParaRPr lang="en-US" dirty="0"/>
          </a:p>
        </p:txBody>
      </p:sp>
    </p:spTree>
    <p:extLst>
      <p:ext uri="{BB962C8B-B14F-4D97-AF65-F5344CB8AC3E}">
        <p14:creationId xmlns:p14="http://schemas.microsoft.com/office/powerpoint/2010/main" val="2646176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A49A-DC7C-9C4F-2F9A-564E195C5628}"/>
              </a:ext>
            </a:extLst>
          </p:cNvPr>
          <p:cNvSpPr>
            <a:spLocks noGrp="1"/>
          </p:cNvSpPr>
          <p:nvPr>
            <p:ph type="title"/>
          </p:nvPr>
        </p:nvSpPr>
        <p:spPr/>
        <p:txBody>
          <a:bodyPr/>
          <a:lstStyle/>
          <a:p>
            <a:r>
              <a:rPr lang="en-US" dirty="0"/>
              <a:t>TIMELINE</a:t>
            </a:r>
          </a:p>
        </p:txBody>
      </p:sp>
      <p:graphicFrame>
        <p:nvGraphicFramePr>
          <p:cNvPr id="7" name="Table 7">
            <a:extLst>
              <a:ext uri="{FF2B5EF4-FFF2-40B4-BE49-F238E27FC236}">
                <a16:creationId xmlns:a16="http://schemas.microsoft.com/office/drawing/2014/main" id="{AF0DE047-1B7D-F942-8E09-3EFF699BE9A0}"/>
              </a:ext>
            </a:extLst>
          </p:cNvPr>
          <p:cNvGraphicFramePr>
            <a:graphicFrameLocks noGrp="1"/>
          </p:cNvGraphicFramePr>
          <p:nvPr>
            <p:ph sz="half" idx="2"/>
            <p:extLst>
              <p:ext uri="{D42A27DB-BD31-4B8C-83A1-F6EECF244321}">
                <p14:modId xmlns:p14="http://schemas.microsoft.com/office/powerpoint/2010/main" val="3240118695"/>
              </p:ext>
            </p:extLst>
          </p:nvPr>
        </p:nvGraphicFramePr>
        <p:xfrm>
          <a:off x="5572125" y="409575"/>
          <a:ext cx="5862085" cy="5943600"/>
        </p:xfrm>
        <a:graphic>
          <a:graphicData uri="http://schemas.openxmlformats.org/drawingml/2006/table">
            <a:tbl>
              <a:tblPr firstRow="1" bandRow="1">
                <a:tableStyleId>{2D5ABB26-0587-4C30-8999-92F81FD0307C}</a:tableStyleId>
              </a:tblPr>
              <a:tblGrid>
                <a:gridCol w="1900257">
                  <a:extLst>
                    <a:ext uri="{9D8B030D-6E8A-4147-A177-3AD203B41FA5}">
                      <a16:colId xmlns:a16="http://schemas.microsoft.com/office/drawing/2014/main" val="2918303207"/>
                    </a:ext>
                  </a:extLst>
                </a:gridCol>
                <a:gridCol w="3961828">
                  <a:extLst>
                    <a:ext uri="{9D8B030D-6E8A-4147-A177-3AD203B41FA5}">
                      <a16:colId xmlns:a16="http://schemas.microsoft.com/office/drawing/2014/main" val="1189393465"/>
                    </a:ext>
                  </a:extLst>
                </a:gridCol>
              </a:tblGrid>
              <a:tr h="1188720">
                <a:tc>
                  <a:txBody>
                    <a:bodyPr/>
                    <a:lstStyle/>
                    <a:p>
                      <a:r>
                        <a:rPr lang="en-US" sz="2800" b="1" i="0" spc="300" dirty="0">
                          <a:latin typeface="Arial" panose="020B0604020202020204" pitchFamily="34" charset="0"/>
                          <a:cs typeface="Arial" panose="020B0604020202020204" pitchFamily="34" charset="0"/>
                        </a:rPr>
                        <a:t>SEP</a:t>
                      </a:r>
                    </a:p>
                    <a:p>
                      <a:r>
                        <a:rPr lang="en-US" b="1" i="0" spc="300" dirty="0">
                          <a:latin typeface="Arial" panose="020B0604020202020204" pitchFamily="34" charset="0"/>
                          <a:cs typeface="Arial" panose="020B0604020202020204" pitchFamily="34" charset="0"/>
                        </a:rPr>
                        <a:t>20XX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venir Next LT Pro" panose="020B0504020202020204" pitchFamily="34" charset="77"/>
                        </a:rPr>
                        <a:t>Synergize </a:t>
                      </a:r>
                      <a:r>
                        <a:rPr lang="en-US" b="1" i="0" dirty="0">
                          <a:latin typeface="Avenir Next LT Pro" panose="020B0504020202020204" pitchFamily="34" charset="77"/>
                        </a:rPr>
                        <a:t>scalable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latin typeface="Avenir Next LT Pro" panose="020B0504020202020204" pitchFamily="34" charset="77"/>
                        </a:rPr>
                        <a:t>e-commerce</a:t>
                      </a:r>
                    </a:p>
                  </a:txBody>
                  <a:tcPr anchor="ctr"/>
                </a:tc>
                <a:extLst>
                  <a:ext uri="{0D108BD9-81ED-4DB2-BD59-A6C34878D82A}">
                    <a16:rowId xmlns:a16="http://schemas.microsoft.com/office/drawing/2014/main" val="3812157666"/>
                  </a:ext>
                </a:extLst>
              </a:tr>
              <a:tr h="1188720">
                <a:tc>
                  <a:txBody>
                    <a:bodyPr/>
                    <a:lstStyle/>
                    <a:p>
                      <a:r>
                        <a:rPr lang="en-US" sz="2800" b="1" i="0" dirty="0">
                          <a:latin typeface="Arial" panose="020B0604020202020204" pitchFamily="34" charset="0"/>
                          <a:cs typeface="Arial" panose="020B0604020202020204" pitchFamily="34" charset="0"/>
                        </a:rPr>
                        <a:t>NOV</a:t>
                      </a:r>
                      <a:r>
                        <a:rPr lang="en-US" sz="3600" b="1" i="0" dirty="0">
                          <a:latin typeface="Arial" panose="020B0604020202020204" pitchFamily="34" charset="0"/>
                          <a:cs typeface="Arial" panose="020B0604020202020204" pitchFamily="34" charset="0"/>
                        </a:rPr>
                        <a:t> </a:t>
                      </a:r>
                    </a:p>
                    <a:p>
                      <a:r>
                        <a:rPr lang="en-US" b="1" i="0" spc="300" dirty="0">
                          <a:latin typeface="Arial" panose="020B0604020202020204" pitchFamily="34" charset="0"/>
                          <a:cs typeface="Arial" panose="020B0604020202020204" pitchFamily="34" charset="0"/>
                        </a:rPr>
                        <a:t>20XX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venir Next LT Pro" panose="020B0504020202020204" pitchFamily="34" charset="77"/>
                        </a:rPr>
                        <a:t>Disseminate </a:t>
                      </a:r>
                      <a:r>
                        <a:rPr lang="en-US" b="1" i="0" dirty="0">
                          <a:latin typeface="Avenir Next LT Pro" panose="020B0504020202020204" pitchFamily="34" charset="77"/>
                        </a:rPr>
                        <a:t>standardized </a:t>
                      </a:r>
                      <a:br>
                        <a:rPr lang="en-US" b="1" i="0" dirty="0">
                          <a:latin typeface="Avenir Next LT Pro" panose="020B0504020202020204" pitchFamily="34" charset="77"/>
                        </a:rPr>
                      </a:br>
                      <a:r>
                        <a:rPr lang="en-US" b="1" i="0" dirty="0">
                          <a:latin typeface="Avenir Next LT Pro" panose="020B0504020202020204" pitchFamily="34" charset="77"/>
                        </a:rPr>
                        <a:t>metrics</a:t>
                      </a:r>
                      <a:endParaRPr lang="en-US" dirty="0"/>
                    </a:p>
                  </a:txBody>
                  <a:tcPr anchor="ctr"/>
                </a:tc>
                <a:extLst>
                  <a:ext uri="{0D108BD9-81ED-4DB2-BD59-A6C34878D82A}">
                    <a16:rowId xmlns:a16="http://schemas.microsoft.com/office/drawing/2014/main" val="2423334722"/>
                  </a:ext>
                </a:extLst>
              </a:tr>
              <a:tr h="1188720">
                <a:tc>
                  <a:txBody>
                    <a:bodyPr/>
                    <a:lstStyle/>
                    <a:p>
                      <a:r>
                        <a:rPr lang="en-US" sz="2800" b="1" i="0" spc="300" dirty="0">
                          <a:latin typeface="Arial" panose="020B0604020202020204" pitchFamily="34" charset="0"/>
                          <a:cs typeface="Arial" panose="020B0604020202020204" pitchFamily="34" charset="0"/>
                        </a:rPr>
                        <a:t>JAN</a:t>
                      </a:r>
                      <a:r>
                        <a:rPr lang="en-US" sz="3600" b="1" i="0" dirty="0">
                          <a:latin typeface="Arial" panose="020B0604020202020204" pitchFamily="34" charset="0"/>
                          <a:cs typeface="Arial" panose="020B0604020202020204" pitchFamily="34" charset="0"/>
                        </a:rPr>
                        <a:t> </a:t>
                      </a:r>
                    </a:p>
                    <a:p>
                      <a:r>
                        <a:rPr lang="en-US" b="1" i="0" spc="300" dirty="0">
                          <a:latin typeface="Arial" panose="020B0604020202020204" pitchFamily="34" charset="0"/>
                          <a:cs typeface="Arial" panose="020B0604020202020204" pitchFamily="34" charset="0"/>
                        </a:rPr>
                        <a:t>20XX</a:t>
                      </a:r>
                      <a:endParaRPr lang="en-US" b="1" i="0" dirty="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venir Next LT Pro" panose="020B0504020202020204" pitchFamily="34" charset="77"/>
                        </a:rPr>
                        <a:t>Coordinate </a:t>
                      </a:r>
                      <a:r>
                        <a:rPr lang="en-US" b="1" i="0" dirty="0">
                          <a:latin typeface="Avenir Next LT Pro" panose="020B0504020202020204" pitchFamily="34" charset="77"/>
                        </a:rPr>
                        <a:t>e-business applications</a:t>
                      </a:r>
                      <a:endParaRPr lang="en-US" dirty="0"/>
                    </a:p>
                  </a:txBody>
                  <a:tcPr anchor="ctr"/>
                </a:tc>
                <a:extLst>
                  <a:ext uri="{0D108BD9-81ED-4DB2-BD59-A6C34878D82A}">
                    <a16:rowId xmlns:a16="http://schemas.microsoft.com/office/drawing/2014/main" val="4197403263"/>
                  </a:ext>
                </a:extLst>
              </a:tr>
              <a:tr h="1188720">
                <a:tc>
                  <a:txBody>
                    <a:bodyPr/>
                    <a:lstStyle/>
                    <a:p>
                      <a:r>
                        <a:rPr lang="en-US" sz="2800" b="1" i="0" dirty="0">
                          <a:latin typeface="Arial" panose="020B0604020202020204" pitchFamily="34" charset="0"/>
                          <a:cs typeface="Arial" panose="020B0604020202020204" pitchFamily="34" charset="0"/>
                        </a:rPr>
                        <a:t>MAR</a:t>
                      </a:r>
                    </a:p>
                    <a:p>
                      <a:r>
                        <a:rPr lang="en-US" b="1" i="0" spc="300" dirty="0">
                          <a:latin typeface="Arial" panose="020B0604020202020204" pitchFamily="34" charset="0"/>
                          <a:cs typeface="Arial" panose="020B0604020202020204" pitchFamily="34" charset="0"/>
                        </a:rPr>
                        <a:t>20XX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venir Next LT Pro" panose="020B0504020202020204" pitchFamily="34" charset="77"/>
                        </a:rPr>
                        <a:t>Foster holistically </a:t>
                      </a:r>
                      <a:r>
                        <a:rPr lang="en-US" b="1" i="0" dirty="0">
                          <a:latin typeface="Avenir Next LT Pro" panose="020B0504020202020204" pitchFamily="34" charset="77"/>
                        </a:rPr>
                        <a:t>superior methodologies</a:t>
                      </a:r>
                    </a:p>
                  </a:txBody>
                  <a:tcPr anchor="ctr"/>
                </a:tc>
                <a:extLst>
                  <a:ext uri="{0D108BD9-81ED-4DB2-BD59-A6C34878D82A}">
                    <a16:rowId xmlns:a16="http://schemas.microsoft.com/office/drawing/2014/main" val="850924858"/>
                  </a:ext>
                </a:extLst>
              </a:tr>
              <a:tr h="1188720">
                <a:tc>
                  <a:txBody>
                    <a:bodyPr/>
                    <a:lstStyle/>
                    <a:p>
                      <a:r>
                        <a:rPr lang="en-US" sz="2800" b="1" i="0" spc="300" dirty="0">
                          <a:latin typeface="Arial" panose="020B0604020202020204" pitchFamily="34" charset="0"/>
                          <a:cs typeface="Arial" panose="020B0604020202020204" pitchFamily="34" charset="0"/>
                        </a:rPr>
                        <a:t>MAY</a:t>
                      </a:r>
                      <a:r>
                        <a:rPr lang="en-US" b="1" i="0" dirty="0">
                          <a:latin typeface="Arial" panose="020B0604020202020204" pitchFamily="34" charset="0"/>
                          <a:cs typeface="Arial" panose="020B0604020202020204" pitchFamily="34" charset="0"/>
                        </a:rPr>
                        <a:t> </a:t>
                      </a:r>
                    </a:p>
                    <a:p>
                      <a:r>
                        <a:rPr lang="en-US" b="1" i="0" spc="300" dirty="0">
                          <a:latin typeface="Arial" panose="020B0604020202020204" pitchFamily="34" charset="0"/>
                          <a:cs typeface="Arial" panose="020B0604020202020204" pitchFamily="34" charset="0"/>
                        </a:rPr>
                        <a:t>20XX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venir Next LT Pro" panose="020B0504020202020204" pitchFamily="34" charset="77"/>
                        </a:rPr>
                        <a:t>Deploy </a:t>
                      </a:r>
                      <a:r>
                        <a:rPr lang="en-US" b="1" i="0" dirty="0">
                          <a:latin typeface="Avenir Next LT Pro" panose="020B0504020202020204" pitchFamily="34" charset="77"/>
                        </a:rPr>
                        <a:t>strategic networks with compelling </a:t>
                      </a:r>
                      <a:r>
                        <a:rPr lang="en-US" b="0" i="0" dirty="0">
                          <a:latin typeface="Avenir Next LT Pro" panose="020B0504020202020204" pitchFamily="34" charset="77"/>
                        </a:rPr>
                        <a:t>e-business needs</a:t>
                      </a:r>
                      <a:endParaRPr lang="en-US" dirty="0"/>
                    </a:p>
                  </a:txBody>
                  <a:tcPr anchor="ctr"/>
                </a:tc>
                <a:extLst>
                  <a:ext uri="{0D108BD9-81ED-4DB2-BD59-A6C34878D82A}">
                    <a16:rowId xmlns:a16="http://schemas.microsoft.com/office/drawing/2014/main" val="3024136017"/>
                  </a:ext>
                </a:extLst>
              </a:tr>
            </a:tbl>
          </a:graphicData>
        </a:graphic>
      </p:graphicFrame>
      <p:sp>
        <p:nvSpPr>
          <p:cNvPr id="9" name="Footer Placeholder 8">
            <a:extLst>
              <a:ext uri="{FF2B5EF4-FFF2-40B4-BE49-F238E27FC236}">
                <a16:creationId xmlns:a16="http://schemas.microsoft.com/office/drawing/2014/main" id="{B38CA53F-F8EE-9AA8-01B7-F90566F1596A}"/>
              </a:ext>
            </a:extLst>
          </p:cNvPr>
          <p:cNvSpPr>
            <a:spLocks noGrp="1"/>
          </p:cNvSpPr>
          <p:nvPr>
            <p:ph type="ftr" sz="quarter" idx="10"/>
          </p:nvPr>
        </p:nvSpPr>
        <p:spPr/>
        <p:txBody>
          <a:bodyPr/>
          <a:lstStyle/>
          <a:p>
            <a:r>
              <a:rPr lang="en-US" dirty="0"/>
              <a:t>Presentation Title</a:t>
            </a:r>
          </a:p>
        </p:txBody>
      </p:sp>
      <p:sp>
        <p:nvSpPr>
          <p:cNvPr id="10" name="Slide Number Placeholder 9">
            <a:extLst>
              <a:ext uri="{FF2B5EF4-FFF2-40B4-BE49-F238E27FC236}">
                <a16:creationId xmlns:a16="http://schemas.microsoft.com/office/drawing/2014/main" id="{F85384B4-F5D2-6521-EDF6-AAF2511DE148}"/>
              </a:ext>
            </a:extLst>
          </p:cNvPr>
          <p:cNvSpPr>
            <a:spLocks noGrp="1"/>
          </p:cNvSpPr>
          <p:nvPr>
            <p:ph type="sldNum" sz="quarter" idx="11"/>
          </p:nvPr>
        </p:nvSpPr>
        <p:spPr/>
        <p:txBody>
          <a:bodyPr/>
          <a:lstStyle/>
          <a:p>
            <a:fld id="{09A01C0A-2BB6-49E7-91A3-DCB9F9F59583}" type="slidenum">
              <a:rPr lang="en-US" smtClean="0"/>
              <a:pPr/>
              <a:t>10</a:t>
            </a:fld>
            <a:endParaRPr lang="en-US" dirty="0"/>
          </a:p>
        </p:txBody>
      </p:sp>
      <p:cxnSp>
        <p:nvCxnSpPr>
          <p:cNvPr id="13" name="Straight Connector 12">
            <a:extLst>
              <a:ext uri="{FF2B5EF4-FFF2-40B4-BE49-F238E27FC236}">
                <a16:creationId xmlns:a16="http://schemas.microsoft.com/office/drawing/2014/main" id="{25138D39-DE26-CACA-E17F-0D30E82AA5FD}"/>
              </a:ext>
              <a:ext uri="{C183D7F6-B498-43B3-948B-1728B52AA6E4}">
                <adec:decorative xmlns:adec="http://schemas.microsoft.com/office/drawing/2017/decorative" val="1"/>
              </a:ext>
            </a:extLst>
          </p:cNvPr>
          <p:cNvCxnSpPr>
            <a:cxnSpLocks/>
          </p:cNvCxnSpPr>
          <p:nvPr/>
        </p:nvCxnSpPr>
        <p:spPr>
          <a:xfrm>
            <a:off x="7152640" y="381000"/>
            <a:ext cx="0" cy="6038848"/>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FA3D4B50-54D0-CA63-02B8-46F00CBD0496}"/>
              </a:ext>
              <a:ext uri="{C183D7F6-B498-43B3-948B-1728B52AA6E4}">
                <adec:decorative xmlns:adec="http://schemas.microsoft.com/office/drawing/2017/decorative" val="1"/>
              </a:ext>
            </a:extLst>
          </p:cNvPr>
          <p:cNvSpPr/>
          <p:nvPr/>
        </p:nvSpPr>
        <p:spPr>
          <a:xfrm>
            <a:off x="7051405" y="913958"/>
            <a:ext cx="202470" cy="2024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7" name="Oval 16">
            <a:extLst>
              <a:ext uri="{FF2B5EF4-FFF2-40B4-BE49-F238E27FC236}">
                <a16:creationId xmlns:a16="http://schemas.microsoft.com/office/drawing/2014/main" id="{A998E0FB-F056-814D-0480-795EEC9C9284}"/>
              </a:ext>
              <a:ext uri="{C183D7F6-B498-43B3-948B-1728B52AA6E4}">
                <adec:decorative xmlns:adec="http://schemas.microsoft.com/office/drawing/2017/decorative" val="1"/>
              </a:ext>
            </a:extLst>
          </p:cNvPr>
          <p:cNvSpPr/>
          <p:nvPr/>
        </p:nvSpPr>
        <p:spPr>
          <a:xfrm>
            <a:off x="7051405" y="2096896"/>
            <a:ext cx="202470" cy="2024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9" name="Oval 18">
            <a:extLst>
              <a:ext uri="{FF2B5EF4-FFF2-40B4-BE49-F238E27FC236}">
                <a16:creationId xmlns:a16="http://schemas.microsoft.com/office/drawing/2014/main" id="{6D179EA3-9F21-20F9-B3EF-80C1C931867B}"/>
              </a:ext>
              <a:ext uri="{C183D7F6-B498-43B3-948B-1728B52AA6E4}">
                <adec:decorative xmlns:adec="http://schemas.microsoft.com/office/drawing/2017/decorative" val="1"/>
              </a:ext>
            </a:extLst>
          </p:cNvPr>
          <p:cNvSpPr/>
          <p:nvPr/>
        </p:nvSpPr>
        <p:spPr>
          <a:xfrm>
            <a:off x="7051405" y="3279834"/>
            <a:ext cx="202470" cy="2024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0" name="Oval 19">
            <a:extLst>
              <a:ext uri="{FF2B5EF4-FFF2-40B4-BE49-F238E27FC236}">
                <a16:creationId xmlns:a16="http://schemas.microsoft.com/office/drawing/2014/main" id="{2C6B5CE2-4CD6-EA8F-61E1-8184FC0666E9}"/>
              </a:ext>
              <a:ext uri="{C183D7F6-B498-43B3-948B-1728B52AA6E4}">
                <adec:decorative xmlns:adec="http://schemas.microsoft.com/office/drawing/2017/decorative" val="1"/>
              </a:ext>
            </a:extLst>
          </p:cNvPr>
          <p:cNvSpPr/>
          <p:nvPr/>
        </p:nvSpPr>
        <p:spPr>
          <a:xfrm>
            <a:off x="7051405" y="4462772"/>
            <a:ext cx="202470" cy="2024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2" name="Oval 21">
            <a:extLst>
              <a:ext uri="{FF2B5EF4-FFF2-40B4-BE49-F238E27FC236}">
                <a16:creationId xmlns:a16="http://schemas.microsoft.com/office/drawing/2014/main" id="{E3133598-58B4-2425-DC83-FAABE13E04F6}"/>
              </a:ext>
              <a:ext uri="{C183D7F6-B498-43B3-948B-1728B52AA6E4}">
                <adec:decorative xmlns:adec="http://schemas.microsoft.com/office/drawing/2017/decorative" val="1"/>
              </a:ext>
            </a:extLst>
          </p:cNvPr>
          <p:cNvSpPr/>
          <p:nvPr/>
        </p:nvSpPr>
        <p:spPr>
          <a:xfrm>
            <a:off x="7051405" y="5645710"/>
            <a:ext cx="202470" cy="2024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Tree>
    <p:extLst>
      <p:ext uri="{BB962C8B-B14F-4D97-AF65-F5344CB8AC3E}">
        <p14:creationId xmlns:p14="http://schemas.microsoft.com/office/powerpoint/2010/main" val="1409658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EA43EF1-009B-DB7B-7D0C-2867BEE9636E}"/>
              </a:ext>
            </a:extLst>
          </p:cNvPr>
          <p:cNvSpPr>
            <a:spLocks noGrp="1"/>
          </p:cNvSpPr>
          <p:nvPr>
            <p:ph type="title"/>
          </p:nvPr>
        </p:nvSpPr>
        <p:spPr/>
        <p:txBody>
          <a:bodyPr/>
          <a:lstStyle/>
          <a:p>
            <a:r>
              <a:rPr lang="en-US" dirty="0"/>
              <a:t>AREAS OF FOCUS</a:t>
            </a:r>
          </a:p>
        </p:txBody>
      </p:sp>
      <p:sp>
        <p:nvSpPr>
          <p:cNvPr id="91" name="Text Placeholder 90">
            <a:extLst>
              <a:ext uri="{FF2B5EF4-FFF2-40B4-BE49-F238E27FC236}">
                <a16:creationId xmlns:a16="http://schemas.microsoft.com/office/drawing/2014/main" id="{8B0290DE-3F6E-5FEE-C40F-C7B3E29C3A73}"/>
              </a:ext>
            </a:extLst>
          </p:cNvPr>
          <p:cNvSpPr>
            <a:spLocks noGrp="1"/>
          </p:cNvSpPr>
          <p:nvPr>
            <p:ph type="body" sz="quarter" idx="31"/>
          </p:nvPr>
        </p:nvSpPr>
        <p:spPr/>
        <p:txBody>
          <a:bodyPr/>
          <a:lstStyle/>
          <a:p>
            <a:r>
              <a:rPr lang="en-US" dirty="0"/>
              <a:t>B2B MARKET SCENARIOS</a:t>
            </a:r>
          </a:p>
        </p:txBody>
      </p:sp>
      <p:sp>
        <p:nvSpPr>
          <p:cNvPr id="95" name="Text Placeholder 94">
            <a:extLst>
              <a:ext uri="{FF2B5EF4-FFF2-40B4-BE49-F238E27FC236}">
                <a16:creationId xmlns:a16="http://schemas.microsoft.com/office/drawing/2014/main" id="{9C9924F1-3753-74B2-DDD5-B5340BB785AE}"/>
              </a:ext>
            </a:extLst>
          </p:cNvPr>
          <p:cNvSpPr>
            <a:spLocks noGrp="1"/>
          </p:cNvSpPr>
          <p:nvPr>
            <p:ph type="body" sz="quarter" idx="29"/>
          </p:nvPr>
        </p:nvSpPr>
        <p:spPr/>
        <p:txBody>
          <a:bodyPr/>
          <a:lstStyle/>
          <a:p>
            <a:r>
              <a:rPr lang="en-US" dirty="0"/>
              <a:t>  Develop winning strategies to keep ahead of the competition​</a:t>
            </a:r>
          </a:p>
          <a:p>
            <a:r>
              <a:rPr lang="en-US" dirty="0"/>
              <a:t>  Capitalize on low-hanging fruit to identify a ballpark value​</a:t>
            </a:r>
          </a:p>
          <a:p>
            <a:r>
              <a:rPr lang="en-US" dirty="0"/>
              <a:t>  Visualize customer directed convergence</a:t>
            </a:r>
          </a:p>
        </p:txBody>
      </p:sp>
      <p:sp>
        <p:nvSpPr>
          <p:cNvPr id="93" name="Text Placeholder 92">
            <a:extLst>
              <a:ext uri="{FF2B5EF4-FFF2-40B4-BE49-F238E27FC236}">
                <a16:creationId xmlns:a16="http://schemas.microsoft.com/office/drawing/2014/main" id="{D9B5BCF7-83AF-F5C9-0423-147C64DDC51B}"/>
              </a:ext>
            </a:extLst>
          </p:cNvPr>
          <p:cNvSpPr>
            <a:spLocks noGrp="1"/>
          </p:cNvSpPr>
          <p:nvPr>
            <p:ph type="body" sz="quarter" idx="33"/>
          </p:nvPr>
        </p:nvSpPr>
        <p:spPr/>
        <p:txBody>
          <a:bodyPr/>
          <a:lstStyle/>
          <a:p>
            <a:r>
              <a:rPr lang="en-US" dirty="0"/>
              <a:t>CLOUD-BASED OPPORTUNITIES</a:t>
            </a:r>
          </a:p>
        </p:txBody>
      </p:sp>
      <p:sp>
        <p:nvSpPr>
          <p:cNvPr id="92" name="Text Placeholder 91">
            <a:extLst>
              <a:ext uri="{FF2B5EF4-FFF2-40B4-BE49-F238E27FC236}">
                <a16:creationId xmlns:a16="http://schemas.microsoft.com/office/drawing/2014/main" id="{94CC2695-FBEB-3190-E800-570E546F9F9D}"/>
              </a:ext>
            </a:extLst>
          </p:cNvPr>
          <p:cNvSpPr>
            <a:spLocks noGrp="1"/>
          </p:cNvSpPr>
          <p:nvPr>
            <p:ph type="body" sz="quarter" idx="32"/>
          </p:nvPr>
        </p:nvSpPr>
        <p:spPr/>
        <p:txBody>
          <a:bodyPr/>
          <a:lstStyle/>
          <a:p>
            <a:r>
              <a:rPr lang="en-US" dirty="0"/>
              <a:t>  Iterative approaches to corporate strategy​</a:t>
            </a:r>
          </a:p>
          <a:p>
            <a:r>
              <a:rPr lang="en-US" dirty="0"/>
              <a:t>  Establish a management framework from the inside</a:t>
            </a:r>
          </a:p>
        </p:txBody>
      </p:sp>
      <p:pic>
        <p:nvPicPr>
          <p:cNvPr id="70" name="Picture Placeholder 31" descr="Large walking intersection with one lone person">
            <a:extLst>
              <a:ext uri="{FF2B5EF4-FFF2-40B4-BE49-F238E27FC236}">
                <a16:creationId xmlns:a16="http://schemas.microsoft.com/office/drawing/2014/main" id="{D1FC6153-A37A-EC14-7EEA-7335A559F915}"/>
              </a:ext>
            </a:extLst>
          </p:cNvPr>
          <p:cNvPicPr>
            <a:picLocks noGrp="1" noChangeAspect="1"/>
          </p:cNvPicPr>
          <p:nvPr>
            <p:ph type="pic" sz="quarter" idx="10"/>
          </p:nvPr>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44000" contrast="-55000"/>
                    </a14:imgEffect>
                  </a14:imgLayer>
                </a14:imgProps>
              </a:ext>
              <a:ext uri="{28A0092B-C50C-407E-A947-70E740481C1C}">
                <a14:useLocalDpi xmlns:a14="http://schemas.microsoft.com/office/drawing/2010/main"/>
              </a:ext>
            </a:extLst>
          </a:blip>
          <a:srcRect/>
          <a:stretch/>
        </p:blipFill>
        <p:spPr/>
      </p:pic>
      <p:pic>
        <p:nvPicPr>
          <p:cNvPr id="68" name="Picture Placeholder 11" descr="Close-up of skyscrapers">
            <a:extLst>
              <a:ext uri="{FF2B5EF4-FFF2-40B4-BE49-F238E27FC236}">
                <a16:creationId xmlns:a16="http://schemas.microsoft.com/office/drawing/2014/main" id="{A0327B68-D192-4EDA-F3AE-366C54CED4D3}"/>
              </a:ext>
            </a:extLst>
          </p:cNvPr>
          <p:cNvPicPr>
            <a:picLocks noGrp="1" noChangeAspect="1"/>
          </p:cNvPicPr>
          <p:nvPr>
            <p:ph type="pic" sz="quarter" idx="13"/>
          </p:nvPr>
        </p:nvPicPr>
        <p:blipFill rotWithShape="1">
          <a:blip r:embed="rId4" cstate="print">
            <a:extLst>
              <a:ext uri="{BEBA8EAE-BF5A-486C-A8C5-ECC9F3942E4B}">
                <a14:imgProps xmlns:a14="http://schemas.microsoft.com/office/drawing/2010/main">
                  <a14:imgLayer r:embed="rId5">
                    <a14:imgEffect>
                      <a14:colorTemperature colorTemp="8800"/>
                    </a14:imgEffect>
                    <a14:imgEffect>
                      <a14:saturation sat="0"/>
                    </a14:imgEffect>
                    <a14:imgEffect>
                      <a14:brightnessContrast bright="26000" contrast="-21000"/>
                    </a14:imgEffect>
                  </a14:imgLayer>
                </a14:imgProps>
              </a:ext>
              <a:ext uri="{28A0092B-C50C-407E-A947-70E740481C1C}">
                <a14:useLocalDpi xmlns:a14="http://schemas.microsoft.com/office/drawing/2010/main"/>
              </a:ext>
            </a:extLst>
          </a:blip>
          <a:srcRect/>
          <a:stretch/>
        </p:blipFill>
        <p:spPr>
          <a:blipFill dpi="0" rotWithShape="1">
            <a:blip r:embed="rId6" cstate="print">
              <a:duotone>
                <a:prstClr val="black"/>
                <a:schemeClr val="tx2">
                  <a:tint val="45000"/>
                  <a:satMod val="400000"/>
                </a:schemeClr>
              </a:duotone>
              <a:extLst>
                <a:ext uri="{BEBA8EAE-BF5A-486C-A8C5-ECC9F3942E4B}">
                  <a14:imgProps xmlns:a14="http://schemas.microsoft.com/office/drawing/2010/main">
                    <a14:imgLayer r:embed="rId7">
                      <a14:imgEffect>
                        <a14:colorTemperature colorTemp="4700"/>
                      </a14:imgEffect>
                      <a14:imgEffect>
                        <a14:brightnessContrast bright="20000" contrast="-40000"/>
                      </a14:imgEffect>
                    </a14:imgLayer>
                  </a14:imgProps>
                </a:ext>
                <a:ext uri="{28A0092B-C50C-407E-A947-70E740481C1C}">
                  <a14:useLocalDpi xmlns:a14="http://schemas.microsoft.com/office/drawing/2010/main"/>
                </a:ext>
              </a:extLst>
            </a:blip>
            <a:srcRect/>
            <a:stretch>
              <a:fillRect b="124"/>
            </a:stretch>
          </a:blipFill>
        </p:spPr>
      </p:pic>
      <p:pic>
        <p:nvPicPr>
          <p:cNvPr id="69" name="Picture Placeholder 8" descr="Curved skyscraper against the blue sky">
            <a:extLst>
              <a:ext uri="{FF2B5EF4-FFF2-40B4-BE49-F238E27FC236}">
                <a16:creationId xmlns:a16="http://schemas.microsoft.com/office/drawing/2014/main" id="{EB131536-3790-0769-3F4B-54C44B98F3B0}"/>
              </a:ext>
            </a:extLst>
          </p:cNvPr>
          <p:cNvPicPr>
            <a:picLocks noGrp="1" noChangeAspect="1"/>
          </p:cNvPicPr>
          <p:nvPr>
            <p:ph type="pic" sz="quarter" idx="14"/>
          </p:nvPr>
        </p:nvPicPr>
        <p:blipFill rotWithShape="1">
          <a:blip r:embed="rId8" cstate="print">
            <a:extLst>
              <a:ext uri="{BEBA8EAE-BF5A-486C-A8C5-ECC9F3942E4B}">
                <a14:imgProps xmlns:a14="http://schemas.microsoft.com/office/drawing/2010/main">
                  <a14:imgLayer r:embed="rId9">
                    <a14:imgEffect>
                      <a14:saturation sat="0"/>
                    </a14:imgEffect>
                    <a14:imgEffect>
                      <a14:brightnessContrast bright="22000"/>
                    </a14:imgEffect>
                  </a14:imgLayer>
                </a14:imgProps>
              </a:ext>
              <a:ext uri="{28A0092B-C50C-407E-A947-70E740481C1C}">
                <a14:useLocalDpi xmlns:a14="http://schemas.microsoft.com/office/drawing/2010/main"/>
              </a:ext>
            </a:extLst>
          </a:blip>
          <a:srcRect/>
          <a:stretch/>
        </p:blipFill>
        <p:spPr/>
      </p:pic>
      <p:sp>
        <p:nvSpPr>
          <p:cNvPr id="35" name="Footer Placeholder 34">
            <a:extLst>
              <a:ext uri="{FF2B5EF4-FFF2-40B4-BE49-F238E27FC236}">
                <a16:creationId xmlns:a16="http://schemas.microsoft.com/office/drawing/2014/main" id="{978E9DBF-D6A0-80E9-5F4C-B1782C5CD470}"/>
              </a:ext>
            </a:extLst>
          </p:cNvPr>
          <p:cNvSpPr>
            <a:spLocks noGrp="1"/>
          </p:cNvSpPr>
          <p:nvPr>
            <p:ph type="ftr" sz="quarter" idx="34"/>
          </p:nvPr>
        </p:nvSpPr>
        <p:spPr/>
        <p:txBody>
          <a:bodyPr/>
          <a:lstStyle/>
          <a:p>
            <a:r>
              <a:rPr lang="en-US" dirty="0"/>
              <a:t>Presentation Title</a:t>
            </a:r>
          </a:p>
        </p:txBody>
      </p:sp>
      <p:sp>
        <p:nvSpPr>
          <p:cNvPr id="36" name="Slide Number Placeholder 35">
            <a:extLst>
              <a:ext uri="{FF2B5EF4-FFF2-40B4-BE49-F238E27FC236}">
                <a16:creationId xmlns:a16="http://schemas.microsoft.com/office/drawing/2014/main" id="{B6B0F1EA-6238-43CB-79BF-1872F34BB86C}"/>
              </a:ext>
            </a:extLst>
          </p:cNvPr>
          <p:cNvSpPr>
            <a:spLocks noGrp="1"/>
          </p:cNvSpPr>
          <p:nvPr>
            <p:ph type="sldNum" sz="quarter" idx="35"/>
          </p:nvPr>
        </p:nvSpPr>
        <p:spPr/>
        <p:txBody>
          <a:bodyPr/>
          <a:lstStyle/>
          <a:p>
            <a:fld id="{09A01C0A-2BB6-49E7-91A3-DCB9F9F59583}" type="slidenum">
              <a:rPr lang="en-US" smtClean="0"/>
              <a:pPr/>
              <a:t>11</a:t>
            </a:fld>
            <a:endParaRPr lang="en-US" dirty="0"/>
          </a:p>
        </p:txBody>
      </p:sp>
    </p:spTree>
    <p:extLst>
      <p:ext uri="{BB962C8B-B14F-4D97-AF65-F5344CB8AC3E}">
        <p14:creationId xmlns:p14="http://schemas.microsoft.com/office/powerpoint/2010/main" val="2563119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97EFE406-7799-825C-C7AD-B4F51349C75F}"/>
              </a:ext>
            </a:extLst>
          </p:cNvPr>
          <p:cNvSpPr>
            <a:spLocks noGrp="1"/>
          </p:cNvSpPr>
          <p:nvPr>
            <p:ph type="title"/>
          </p:nvPr>
        </p:nvSpPr>
        <p:spPr/>
        <p:txBody>
          <a:bodyPr/>
          <a:lstStyle/>
          <a:p>
            <a:r>
              <a:rPr lang="en-US" dirty="0"/>
              <a:t>HOW WE GET THERE</a:t>
            </a:r>
          </a:p>
        </p:txBody>
      </p:sp>
      <p:pic>
        <p:nvPicPr>
          <p:cNvPr id="8" name="Picture Placeholder 7" descr="Upward trend with solid fill">
            <a:extLst>
              <a:ext uri="{FF2B5EF4-FFF2-40B4-BE49-F238E27FC236}">
                <a16:creationId xmlns:a16="http://schemas.microsoft.com/office/drawing/2014/main" id="{D1EEF821-946B-05F6-7AA4-2EB5D46893C1}"/>
              </a:ext>
            </a:extLst>
          </p:cNvPr>
          <p:cNvPicPr>
            <a:picLocks noGrp="1" noChangeAspect="1"/>
          </p:cNvPicPr>
          <p:nvPr>
            <p:ph type="pic" sz="quarter" idx="32"/>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5274" b="5274"/>
          <a:stretch/>
        </p:blipFill>
        <p:spPr/>
      </p:pic>
      <p:sp>
        <p:nvSpPr>
          <p:cNvPr id="13" name="Subtitle 12">
            <a:extLst>
              <a:ext uri="{FF2B5EF4-FFF2-40B4-BE49-F238E27FC236}">
                <a16:creationId xmlns:a16="http://schemas.microsoft.com/office/drawing/2014/main" id="{28CDBA4D-392D-EF87-B0DB-6284C88E13E8}"/>
              </a:ext>
            </a:extLst>
          </p:cNvPr>
          <p:cNvSpPr>
            <a:spLocks noGrp="1"/>
          </p:cNvSpPr>
          <p:nvPr>
            <p:ph type="subTitle" idx="1"/>
          </p:nvPr>
        </p:nvSpPr>
        <p:spPr/>
        <p:txBody>
          <a:bodyPr/>
          <a:lstStyle/>
          <a:p>
            <a:r>
              <a:rPr lang="en-US" dirty="0"/>
              <a:t>ROI</a:t>
            </a:r>
          </a:p>
        </p:txBody>
      </p:sp>
      <p:sp>
        <p:nvSpPr>
          <p:cNvPr id="5" name="Content Placeholder 4">
            <a:extLst>
              <a:ext uri="{FF2B5EF4-FFF2-40B4-BE49-F238E27FC236}">
                <a16:creationId xmlns:a16="http://schemas.microsoft.com/office/drawing/2014/main" id="{9C2ECAAA-1E9C-4845-8EA9-E11A76F08150}"/>
              </a:ext>
            </a:extLst>
          </p:cNvPr>
          <p:cNvSpPr>
            <a:spLocks noGrp="1"/>
          </p:cNvSpPr>
          <p:nvPr>
            <p:ph idx="10"/>
          </p:nvPr>
        </p:nvSpPr>
        <p:spPr/>
        <p:txBody>
          <a:bodyPr/>
          <a:lstStyle/>
          <a:p>
            <a:r>
              <a:rPr lang="en-US" dirty="0"/>
              <a:t>Envision multimedia-based expertise and cross-media growth strategies</a:t>
            </a:r>
          </a:p>
          <a:p>
            <a:r>
              <a:rPr lang="en-US" dirty="0"/>
              <a:t>Visualize quality intellectual capital</a:t>
            </a:r>
          </a:p>
          <a:p>
            <a:r>
              <a:rPr lang="en-US" dirty="0"/>
              <a:t>Engage worldwide methodologies with web-enabled technologies</a:t>
            </a:r>
          </a:p>
          <a:p>
            <a:endParaRPr lang="en-US" dirty="0"/>
          </a:p>
          <a:p>
            <a:endParaRPr lang="en-US" dirty="0"/>
          </a:p>
        </p:txBody>
      </p:sp>
      <p:pic>
        <p:nvPicPr>
          <p:cNvPr id="89" name="Picture Placeholder 8" descr="Cycle with people with solid fill">
            <a:extLst>
              <a:ext uri="{FF2B5EF4-FFF2-40B4-BE49-F238E27FC236}">
                <a16:creationId xmlns:a16="http://schemas.microsoft.com/office/drawing/2014/main" id="{6FDCA5E5-50F1-AB9C-3334-27C4BFC84647}"/>
              </a:ext>
            </a:extLst>
          </p:cNvPr>
          <p:cNvPicPr>
            <a:picLocks noGrp="1" noChangeAspect="1"/>
          </p:cNvPicPr>
          <p:nvPr>
            <p:ph type="pic" sz="quarter" idx="30"/>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5335" b="5335"/>
          <a:stretch/>
        </p:blipFill>
        <p:spPr>
          <a:xfrm>
            <a:off x="4899549" y="1815838"/>
            <a:ext cx="1367154" cy="1222013"/>
          </a:xfrm>
        </p:spPr>
      </p:pic>
      <p:sp>
        <p:nvSpPr>
          <p:cNvPr id="39" name="Text Placeholder 38">
            <a:extLst>
              <a:ext uri="{FF2B5EF4-FFF2-40B4-BE49-F238E27FC236}">
                <a16:creationId xmlns:a16="http://schemas.microsoft.com/office/drawing/2014/main" id="{0BF224F1-5D4B-786D-DAC6-9E999EF34BBD}"/>
              </a:ext>
            </a:extLst>
          </p:cNvPr>
          <p:cNvSpPr>
            <a:spLocks noGrp="1"/>
          </p:cNvSpPr>
          <p:nvPr>
            <p:ph type="body" sz="quarter" idx="28"/>
          </p:nvPr>
        </p:nvSpPr>
        <p:spPr/>
        <p:txBody>
          <a:bodyPr/>
          <a:lstStyle/>
          <a:p>
            <a:r>
              <a:rPr lang="en-US" dirty="0"/>
              <a:t>NICHE MARKETS</a:t>
            </a:r>
          </a:p>
        </p:txBody>
      </p:sp>
      <p:sp>
        <p:nvSpPr>
          <p:cNvPr id="14" name="Content Placeholder 13">
            <a:extLst>
              <a:ext uri="{FF2B5EF4-FFF2-40B4-BE49-F238E27FC236}">
                <a16:creationId xmlns:a16="http://schemas.microsoft.com/office/drawing/2014/main" id="{0A7D71A8-B372-410F-100C-83EBF28378DA}"/>
              </a:ext>
            </a:extLst>
          </p:cNvPr>
          <p:cNvSpPr>
            <a:spLocks noGrp="1"/>
          </p:cNvSpPr>
          <p:nvPr>
            <p:ph idx="12"/>
          </p:nvPr>
        </p:nvSpPr>
        <p:spPr/>
        <p:txBody>
          <a:bodyPr/>
          <a:lstStyle/>
          <a:p>
            <a:r>
              <a:rPr lang="en-US" dirty="0"/>
              <a:t>Pursue scalable customer service through sustainable strategies</a:t>
            </a:r>
          </a:p>
          <a:p>
            <a:r>
              <a:rPr lang="en-US" dirty="0"/>
              <a:t>Engage top-line web services with cutting-edge deliverables</a:t>
            </a:r>
          </a:p>
        </p:txBody>
      </p:sp>
      <p:pic>
        <p:nvPicPr>
          <p:cNvPr id="86" name="Picture Placeholder 11" descr="Handshake with solid fill">
            <a:extLst>
              <a:ext uri="{FF2B5EF4-FFF2-40B4-BE49-F238E27FC236}">
                <a16:creationId xmlns:a16="http://schemas.microsoft.com/office/drawing/2014/main" id="{EDD89CDE-5716-DC27-2BC3-9D1E02F20966}"/>
              </a:ext>
            </a:extLst>
          </p:cNvPr>
          <p:cNvPicPr>
            <a:picLocks noGrp="1" noChangeAspect="1"/>
          </p:cNvPicPr>
          <p:nvPr>
            <p:ph type="pic" sz="quarter" idx="31"/>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5404" b="5404"/>
          <a:stretch/>
        </p:blipFill>
        <p:spPr>
          <a:xfrm>
            <a:off x="8125429" y="1818798"/>
            <a:ext cx="1367154" cy="1222013"/>
          </a:xfrm>
        </p:spPr>
      </p:pic>
      <p:sp>
        <p:nvSpPr>
          <p:cNvPr id="16" name="Text Placeholder 15">
            <a:extLst>
              <a:ext uri="{FF2B5EF4-FFF2-40B4-BE49-F238E27FC236}">
                <a16:creationId xmlns:a16="http://schemas.microsoft.com/office/drawing/2014/main" id="{762BDD5F-A1CB-7807-A241-B23CFAD74EC7}"/>
              </a:ext>
            </a:extLst>
          </p:cNvPr>
          <p:cNvSpPr>
            <a:spLocks noGrp="1"/>
          </p:cNvSpPr>
          <p:nvPr>
            <p:ph type="body" sz="quarter" idx="29"/>
          </p:nvPr>
        </p:nvSpPr>
        <p:spPr/>
        <p:txBody>
          <a:bodyPr/>
          <a:lstStyle/>
          <a:p>
            <a:r>
              <a:rPr lang="en-US" dirty="0"/>
              <a:t>SUPPLY CHAINS</a:t>
            </a:r>
          </a:p>
        </p:txBody>
      </p:sp>
      <p:sp>
        <p:nvSpPr>
          <p:cNvPr id="4" name="Content Placeholder 3">
            <a:extLst>
              <a:ext uri="{FF2B5EF4-FFF2-40B4-BE49-F238E27FC236}">
                <a16:creationId xmlns:a16="http://schemas.microsoft.com/office/drawing/2014/main" id="{9B9ED227-95A7-4B08-91FE-5E0EF0D41D20}"/>
              </a:ext>
            </a:extLst>
          </p:cNvPr>
          <p:cNvSpPr>
            <a:spLocks noGrp="1"/>
          </p:cNvSpPr>
          <p:nvPr>
            <p:ph idx="11"/>
          </p:nvPr>
        </p:nvSpPr>
        <p:spPr/>
        <p:txBody>
          <a:bodyPr/>
          <a:lstStyle/>
          <a:p>
            <a:r>
              <a:rPr lang="en-US" dirty="0"/>
              <a:t>Cultivate one-to-one customer service with robust ideas</a:t>
            </a:r>
          </a:p>
          <a:p>
            <a:r>
              <a:rPr lang="en-US" dirty="0"/>
              <a:t>Maximize timely deliverables for real-time schemas</a:t>
            </a:r>
          </a:p>
          <a:p>
            <a:endParaRPr lang="en-US" dirty="0"/>
          </a:p>
          <a:p>
            <a:endParaRPr lang="en-US" dirty="0"/>
          </a:p>
          <a:p>
            <a:endParaRPr lang="en-US" dirty="0"/>
          </a:p>
        </p:txBody>
      </p:sp>
      <p:sp>
        <p:nvSpPr>
          <p:cNvPr id="33" name="Footer Placeholder 32">
            <a:extLst>
              <a:ext uri="{FF2B5EF4-FFF2-40B4-BE49-F238E27FC236}">
                <a16:creationId xmlns:a16="http://schemas.microsoft.com/office/drawing/2014/main" id="{656A71C0-3B42-35AC-B2B7-6A108044BE29}"/>
              </a:ext>
            </a:extLst>
          </p:cNvPr>
          <p:cNvSpPr>
            <a:spLocks noGrp="1"/>
          </p:cNvSpPr>
          <p:nvPr>
            <p:ph type="ftr" sz="quarter" idx="33"/>
          </p:nvPr>
        </p:nvSpPr>
        <p:spPr/>
        <p:txBody>
          <a:bodyPr/>
          <a:lstStyle/>
          <a:p>
            <a:r>
              <a:rPr lang="en-US" dirty="0"/>
              <a:t>Presentation Title</a:t>
            </a:r>
          </a:p>
        </p:txBody>
      </p:sp>
      <p:sp>
        <p:nvSpPr>
          <p:cNvPr id="34" name="Slide Number Placeholder 33">
            <a:extLst>
              <a:ext uri="{FF2B5EF4-FFF2-40B4-BE49-F238E27FC236}">
                <a16:creationId xmlns:a16="http://schemas.microsoft.com/office/drawing/2014/main" id="{EC120403-BB88-8260-B7C0-B7F016EC53E4}"/>
              </a:ext>
            </a:extLst>
          </p:cNvPr>
          <p:cNvSpPr>
            <a:spLocks noGrp="1"/>
          </p:cNvSpPr>
          <p:nvPr>
            <p:ph type="sldNum" sz="quarter" idx="34"/>
          </p:nvPr>
        </p:nvSpPr>
        <p:spPr/>
        <p:txBody>
          <a:bodyPr/>
          <a:lstStyle/>
          <a:p>
            <a:fld id="{09A01C0A-2BB6-49E7-91A3-DCB9F9F59583}" type="slidenum">
              <a:rPr lang="en-US" smtClean="0"/>
              <a:pPr/>
              <a:t>12</a:t>
            </a:fld>
            <a:endParaRPr lang="en-US" dirty="0"/>
          </a:p>
        </p:txBody>
      </p:sp>
    </p:spTree>
    <p:extLst>
      <p:ext uri="{BB962C8B-B14F-4D97-AF65-F5344CB8AC3E}">
        <p14:creationId xmlns:p14="http://schemas.microsoft.com/office/powerpoint/2010/main" val="2721508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B7B0AB-7E6D-621B-43E7-5825A6443DDF}"/>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0F17F915-9766-1FC8-98BD-D9AE3D5B2A55}"/>
              </a:ext>
            </a:extLst>
          </p:cNvPr>
          <p:cNvSpPr>
            <a:spLocks noGrp="1"/>
          </p:cNvSpPr>
          <p:nvPr>
            <p:ph type="body" idx="1"/>
          </p:nvPr>
        </p:nvSpPr>
        <p:spPr/>
        <p:txBody>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pic>
        <p:nvPicPr>
          <p:cNvPr id="14" name="Picture Placeholder 14" descr="White modern architecture">
            <a:extLst>
              <a:ext uri="{FF2B5EF4-FFF2-40B4-BE49-F238E27FC236}">
                <a16:creationId xmlns:a16="http://schemas.microsoft.com/office/drawing/2014/main" id="{F96F20C9-F169-573A-32C0-8FA15642A6D6}"/>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 uri="{28A0092B-C50C-407E-A947-70E740481C1C}">
                <a14:useLocalDpi xmlns:a14="http://schemas.microsoft.com/office/drawing/2010/main"/>
              </a:ext>
            </a:extLst>
          </a:blip>
          <a:srcRect/>
          <a:stretch/>
        </p:blipFill>
        <p:spPr/>
      </p:pic>
      <p:sp>
        <p:nvSpPr>
          <p:cNvPr id="84" name="Text Placeholder 83">
            <a:extLst>
              <a:ext uri="{FF2B5EF4-FFF2-40B4-BE49-F238E27FC236}">
                <a16:creationId xmlns:a16="http://schemas.microsoft.com/office/drawing/2014/main" id="{F6A0489E-C8E2-CAE5-9FFC-28CC9E086048}"/>
              </a:ext>
            </a:extLst>
          </p:cNvPr>
          <p:cNvSpPr>
            <a:spLocks noGrp="1"/>
          </p:cNvSpPr>
          <p:nvPr>
            <p:ph type="body" sz="quarter" idx="13"/>
          </p:nvPr>
        </p:nvSpPr>
        <p:spPr/>
        <p:txBody>
          <a:bodyPr/>
          <a:lstStyle/>
          <a:p>
            <a:endParaRPr lang="en-US" dirty="0"/>
          </a:p>
        </p:txBody>
      </p:sp>
      <p:sp>
        <p:nvSpPr>
          <p:cNvPr id="85" name="Text Placeholder 84">
            <a:extLst>
              <a:ext uri="{FF2B5EF4-FFF2-40B4-BE49-F238E27FC236}">
                <a16:creationId xmlns:a16="http://schemas.microsoft.com/office/drawing/2014/main" id="{D396BF65-AA7F-3F0F-FE49-EA87C2828209}"/>
              </a:ext>
            </a:extLst>
          </p:cNvPr>
          <p:cNvSpPr>
            <a:spLocks noGrp="1"/>
          </p:cNvSpPr>
          <p:nvPr>
            <p:ph type="body" sz="quarter" idx="14"/>
          </p:nvPr>
        </p:nvSpPr>
        <p:spPr/>
        <p:txBody>
          <a:bodyPr/>
          <a:lstStyle/>
          <a:p>
            <a:endParaRPr lang="en-US" dirty="0"/>
          </a:p>
        </p:txBody>
      </p:sp>
      <p:sp>
        <p:nvSpPr>
          <p:cNvPr id="2" name="Footer Placeholder 1">
            <a:extLst>
              <a:ext uri="{FF2B5EF4-FFF2-40B4-BE49-F238E27FC236}">
                <a16:creationId xmlns:a16="http://schemas.microsoft.com/office/drawing/2014/main" id="{EB4325A5-D39C-C1D3-2E04-F741DCBB2B59}"/>
              </a:ext>
            </a:extLst>
          </p:cNvPr>
          <p:cNvSpPr>
            <a:spLocks noGrp="1"/>
          </p:cNvSpPr>
          <p:nvPr>
            <p:ph type="ftr" sz="quarter" idx="10"/>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DE6C7ECE-6B8F-A6C6-C92D-4C1BB62455B0}"/>
              </a:ext>
            </a:extLst>
          </p:cNvPr>
          <p:cNvSpPr>
            <a:spLocks noGrp="1"/>
          </p:cNvSpPr>
          <p:nvPr>
            <p:ph type="sldNum" sz="quarter" idx="11"/>
          </p:nvPr>
        </p:nvSpPr>
        <p:spPr/>
        <p:txBody>
          <a:bodyPr/>
          <a:lstStyle/>
          <a:p>
            <a:fld id="{09A01C0A-2BB6-49E7-91A3-DCB9F9F59583}" type="slidenum">
              <a:rPr lang="en-US" smtClean="0"/>
              <a:pPr/>
              <a:t>13</a:t>
            </a:fld>
            <a:endParaRPr lang="en-US" dirty="0"/>
          </a:p>
        </p:txBody>
      </p:sp>
    </p:spTree>
    <p:extLst>
      <p:ext uri="{BB962C8B-B14F-4D97-AF65-F5344CB8AC3E}">
        <p14:creationId xmlns:p14="http://schemas.microsoft.com/office/powerpoint/2010/main" val="4278401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p:txBody>
          <a:bodyPr/>
          <a:lstStyle/>
          <a:p>
            <a:r>
              <a:rPr lang="en-US" dirty="0"/>
              <a:t>THANK YOU</a:t>
            </a:r>
          </a:p>
        </p:txBody>
      </p:sp>
      <p:sp>
        <p:nvSpPr>
          <p:cNvPr id="15" name="Text Placeholder 14">
            <a:extLst>
              <a:ext uri="{FF2B5EF4-FFF2-40B4-BE49-F238E27FC236}">
                <a16:creationId xmlns:a16="http://schemas.microsoft.com/office/drawing/2014/main" id="{791AF693-3675-52A5-9E8E-C071048A1A4D}"/>
              </a:ext>
            </a:extLst>
          </p:cNvPr>
          <p:cNvSpPr>
            <a:spLocks noGrp="1"/>
          </p:cNvSpPr>
          <p:nvPr>
            <p:ph type="body" idx="1"/>
          </p:nvPr>
        </p:nvSpPr>
        <p:spPr/>
        <p:txBody>
          <a:bodyPr/>
          <a:lstStyle/>
          <a:p>
            <a:r>
              <a:rPr lang="en-US" dirty="0"/>
              <a:t>Mirjam Nilsson </a:t>
            </a:r>
          </a:p>
          <a:p>
            <a:r>
              <a:rPr lang="en-US" dirty="0">
                <a:hlinkClick r:id="rId3">
                  <a:extLst>
                    <a:ext uri="{A12FA001-AC4F-418D-AE19-62706E023703}">
                      <ahyp:hlinkClr xmlns:ahyp="http://schemas.microsoft.com/office/drawing/2018/hyperlinkcolor" val="tx"/>
                    </a:ext>
                  </a:extLst>
                </a:hlinkClick>
              </a:rPr>
              <a:t>mirjam@contoso.com</a:t>
            </a:r>
            <a:endParaRPr lang="en-US" dirty="0"/>
          </a:p>
          <a:p>
            <a:r>
              <a:rPr lang="en-US" dirty="0"/>
              <a:t>www.contoso.com</a:t>
            </a:r>
          </a:p>
          <a:p>
            <a:endParaRPr lang="en-US" dirty="0"/>
          </a:p>
        </p:txBody>
      </p:sp>
      <p:sp>
        <p:nvSpPr>
          <p:cNvPr id="3" name="Footer Placeholder 2">
            <a:extLst>
              <a:ext uri="{FF2B5EF4-FFF2-40B4-BE49-F238E27FC236}">
                <a16:creationId xmlns:a16="http://schemas.microsoft.com/office/drawing/2014/main" id="{30B35086-0CC9-27F6-6E0B-D4F2AD6181E0}"/>
              </a:ext>
            </a:extLst>
          </p:cNvPr>
          <p:cNvSpPr>
            <a:spLocks noGrp="1"/>
          </p:cNvSpPr>
          <p:nvPr>
            <p:ph type="ftr" sz="quarter" idx="10"/>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CC8A5661-D5F1-FE42-FC42-CC2D27E7AA8D}"/>
              </a:ext>
            </a:extLst>
          </p:cNvPr>
          <p:cNvSpPr>
            <a:spLocks noGrp="1"/>
          </p:cNvSpPr>
          <p:nvPr>
            <p:ph type="sldNum" sz="quarter" idx="11"/>
          </p:nvPr>
        </p:nvSpPr>
        <p:spPr/>
        <p:txBody>
          <a:bodyPr/>
          <a:lstStyle/>
          <a:p>
            <a:fld id="{09A01C0A-2BB6-49E7-91A3-DCB9F9F59583}" type="slidenum">
              <a:rPr lang="en-US" smtClean="0"/>
              <a:pPr/>
              <a:t>14</a:t>
            </a:fld>
            <a:endParaRPr lang="en-US" dirty="0"/>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Office Theme">
  <a:themeElements>
    <a:clrScheme name="Custom 9">
      <a:dk1>
        <a:srgbClr val="36393B"/>
      </a:dk1>
      <a:lt1>
        <a:srgbClr val="FFFFFF"/>
      </a:lt1>
      <a:dk2>
        <a:srgbClr val="3AEFCC"/>
      </a:dk2>
      <a:lt2>
        <a:srgbClr val="E7E4E6"/>
      </a:lt2>
      <a:accent1>
        <a:srgbClr val="4A5EE6"/>
      </a:accent1>
      <a:accent2>
        <a:srgbClr val="62D382"/>
      </a:accent2>
      <a:accent3>
        <a:srgbClr val="FDED60"/>
      </a:accent3>
      <a:accent4>
        <a:srgbClr val="FD4C00"/>
      </a:accent4>
      <a:accent5>
        <a:srgbClr val="FE2701"/>
      </a:accent5>
      <a:accent6>
        <a:srgbClr val="CA54FB"/>
      </a:accent6>
      <a:hlink>
        <a:srgbClr val="4E62F0"/>
      </a:hlink>
      <a:folHlink>
        <a:srgbClr val="FC4C00"/>
      </a:folHlink>
    </a:clrScheme>
    <a:fontScheme name="Custom 9">
      <a:majorFont>
        <a:latin typeface="Arial"/>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TM34357351</Template>
  <TotalTime>0</TotalTime>
  <Words>434</Words>
  <Application>Microsoft Office PowerPoint</Application>
  <PresentationFormat>Widescreen</PresentationFormat>
  <Paragraphs>153</Paragraphs>
  <Slides>14</Slides>
  <Notes>5</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PRESENTATION TITLE</vt:lpstr>
      <vt:lpstr>AGENDA</vt:lpstr>
      <vt:lpstr>INTRO</vt:lpstr>
      <vt:lpstr>PRIMARY GOALS</vt:lpstr>
      <vt:lpstr>AREAS OF GROWTH</vt:lpstr>
      <vt:lpstr>BUSINESS OPPORTUNITIES ARE LIKE BUSES. THERE'S ALWAYS ANOTHER ONE COMING.</vt:lpstr>
      <vt:lpstr>MEET OUR TEAM</vt:lpstr>
      <vt:lpstr>MEET OUR EXTENDED TEAM</vt:lpstr>
      <vt:lpstr>PLAN FOR PRODUCT LAUNCH</vt:lpstr>
      <vt:lpstr>TIMELINE</vt:lpstr>
      <vt:lpstr>AREAS OF FOCUS</vt:lpstr>
      <vt:lpstr>HOW WE GET THERE</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2026-07-16T06:06:33Z</dcterms:created>
  <dcterms:modified xsi:type="dcterms:W3CDTF">2026-07-16T06:06:37Z</dcterms:modified>
</cp:coreProperties>
</file>