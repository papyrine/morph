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442-4863-B27B-BA0438648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9552096"/>
        <c:axId val="1548021904"/>
      </c:scatterChart>
      <c:valAx>
        <c:axId val="1559552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8021904"/>
        <c:crosses val="autoZero"/>
        <c:crossBetween val="midCat"/>
      </c:valAx>
      <c:valAx>
        <c:axId val="154802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95520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FA-41B8-8F84-0536838A4A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2670944"/>
        <c:axId val="1187015632"/>
      </c:scatterChart>
      <c:valAx>
        <c:axId val="1122670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015632"/>
        <c:crosses val="autoZero"/>
        <c:crossBetween val="midCat"/>
      </c:valAx>
      <c:valAx>
        <c:axId val="118701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6709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4CCD-9F9B-C37D-4980-B31876F12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BAB65-5A6F-5764-7957-4B080285F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B318-2136-76F8-C61E-D1ECF51E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CF475-F7F1-8171-B57A-1A153446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D03BF-B8F3-0B8A-C854-DAB00FC5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77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98D5-FE78-6EC2-F899-529229E5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D2C1-6AB9-3316-D197-65BEA2E0D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C264-411F-D055-9262-91BF024F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24576-B7D6-62B0-2F78-4A08C8D2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BC86C-CD6F-6022-9AE4-01EA68A0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41B8-B2AD-04F4-7359-C415A490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EFBA0-1615-A3ED-6A97-C3D0F297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E392B-FDA6-7AAA-003C-40D50283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539CA-2314-ED34-5C8D-7E6B90F0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15367-087E-547F-08F4-8D1F22B4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73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990A-A2C8-CFEE-31BB-6A8E7F51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BBD29-B0AB-E144-4166-0C55C2635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DA01E-A8F7-FCAA-1EAB-8AD2711D1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82238-3C66-9255-0C22-A5CC5A4D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BE983-E9C5-AA3D-5C7C-E478FD08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AB2FC-683C-04FD-7F98-0BF96F0D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79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BB4B-EBC7-7F68-517A-1539538F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16615-58C5-E094-A438-CEC2264F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01855-7E69-A99E-BB34-4765D76EB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B5848-12F3-70A6-75C9-1327AB0D3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FDC47-ED98-DCD8-EA00-F166AA6C8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6D157-042A-A51E-169D-E4594BFB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123BE-73BB-E980-CF33-6DB73249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C2E34-07F6-B391-3559-ED60393D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397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D4C04-6D37-0DE5-BF63-009C36AE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4A8B-CE6B-FED5-DFBD-B4EF7478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AEC52-6C93-A6CF-2195-3C64729A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23ECB-3D6F-2A90-CCC8-E8461FE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20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D6B81-6774-D0B9-F50A-678CF7B9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19EB1-DE29-6B2F-4819-D3A9136A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079D5-A681-B332-F8C7-2F075B88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420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255A-25C4-67CA-54D2-16348A7B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F64C5-3E55-0E53-F290-0D37DBD9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187A4-2049-F447-2555-8DE04F807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3C6AC-A2E4-2AAD-8944-047B4325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AF8D9-FD44-9F1E-422F-EECF28B7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A0C3D-17D0-ECD5-542F-2BB349C3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18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F024-3D40-22B5-8FDD-35309E55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348F0-8016-0996-B58E-7C364EAA2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9E9-6012-C3B5-CF46-B1F968F4F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75C7-7DB3-9C44-D235-2D6C2432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B241A-6067-150C-912B-77E79BF1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9B9A9-B665-0CDC-48EA-034DF090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55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C6A8-891E-7D89-53D4-ED0EFF72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9F9CF-33BF-8FB7-A619-4B378B65A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8E320-46A6-265C-77DB-17D906A7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55CCA-EC5C-6282-5555-9FA73A13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D0B97-9348-DBF8-60BF-9CE0F55C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36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34E7-A675-E7FF-8820-EBAFF805D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6CDA2-DF85-8FB9-157C-0B1830B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000A7-6CC5-6B71-7681-EF15503B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8A56-2BE9-DFD9-0328-CB5DF02D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F5E69-5002-5EDE-5BA9-31AB5355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22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0714FB-36AA-C3EA-06E5-733488E6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B9534-B6A3-74BF-186E-C869AACAD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91E2-C96D-9C1A-9F7A-4F74F607B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FD0FA-58B6-4010-B528-FB2232C6E3EC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6D994-4244-5AFC-0CFB-CF3BFDCCC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9127-BEB0-0E30-B828-A02BDC805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885D0-2D0F-4192-B25A-5909555FC6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61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CE8893F-EF0B-8154-40AB-B0BB762C20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51268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901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776EA2-219D-3B86-254C-C1B7FCB99E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27820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939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2026-10-25T22:18:11Z</dcterms:created>
  <dcterms:modified xsi:type="dcterms:W3CDTF">2026-10-25T22:18:11Z</dcterms:modified>
</cp:coreProperties>
</file>