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8"/>
  </p:notesMasterIdLst>
  <p:handoutMasterIdLst>
    <p:handoutMasterId r:id="rId19"/>
  </p:handoutMasterIdLst>
  <p:sldIdLst>
    <p:sldId id="311" r:id="rId5"/>
    <p:sldId id="299" r:id="rId6"/>
    <p:sldId id="300" r:id="rId7"/>
    <p:sldId id="301" r:id="rId8"/>
    <p:sldId id="302" r:id="rId9"/>
    <p:sldId id="303" r:id="rId10"/>
    <p:sldId id="304" r:id="rId11"/>
    <p:sldId id="305" r:id="rId12"/>
    <p:sldId id="306" r:id="rId13"/>
    <p:sldId id="307" r:id="rId14"/>
    <p:sldId id="308" r:id="rId15"/>
    <p:sldId id="309" r:id="rId16"/>
    <p:sldId id="310" r:id="rId17"/>
  </p:sldIdLst>
  <p:sldSz cx="155448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 userDrawn="1">
          <p15:clr>
            <a:srgbClr val="A4A3A4"/>
          </p15:clr>
        </p15:guide>
        <p15:guide id="2" pos="9456" userDrawn="1">
          <p15:clr>
            <a:srgbClr val="A4A3A4"/>
          </p15:clr>
        </p15:guide>
        <p15:guide id="3" orient="horz" pos="3168" userDrawn="1">
          <p15:clr>
            <a:srgbClr val="A4A3A4"/>
          </p15:clr>
        </p15:guide>
        <p15:guide id="4" pos="336" userDrawn="1">
          <p15:clr>
            <a:srgbClr val="A4A3A4"/>
          </p15:clr>
        </p15:guide>
        <p15:guide id="5" orient="horz" pos="3456" userDrawn="1">
          <p15:clr>
            <a:srgbClr val="A4A3A4"/>
          </p15:clr>
        </p15:guide>
        <p15:guide id="6" pos="5184" userDrawn="1">
          <p15:clr>
            <a:srgbClr val="A4A3A4"/>
          </p15:clr>
        </p15:guide>
        <p15:guide id="7" pos="4608" userDrawn="1">
          <p15:clr>
            <a:srgbClr val="A4A3A4"/>
          </p15:clr>
        </p15:guide>
        <p15:guide id="8" orient="horz" pos="5952" userDrawn="1">
          <p15:clr>
            <a:srgbClr val="A4A3A4"/>
          </p15:clr>
        </p15:guide>
        <p15:guide id="9" pos="7200" userDrawn="1">
          <p15:clr>
            <a:srgbClr val="A4A3A4"/>
          </p15:clr>
        </p15:guide>
        <p15:guide id="10" pos="7488" userDrawn="1">
          <p15:clr>
            <a:srgbClr val="A4A3A4"/>
          </p15:clr>
        </p15:guide>
        <p15:guide id="11" pos="2568" userDrawn="1">
          <p15:clr>
            <a:srgbClr val="A4A3A4"/>
          </p15:clr>
        </p15:guide>
        <p15:guide id="12" pos="2280" userDrawn="1">
          <p15:clr>
            <a:srgbClr val="A4A3A4"/>
          </p15:clr>
        </p15:guide>
        <p15:guide id="13" pos="816" userDrawn="1">
          <p15:clr>
            <a:srgbClr val="A4A3A4"/>
          </p15:clr>
        </p15:guide>
        <p15:guide id="14" pos="5688" userDrawn="1">
          <p15:clr>
            <a:srgbClr val="A4A3A4"/>
          </p15:clr>
        </p15:guide>
        <p15:guide id="15" orient="horz" pos="792" userDrawn="1">
          <p15:clr>
            <a:srgbClr val="A4A3A4"/>
          </p15:clr>
        </p15:guide>
        <p15:guide id="16" orient="horz" pos="1848" userDrawn="1">
          <p15:clr>
            <a:srgbClr val="A4A3A4"/>
          </p15:clr>
        </p15:guide>
        <p15:guide id="17" orient="horz" pos="2880" userDrawn="1">
          <p15:clr>
            <a:srgbClr val="A4A3A4"/>
          </p15:clr>
        </p15:guide>
        <p15:guide id="18" orient="horz" pos="2472" userDrawn="1">
          <p15:clr>
            <a:srgbClr val="A4A3A4"/>
          </p15:clr>
        </p15:guide>
        <p15:guide id="19" pos="48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23" autoAdjust="0"/>
    <p:restoredTop sz="94660" autoAdjust="0"/>
  </p:normalViewPr>
  <p:slideViewPr>
    <p:cSldViewPr snapToGrid="0" snapToObjects="1">
      <p:cViewPr>
        <p:scale>
          <a:sx n="100" d="100"/>
          <a:sy n="100" d="100"/>
        </p:scale>
        <p:origin x="58" y="-3038"/>
      </p:cViewPr>
      <p:guideLst>
        <p:guide orient="horz" pos="312"/>
        <p:guide pos="9456"/>
        <p:guide orient="horz" pos="3168"/>
        <p:guide pos="336"/>
        <p:guide orient="horz" pos="3456"/>
        <p:guide pos="5184"/>
        <p:guide pos="4608"/>
        <p:guide orient="horz" pos="5952"/>
        <p:guide pos="7200"/>
        <p:guide pos="7488"/>
        <p:guide pos="2568"/>
        <p:guide pos="2280"/>
        <p:guide pos="816"/>
        <p:guide pos="5688"/>
        <p:guide orient="horz" pos="792"/>
        <p:guide orient="horz" pos="1848"/>
        <p:guide orient="horz" pos="2880"/>
        <p:guide orient="horz" pos="2472"/>
        <p:guide pos="4896"/>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showGuides="1">
      <p:cViewPr varScale="1">
        <p:scale>
          <a:sx n="88" d="100"/>
          <a:sy n="88" d="100"/>
        </p:scale>
        <p:origin x="2664"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7E7518-D7D3-A342-B9A1-57B91EA8AD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238D92-CE55-1642-B171-5E9305F007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378577-8B88-EE4C-8516-6703E5E700B5}" type="datetimeFigureOut">
              <a:rPr lang="en-US" smtClean="0"/>
              <a:t>7/15/2026</a:t>
            </a:fld>
            <a:endParaRPr lang="en-US" dirty="0"/>
          </a:p>
        </p:txBody>
      </p:sp>
      <p:sp>
        <p:nvSpPr>
          <p:cNvPr id="4" name="Footer Placeholder 3">
            <a:extLst>
              <a:ext uri="{FF2B5EF4-FFF2-40B4-BE49-F238E27FC236}">
                <a16:creationId xmlns:a16="http://schemas.microsoft.com/office/drawing/2014/main" id="{294DC253-90BB-9447-B456-77404052F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E73BA3A-C6D1-EB41-8906-A8CC76B3C0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D09957D-E1A3-9D46-BB8D-8C509470EB58}" type="slidenum">
              <a:rPr lang="en-US" smtClean="0"/>
              <a:t>‹#›</a:t>
            </a:fld>
            <a:endParaRPr lang="en-US" dirty="0"/>
          </a:p>
        </p:txBody>
      </p:sp>
    </p:spTree>
    <p:extLst>
      <p:ext uri="{BB962C8B-B14F-4D97-AF65-F5344CB8AC3E}">
        <p14:creationId xmlns:p14="http://schemas.microsoft.com/office/powerpoint/2010/main" val="1528926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E1DF58-7EE3-C448-983E-EBFA8BC3FAB5}" type="datetimeFigureOut">
              <a:rPr lang="en-US" smtClean="0"/>
              <a:t>7/15/2026</a:t>
            </a:fld>
            <a:endParaRPr lang="en-US" dirty="0"/>
          </a:p>
        </p:txBody>
      </p:sp>
      <p:sp>
        <p:nvSpPr>
          <p:cNvPr id="4" name="Slide Image Placeholder 3"/>
          <p:cNvSpPr>
            <a:spLocks noGrp="1" noRot="1" noChangeAspect="1"/>
          </p:cNvSpPr>
          <p:nvPr>
            <p:ph type="sldImg" idx="2"/>
          </p:nvPr>
        </p:nvSpPr>
        <p:spPr>
          <a:xfrm>
            <a:off x="1044575" y="1143000"/>
            <a:ext cx="476885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75372A-F483-BF4C-A311-87AB670BD6E8}" type="slidenum">
              <a:rPr lang="en-US" smtClean="0"/>
              <a:t>‹#›</a:t>
            </a:fld>
            <a:endParaRPr lang="en-US" dirty="0"/>
          </a:p>
        </p:txBody>
      </p:sp>
    </p:spTree>
    <p:extLst>
      <p:ext uri="{BB962C8B-B14F-4D97-AF65-F5344CB8AC3E}">
        <p14:creationId xmlns:p14="http://schemas.microsoft.com/office/powerpoint/2010/main" val="1810596504"/>
      </p:ext>
    </p:extLst>
  </p:cSld>
  <p:clrMap bg1="lt1" tx1="dk1" bg2="lt2" tx2="dk2" accent1="accent1" accent2="accent2" accent3="accent3" accent4="accent4" accent5="accent5" accent6="accent6" hlink="hlink" folHlink="folHlink"/>
  <p:notesStyle>
    <a:lvl1pPr marL="0" algn="l" defTabSz="1228954" rtl="0" eaLnBrk="1" latinLnBrk="0" hangingPunct="1">
      <a:defRPr sz="1613" kern="1200">
        <a:solidFill>
          <a:schemeClr val="tx1"/>
        </a:solidFill>
        <a:latin typeface="+mn-lt"/>
        <a:ea typeface="+mn-ea"/>
        <a:cs typeface="+mn-cs"/>
      </a:defRPr>
    </a:lvl1pPr>
    <a:lvl2pPr marL="614477" algn="l" defTabSz="1228954" rtl="0" eaLnBrk="1" latinLnBrk="0" hangingPunct="1">
      <a:defRPr sz="1613" kern="1200">
        <a:solidFill>
          <a:schemeClr val="tx1"/>
        </a:solidFill>
        <a:latin typeface="+mn-lt"/>
        <a:ea typeface="+mn-ea"/>
        <a:cs typeface="+mn-cs"/>
      </a:defRPr>
    </a:lvl2pPr>
    <a:lvl3pPr marL="1228954" algn="l" defTabSz="1228954" rtl="0" eaLnBrk="1" latinLnBrk="0" hangingPunct="1">
      <a:defRPr sz="1613" kern="1200">
        <a:solidFill>
          <a:schemeClr val="tx1"/>
        </a:solidFill>
        <a:latin typeface="+mn-lt"/>
        <a:ea typeface="+mn-ea"/>
        <a:cs typeface="+mn-cs"/>
      </a:defRPr>
    </a:lvl3pPr>
    <a:lvl4pPr marL="1843430" algn="l" defTabSz="1228954" rtl="0" eaLnBrk="1" latinLnBrk="0" hangingPunct="1">
      <a:defRPr sz="1613" kern="1200">
        <a:solidFill>
          <a:schemeClr val="tx1"/>
        </a:solidFill>
        <a:latin typeface="+mn-lt"/>
        <a:ea typeface="+mn-ea"/>
        <a:cs typeface="+mn-cs"/>
      </a:defRPr>
    </a:lvl4pPr>
    <a:lvl5pPr marL="2457907" algn="l" defTabSz="1228954" rtl="0" eaLnBrk="1" latinLnBrk="0" hangingPunct="1">
      <a:defRPr sz="1613" kern="1200">
        <a:solidFill>
          <a:schemeClr val="tx1"/>
        </a:solidFill>
        <a:latin typeface="+mn-lt"/>
        <a:ea typeface="+mn-ea"/>
        <a:cs typeface="+mn-cs"/>
      </a:defRPr>
    </a:lvl5pPr>
    <a:lvl6pPr marL="3072384" algn="l" defTabSz="1228954" rtl="0" eaLnBrk="1" latinLnBrk="0" hangingPunct="1">
      <a:defRPr sz="1613" kern="1200">
        <a:solidFill>
          <a:schemeClr val="tx1"/>
        </a:solidFill>
        <a:latin typeface="+mn-lt"/>
        <a:ea typeface="+mn-ea"/>
        <a:cs typeface="+mn-cs"/>
      </a:defRPr>
    </a:lvl6pPr>
    <a:lvl7pPr marL="3686861" algn="l" defTabSz="1228954" rtl="0" eaLnBrk="1" latinLnBrk="0" hangingPunct="1">
      <a:defRPr sz="1613" kern="1200">
        <a:solidFill>
          <a:schemeClr val="tx1"/>
        </a:solidFill>
        <a:latin typeface="+mn-lt"/>
        <a:ea typeface="+mn-ea"/>
        <a:cs typeface="+mn-cs"/>
      </a:defRPr>
    </a:lvl7pPr>
    <a:lvl8pPr marL="4301338" algn="l" defTabSz="1228954" rtl="0" eaLnBrk="1" latinLnBrk="0" hangingPunct="1">
      <a:defRPr sz="1613" kern="1200">
        <a:solidFill>
          <a:schemeClr val="tx1"/>
        </a:solidFill>
        <a:latin typeface="+mn-lt"/>
        <a:ea typeface="+mn-ea"/>
        <a:cs typeface="+mn-cs"/>
      </a:defRPr>
    </a:lvl8pPr>
    <a:lvl9pPr marL="4915814" algn="l" defTabSz="1228954" rtl="0" eaLnBrk="1" latinLnBrk="0" hangingPunct="1">
      <a:defRPr sz="161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F690A9D-E97C-6E45-88B8-10C6AF357AAC}"/>
              </a:ext>
              <a:ext uri="{C183D7F6-B498-43B3-948B-1728B52AA6E4}">
                <adec:decorative xmlns:adec="http://schemas.microsoft.com/office/drawing/2017/decorative" val="1"/>
              </a:ext>
            </a:extLst>
          </p:cNvPr>
          <p:cNvSpPr/>
          <p:nvPr userDrawn="1"/>
        </p:nvSpPr>
        <p:spPr>
          <a:xfrm>
            <a:off x="-4243" y="0"/>
            <a:ext cx="7776643" cy="1005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E09C0B1F-AE2D-4325-9752-F760474C2215}"/>
              </a:ext>
            </a:extLst>
          </p:cNvPr>
          <p:cNvSpPr>
            <a:spLocks noGrp="1"/>
          </p:cNvSpPr>
          <p:nvPr>
            <p:ph type="title" hasCustomPrompt="1"/>
          </p:nvPr>
        </p:nvSpPr>
        <p:spPr>
          <a:xfrm>
            <a:off x="8351307" y="327905"/>
            <a:ext cx="6403249" cy="1692484"/>
          </a:xfrm>
        </p:spPr>
        <p:txBody>
          <a:bodyPr rIns="0" anchor="ctr">
            <a:noAutofit/>
          </a:bodyPr>
          <a:lstStyle>
            <a:lvl1pPr algn="r">
              <a:defRPr sz="12000" cap="all" baseline="0">
                <a:solidFill>
                  <a:schemeClr val="accent6"/>
                </a:solidFill>
              </a:defRPr>
            </a:lvl1pPr>
          </a:lstStyle>
          <a:p>
            <a:r>
              <a:rPr lang="en-US" dirty="0"/>
              <a:t>Title</a:t>
            </a:r>
          </a:p>
        </p:txBody>
      </p:sp>
      <p:sp>
        <p:nvSpPr>
          <p:cNvPr id="6" name="Text Placeholder 5">
            <a:extLst>
              <a:ext uri="{FF2B5EF4-FFF2-40B4-BE49-F238E27FC236}">
                <a16:creationId xmlns:a16="http://schemas.microsoft.com/office/drawing/2014/main" id="{D50D0B82-6CEC-069E-4E24-1BEA686475D7}"/>
              </a:ext>
            </a:extLst>
          </p:cNvPr>
          <p:cNvSpPr>
            <a:spLocks noGrp="1"/>
          </p:cNvSpPr>
          <p:nvPr>
            <p:ph type="body" sz="quarter" idx="13" hasCustomPrompt="1"/>
          </p:nvPr>
        </p:nvSpPr>
        <p:spPr>
          <a:xfrm rot="5400000">
            <a:off x="14156412" y="987008"/>
            <a:ext cx="1692484" cy="374278"/>
          </a:xfrm>
        </p:spPr>
        <p:txBody>
          <a:bodyPr lIns="0" rIns="182880" bIns="0" anchor="b">
            <a:noAutofit/>
          </a:bodyPr>
          <a:lstStyle>
            <a:lvl1pPr marL="0" indent="0" algn="ctr">
              <a:buNone/>
              <a:defRPr sz="2000" cap="all" baseline="0">
                <a:latin typeface="+mn-lt"/>
              </a:defRPr>
            </a:lvl1pPr>
            <a:lvl2pPr marL="670575" indent="0" algn="ctr">
              <a:buNone/>
              <a:defRPr sz="1200">
                <a:latin typeface="+mn-lt"/>
              </a:defRPr>
            </a:lvl2pPr>
            <a:lvl3pPr marL="1341150" indent="0" algn="ctr">
              <a:buNone/>
              <a:defRPr sz="1200">
                <a:latin typeface="+mn-lt"/>
              </a:defRPr>
            </a:lvl3pPr>
            <a:lvl4pPr marL="2011725" indent="0" algn="ctr">
              <a:buNone/>
              <a:defRPr sz="1200">
                <a:latin typeface="+mn-lt"/>
              </a:defRPr>
            </a:lvl4pPr>
            <a:lvl5pPr marL="2682301" indent="0" algn="ctr">
              <a:buNone/>
              <a:defRPr sz="1200">
                <a:latin typeface="+mn-lt"/>
              </a:defRPr>
            </a:lvl5pPr>
          </a:lstStyle>
          <a:p>
            <a:pPr lvl="0"/>
            <a:r>
              <a:rPr lang="en-US" dirty="0"/>
              <a:t>Add text</a:t>
            </a:r>
          </a:p>
        </p:txBody>
      </p:sp>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7772399" y="2090056"/>
            <a:ext cx="7772401" cy="7918704"/>
          </a:xfrm>
          <a:noFill/>
        </p:spPr>
        <p:txBody>
          <a:bodyPr anchor="ctr">
            <a:normAutofit/>
          </a:bodyPr>
          <a:lstStyle>
            <a:lvl1pPr marL="0" indent="0" algn="l">
              <a:buNone/>
              <a:defRPr sz="3200"/>
            </a:lvl1pPr>
          </a:lstStyle>
          <a:p>
            <a:r>
              <a:rPr lang="en-US" dirty="0"/>
              <a:t>Click add picture</a:t>
            </a:r>
          </a:p>
        </p:txBody>
      </p:sp>
      <p:sp>
        <p:nvSpPr>
          <p:cNvPr id="9" name="Text Placeholder 8">
            <a:extLst>
              <a:ext uri="{FF2B5EF4-FFF2-40B4-BE49-F238E27FC236}">
                <a16:creationId xmlns:a16="http://schemas.microsoft.com/office/drawing/2014/main" id="{60ADFAF4-97E6-C8FA-FAA9-151881208A5A}"/>
              </a:ext>
            </a:extLst>
          </p:cNvPr>
          <p:cNvSpPr>
            <a:spLocks noGrp="1"/>
          </p:cNvSpPr>
          <p:nvPr>
            <p:ph type="body" sz="quarter" idx="14" hasCustomPrompt="1"/>
          </p:nvPr>
        </p:nvSpPr>
        <p:spPr>
          <a:xfrm>
            <a:off x="11470341" y="2521173"/>
            <a:ext cx="3718859" cy="404908"/>
          </a:xfrm>
        </p:spPr>
        <p:txBody>
          <a:bodyPr>
            <a:noAutofit/>
          </a:bodyPr>
          <a:lstStyle>
            <a:lvl1pPr marL="0" indent="0" algn="r">
              <a:buNone/>
              <a:defRPr sz="2600" b="1">
                <a:latin typeface="+mn-lt"/>
              </a:defRPr>
            </a:lvl1pPr>
            <a:lvl2pPr>
              <a:defRPr sz="800"/>
            </a:lvl2pPr>
            <a:lvl3pPr>
              <a:defRPr sz="800"/>
            </a:lvl3pPr>
            <a:lvl4pPr>
              <a:defRPr sz="800"/>
            </a:lvl4pPr>
            <a:lvl5pPr>
              <a:defRPr sz="800"/>
            </a:lvl5pPr>
          </a:lstStyle>
          <a:p>
            <a:pPr lvl="0"/>
            <a:r>
              <a:rPr lang="en-US" dirty="0"/>
              <a:t>Add text here</a:t>
            </a:r>
          </a:p>
        </p:txBody>
      </p:sp>
      <p:sp>
        <p:nvSpPr>
          <p:cNvPr id="14" name="Text Placeholder 8">
            <a:extLst>
              <a:ext uri="{FF2B5EF4-FFF2-40B4-BE49-F238E27FC236}">
                <a16:creationId xmlns:a16="http://schemas.microsoft.com/office/drawing/2014/main" id="{3C748DBC-DE60-DB03-C26D-75070596325F}"/>
              </a:ext>
            </a:extLst>
          </p:cNvPr>
          <p:cNvSpPr>
            <a:spLocks noGrp="1"/>
          </p:cNvSpPr>
          <p:nvPr>
            <p:ph type="body" sz="quarter" idx="17" hasCustomPrompt="1"/>
          </p:nvPr>
        </p:nvSpPr>
        <p:spPr>
          <a:xfrm>
            <a:off x="11470341" y="2939791"/>
            <a:ext cx="3720788" cy="391197"/>
          </a:xfrm>
        </p:spPr>
        <p:txBody>
          <a:bodyPr tIns="0">
            <a:noAutofit/>
          </a:bodyPr>
          <a:lstStyle>
            <a:lvl1pPr marL="0" indent="0" algn="r">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11" name="Text Placeholder 8">
            <a:extLst>
              <a:ext uri="{FF2B5EF4-FFF2-40B4-BE49-F238E27FC236}">
                <a16:creationId xmlns:a16="http://schemas.microsoft.com/office/drawing/2014/main" id="{C3B225F2-1A6E-8695-5A30-A9A48E6A54B1}"/>
              </a:ext>
            </a:extLst>
          </p:cNvPr>
          <p:cNvSpPr>
            <a:spLocks noGrp="1"/>
          </p:cNvSpPr>
          <p:nvPr>
            <p:ph type="body" sz="quarter" idx="15" hasCustomPrompt="1"/>
          </p:nvPr>
        </p:nvSpPr>
        <p:spPr>
          <a:xfrm>
            <a:off x="12964160" y="4741504"/>
            <a:ext cx="2225039" cy="777407"/>
          </a:xfrm>
        </p:spPr>
        <p:txBody>
          <a:bodyPr>
            <a:noAutofit/>
          </a:bodyPr>
          <a:lstStyle>
            <a:lvl1pPr marL="0" indent="0" algn="r">
              <a:buNone/>
              <a:defRPr sz="2600" b="1">
                <a:latin typeface="+mn-lt"/>
              </a:defRPr>
            </a:lvl1pPr>
            <a:lvl2pPr>
              <a:defRPr sz="800"/>
            </a:lvl2pPr>
            <a:lvl3pPr>
              <a:defRPr sz="800"/>
            </a:lvl3pPr>
            <a:lvl4pPr>
              <a:defRPr sz="800"/>
            </a:lvl4pPr>
            <a:lvl5pPr>
              <a:defRPr sz="800"/>
            </a:lvl5pPr>
          </a:lstStyle>
          <a:p>
            <a:pPr lvl="0"/>
            <a:r>
              <a:rPr lang="en-US" dirty="0"/>
              <a:t>Add text here</a:t>
            </a:r>
          </a:p>
        </p:txBody>
      </p:sp>
      <p:sp>
        <p:nvSpPr>
          <p:cNvPr id="15" name="Text Placeholder 8">
            <a:extLst>
              <a:ext uri="{FF2B5EF4-FFF2-40B4-BE49-F238E27FC236}">
                <a16:creationId xmlns:a16="http://schemas.microsoft.com/office/drawing/2014/main" id="{EA9179BD-E4EF-A551-D08C-FDC1D1878FB5}"/>
              </a:ext>
            </a:extLst>
          </p:cNvPr>
          <p:cNvSpPr>
            <a:spLocks noGrp="1"/>
          </p:cNvSpPr>
          <p:nvPr>
            <p:ph type="body" sz="quarter" idx="18" hasCustomPrompt="1"/>
          </p:nvPr>
        </p:nvSpPr>
        <p:spPr>
          <a:xfrm>
            <a:off x="11470340" y="5531103"/>
            <a:ext cx="3718859" cy="345952"/>
          </a:xfrm>
        </p:spPr>
        <p:txBody>
          <a:bodyPr tIns="0">
            <a:noAutofit/>
          </a:bodyPr>
          <a:lstStyle>
            <a:lvl1pPr marL="0" indent="0" algn="r">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19" name="Text Placeholder 18">
            <a:extLst>
              <a:ext uri="{FF2B5EF4-FFF2-40B4-BE49-F238E27FC236}">
                <a16:creationId xmlns:a16="http://schemas.microsoft.com/office/drawing/2014/main" id="{49975E72-610A-B25B-BD83-966D6F679931}"/>
              </a:ext>
            </a:extLst>
          </p:cNvPr>
          <p:cNvSpPr>
            <a:spLocks noGrp="1"/>
          </p:cNvSpPr>
          <p:nvPr>
            <p:ph type="body" sz="quarter" idx="20" hasCustomPrompt="1"/>
          </p:nvPr>
        </p:nvSpPr>
        <p:spPr>
          <a:xfrm>
            <a:off x="10435120" y="7979157"/>
            <a:ext cx="1717675" cy="977691"/>
          </a:xfrm>
        </p:spPr>
        <p:txBody>
          <a:bodyPr anchor="ctr">
            <a:noAutofit/>
          </a:bodyPr>
          <a:lstStyle>
            <a:lvl1pPr marL="0" indent="0" algn="ctr">
              <a:buNone/>
              <a:defRPr sz="14000">
                <a:solidFill>
                  <a:schemeClr val="accent6"/>
                </a:solidFill>
                <a:latin typeface="+mj-lt"/>
              </a:defRPr>
            </a:lvl1pPr>
            <a:lvl2pPr marL="670575" indent="0" algn="ctr">
              <a:buNone/>
              <a:defRPr>
                <a:solidFill>
                  <a:schemeClr val="accent6"/>
                </a:solidFill>
                <a:latin typeface="+mj-lt"/>
              </a:defRPr>
            </a:lvl2pPr>
            <a:lvl3pPr marL="1341150" indent="0" algn="ctr">
              <a:buNone/>
              <a:defRPr>
                <a:solidFill>
                  <a:schemeClr val="accent6"/>
                </a:solidFill>
                <a:latin typeface="+mj-lt"/>
              </a:defRPr>
            </a:lvl3pPr>
            <a:lvl4pPr marL="2011725" indent="0" algn="ctr">
              <a:buNone/>
              <a:defRPr>
                <a:solidFill>
                  <a:schemeClr val="accent6"/>
                </a:solidFill>
                <a:latin typeface="+mj-lt"/>
              </a:defRPr>
            </a:lvl4pPr>
            <a:lvl5pPr marL="2682301" indent="0" algn="ctr">
              <a:buNone/>
              <a:defRPr>
                <a:solidFill>
                  <a:schemeClr val="accent6"/>
                </a:solidFill>
                <a:latin typeface="+mj-lt"/>
              </a:defRPr>
            </a:lvl5pPr>
          </a:lstStyle>
          <a:p>
            <a:pPr lvl="0"/>
            <a:r>
              <a:rPr lang="en-US" dirty="0"/>
              <a:t>+</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8193741" y="8926454"/>
            <a:ext cx="3718859" cy="404908"/>
          </a:xfrm>
        </p:spPr>
        <p:txBody>
          <a:bodyPr>
            <a:noAutofit/>
          </a:bodyPr>
          <a:lstStyle>
            <a:lvl1pPr marL="0" indent="0" algn="l">
              <a:buNone/>
              <a:defRPr sz="2500" b="1">
                <a:latin typeface="+mn-lt"/>
              </a:defRPr>
            </a:lvl1pPr>
            <a:lvl2pPr>
              <a:defRPr sz="800"/>
            </a:lvl2pPr>
            <a:lvl3pPr>
              <a:defRPr sz="800"/>
            </a:lvl3pPr>
            <a:lvl4pPr>
              <a:defRPr sz="800"/>
            </a:lvl4pPr>
            <a:lvl5pPr>
              <a:defRPr sz="800"/>
            </a:lvl5pPr>
          </a:lstStyle>
          <a:p>
            <a:pPr lvl="0"/>
            <a:r>
              <a:rPr lang="en-US" dirty="0"/>
              <a:t>Add text here</a:t>
            </a:r>
          </a:p>
        </p:txBody>
      </p:sp>
      <p:sp>
        <p:nvSpPr>
          <p:cNvPr id="17" name="Text Placeholder 8">
            <a:extLst>
              <a:ext uri="{FF2B5EF4-FFF2-40B4-BE49-F238E27FC236}">
                <a16:creationId xmlns:a16="http://schemas.microsoft.com/office/drawing/2014/main" id="{7226799F-94CE-4F70-5AA5-74AB204BE12E}"/>
              </a:ext>
            </a:extLst>
          </p:cNvPr>
          <p:cNvSpPr>
            <a:spLocks noGrp="1"/>
          </p:cNvSpPr>
          <p:nvPr>
            <p:ph type="body" sz="quarter" idx="19" hasCustomPrompt="1"/>
          </p:nvPr>
        </p:nvSpPr>
        <p:spPr>
          <a:xfrm>
            <a:off x="8193741" y="9331362"/>
            <a:ext cx="3718859" cy="345952"/>
          </a:xfrm>
        </p:spPr>
        <p:txBody>
          <a:bodyPr tIns="0">
            <a:noAutofit/>
          </a:bodyPr>
          <a:lstStyle>
            <a:lvl1pPr marL="0" indent="0" algn="l">
              <a:buNone/>
              <a:defRPr sz="1400" b="0">
                <a:latin typeface="+mn-lt"/>
              </a:defRPr>
            </a:lvl1pPr>
            <a:lvl2pPr>
              <a:defRPr sz="800"/>
            </a:lvl2pPr>
            <a:lvl3pPr>
              <a:defRPr sz="800"/>
            </a:lvl3pPr>
            <a:lvl4pPr>
              <a:defRPr sz="800"/>
            </a:lvl4pPr>
            <a:lvl5pPr>
              <a:defRPr sz="800"/>
            </a:lvl5pPr>
          </a:lstStyle>
          <a:p>
            <a:pPr lvl="0"/>
            <a:r>
              <a:rPr lang="en-US" dirty="0"/>
              <a:t>Add text here</a:t>
            </a:r>
          </a:p>
        </p:txBody>
      </p:sp>
    </p:spTree>
    <p:extLst>
      <p:ext uri="{BB962C8B-B14F-4D97-AF65-F5344CB8AC3E}">
        <p14:creationId xmlns:p14="http://schemas.microsoft.com/office/powerpoint/2010/main" val="2484302392"/>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1" y="0"/>
            <a:ext cx="15544800" cy="5029200"/>
          </a:xfrm>
          <a:solidFill>
            <a:schemeClr val="bg2"/>
          </a:solidFill>
          <a:ln>
            <a:noFill/>
          </a:ln>
        </p:spPr>
        <p:txBody>
          <a:bodyPr anchor="ctr">
            <a:normAutofit/>
          </a:bodyPr>
          <a:lstStyle>
            <a:lvl1pPr marL="0" indent="0" algn="ctr">
              <a:buNone/>
              <a:defRPr sz="3200">
                <a:solidFill>
                  <a:schemeClr val="tx2"/>
                </a:solidFill>
              </a:defRPr>
            </a:lvl1pPr>
          </a:lstStyle>
          <a:p>
            <a:r>
              <a:rPr lang="en-US" dirty="0"/>
              <a:t>Click add picture</a:t>
            </a:r>
          </a:p>
        </p:txBody>
      </p:sp>
      <p:sp>
        <p:nvSpPr>
          <p:cNvPr id="2" name="Title 1">
            <a:extLst>
              <a:ext uri="{FF2B5EF4-FFF2-40B4-BE49-F238E27FC236}">
                <a16:creationId xmlns:a16="http://schemas.microsoft.com/office/drawing/2014/main" id="{E09C0B1F-AE2D-4325-9752-F760474C2215}"/>
              </a:ext>
            </a:extLst>
          </p:cNvPr>
          <p:cNvSpPr>
            <a:spLocks noGrp="1"/>
          </p:cNvSpPr>
          <p:nvPr>
            <p:ph type="title" hasCustomPrompt="1"/>
          </p:nvPr>
        </p:nvSpPr>
        <p:spPr>
          <a:xfrm>
            <a:off x="8499224" y="3022713"/>
            <a:ext cx="6403249" cy="1226557"/>
          </a:xfrm>
        </p:spPr>
        <p:txBody>
          <a:bodyPr rIns="0" anchor="b">
            <a:noAutofit/>
          </a:bodyPr>
          <a:lstStyle>
            <a:lvl1pPr algn="r">
              <a:defRPr sz="8800" cap="all" baseline="0">
                <a:solidFill>
                  <a:schemeClr val="accent6"/>
                </a:solidFill>
              </a:defRPr>
            </a:lvl1pPr>
          </a:lstStyle>
          <a:p>
            <a:r>
              <a:rPr lang="en-US" dirty="0"/>
              <a:t>title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p:nvPr>
        </p:nvSpPr>
        <p:spPr>
          <a:xfrm>
            <a:off x="535641" y="5602040"/>
            <a:ext cx="5072679" cy="676839"/>
          </a:xfrm>
        </p:spPr>
        <p:txBody>
          <a:bodyPr>
            <a:noAutofit/>
          </a:bodyPr>
          <a:lstStyle>
            <a:lvl1pPr marL="0" indent="0" algn="l">
              <a:buNone/>
              <a:defRPr sz="3200" b="0">
                <a:solidFill>
                  <a:schemeClr val="tx1">
                    <a:lumMod val="75000"/>
                    <a:lumOff val="25000"/>
                  </a:schemeClr>
                </a:solidFill>
                <a:latin typeface="+mj-lt"/>
              </a:defRPr>
            </a:lvl1pPr>
            <a:lvl2pPr>
              <a:defRPr sz="800"/>
            </a:lvl2pPr>
            <a:lvl3pPr>
              <a:defRPr sz="800"/>
            </a:lvl3pPr>
            <a:lvl4pPr>
              <a:defRPr sz="800"/>
            </a:lvl4pPr>
            <a:lvl5pPr>
              <a:defRPr sz="800"/>
            </a:lvl5pPr>
          </a:lstStyle>
          <a:p>
            <a:pPr lvl="0"/>
            <a:endParaRPr lang="en-US" dirty="0"/>
          </a:p>
        </p:txBody>
      </p:sp>
      <p:sp>
        <p:nvSpPr>
          <p:cNvPr id="16" name="Text Placeholder 15">
            <a:extLst>
              <a:ext uri="{FF2B5EF4-FFF2-40B4-BE49-F238E27FC236}">
                <a16:creationId xmlns:a16="http://schemas.microsoft.com/office/drawing/2014/main" id="{A34B7030-1355-6084-1BAF-2033DF4DCB9D}"/>
              </a:ext>
            </a:extLst>
          </p:cNvPr>
          <p:cNvSpPr>
            <a:spLocks noGrp="1"/>
          </p:cNvSpPr>
          <p:nvPr>
            <p:ph type="body" sz="quarter" idx="30"/>
          </p:nvPr>
        </p:nvSpPr>
        <p:spPr>
          <a:xfrm>
            <a:off x="535641" y="6527801"/>
            <a:ext cx="2363134" cy="3058160"/>
          </a:xfrm>
        </p:spPr>
        <p:txBody>
          <a:bodyPr>
            <a:noAutofit/>
          </a:bodyPr>
          <a:lstStyle>
            <a:lvl1pPr marL="0" indent="0">
              <a:buNone/>
              <a:defRPr sz="1600" b="1"/>
            </a:lvl1pPr>
            <a:lvl2pPr marL="0" indent="0">
              <a:buNone/>
              <a:defRPr sz="1400"/>
            </a:lvl2pPr>
          </a:lstStyle>
          <a:p>
            <a:pPr lvl="0"/>
            <a:r>
              <a:rPr lang="en-US" dirty="0"/>
              <a:t>Click to edit Master text styles</a:t>
            </a:r>
          </a:p>
          <a:p>
            <a:pPr lvl="1"/>
            <a:r>
              <a:rPr lang="en-US" dirty="0"/>
              <a:t>Second level</a:t>
            </a:r>
          </a:p>
        </p:txBody>
      </p:sp>
      <p:sp>
        <p:nvSpPr>
          <p:cNvPr id="19" name="Text Placeholder 15">
            <a:extLst>
              <a:ext uri="{FF2B5EF4-FFF2-40B4-BE49-F238E27FC236}">
                <a16:creationId xmlns:a16="http://schemas.microsoft.com/office/drawing/2014/main" id="{48EE813C-55D4-35DB-2360-A8DE760AC46D}"/>
              </a:ext>
            </a:extLst>
          </p:cNvPr>
          <p:cNvSpPr>
            <a:spLocks noGrp="1"/>
          </p:cNvSpPr>
          <p:nvPr>
            <p:ph type="body" sz="quarter" idx="31"/>
          </p:nvPr>
        </p:nvSpPr>
        <p:spPr>
          <a:xfrm>
            <a:off x="3245186" y="6527801"/>
            <a:ext cx="2363134" cy="3058160"/>
          </a:xfrm>
        </p:spPr>
        <p:txBody>
          <a:bodyPr>
            <a:noAutofit/>
          </a:bodyPr>
          <a:lstStyle>
            <a:lvl1pPr marL="0" indent="0">
              <a:buNone/>
              <a:defRPr sz="1600" b="1"/>
            </a:lvl1pPr>
            <a:lvl2pPr marL="0" indent="0">
              <a:buNone/>
              <a:defRPr sz="1400"/>
            </a:lvl2pPr>
          </a:lstStyle>
          <a:p>
            <a:pPr lvl="0"/>
            <a:r>
              <a:rPr lang="en-US" dirty="0"/>
              <a:t>Click to edit Master text styles</a:t>
            </a:r>
          </a:p>
          <a:p>
            <a:pPr lvl="1"/>
            <a:r>
              <a:rPr lang="en-US" dirty="0"/>
              <a:t>Second level</a:t>
            </a:r>
          </a:p>
        </p:txBody>
      </p:sp>
      <p:sp>
        <p:nvSpPr>
          <p:cNvPr id="9" name="Text Placeholder 8">
            <a:extLst>
              <a:ext uri="{FF2B5EF4-FFF2-40B4-BE49-F238E27FC236}">
                <a16:creationId xmlns:a16="http://schemas.microsoft.com/office/drawing/2014/main" id="{60ADFAF4-97E6-C8FA-FAA9-151881208A5A}"/>
              </a:ext>
            </a:extLst>
          </p:cNvPr>
          <p:cNvSpPr>
            <a:spLocks noGrp="1"/>
          </p:cNvSpPr>
          <p:nvPr>
            <p:ph type="body" sz="quarter" idx="14" hasCustomPrompt="1"/>
          </p:nvPr>
        </p:nvSpPr>
        <p:spPr>
          <a:xfrm>
            <a:off x="8499224" y="4244552"/>
            <a:ext cx="6403249" cy="404908"/>
          </a:xfrm>
        </p:spPr>
        <p:txBody>
          <a:bodyPr>
            <a:noAutofit/>
          </a:bodyPr>
          <a:lstStyle>
            <a:lvl1pPr marL="0" indent="0" algn="r">
              <a:buNone/>
              <a:defRPr sz="1800" b="1" cap="all" spc="50" baseline="0">
                <a:solidFill>
                  <a:schemeClr val="bg1"/>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15" name="Text Placeholder 8">
            <a:extLst>
              <a:ext uri="{FF2B5EF4-FFF2-40B4-BE49-F238E27FC236}">
                <a16:creationId xmlns:a16="http://schemas.microsoft.com/office/drawing/2014/main" id="{EA9179BD-E4EF-A551-D08C-FDC1D1878FB5}"/>
              </a:ext>
            </a:extLst>
          </p:cNvPr>
          <p:cNvSpPr>
            <a:spLocks noGrp="1"/>
          </p:cNvSpPr>
          <p:nvPr>
            <p:ph type="body" sz="quarter" idx="18"/>
          </p:nvPr>
        </p:nvSpPr>
        <p:spPr>
          <a:xfrm>
            <a:off x="8165167" y="5648755"/>
            <a:ext cx="3291728" cy="353762"/>
          </a:xfrm>
        </p:spPr>
        <p:txBody>
          <a:bodyPr tIns="0">
            <a:noAutofit/>
          </a:bodyPr>
          <a:lstStyle>
            <a:lvl1pPr marL="0" indent="0" algn="l">
              <a:lnSpc>
                <a:spcPct val="100000"/>
              </a:lnSpc>
              <a:spcBef>
                <a:spcPts val="1467"/>
              </a:spcBef>
              <a:buNone/>
              <a:defRPr sz="1600" b="1">
                <a:latin typeface="+mn-lt"/>
              </a:defRPr>
            </a:lvl1pPr>
            <a:lvl2pPr>
              <a:defRPr sz="800"/>
            </a:lvl2pPr>
            <a:lvl3pPr>
              <a:defRPr sz="800"/>
            </a:lvl3pPr>
            <a:lvl4pPr>
              <a:defRPr sz="800"/>
            </a:lvl4pPr>
            <a:lvl5pPr>
              <a:defRPr sz="800"/>
            </a:lvl5pPr>
          </a:lstStyle>
          <a:p>
            <a:pPr lvl="0"/>
            <a:endParaRPr lang="en-US" dirty="0"/>
          </a:p>
        </p:txBody>
      </p:sp>
      <p:sp>
        <p:nvSpPr>
          <p:cNvPr id="3" name="Text Placeholder 8">
            <a:extLst>
              <a:ext uri="{FF2B5EF4-FFF2-40B4-BE49-F238E27FC236}">
                <a16:creationId xmlns:a16="http://schemas.microsoft.com/office/drawing/2014/main" id="{A8E20A75-83F7-0969-B165-A5DAEA5D3E75}"/>
              </a:ext>
            </a:extLst>
          </p:cNvPr>
          <p:cNvSpPr>
            <a:spLocks noGrp="1"/>
          </p:cNvSpPr>
          <p:nvPr>
            <p:ph type="body" sz="quarter" idx="24"/>
          </p:nvPr>
        </p:nvSpPr>
        <p:spPr>
          <a:xfrm>
            <a:off x="8165167" y="6049348"/>
            <a:ext cx="3291728" cy="1439888"/>
          </a:xfrm>
        </p:spPr>
        <p:txBody>
          <a:bodyPr tIns="0">
            <a:noAutofit/>
          </a:bodyPr>
          <a:lstStyle>
            <a:lvl1pPr marL="0" indent="0" algn="l">
              <a:lnSpc>
                <a:spcPct val="100000"/>
              </a:lnSpc>
              <a:spcBef>
                <a:spcPts val="1467"/>
              </a:spcBef>
              <a:buNone/>
              <a:defRPr sz="1600" b="0">
                <a:latin typeface="+mn-lt"/>
              </a:defRPr>
            </a:lvl1pPr>
            <a:lvl2pPr>
              <a:defRPr sz="800"/>
            </a:lvl2pPr>
            <a:lvl3pPr>
              <a:defRPr sz="800"/>
            </a:lvl3pPr>
            <a:lvl4pPr>
              <a:defRPr sz="800"/>
            </a:lvl4pPr>
            <a:lvl5pPr>
              <a:defRPr sz="800"/>
            </a:lvl5pPr>
          </a:lstStyle>
          <a:p>
            <a:pPr lvl="0"/>
            <a:endParaRPr lang="en-US" dirty="0"/>
          </a:p>
        </p:txBody>
      </p:sp>
      <p:sp>
        <p:nvSpPr>
          <p:cNvPr id="6" name="Text Placeholder 8">
            <a:extLst>
              <a:ext uri="{FF2B5EF4-FFF2-40B4-BE49-F238E27FC236}">
                <a16:creationId xmlns:a16="http://schemas.microsoft.com/office/drawing/2014/main" id="{053B6B22-F226-E621-D9B5-982EFD16EF87}"/>
              </a:ext>
            </a:extLst>
          </p:cNvPr>
          <p:cNvSpPr>
            <a:spLocks noGrp="1"/>
          </p:cNvSpPr>
          <p:nvPr>
            <p:ph type="body" sz="quarter" idx="26"/>
          </p:nvPr>
        </p:nvSpPr>
        <p:spPr>
          <a:xfrm>
            <a:off x="8165167" y="7745479"/>
            <a:ext cx="3291728" cy="353762"/>
          </a:xfrm>
        </p:spPr>
        <p:txBody>
          <a:bodyPr tIns="0">
            <a:noAutofit/>
          </a:bodyPr>
          <a:lstStyle>
            <a:lvl1pPr marL="0" indent="0" algn="l">
              <a:lnSpc>
                <a:spcPct val="100000"/>
              </a:lnSpc>
              <a:spcBef>
                <a:spcPts val="1467"/>
              </a:spcBef>
              <a:buNone/>
              <a:defRPr sz="1600" b="1">
                <a:latin typeface="+mn-lt"/>
              </a:defRPr>
            </a:lvl1pPr>
            <a:lvl2pPr>
              <a:defRPr sz="800"/>
            </a:lvl2pPr>
            <a:lvl3pPr>
              <a:defRPr sz="800"/>
            </a:lvl3pPr>
            <a:lvl4pPr>
              <a:defRPr sz="800"/>
            </a:lvl4pPr>
            <a:lvl5pPr>
              <a:defRPr sz="800"/>
            </a:lvl5pPr>
          </a:lstStyle>
          <a:p>
            <a:pPr lvl="0"/>
            <a:endParaRPr lang="en-US" dirty="0"/>
          </a:p>
        </p:txBody>
      </p:sp>
      <p:sp>
        <p:nvSpPr>
          <p:cNvPr id="11" name="Text Placeholder 8">
            <a:extLst>
              <a:ext uri="{FF2B5EF4-FFF2-40B4-BE49-F238E27FC236}">
                <a16:creationId xmlns:a16="http://schemas.microsoft.com/office/drawing/2014/main" id="{DD57744C-08F8-6D86-4319-1337055FFB02}"/>
              </a:ext>
            </a:extLst>
          </p:cNvPr>
          <p:cNvSpPr>
            <a:spLocks noGrp="1"/>
          </p:cNvSpPr>
          <p:nvPr>
            <p:ph type="body" sz="quarter" idx="28"/>
          </p:nvPr>
        </p:nvSpPr>
        <p:spPr>
          <a:xfrm>
            <a:off x="8165167" y="8146072"/>
            <a:ext cx="3291728" cy="1439888"/>
          </a:xfrm>
        </p:spPr>
        <p:txBody>
          <a:bodyPr tIns="0">
            <a:noAutofit/>
          </a:bodyPr>
          <a:lstStyle>
            <a:lvl1pPr marL="0" indent="0" algn="l">
              <a:lnSpc>
                <a:spcPct val="100000"/>
              </a:lnSpc>
              <a:spcBef>
                <a:spcPts val="1467"/>
              </a:spcBef>
              <a:buNone/>
              <a:defRPr sz="1600" b="0">
                <a:latin typeface="+mn-lt"/>
              </a:defRPr>
            </a:lvl1pPr>
            <a:lvl2pPr>
              <a:defRPr sz="800"/>
            </a:lvl2pPr>
            <a:lvl3pPr>
              <a:defRPr sz="800"/>
            </a:lvl3pPr>
            <a:lvl4pPr>
              <a:defRPr sz="800"/>
            </a:lvl4pPr>
            <a:lvl5pPr>
              <a:defRPr sz="800"/>
            </a:lvl5pPr>
          </a:lstStyle>
          <a:p>
            <a:pPr lvl="0"/>
            <a:endParaRPr lang="en-US" dirty="0"/>
          </a:p>
        </p:txBody>
      </p:sp>
      <p:sp>
        <p:nvSpPr>
          <p:cNvPr id="13" name="Text Placeholder 8">
            <a:extLst>
              <a:ext uri="{FF2B5EF4-FFF2-40B4-BE49-F238E27FC236}">
                <a16:creationId xmlns:a16="http://schemas.microsoft.com/office/drawing/2014/main" id="{CCD8E470-03CD-13FF-2758-B16BB747E940}"/>
              </a:ext>
            </a:extLst>
          </p:cNvPr>
          <p:cNvSpPr>
            <a:spLocks noGrp="1"/>
          </p:cNvSpPr>
          <p:nvPr>
            <p:ph type="body" sz="quarter" idx="22"/>
          </p:nvPr>
        </p:nvSpPr>
        <p:spPr>
          <a:xfrm>
            <a:off x="11814812" y="5648755"/>
            <a:ext cx="3291728" cy="353762"/>
          </a:xfrm>
        </p:spPr>
        <p:txBody>
          <a:bodyPr tIns="0">
            <a:noAutofit/>
          </a:bodyPr>
          <a:lstStyle>
            <a:lvl1pPr marL="0" indent="0" algn="l">
              <a:lnSpc>
                <a:spcPct val="100000"/>
              </a:lnSpc>
              <a:spcBef>
                <a:spcPts val="1467"/>
              </a:spcBef>
              <a:buNone/>
              <a:defRPr sz="1600" b="1">
                <a:latin typeface="+mn-lt"/>
              </a:defRPr>
            </a:lvl1pPr>
            <a:lvl2pPr>
              <a:defRPr sz="800"/>
            </a:lvl2pPr>
            <a:lvl3pPr>
              <a:defRPr sz="800"/>
            </a:lvl3pPr>
            <a:lvl4pPr>
              <a:defRPr sz="800"/>
            </a:lvl4pPr>
            <a:lvl5pPr>
              <a:defRPr sz="800"/>
            </a:lvl5pPr>
          </a:lstStyle>
          <a:p>
            <a:pPr lvl="0"/>
            <a:endParaRPr lang="en-US" dirty="0"/>
          </a:p>
        </p:txBody>
      </p:sp>
      <p:sp>
        <p:nvSpPr>
          <p:cNvPr id="4" name="Text Placeholder 8">
            <a:extLst>
              <a:ext uri="{FF2B5EF4-FFF2-40B4-BE49-F238E27FC236}">
                <a16:creationId xmlns:a16="http://schemas.microsoft.com/office/drawing/2014/main" id="{6FEEAD3B-60A3-F114-2A49-EA9329E38E07}"/>
              </a:ext>
            </a:extLst>
          </p:cNvPr>
          <p:cNvSpPr>
            <a:spLocks noGrp="1"/>
          </p:cNvSpPr>
          <p:nvPr>
            <p:ph type="body" sz="quarter" idx="25"/>
          </p:nvPr>
        </p:nvSpPr>
        <p:spPr>
          <a:xfrm>
            <a:off x="11814812" y="6049348"/>
            <a:ext cx="3291728" cy="1439888"/>
          </a:xfrm>
        </p:spPr>
        <p:txBody>
          <a:bodyPr tIns="0">
            <a:noAutofit/>
          </a:bodyPr>
          <a:lstStyle>
            <a:lvl1pPr marL="0" indent="0" algn="l">
              <a:lnSpc>
                <a:spcPct val="100000"/>
              </a:lnSpc>
              <a:spcBef>
                <a:spcPts val="1467"/>
              </a:spcBef>
              <a:buNone/>
              <a:defRPr sz="1600" b="0">
                <a:latin typeface="+mn-lt"/>
              </a:defRPr>
            </a:lvl1pPr>
            <a:lvl2pPr>
              <a:defRPr sz="800"/>
            </a:lvl2pPr>
            <a:lvl3pPr>
              <a:defRPr sz="800"/>
            </a:lvl3pPr>
            <a:lvl4pPr>
              <a:defRPr sz="800"/>
            </a:lvl4pPr>
            <a:lvl5pPr>
              <a:defRPr sz="800"/>
            </a:lvl5pPr>
          </a:lstStyle>
          <a:p>
            <a:pPr lvl="0"/>
            <a:endParaRPr lang="en-US" dirty="0"/>
          </a:p>
        </p:txBody>
      </p:sp>
      <p:sp>
        <p:nvSpPr>
          <p:cNvPr id="7" name="Text Placeholder 8">
            <a:extLst>
              <a:ext uri="{FF2B5EF4-FFF2-40B4-BE49-F238E27FC236}">
                <a16:creationId xmlns:a16="http://schemas.microsoft.com/office/drawing/2014/main" id="{BBE30A86-EF2B-96D6-B454-A0BFDB38352A}"/>
              </a:ext>
            </a:extLst>
          </p:cNvPr>
          <p:cNvSpPr>
            <a:spLocks noGrp="1"/>
          </p:cNvSpPr>
          <p:nvPr>
            <p:ph type="body" sz="quarter" idx="27"/>
          </p:nvPr>
        </p:nvSpPr>
        <p:spPr>
          <a:xfrm>
            <a:off x="11814812" y="7745479"/>
            <a:ext cx="3291728" cy="353762"/>
          </a:xfrm>
        </p:spPr>
        <p:txBody>
          <a:bodyPr tIns="0">
            <a:noAutofit/>
          </a:bodyPr>
          <a:lstStyle>
            <a:lvl1pPr marL="0" indent="0" algn="l">
              <a:lnSpc>
                <a:spcPct val="100000"/>
              </a:lnSpc>
              <a:spcBef>
                <a:spcPts val="1467"/>
              </a:spcBef>
              <a:buNone/>
              <a:defRPr sz="1600" b="1">
                <a:latin typeface="+mn-lt"/>
              </a:defRPr>
            </a:lvl1pPr>
            <a:lvl2pPr>
              <a:defRPr sz="800"/>
            </a:lvl2pPr>
            <a:lvl3pPr>
              <a:defRPr sz="800"/>
            </a:lvl3pPr>
            <a:lvl4pPr>
              <a:defRPr sz="800"/>
            </a:lvl4pPr>
            <a:lvl5pPr>
              <a:defRPr sz="800"/>
            </a:lvl5pPr>
          </a:lstStyle>
          <a:p>
            <a:pPr lvl="0"/>
            <a:endParaRPr lang="en-US" dirty="0"/>
          </a:p>
        </p:txBody>
      </p:sp>
      <p:sp>
        <p:nvSpPr>
          <p:cNvPr id="14" name="Text Placeholder 8">
            <a:extLst>
              <a:ext uri="{FF2B5EF4-FFF2-40B4-BE49-F238E27FC236}">
                <a16:creationId xmlns:a16="http://schemas.microsoft.com/office/drawing/2014/main" id="{38B49DB9-8A87-8178-26B4-0CA7A44AF3E3}"/>
              </a:ext>
            </a:extLst>
          </p:cNvPr>
          <p:cNvSpPr>
            <a:spLocks noGrp="1"/>
          </p:cNvSpPr>
          <p:nvPr>
            <p:ph type="body" sz="quarter" idx="29"/>
          </p:nvPr>
        </p:nvSpPr>
        <p:spPr>
          <a:xfrm>
            <a:off x="11814812" y="8146072"/>
            <a:ext cx="3291728" cy="1439888"/>
          </a:xfrm>
        </p:spPr>
        <p:txBody>
          <a:bodyPr tIns="0">
            <a:noAutofit/>
          </a:bodyPr>
          <a:lstStyle>
            <a:lvl1pPr marL="0" indent="0" algn="l">
              <a:lnSpc>
                <a:spcPct val="100000"/>
              </a:lnSpc>
              <a:spcBef>
                <a:spcPts val="1467"/>
              </a:spcBef>
              <a:buNone/>
              <a:defRPr sz="1600" b="0">
                <a:latin typeface="+mn-lt"/>
              </a:defRPr>
            </a:lvl1pPr>
            <a:lvl2pPr>
              <a:defRPr sz="800"/>
            </a:lvl2pPr>
            <a:lvl3pPr>
              <a:defRPr sz="800"/>
            </a:lvl3pPr>
            <a:lvl4pPr>
              <a:defRPr sz="800"/>
            </a:lvl4pPr>
            <a:lvl5pPr>
              <a:defRPr sz="800"/>
            </a:lvl5pPr>
          </a:lstStyle>
          <a:p>
            <a:pPr lvl="0"/>
            <a:endParaRPr lang="en-US" dirty="0"/>
          </a:p>
        </p:txBody>
      </p:sp>
      <p:sp>
        <p:nvSpPr>
          <p:cNvPr id="18" name="Slide Number Placeholder 3">
            <a:extLst>
              <a:ext uri="{FF2B5EF4-FFF2-40B4-BE49-F238E27FC236}">
                <a16:creationId xmlns:a16="http://schemas.microsoft.com/office/drawing/2014/main" id="{0817E17B-B733-D4DB-5853-06805F33B7A6}"/>
              </a:ext>
            </a:extLst>
          </p:cNvPr>
          <p:cNvSpPr>
            <a:spLocks noGrp="1"/>
          </p:cNvSpPr>
          <p:nvPr>
            <p:ph type="sldNum" sz="quarter" idx="4"/>
          </p:nvPr>
        </p:nvSpPr>
        <p:spPr>
          <a:xfrm>
            <a:off x="14837015" y="9523584"/>
            <a:ext cx="426592" cy="275808"/>
          </a:xfrm>
          <a:prstGeom prst="rect">
            <a:avLst/>
          </a:prstGeom>
        </p:spPr>
        <p:txBody>
          <a:bodyPr>
            <a:noAutofit/>
          </a:bodyPr>
          <a:lstStyle>
            <a:lvl1pPr algn="r">
              <a:defRPr sz="1200" b="0" i="0">
                <a:latin typeface="Posterama" panose="020B0504020200020000" pitchFamily="34" charset="0"/>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3658813646"/>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0B1F-AE2D-4325-9752-F760474C2215}"/>
              </a:ext>
            </a:extLst>
          </p:cNvPr>
          <p:cNvSpPr>
            <a:spLocks noGrp="1"/>
          </p:cNvSpPr>
          <p:nvPr>
            <p:ph type="title" hasCustomPrompt="1"/>
          </p:nvPr>
        </p:nvSpPr>
        <p:spPr>
          <a:xfrm>
            <a:off x="1212027" y="740703"/>
            <a:ext cx="4909185" cy="2155566"/>
          </a:xfrm>
        </p:spPr>
        <p:txBody>
          <a:bodyPr rIns="0" anchor="b">
            <a:noAutofit/>
          </a:bodyPr>
          <a:lstStyle>
            <a:lvl1pPr algn="l">
              <a:defRPr sz="6000" cap="none" baseline="0">
                <a:solidFill>
                  <a:schemeClr val="accent6"/>
                </a:solidFill>
              </a:defRPr>
            </a:lvl1pPr>
          </a:lstStyle>
          <a:p>
            <a:r>
              <a:rPr lang="en-US" dirty="0"/>
              <a:t>Add title here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1212027" y="2932342"/>
            <a:ext cx="4909185" cy="676839"/>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11492" y="4165448"/>
            <a:ext cx="7796955" cy="5892951"/>
          </a:xfrm>
          <a:solidFill>
            <a:schemeClr val="bg2"/>
          </a:solidFill>
          <a:ln>
            <a:noFill/>
          </a:ln>
        </p:spPr>
        <p:txBody>
          <a:bodyPr anchor="ctr">
            <a:normAutofit/>
          </a:bodyPr>
          <a:lstStyle>
            <a:lvl1pPr marL="0" indent="0" algn="ctr">
              <a:buNone/>
              <a:defRPr sz="3200">
                <a:solidFill>
                  <a:schemeClr val="tx2"/>
                </a:solidFill>
              </a:defRPr>
            </a:lvl1pPr>
          </a:lstStyle>
          <a:p>
            <a:r>
              <a:rPr lang="en-US" dirty="0"/>
              <a:t>Click add picture</a:t>
            </a:r>
          </a:p>
        </p:txBody>
      </p:sp>
      <p:sp>
        <p:nvSpPr>
          <p:cNvPr id="11" name="Text Placeholder 8">
            <a:extLst>
              <a:ext uri="{FF2B5EF4-FFF2-40B4-BE49-F238E27FC236}">
                <a16:creationId xmlns:a16="http://schemas.microsoft.com/office/drawing/2014/main" id="{AC2F1381-5C0D-B70E-6A79-854DD616CCDA}"/>
              </a:ext>
            </a:extLst>
          </p:cNvPr>
          <p:cNvSpPr>
            <a:spLocks noGrp="1"/>
          </p:cNvSpPr>
          <p:nvPr>
            <p:ph type="body" sz="quarter" idx="18" hasCustomPrompt="1"/>
          </p:nvPr>
        </p:nvSpPr>
        <p:spPr>
          <a:xfrm>
            <a:off x="8124825" y="551330"/>
            <a:ext cx="6897461" cy="8527356"/>
          </a:xfrm>
        </p:spPr>
        <p:txBody>
          <a:bodyPr tIns="0" numCol="2" spcCol="548640">
            <a:noAutofit/>
          </a:bodyPr>
          <a:lstStyle>
            <a:lvl1pPr marL="0" indent="0" algn="l">
              <a:lnSpc>
                <a:spcPct val="120000"/>
              </a:lnSpc>
              <a:spcBef>
                <a:spcPts val="1467"/>
              </a:spcBef>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8" name="Text Placeholder 8">
            <a:extLst>
              <a:ext uri="{FF2B5EF4-FFF2-40B4-BE49-F238E27FC236}">
                <a16:creationId xmlns:a16="http://schemas.microsoft.com/office/drawing/2014/main" id="{73DB6966-6993-4AEE-2D1A-18E9520431E8}"/>
              </a:ext>
            </a:extLst>
          </p:cNvPr>
          <p:cNvSpPr>
            <a:spLocks noGrp="1"/>
          </p:cNvSpPr>
          <p:nvPr>
            <p:ph type="body" sz="quarter" idx="21" hasCustomPrompt="1"/>
          </p:nvPr>
        </p:nvSpPr>
        <p:spPr>
          <a:xfrm>
            <a:off x="8165166" y="9342119"/>
            <a:ext cx="3535681" cy="310981"/>
          </a:xfrm>
        </p:spPr>
        <p:txBody>
          <a:bodyPr tIns="0">
            <a:noAutofit/>
          </a:bodyPr>
          <a:lstStyle>
            <a:lvl1pPr marL="0" indent="0" algn="l">
              <a:spcBef>
                <a:spcPts val="1200"/>
              </a:spcBef>
              <a:buNone/>
              <a:defRPr sz="1200" b="0">
                <a:latin typeface="+mj-lt"/>
              </a:defRPr>
            </a:lvl1pPr>
            <a:lvl2pPr>
              <a:defRPr sz="800"/>
            </a:lvl2pPr>
            <a:lvl3pPr>
              <a:defRPr sz="800"/>
            </a:lvl3pPr>
            <a:lvl4pPr>
              <a:defRPr sz="800"/>
            </a:lvl4pPr>
            <a:lvl5pPr>
              <a:defRPr sz="800"/>
            </a:lvl5pPr>
          </a:lstStyle>
          <a:p>
            <a:pPr lvl="0"/>
            <a:r>
              <a:rPr lang="en-US" dirty="0"/>
              <a:t>Add text here</a:t>
            </a:r>
          </a:p>
        </p:txBody>
      </p:sp>
      <p:sp>
        <p:nvSpPr>
          <p:cNvPr id="7" name="Slide Number Placeholder 3">
            <a:extLst>
              <a:ext uri="{FF2B5EF4-FFF2-40B4-BE49-F238E27FC236}">
                <a16:creationId xmlns:a16="http://schemas.microsoft.com/office/drawing/2014/main" id="{964F4972-0AE0-DD5D-2D9E-3C714122A224}"/>
              </a:ext>
            </a:extLst>
          </p:cNvPr>
          <p:cNvSpPr>
            <a:spLocks noGrp="1"/>
          </p:cNvSpPr>
          <p:nvPr>
            <p:ph type="sldNum" sz="quarter" idx="4"/>
          </p:nvPr>
        </p:nvSpPr>
        <p:spPr>
          <a:xfrm>
            <a:off x="14837015" y="9523584"/>
            <a:ext cx="426592" cy="275808"/>
          </a:xfrm>
          <a:prstGeom prst="rect">
            <a:avLst/>
          </a:prstGeom>
        </p:spPr>
        <p:txBody>
          <a:bodyPr>
            <a:noAutofit/>
          </a:bodyPr>
          <a:lstStyle>
            <a:lvl1pPr algn="r">
              <a:defRPr sz="1200" b="0" i="0">
                <a:latin typeface="Posterama" panose="020B0504020200020000" pitchFamily="34" charset="0"/>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4273407575"/>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0B1F-AE2D-4325-9752-F760474C2215}"/>
              </a:ext>
            </a:extLst>
          </p:cNvPr>
          <p:cNvSpPr>
            <a:spLocks noGrp="1"/>
          </p:cNvSpPr>
          <p:nvPr>
            <p:ph type="title" hasCustomPrompt="1"/>
          </p:nvPr>
        </p:nvSpPr>
        <p:spPr>
          <a:xfrm>
            <a:off x="11806757" y="1126980"/>
            <a:ext cx="3132925" cy="1353591"/>
          </a:xfrm>
        </p:spPr>
        <p:txBody>
          <a:bodyPr rIns="0" anchor="ctr">
            <a:noAutofit/>
          </a:bodyPr>
          <a:lstStyle>
            <a:lvl1pPr algn="ctr">
              <a:defRPr sz="2400" cap="none" baseline="0">
                <a:solidFill>
                  <a:schemeClr val="accent6"/>
                </a:solidFill>
              </a:defRPr>
            </a:lvl1pPr>
          </a:lstStyle>
          <a:p>
            <a:pPr lvl="0"/>
            <a:r>
              <a:rPr lang="en-US" dirty="0"/>
              <a:t>Add text here</a:t>
            </a:r>
          </a:p>
        </p:txBody>
      </p:sp>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0" y="1"/>
            <a:ext cx="11441723" cy="5029200"/>
          </a:xfrm>
          <a:solidFill>
            <a:schemeClr val="bg2"/>
          </a:solidFill>
          <a:ln>
            <a:noFill/>
          </a:ln>
        </p:spPr>
        <p:txBody>
          <a:bodyPr anchor="ctr">
            <a:normAutofit/>
          </a:bodyPr>
          <a:lstStyle>
            <a:lvl1pPr marL="0" indent="0" algn="ctr">
              <a:buNone/>
              <a:defRPr sz="3200">
                <a:solidFill>
                  <a:schemeClr val="tx2"/>
                </a:solidFill>
              </a:defRPr>
            </a:lvl1pPr>
          </a:lstStyle>
          <a:p>
            <a:r>
              <a:rPr lang="en-US" dirty="0"/>
              <a:t>Click add picture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11806757" y="567079"/>
            <a:ext cx="3132925" cy="374215"/>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9" name="Text Placeholder 8">
            <a:extLst>
              <a:ext uri="{FF2B5EF4-FFF2-40B4-BE49-F238E27FC236}">
                <a16:creationId xmlns:a16="http://schemas.microsoft.com/office/drawing/2014/main" id="{61605478-564B-7450-494C-5316F6FE5C3F}"/>
              </a:ext>
            </a:extLst>
          </p:cNvPr>
          <p:cNvSpPr>
            <a:spLocks noGrp="1"/>
          </p:cNvSpPr>
          <p:nvPr>
            <p:ph type="body" sz="quarter" idx="22" hasCustomPrompt="1"/>
          </p:nvPr>
        </p:nvSpPr>
        <p:spPr>
          <a:xfrm>
            <a:off x="444500" y="5432238"/>
            <a:ext cx="6935135" cy="4340260"/>
          </a:xfrm>
        </p:spPr>
        <p:txBody>
          <a:bodyPr numCol="2" spcCol="365760">
            <a:noAutofit/>
          </a:bodyPr>
          <a:lstStyle>
            <a:lvl1pPr marL="0" indent="0">
              <a:lnSpc>
                <a:spcPct val="130000"/>
              </a:lnSpc>
              <a:buNone/>
              <a:defRPr sz="1400"/>
            </a:lvl1pPr>
            <a:lvl2pPr marL="670575" indent="0">
              <a:buNone/>
              <a:defRPr sz="1400"/>
            </a:lvl2pPr>
            <a:lvl3pPr marL="1341150" indent="0">
              <a:buNone/>
              <a:defRPr sz="1400"/>
            </a:lvl3pPr>
            <a:lvl4pPr marL="2011725" indent="0">
              <a:buNone/>
              <a:defRPr sz="1400"/>
            </a:lvl4pPr>
            <a:lvl5pPr marL="2682301" indent="0">
              <a:buNone/>
              <a:defRPr sz="1400"/>
            </a:lvl5pPr>
          </a:lstStyle>
          <a:p>
            <a:pPr lvl="0"/>
            <a:r>
              <a:rPr lang="en-US" dirty="0"/>
              <a:t>Add text here</a:t>
            </a:r>
          </a:p>
        </p:txBody>
      </p:sp>
      <p:sp>
        <p:nvSpPr>
          <p:cNvPr id="11" name="Text Placeholder 8">
            <a:extLst>
              <a:ext uri="{FF2B5EF4-FFF2-40B4-BE49-F238E27FC236}">
                <a16:creationId xmlns:a16="http://schemas.microsoft.com/office/drawing/2014/main" id="{AB0659C8-6C7D-CF3D-81AF-0C81070F906F}"/>
              </a:ext>
            </a:extLst>
          </p:cNvPr>
          <p:cNvSpPr>
            <a:spLocks noGrp="1"/>
          </p:cNvSpPr>
          <p:nvPr>
            <p:ph type="body" sz="quarter" idx="23" hasCustomPrompt="1"/>
          </p:nvPr>
        </p:nvSpPr>
        <p:spPr>
          <a:xfrm>
            <a:off x="8152597" y="5432239"/>
            <a:ext cx="3384979" cy="4340260"/>
          </a:xfrm>
        </p:spPr>
        <p:txBody>
          <a:bodyPr numCol="1" spcCol="365760">
            <a:noAutofit/>
          </a:bodyPr>
          <a:lstStyle>
            <a:lvl1pPr marL="0" indent="0">
              <a:lnSpc>
                <a:spcPct val="130000"/>
              </a:lnSpc>
              <a:buNone/>
              <a:defRPr sz="1400"/>
            </a:lvl1pPr>
            <a:lvl2pPr marL="670575" indent="0">
              <a:buNone/>
              <a:defRPr sz="1400"/>
            </a:lvl2pPr>
            <a:lvl3pPr marL="1341150" indent="0">
              <a:buNone/>
              <a:defRPr sz="1400"/>
            </a:lvl3pPr>
            <a:lvl4pPr marL="2011725" indent="0">
              <a:buNone/>
              <a:defRPr sz="1400"/>
            </a:lvl4pPr>
            <a:lvl5pPr marL="2682301" indent="0">
              <a:buNone/>
              <a:defRPr sz="1400"/>
            </a:lvl5pPr>
          </a:lstStyle>
          <a:p>
            <a:pPr lvl="0"/>
            <a:r>
              <a:rPr lang="en-US" dirty="0"/>
              <a:t>Add text here</a:t>
            </a:r>
          </a:p>
        </p:txBody>
      </p:sp>
      <p:sp>
        <p:nvSpPr>
          <p:cNvPr id="14" name="Text Placeholder 8">
            <a:extLst>
              <a:ext uri="{FF2B5EF4-FFF2-40B4-BE49-F238E27FC236}">
                <a16:creationId xmlns:a16="http://schemas.microsoft.com/office/drawing/2014/main" id="{38F699F0-AD0E-1E0C-6214-A42AF7F285ED}"/>
              </a:ext>
            </a:extLst>
          </p:cNvPr>
          <p:cNvSpPr>
            <a:spLocks noGrp="1"/>
          </p:cNvSpPr>
          <p:nvPr>
            <p:ph type="body" sz="quarter" idx="24" hasCustomPrompt="1"/>
          </p:nvPr>
        </p:nvSpPr>
        <p:spPr>
          <a:xfrm>
            <a:off x="11806757" y="2699238"/>
            <a:ext cx="3132925" cy="7073260"/>
          </a:xfrm>
        </p:spPr>
        <p:txBody>
          <a:bodyPr numCol="1" spcCol="365760">
            <a:noAutofit/>
          </a:bodyPr>
          <a:lstStyle>
            <a:lvl1pPr marL="0" indent="0">
              <a:lnSpc>
                <a:spcPct val="130000"/>
              </a:lnSpc>
              <a:buNone/>
              <a:defRPr sz="1400">
                <a:latin typeface="+mn-lt"/>
              </a:defRPr>
            </a:lvl1pPr>
            <a:lvl2pPr marL="670575" indent="0">
              <a:buNone/>
              <a:defRPr sz="1400"/>
            </a:lvl2pPr>
            <a:lvl3pPr marL="1341150" indent="0">
              <a:buNone/>
              <a:defRPr sz="1400"/>
            </a:lvl3pPr>
            <a:lvl4pPr marL="2011725" indent="0">
              <a:buNone/>
              <a:defRPr sz="1400"/>
            </a:lvl4pPr>
            <a:lvl5pPr marL="2682301" indent="0">
              <a:buNone/>
              <a:defRPr sz="1400"/>
            </a:lvl5pPr>
          </a:lstStyle>
          <a:p>
            <a:pPr lvl="0"/>
            <a:r>
              <a:rPr lang="en-US" dirty="0"/>
              <a:t>Add text here</a:t>
            </a:r>
          </a:p>
        </p:txBody>
      </p:sp>
      <p:sp>
        <p:nvSpPr>
          <p:cNvPr id="7" name="Slide Number Placeholder 3">
            <a:extLst>
              <a:ext uri="{FF2B5EF4-FFF2-40B4-BE49-F238E27FC236}">
                <a16:creationId xmlns:a16="http://schemas.microsoft.com/office/drawing/2014/main" id="{964F4972-0AE0-DD5D-2D9E-3C714122A224}"/>
              </a:ext>
            </a:extLst>
          </p:cNvPr>
          <p:cNvSpPr>
            <a:spLocks noGrp="1"/>
          </p:cNvSpPr>
          <p:nvPr>
            <p:ph type="sldNum" sz="quarter" idx="4"/>
          </p:nvPr>
        </p:nvSpPr>
        <p:spPr>
          <a:xfrm>
            <a:off x="14823568" y="9523584"/>
            <a:ext cx="426592" cy="275808"/>
          </a:xfrm>
          <a:prstGeom prst="rect">
            <a:avLst/>
          </a:prstGeom>
        </p:spPr>
        <p:txBody>
          <a:bodyPr>
            <a:noAutofit/>
          </a:bodyPr>
          <a:lstStyle>
            <a:lvl1pPr algn="r">
              <a:defRPr sz="1200" b="0" i="0">
                <a:latin typeface="+mj-lt"/>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2011749541"/>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_3">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3146612" y="-11069"/>
            <a:ext cx="8321040" cy="5085390"/>
          </a:xfrm>
          <a:solidFill>
            <a:schemeClr val="bg2"/>
          </a:solidFill>
          <a:ln>
            <a:noFill/>
          </a:ln>
        </p:spPr>
        <p:txBody>
          <a:bodyPr anchor="ctr">
            <a:normAutofit/>
          </a:bodyPr>
          <a:lstStyle>
            <a:lvl1pPr marL="0" indent="0" algn="r">
              <a:buNone/>
              <a:defRPr sz="3200">
                <a:solidFill>
                  <a:schemeClr val="tx2"/>
                </a:solidFill>
              </a:defRPr>
            </a:lvl1pPr>
          </a:lstStyle>
          <a:p>
            <a:r>
              <a:rPr lang="en-US" dirty="0"/>
              <a:t>Click add picture</a:t>
            </a:r>
          </a:p>
        </p:txBody>
      </p:sp>
      <p:sp>
        <p:nvSpPr>
          <p:cNvPr id="13" name="Title 12">
            <a:extLst>
              <a:ext uri="{FF2B5EF4-FFF2-40B4-BE49-F238E27FC236}">
                <a16:creationId xmlns:a16="http://schemas.microsoft.com/office/drawing/2014/main" id="{5720D8CC-A9D1-0B71-DCF3-D324C9913929}"/>
              </a:ext>
            </a:extLst>
          </p:cNvPr>
          <p:cNvSpPr>
            <a:spLocks noGrp="1"/>
          </p:cNvSpPr>
          <p:nvPr>
            <p:ph type="title" hasCustomPrompt="1"/>
          </p:nvPr>
        </p:nvSpPr>
        <p:spPr>
          <a:xfrm>
            <a:off x="1176281" y="965823"/>
            <a:ext cx="5695166" cy="1944159"/>
          </a:xfrm>
        </p:spPr>
        <p:txBody>
          <a:bodyPr anchor="b">
            <a:noAutofit/>
          </a:bodyPr>
          <a:lstStyle>
            <a:lvl1pPr>
              <a:defRPr sz="6000">
                <a:solidFill>
                  <a:schemeClr val="tx2"/>
                </a:solidFill>
              </a:defRPr>
            </a:lvl1pPr>
          </a:lstStyle>
          <a:p>
            <a:r>
              <a:rPr lang="en-US" dirty="0"/>
              <a:t>Add title here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1176281" y="2952627"/>
            <a:ext cx="5695166" cy="374215"/>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4" name="Text Placeholder 2">
            <a:extLst>
              <a:ext uri="{FF2B5EF4-FFF2-40B4-BE49-F238E27FC236}">
                <a16:creationId xmlns:a16="http://schemas.microsoft.com/office/drawing/2014/main" id="{EBA2490A-85A9-6994-245C-D588B46A2B71}"/>
              </a:ext>
            </a:extLst>
          </p:cNvPr>
          <p:cNvSpPr>
            <a:spLocks noGrp="1"/>
          </p:cNvSpPr>
          <p:nvPr>
            <p:ph type="body" sz="quarter" idx="29" hasCustomPrompt="1"/>
          </p:nvPr>
        </p:nvSpPr>
        <p:spPr>
          <a:xfrm>
            <a:off x="11823911" y="528491"/>
            <a:ext cx="3316823" cy="3332964"/>
          </a:xfrm>
        </p:spPr>
        <p:txBody>
          <a:bodyPr numCol="1"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15" name="Text Placeholder 8">
            <a:extLst>
              <a:ext uri="{FF2B5EF4-FFF2-40B4-BE49-F238E27FC236}">
                <a16:creationId xmlns:a16="http://schemas.microsoft.com/office/drawing/2014/main" id="{67CA9AE6-592E-BBD0-F95C-21526146B1A9}"/>
              </a:ext>
            </a:extLst>
          </p:cNvPr>
          <p:cNvSpPr>
            <a:spLocks noGrp="1"/>
          </p:cNvSpPr>
          <p:nvPr>
            <p:ph type="body" sz="quarter" idx="26" hasCustomPrompt="1"/>
          </p:nvPr>
        </p:nvSpPr>
        <p:spPr>
          <a:xfrm>
            <a:off x="11833971" y="4104638"/>
            <a:ext cx="3306763" cy="574938"/>
          </a:xfrm>
        </p:spPr>
        <p:txBody>
          <a:bodyPr>
            <a:noAutofit/>
          </a:bodyPr>
          <a:lstStyle>
            <a:lvl1pPr marL="0" indent="0" algn="l">
              <a:spcBef>
                <a:spcPts val="800"/>
              </a:spcBef>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3" name="Text Placeholder 2">
            <a:extLst>
              <a:ext uri="{FF2B5EF4-FFF2-40B4-BE49-F238E27FC236}">
                <a16:creationId xmlns:a16="http://schemas.microsoft.com/office/drawing/2014/main" id="{5BD9716E-C53F-614D-E5BB-53F55A28B970}"/>
              </a:ext>
            </a:extLst>
          </p:cNvPr>
          <p:cNvSpPr>
            <a:spLocks noGrp="1"/>
          </p:cNvSpPr>
          <p:nvPr>
            <p:ph type="body" sz="quarter" idx="28" hasCustomPrompt="1"/>
          </p:nvPr>
        </p:nvSpPr>
        <p:spPr>
          <a:xfrm>
            <a:off x="469900" y="5446713"/>
            <a:ext cx="6858363" cy="4076700"/>
          </a:xfrm>
        </p:spPr>
        <p:txBody>
          <a:bodyPr numCol="2"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8" name="Picture Placeholder 9">
            <a:extLst>
              <a:ext uri="{FF2B5EF4-FFF2-40B4-BE49-F238E27FC236}">
                <a16:creationId xmlns:a16="http://schemas.microsoft.com/office/drawing/2014/main" id="{9C5C2166-C205-8697-041E-7456847D25D3}"/>
              </a:ext>
            </a:extLst>
          </p:cNvPr>
          <p:cNvSpPr>
            <a:spLocks noGrp="1"/>
          </p:cNvSpPr>
          <p:nvPr>
            <p:ph type="pic" sz="quarter" idx="25" hasCustomPrompt="1"/>
          </p:nvPr>
        </p:nvSpPr>
        <p:spPr>
          <a:xfrm>
            <a:off x="7772399" y="5074321"/>
            <a:ext cx="7771651" cy="4984079"/>
          </a:xfrm>
          <a:solidFill>
            <a:schemeClr val="bg2"/>
          </a:solidFill>
          <a:ln>
            <a:noFill/>
          </a:ln>
        </p:spPr>
        <p:txBody>
          <a:bodyPr anchor="ctr">
            <a:normAutofit/>
          </a:bodyPr>
          <a:lstStyle>
            <a:lvl1pPr marL="0" indent="0" algn="r">
              <a:buNone/>
              <a:defRPr sz="3200">
                <a:solidFill>
                  <a:schemeClr val="tx2"/>
                </a:solidFill>
              </a:defRPr>
            </a:lvl1pPr>
          </a:lstStyle>
          <a:p>
            <a:r>
              <a:rPr lang="en-US" dirty="0"/>
              <a:t>Click add picture</a:t>
            </a:r>
          </a:p>
        </p:txBody>
      </p:sp>
      <p:sp>
        <p:nvSpPr>
          <p:cNvPr id="19" name="Slide Number Placeholder 3">
            <a:extLst>
              <a:ext uri="{FF2B5EF4-FFF2-40B4-BE49-F238E27FC236}">
                <a16:creationId xmlns:a16="http://schemas.microsoft.com/office/drawing/2014/main" id="{66BD8ABD-F233-C8F3-5EF8-AAB34730CF32}"/>
              </a:ext>
            </a:extLst>
          </p:cNvPr>
          <p:cNvSpPr>
            <a:spLocks noGrp="1"/>
          </p:cNvSpPr>
          <p:nvPr>
            <p:ph type="sldNum" sz="quarter" idx="4"/>
          </p:nvPr>
        </p:nvSpPr>
        <p:spPr>
          <a:xfrm>
            <a:off x="14837015" y="9523584"/>
            <a:ext cx="426592" cy="275808"/>
          </a:xfrm>
          <a:prstGeom prst="rect">
            <a:avLst/>
          </a:prstGeom>
        </p:spPr>
        <p:txBody>
          <a:bodyPr/>
          <a:lstStyle>
            <a:lvl1pPr algn="r">
              <a:defRPr sz="1200" b="0" i="0">
                <a:solidFill>
                  <a:schemeClr val="bg1"/>
                </a:solidFill>
                <a:latin typeface="+mj-lt"/>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3160638000"/>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_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0B1F-AE2D-4325-9752-F760474C2215}"/>
              </a:ext>
            </a:extLst>
          </p:cNvPr>
          <p:cNvSpPr>
            <a:spLocks noGrp="1"/>
          </p:cNvSpPr>
          <p:nvPr>
            <p:ph type="title" hasCustomPrompt="1"/>
          </p:nvPr>
        </p:nvSpPr>
        <p:spPr>
          <a:xfrm>
            <a:off x="8984447" y="740703"/>
            <a:ext cx="4909185" cy="2155566"/>
          </a:xfrm>
        </p:spPr>
        <p:txBody>
          <a:bodyPr rIns="0" anchor="b">
            <a:noAutofit/>
          </a:bodyPr>
          <a:lstStyle>
            <a:lvl1pPr algn="l">
              <a:defRPr sz="6000" cap="none" baseline="0">
                <a:solidFill>
                  <a:schemeClr val="accent6"/>
                </a:solidFill>
              </a:defRPr>
            </a:lvl1pPr>
          </a:lstStyle>
          <a:p>
            <a:r>
              <a:rPr lang="en-US" dirty="0"/>
              <a:t>Add title here</a:t>
            </a:r>
          </a:p>
        </p:txBody>
      </p:sp>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11492" y="0"/>
            <a:ext cx="7796955" cy="10058399"/>
          </a:xfrm>
          <a:solidFill>
            <a:schemeClr val="bg2"/>
          </a:solidFill>
          <a:ln>
            <a:noFill/>
          </a:ln>
        </p:spPr>
        <p:txBody>
          <a:bodyPr anchor="ctr">
            <a:normAutofit/>
          </a:bodyPr>
          <a:lstStyle>
            <a:lvl1pPr marL="0" indent="0" algn="ctr">
              <a:buNone/>
              <a:defRPr sz="3200">
                <a:solidFill>
                  <a:schemeClr val="tx2"/>
                </a:solidFill>
              </a:defRPr>
            </a:lvl1pPr>
          </a:lstStyle>
          <a:p>
            <a:r>
              <a:rPr lang="en-US" dirty="0"/>
              <a:t>Click add picture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8984447" y="2932342"/>
            <a:ext cx="4909185" cy="676839"/>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11" name="Text Placeholder 8">
            <a:extLst>
              <a:ext uri="{FF2B5EF4-FFF2-40B4-BE49-F238E27FC236}">
                <a16:creationId xmlns:a16="http://schemas.microsoft.com/office/drawing/2014/main" id="{AC2F1381-5C0D-B70E-6A79-854DD616CCDA}"/>
              </a:ext>
            </a:extLst>
          </p:cNvPr>
          <p:cNvSpPr>
            <a:spLocks noGrp="1"/>
          </p:cNvSpPr>
          <p:nvPr>
            <p:ph type="body" sz="quarter" idx="18" hasCustomPrompt="1"/>
          </p:nvPr>
        </p:nvSpPr>
        <p:spPr>
          <a:xfrm>
            <a:off x="8190140" y="4545874"/>
            <a:ext cx="7073467" cy="4532812"/>
          </a:xfrm>
        </p:spPr>
        <p:txBody>
          <a:bodyPr tIns="0" numCol="2" spcCol="548640">
            <a:noAutofit/>
          </a:bodyPr>
          <a:lstStyle>
            <a:lvl1pPr marL="0" indent="0" algn="l">
              <a:lnSpc>
                <a:spcPct val="130000"/>
              </a:lnSpc>
              <a:spcBef>
                <a:spcPts val="1467"/>
              </a:spcBef>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8" name="Text Placeholder 8">
            <a:extLst>
              <a:ext uri="{FF2B5EF4-FFF2-40B4-BE49-F238E27FC236}">
                <a16:creationId xmlns:a16="http://schemas.microsoft.com/office/drawing/2014/main" id="{73DB6966-6993-4AEE-2D1A-18E9520431E8}"/>
              </a:ext>
            </a:extLst>
          </p:cNvPr>
          <p:cNvSpPr>
            <a:spLocks noGrp="1"/>
          </p:cNvSpPr>
          <p:nvPr>
            <p:ph type="body" sz="quarter" idx="21" hasCustomPrompt="1"/>
          </p:nvPr>
        </p:nvSpPr>
        <p:spPr>
          <a:xfrm>
            <a:off x="8165166" y="9342119"/>
            <a:ext cx="3535681" cy="310981"/>
          </a:xfrm>
        </p:spPr>
        <p:txBody>
          <a:bodyPr tIns="0">
            <a:noAutofit/>
          </a:bodyPr>
          <a:lstStyle>
            <a:lvl1pPr marL="0" indent="0" algn="l">
              <a:spcBef>
                <a:spcPts val="1200"/>
              </a:spcBef>
              <a:buNone/>
              <a:defRPr sz="1200" b="0">
                <a:latin typeface="+mj-lt"/>
              </a:defRPr>
            </a:lvl1pPr>
            <a:lvl2pPr>
              <a:defRPr sz="800"/>
            </a:lvl2pPr>
            <a:lvl3pPr>
              <a:defRPr sz="800"/>
            </a:lvl3pPr>
            <a:lvl4pPr>
              <a:defRPr sz="800"/>
            </a:lvl4pPr>
            <a:lvl5pPr>
              <a:defRPr sz="800"/>
            </a:lvl5pPr>
          </a:lstStyle>
          <a:p>
            <a:pPr lvl="0"/>
            <a:r>
              <a:rPr lang="en-US" dirty="0"/>
              <a:t>Add text here</a:t>
            </a:r>
          </a:p>
        </p:txBody>
      </p:sp>
      <p:sp>
        <p:nvSpPr>
          <p:cNvPr id="7" name="Slide Number Placeholder 3">
            <a:extLst>
              <a:ext uri="{FF2B5EF4-FFF2-40B4-BE49-F238E27FC236}">
                <a16:creationId xmlns:a16="http://schemas.microsoft.com/office/drawing/2014/main" id="{964F4972-0AE0-DD5D-2D9E-3C714122A224}"/>
              </a:ext>
            </a:extLst>
          </p:cNvPr>
          <p:cNvSpPr>
            <a:spLocks noGrp="1"/>
          </p:cNvSpPr>
          <p:nvPr>
            <p:ph type="sldNum" sz="quarter" idx="4"/>
          </p:nvPr>
        </p:nvSpPr>
        <p:spPr>
          <a:xfrm>
            <a:off x="14837015" y="9523584"/>
            <a:ext cx="426592" cy="275808"/>
          </a:xfrm>
          <a:prstGeom prst="rect">
            <a:avLst/>
          </a:prstGeom>
        </p:spPr>
        <p:txBody>
          <a:bodyPr>
            <a:noAutofit/>
          </a:bodyPr>
          <a:lstStyle>
            <a:lvl1pPr algn="r">
              <a:defRPr sz="1200" b="0" i="0">
                <a:latin typeface="Posterama" panose="020B0504020200020000" pitchFamily="34" charset="0"/>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992952412"/>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_5">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3BC0C5A-CF42-DA76-D819-E444782740E5}"/>
              </a:ext>
            </a:extLst>
          </p:cNvPr>
          <p:cNvSpPr>
            <a:spLocks noGrp="1"/>
          </p:cNvSpPr>
          <p:nvPr>
            <p:ph type="title" hasCustomPrompt="1"/>
          </p:nvPr>
        </p:nvSpPr>
        <p:spPr>
          <a:xfrm>
            <a:off x="4029508" y="567409"/>
            <a:ext cx="3442448" cy="1698120"/>
          </a:xfrm>
        </p:spPr>
        <p:txBody>
          <a:bodyPr>
            <a:noAutofit/>
          </a:bodyPr>
          <a:lstStyle>
            <a:lvl1pPr algn="ctr">
              <a:defRPr sz="2400">
                <a:solidFill>
                  <a:schemeClr val="accent6"/>
                </a:solidFill>
              </a:defRPr>
            </a:lvl1pPr>
          </a:lstStyle>
          <a:p>
            <a:pPr lvl="0"/>
            <a:r>
              <a:rPr lang="en-US" dirty="0"/>
              <a:t>Add text here</a:t>
            </a:r>
          </a:p>
        </p:txBody>
      </p:sp>
      <p:sp>
        <p:nvSpPr>
          <p:cNvPr id="13" name="Text Placeholder 8">
            <a:extLst>
              <a:ext uri="{FF2B5EF4-FFF2-40B4-BE49-F238E27FC236}">
                <a16:creationId xmlns:a16="http://schemas.microsoft.com/office/drawing/2014/main" id="{81AD9E51-D135-577C-89D1-81D5FD6235E8}"/>
              </a:ext>
            </a:extLst>
          </p:cNvPr>
          <p:cNvSpPr>
            <a:spLocks noGrp="1"/>
          </p:cNvSpPr>
          <p:nvPr>
            <p:ph type="body" sz="quarter" idx="19" hasCustomPrompt="1"/>
          </p:nvPr>
        </p:nvSpPr>
        <p:spPr>
          <a:xfrm>
            <a:off x="444138" y="567409"/>
            <a:ext cx="3357154" cy="8550465"/>
          </a:xfrm>
        </p:spPr>
        <p:txBody>
          <a:bodyPr tIns="0" numCol="1" spcCol="548640">
            <a:noAutofit/>
          </a:bodyPr>
          <a:lstStyle>
            <a:lvl1pPr marL="0" indent="0" algn="l">
              <a:lnSpc>
                <a:spcPct val="130000"/>
              </a:lnSpc>
              <a:spcBef>
                <a:spcPts val="1467"/>
              </a:spcBef>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15" name="Text Placeholder 8">
            <a:extLst>
              <a:ext uri="{FF2B5EF4-FFF2-40B4-BE49-F238E27FC236}">
                <a16:creationId xmlns:a16="http://schemas.microsoft.com/office/drawing/2014/main" id="{04A54503-8487-0EDB-268C-C88F9EC8052B}"/>
              </a:ext>
            </a:extLst>
          </p:cNvPr>
          <p:cNvSpPr>
            <a:spLocks noGrp="1"/>
          </p:cNvSpPr>
          <p:nvPr>
            <p:ph type="body" sz="quarter" idx="20" hasCustomPrompt="1"/>
          </p:nvPr>
        </p:nvSpPr>
        <p:spPr>
          <a:xfrm>
            <a:off x="4029508" y="2452270"/>
            <a:ext cx="3442448" cy="2067480"/>
          </a:xfrm>
        </p:spPr>
        <p:txBody>
          <a:bodyPr tIns="0" numCol="1" spcCol="548640">
            <a:noAutofit/>
          </a:bodyPr>
          <a:lstStyle>
            <a:lvl1pPr marL="0" indent="0" algn="l">
              <a:lnSpc>
                <a:spcPct val="130000"/>
              </a:lnSpc>
              <a:spcBef>
                <a:spcPts val="1467"/>
              </a:spcBef>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8" name="Text Placeholder 8">
            <a:extLst>
              <a:ext uri="{FF2B5EF4-FFF2-40B4-BE49-F238E27FC236}">
                <a16:creationId xmlns:a16="http://schemas.microsoft.com/office/drawing/2014/main" id="{A82C4B0C-825F-3542-7AF6-682C2214B96A}"/>
              </a:ext>
            </a:extLst>
          </p:cNvPr>
          <p:cNvSpPr>
            <a:spLocks noGrp="1"/>
          </p:cNvSpPr>
          <p:nvPr>
            <p:ph type="body" sz="quarter" idx="18" hasCustomPrompt="1"/>
          </p:nvPr>
        </p:nvSpPr>
        <p:spPr>
          <a:xfrm>
            <a:off x="8242392" y="587828"/>
            <a:ext cx="6858271" cy="3931921"/>
          </a:xfrm>
        </p:spPr>
        <p:txBody>
          <a:bodyPr tIns="0" numCol="2" spcCol="548640">
            <a:noAutofit/>
          </a:bodyPr>
          <a:lstStyle>
            <a:lvl1pPr marL="0" indent="0" algn="l">
              <a:lnSpc>
                <a:spcPct val="130000"/>
              </a:lnSpc>
              <a:spcBef>
                <a:spcPts val="1467"/>
              </a:spcBef>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1160530" y="9248084"/>
            <a:ext cx="2640762" cy="374215"/>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5" name="Picture Placeholder 4">
            <a:extLst>
              <a:ext uri="{FF2B5EF4-FFF2-40B4-BE49-F238E27FC236}">
                <a16:creationId xmlns:a16="http://schemas.microsoft.com/office/drawing/2014/main" id="{456EDC13-0DD7-C4A0-2E87-E2674E9055E1}"/>
              </a:ext>
            </a:extLst>
          </p:cNvPr>
          <p:cNvSpPr>
            <a:spLocks noGrp="1"/>
          </p:cNvSpPr>
          <p:nvPr>
            <p:ph type="pic" sz="quarter" idx="10" hasCustomPrompt="1"/>
          </p:nvPr>
        </p:nvSpPr>
        <p:spPr>
          <a:xfrm>
            <a:off x="4103077" y="5029201"/>
            <a:ext cx="11441723" cy="4974336"/>
          </a:xfrm>
          <a:custGeom>
            <a:avLst/>
            <a:gdLst>
              <a:gd name="connsiteX0" fmla="*/ 0 w 11441723"/>
              <a:gd name="connsiteY0" fmla="*/ 0 h 4978004"/>
              <a:gd name="connsiteX1" fmla="*/ 11441723 w 11441723"/>
              <a:gd name="connsiteY1" fmla="*/ 0 h 4978004"/>
              <a:gd name="connsiteX2" fmla="*/ 11441723 w 11441723"/>
              <a:gd name="connsiteY2" fmla="*/ 4978004 h 4978004"/>
              <a:gd name="connsiteX3" fmla="*/ 0 w 11441723"/>
              <a:gd name="connsiteY3" fmla="*/ 4978004 h 4978004"/>
            </a:gdLst>
            <a:ahLst/>
            <a:cxnLst>
              <a:cxn ang="0">
                <a:pos x="connsiteX0" y="connsiteY0"/>
              </a:cxn>
              <a:cxn ang="0">
                <a:pos x="connsiteX1" y="connsiteY1"/>
              </a:cxn>
              <a:cxn ang="0">
                <a:pos x="connsiteX2" y="connsiteY2"/>
              </a:cxn>
              <a:cxn ang="0">
                <a:pos x="connsiteX3" y="connsiteY3"/>
              </a:cxn>
            </a:cxnLst>
            <a:rect l="l" t="t" r="r" b="b"/>
            <a:pathLst>
              <a:path w="11441723" h="4978004">
                <a:moveTo>
                  <a:pt x="0" y="0"/>
                </a:moveTo>
                <a:lnTo>
                  <a:pt x="11441723" y="0"/>
                </a:lnTo>
                <a:lnTo>
                  <a:pt x="11441723" y="4978004"/>
                </a:lnTo>
                <a:lnTo>
                  <a:pt x="0" y="4978004"/>
                </a:lnTo>
                <a:close/>
              </a:path>
            </a:pathLst>
          </a:custGeom>
          <a:solidFill>
            <a:schemeClr val="bg2"/>
          </a:solidFill>
          <a:ln>
            <a:noFill/>
          </a:ln>
        </p:spPr>
        <p:txBody>
          <a:bodyPr wrap="square" anchor="ctr">
            <a:noAutofit/>
          </a:bodyPr>
          <a:lstStyle>
            <a:lvl1pPr marL="0" indent="0" algn="ctr">
              <a:buNone/>
              <a:defRPr sz="3200">
                <a:solidFill>
                  <a:schemeClr val="tx2"/>
                </a:solidFill>
              </a:defRPr>
            </a:lvl1pPr>
          </a:lstStyle>
          <a:p>
            <a:r>
              <a:rPr lang="en-US" dirty="0"/>
              <a:t>Click add picture</a:t>
            </a:r>
          </a:p>
        </p:txBody>
      </p:sp>
      <p:sp>
        <p:nvSpPr>
          <p:cNvPr id="7" name="Slide Number Placeholder 3">
            <a:extLst>
              <a:ext uri="{FF2B5EF4-FFF2-40B4-BE49-F238E27FC236}">
                <a16:creationId xmlns:a16="http://schemas.microsoft.com/office/drawing/2014/main" id="{964F4972-0AE0-DD5D-2D9E-3C714122A224}"/>
              </a:ext>
            </a:extLst>
          </p:cNvPr>
          <p:cNvSpPr>
            <a:spLocks noGrp="1"/>
          </p:cNvSpPr>
          <p:nvPr>
            <p:ph type="sldNum" sz="quarter" idx="4"/>
          </p:nvPr>
        </p:nvSpPr>
        <p:spPr>
          <a:xfrm>
            <a:off x="14823568" y="9523584"/>
            <a:ext cx="426592" cy="275808"/>
          </a:xfrm>
          <a:prstGeom prst="rect">
            <a:avLst/>
          </a:prstGeom>
        </p:spPr>
        <p:txBody>
          <a:bodyPr/>
          <a:lstStyle>
            <a:lvl1pPr algn="r">
              <a:defRPr sz="1200" b="0" i="0">
                <a:solidFill>
                  <a:schemeClr val="bg1"/>
                </a:solidFill>
                <a:latin typeface="+mj-lt"/>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2244368785"/>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_6">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3146612" y="-11069"/>
            <a:ext cx="8321040" cy="5085390"/>
          </a:xfrm>
          <a:solidFill>
            <a:schemeClr val="bg2"/>
          </a:solidFill>
          <a:ln>
            <a:noFill/>
          </a:ln>
        </p:spPr>
        <p:txBody>
          <a:bodyPr anchor="ctr">
            <a:normAutofit/>
          </a:bodyPr>
          <a:lstStyle>
            <a:lvl1pPr marL="0" indent="0" algn="r">
              <a:buNone/>
              <a:defRPr sz="3200">
                <a:solidFill>
                  <a:schemeClr val="tx2"/>
                </a:solidFill>
              </a:defRPr>
            </a:lvl1pPr>
          </a:lstStyle>
          <a:p>
            <a:r>
              <a:rPr lang="en-US" dirty="0"/>
              <a:t>Click add picture</a:t>
            </a:r>
          </a:p>
        </p:txBody>
      </p:sp>
      <p:sp>
        <p:nvSpPr>
          <p:cNvPr id="13" name="Title 12">
            <a:extLst>
              <a:ext uri="{FF2B5EF4-FFF2-40B4-BE49-F238E27FC236}">
                <a16:creationId xmlns:a16="http://schemas.microsoft.com/office/drawing/2014/main" id="{5720D8CC-A9D1-0B71-DCF3-D324C9913929}"/>
              </a:ext>
            </a:extLst>
          </p:cNvPr>
          <p:cNvSpPr>
            <a:spLocks noGrp="1"/>
          </p:cNvSpPr>
          <p:nvPr>
            <p:ph type="title" hasCustomPrompt="1"/>
          </p:nvPr>
        </p:nvSpPr>
        <p:spPr>
          <a:xfrm>
            <a:off x="1176281" y="965823"/>
            <a:ext cx="5695166" cy="1944159"/>
          </a:xfrm>
        </p:spPr>
        <p:txBody>
          <a:bodyPr anchor="b">
            <a:noAutofit/>
          </a:bodyPr>
          <a:lstStyle>
            <a:lvl1pPr>
              <a:defRPr sz="6000">
                <a:solidFill>
                  <a:schemeClr val="tx2"/>
                </a:solidFill>
              </a:defRPr>
            </a:lvl1pPr>
          </a:lstStyle>
          <a:p>
            <a:r>
              <a:rPr lang="en-US" dirty="0"/>
              <a:t>Add title here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1176281" y="2952627"/>
            <a:ext cx="5695166" cy="374215"/>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3" name="Text Placeholder 2">
            <a:extLst>
              <a:ext uri="{FF2B5EF4-FFF2-40B4-BE49-F238E27FC236}">
                <a16:creationId xmlns:a16="http://schemas.microsoft.com/office/drawing/2014/main" id="{5BD9716E-C53F-614D-E5BB-53F55A28B970}"/>
              </a:ext>
            </a:extLst>
          </p:cNvPr>
          <p:cNvSpPr>
            <a:spLocks noGrp="1"/>
          </p:cNvSpPr>
          <p:nvPr>
            <p:ph type="body" sz="quarter" idx="28" hasCustomPrompt="1"/>
          </p:nvPr>
        </p:nvSpPr>
        <p:spPr>
          <a:xfrm>
            <a:off x="469900" y="5446713"/>
            <a:ext cx="7041243" cy="4076700"/>
          </a:xfrm>
        </p:spPr>
        <p:txBody>
          <a:bodyPr numCol="2"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6" name="Text Placeholder 2">
            <a:extLst>
              <a:ext uri="{FF2B5EF4-FFF2-40B4-BE49-F238E27FC236}">
                <a16:creationId xmlns:a16="http://schemas.microsoft.com/office/drawing/2014/main" id="{0A9F9EB9-16D6-FA62-4CB5-ECB7C3FD781D}"/>
              </a:ext>
            </a:extLst>
          </p:cNvPr>
          <p:cNvSpPr>
            <a:spLocks noGrp="1"/>
          </p:cNvSpPr>
          <p:nvPr>
            <p:ph type="body" sz="quarter" idx="30" hasCustomPrompt="1"/>
          </p:nvPr>
        </p:nvSpPr>
        <p:spPr>
          <a:xfrm>
            <a:off x="8150828" y="5446713"/>
            <a:ext cx="3316823" cy="4076700"/>
          </a:xfrm>
        </p:spPr>
        <p:txBody>
          <a:bodyPr numCol="1"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11" name="Text Placeholder 8">
            <a:extLst>
              <a:ext uri="{FF2B5EF4-FFF2-40B4-BE49-F238E27FC236}">
                <a16:creationId xmlns:a16="http://schemas.microsoft.com/office/drawing/2014/main" id="{9398E206-9F12-E744-1B9D-FC52901F891D}"/>
              </a:ext>
            </a:extLst>
          </p:cNvPr>
          <p:cNvSpPr>
            <a:spLocks noGrp="1"/>
          </p:cNvSpPr>
          <p:nvPr>
            <p:ph type="body" sz="quarter" idx="21" hasCustomPrompt="1"/>
          </p:nvPr>
        </p:nvSpPr>
        <p:spPr>
          <a:xfrm>
            <a:off x="11823911" y="628604"/>
            <a:ext cx="3316824" cy="294577"/>
          </a:xfrm>
        </p:spPr>
        <p:txBody>
          <a:bodyPr tIns="0">
            <a:noAutofit/>
          </a:bodyPr>
          <a:lstStyle>
            <a:lvl1pPr marL="0" indent="0" algn="l">
              <a:spcBef>
                <a:spcPts val="1200"/>
              </a:spcBef>
              <a:buNone/>
              <a:defRPr sz="1200" b="0">
                <a:latin typeface="+mj-lt"/>
              </a:defRPr>
            </a:lvl1pPr>
            <a:lvl2pPr>
              <a:defRPr sz="800"/>
            </a:lvl2pPr>
            <a:lvl3pPr>
              <a:defRPr sz="800"/>
            </a:lvl3pPr>
            <a:lvl4pPr>
              <a:defRPr sz="800"/>
            </a:lvl4pPr>
            <a:lvl5pPr>
              <a:defRPr sz="800"/>
            </a:lvl5pPr>
          </a:lstStyle>
          <a:p>
            <a:pPr lvl="0"/>
            <a:r>
              <a:rPr lang="en-US" dirty="0"/>
              <a:t>Add text here</a:t>
            </a:r>
          </a:p>
        </p:txBody>
      </p:sp>
      <p:sp>
        <p:nvSpPr>
          <p:cNvPr id="4" name="Text Placeholder 2">
            <a:extLst>
              <a:ext uri="{FF2B5EF4-FFF2-40B4-BE49-F238E27FC236}">
                <a16:creationId xmlns:a16="http://schemas.microsoft.com/office/drawing/2014/main" id="{EBA2490A-85A9-6994-245C-D588B46A2B71}"/>
              </a:ext>
            </a:extLst>
          </p:cNvPr>
          <p:cNvSpPr>
            <a:spLocks noGrp="1"/>
          </p:cNvSpPr>
          <p:nvPr>
            <p:ph type="body" sz="quarter" idx="29" hasCustomPrompt="1"/>
          </p:nvPr>
        </p:nvSpPr>
        <p:spPr>
          <a:xfrm>
            <a:off x="11823911" y="1136469"/>
            <a:ext cx="3316823" cy="8386944"/>
          </a:xfrm>
        </p:spPr>
        <p:txBody>
          <a:bodyPr numCol="1"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19" name="Slide Number Placeholder 3">
            <a:extLst>
              <a:ext uri="{FF2B5EF4-FFF2-40B4-BE49-F238E27FC236}">
                <a16:creationId xmlns:a16="http://schemas.microsoft.com/office/drawing/2014/main" id="{66BD8ABD-F233-C8F3-5EF8-AAB34730CF32}"/>
              </a:ext>
            </a:extLst>
          </p:cNvPr>
          <p:cNvSpPr>
            <a:spLocks noGrp="1"/>
          </p:cNvSpPr>
          <p:nvPr>
            <p:ph type="sldNum" sz="quarter" idx="4"/>
          </p:nvPr>
        </p:nvSpPr>
        <p:spPr>
          <a:xfrm>
            <a:off x="14837015" y="9523584"/>
            <a:ext cx="426592" cy="275808"/>
          </a:xfrm>
          <a:prstGeom prst="rect">
            <a:avLst/>
          </a:prstGeom>
        </p:spPr>
        <p:txBody>
          <a:bodyPr>
            <a:noAutofit/>
          </a:bodyPr>
          <a:lstStyle>
            <a:lvl1pPr algn="r">
              <a:defRPr sz="1200" b="0" i="0">
                <a:solidFill>
                  <a:schemeClr val="tx2"/>
                </a:solidFill>
                <a:latin typeface="+mj-lt"/>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4117845488"/>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_7">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D02918-C479-06E9-E9A8-AB721C98BC2A}"/>
              </a:ext>
            </a:extLst>
          </p:cNvPr>
          <p:cNvSpPr>
            <a:spLocks noGrp="1"/>
          </p:cNvSpPr>
          <p:nvPr>
            <p:ph type="title" hasCustomPrompt="1"/>
          </p:nvPr>
        </p:nvSpPr>
        <p:spPr>
          <a:xfrm>
            <a:off x="4016445" y="567409"/>
            <a:ext cx="3442448" cy="1640892"/>
          </a:xfrm>
        </p:spPr>
        <p:txBody>
          <a:bodyPr>
            <a:noAutofit/>
          </a:bodyPr>
          <a:lstStyle>
            <a:lvl1pPr algn="ctr">
              <a:defRPr sz="2400">
                <a:solidFill>
                  <a:schemeClr val="accent6"/>
                </a:solidFill>
              </a:defRPr>
            </a:lvl1pPr>
          </a:lstStyle>
          <a:p>
            <a:pPr lvl="0"/>
            <a:r>
              <a:rPr lang="en-US" dirty="0"/>
              <a:t>Add text here</a:t>
            </a:r>
          </a:p>
        </p:txBody>
      </p:sp>
      <p:sp>
        <p:nvSpPr>
          <p:cNvPr id="13" name="Text Placeholder 8">
            <a:extLst>
              <a:ext uri="{FF2B5EF4-FFF2-40B4-BE49-F238E27FC236}">
                <a16:creationId xmlns:a16="http://schemas.microsoft.com/office/drawing/2014/main" id="{81AD9E51-D135-577C-89D1-81D5FD6235E8}"/>
              </a:ext>
            </a:extLst>
          </p:cNvPr>
          <p:cNvSpPr>
            <a:spLocks noGrp="1"/>
          </p:cNvSpPr>
          <p:nvPr>
            <p:ph type="body" sz="quarter" idx="19" hasCustomPrompt="1"/>
          </p:nvPr>
        </p:nvSpPr>
        <p:spPr>
          <a:xfrm>
            <a:off x="444138" y="567409"/>
            <a:ext cx="3357154" cy="9059916"/>
          </a:xfrm>
        </p:spPr>
        <p:txBody>
          <a:bodyPr tIns="0" numCol="1" spcCol="548640">
            <a:noAutofit/>
          </a:bodyPr>
          <a:lstStyle>
            <a:lvl1pPr marL="0" indent="0" algn="l">
              <a:lnSpc>
                <a:spcPct val="130000"/>
              </a:lnSpc>
              <a:spcBef>
                <a:spcPts val="1467"/>
              </a:spcBef>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15" name="Text Placeholder 8">
            <a:extLst>
              <a:ext uri="{FF2B5EF4-FFF2-40B4-BE49-F238E27FC236}">
                <a16:creationId xmlns:a16="http://schemas.microsoft.com/office/drawing/2014/main" id="{04A54503-8487-0EDB-268C-C88F9EC8052B}"/>
              </a:ext>
            </a:extLst>
          </p:cNvPr>
          <p:cNvSpPr>
            <a:spLocks noGrp="1"/>
          </p:cNvSpPr>
          <p:nvPr>
            <p:ph type="body" sz="quarter" idx="20" hasCustomPrompt="1"/>
          </p:nvPr>
        </p:nvSpPr>
        <p:spPr>
          <a:xfrm>
            <a:off x="4016445" y="2373891"/>
            <a:ext cx="3442448" cy="6443537"/>
          </a:xfrm>
        </p:spPr>
        <p:txBody>
          <a:bodyPr tIns="0" numCol="1" spcCol="548640">
            <a:noAutofit/>
          </a:bodyPr>
          <a:lstStyle>
            <a:lvl1pPr marL="0" indent="0" algn="l">
              <a:lnSpc>
                <a:spcPct val="130000"/>
              </a:lnSpc>
              <a:spcBef>
                <a:spcPts val="1467"/>
              </a:spcBef>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4016446" y="8983018"/>
            <a:ext cx="3246503" cy="644307"/>
          </a:xfrm>
        </p:spPr>
        <p:txBody>
          <a:bodyPr>
            <a:noAutofit/>
          </a:bodyPr>
          <a:lstStyle>
            <a:lvl1pPr marL="0" indent="0" algn="r">
              <a:lnSpc>
                <a:spcPct val="100000"/>
              </a:lnSpc>
              <a:spcBef>
                <a:spcPts val="0"/>
              </a:spcBef>
              <a:spcAft>
                <a:spcPts val="600"/>
              </a:spcAft>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3" name="Picture Placeholder 9">
            <a:extLst>
              <a:ext uri="{FF2B5EF4-FFF2-40B4-BE49-F238E27FC236}">
                <a16:creationId xmlns:a16="http://schemas.microsoft.com/office/drawing/2014/main" id="{992443C9-4768-C6B1-6FE2-7759034BE7EA}"/>
              </a:ext>
            </a:extLst>
          </p:cNvPr>
          <p:cNvSpPr>
            <a:spLocks noGrp="1"/>
          </p:cNvSpPr>
          <p:nvPr>
            <p:ph type="pic" sz="quarter" idx="21" hasCustomPrompt="1"/>
          </p:nvPr>
        </p:nvSpPr>
        <p:spPr>
          <a:xfrm>
            <a:off x="7772400" y="0"/>
            <a:ext cx="7772398" cy="5042264"/>
          </a:xfrm>
          <a:solidFill>
            <a:schemeClr val="bg2"/>
          </a:solidFill>
          <a:ln>
            <a:noFill/>
          </a:ln>
        </p:spPr>
        <p:txBody>
          <a:bodyPr anchor="ctr">
            <a:normAutofit/>
          </a:bodyPr>
          <a:lstStyle>
            <a:lvl1pPr marL="0" indent="0" algn="ctr">
              <a:buNone/>
              <a:defRPr sz="3200">
                <a:solidFill>
                  <a:schemeClr val="tx2"/>
                </a:solidFill>
              </a:defRPr>
            </a:lvl1pPr>
          </a:lstStyle>
          <a:p>
            <a:r>
              <a:rPr lang="en-US" dirty="0"/>
              <a:t>Click add picture</a:t>
            </a:r>
          </a:p>
        </p:txBody>
      </p:sp>
      <p:sp>
        <p:nvSpPr>
          <p:cNvPr id="16" name="Picture Placeholder 15">
            <a:extLst>
              <a:ext uri="{FF2B5EF4-FFF2-40B4-BE49-F238E27FC236}">
                <a16:creationId xmlns:a16="http://schemas.microsoft.com/office/drawing/2014/main" id="{6E2B05F6-2306-DCB4-4312-354B52B19707}"/>
              </a:ext>
            </a:extLst>
          </p:cNvPr>
          <p:cNvSpPr>
            <a:spLocks noGrp="1"/>
          </p:cNvSpPr>
          <p:nvPr>
            <p:ph type="pic" sz="quarter" idx="10" hasCustomPrompt="1"/>
          </p:nvPr>
        </p:nvSpPr>
        <p:spPr>
          <a:xfrm>
            <a:off x="7772402" y="5042264"/>
            <a:ext cx="7772398" cy="4964941"/>
          </a:xfrm>
          <a:custGeom>
            <a:avLst/>
            <a:gdLst>
              <a:gd name="connsiteX0" fmla="*/ 0 w 7772398"/>
              <a:gd name="connsiteY0" fmla="*/ 0 h 4964941"/>
              <a:gd name="connsiteX1" fmla="*/ 7772398 w 7772398"/>
              <a:gd name="connsiteY1" fmla="*/ 0 h 4964941"/>
              <a:gd name="connsiteX2" fmla="*/ 7772398 w 7772398"/>
              <a:gd name="connsiteY2" fmla="*/ 4964941 h 4964941"/>
              <a:gd name="connsiteX3" fmla="*/ 7726946 w 7772398"/>
              <a:gd name="connsiteY3" fmla="*/ 4964941 h 4964941"/>
              <a:gd name="connsiteX4" fmla="*/ 7726944 w 7772398"/>
              <a:gd name="connsiteY4" fmla="*/ 4964941 h 4964941"/>
              <a:gd name="connsiteX5" fmla="*/ 0 w 7772398"/>
              <a:gd name="connsiteY5" fmla="*/ 4964941 h 496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398" h="4964941">
                <a:moveTo>
                  <a:pt x="0" y="0"/>
                </a:moveTo>
                <a:lnTo>
                  <a:pt x="7772398" y="0"/>
                </a:lnTo>
                <a:lnTo>
                  <a:pt x="7772398" y="4964941"/>
                </a:lnTo>
                <a:lnTo>
                  <a:pt x="7726946" y="4964941"/>
                </a:lnTo>
                <a:lnTo>
                  <a:pt x="7726944" y="4964941"/>
                </a:lnTo>
                <a:lnTo>
                  <a:pt x="0" y="4964941"/>
                </a:lnTo>
                <a:close/>
              </a:path>
            </a:pathLst>
          </a:custGeom>
          <a:solidFill>
            <a:schemeClr val="bg2"/>
          </a:solidFill>
          <a:ln>
            <a:noFill/>
          </a:ln>
        </p:spPr>
        <p:txBody>
          <a:bodyPr wrap="square" anchor="ctr">
            <a:noAutofit/>
          </a:bodyPr>
          <a:lstStyle>
            <a:lvl1pPr marL="0" indent="0" algn="ctr">
              <a:buNone/>
              <a:defRPr sz="3200">
                <a:solidFill>
                  <a:schemeClr val="tx2"/>
                </a:solidFill>
              </a:defRPr>
            </a:lvl1pPr>
          </a:lstStyle>
          <a:p>
            <a:r>
              <a:rPr lang="en-US" dirty="0"/>
              <a:t>Click add picture</a:t>
            </a:r>
          </a:p>
        </p:txBody>
      </p:sp>
      <p:sp>
        <p:nvSpPr>
          <p:cNvPr id="7" name="Slide Number Placeholder 3">
            <a:extLst>
              <a:ext uri="{FF2B5EF4-FFF2-40B4-BE49-F238E27FC236}">
                <a16:creationId xmlns:a16="http://schemas.microsoft.com/office/drawing/2014/main" id="{964F4972-0AE0-DD5D-2D9E-3C714122A224}"/>
              </a:ext>
            </a:extLst>
          </p:cNvPr>
          <p:cNvSpPr>
            <a:spLocks noGrp="1"/>
          </p:cNvSpPr>
          <p:nvPr>
            <p:ph type="sldNum" sz="quarter" idx="4"/>
          </p:nvPr>
        </p:nvSpPr>
        <p:spPr>
          <a:xfrm>
            <a:off x="14823568" y="9523584"/>
            <a:ext cx="426592" cy="275808"/>
          </a:xfrm>
          <a:prstGeom prst="rect">
            <a:avLst/>
          </a:prstGeom>
        </p:spPr>
        <p:txBody>
          <a:bodyPr/>
          <a:lstStyle>
            <a:lvl1pPr algn="r">
              <a:defRPr sz="1200" b="0" i="0">
                <a:solidFill>
                  <a:schemeClr val="bg1"/>
                </a:solidFill>
                <a:latin typeface="+mj-lt"/>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1556649748"/>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_8">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3879669" y="-11069"/>
            <a:ext cx="11676667" cy="6022232"/>
          </a:xfrm>
          <a:solidFill>
            <a:schemeClr val="bg2"/>
          </a:solidFill>
          <a:ln>
            <a:noFill/>
          </a:ln>
        </p:spPr>
        <p:txBody>
          <a:bodyPr anchor="ctr">
            <a:normAutofit/>
          </a:bodyPr>
          <a:lstStyle>
            <a:lvl1pPr marL="0" indent="0" algn="r">
              <a:buNone/>
              <a:defRPr sz="3200">
                <a:solidFill>
                  <a:schemeClr val="tx2"/>
                </a:solidFill>
              </a:defRPr>
            </a:lvl1pPr>
          </a:lstStyle>
          <a:p>
            <a:r>
              <a:rPr lang="en-US" dirty="0"/>
              <a:t>Click add picture</a:t>
            </a:r>
          </a:p>
        </p:txBody>
      </p:sp>
      <p:sp>
        <p:nvSpPr>
          <p:cNvPr id="13" name="Title 12">
            <a:extLst>
              <a:ext uri="{FF2B5EF4-FFF2-40B4-BE49-F238E27FC236}">
                <a16:creationId xmlns:a16="http://schemas.microsoft.com/office/drawing/2014/main" id="{5720D8CC-A9D1-0B71-DCF3-D324C9913929}"/>
              </a:ext>
            </a:extLst>
          </p:cNvPr>
          <p:cNvSpPr>
            <a:spLocks noGrp="1"/>
          </p:cNvSpPr>
          <p:nvPr>
            <p:ph type="title" hasCustomPrompt="1"/>
          </p:nvPr>
        </p:nvSpPr>
        <p:spPr>
          <a:xfrm>
            <a:off x="1176281" y="965823"/>
            <a:ext cx="5695166" cy="2757515"/>
          </a:xfrm>
        </p:spPr>
        <p:txBody>
          <a:bodyPr anchor="b">
            <a:noAutofit/>
          </a:bodyPr>
          <a:lstStyle>
            <a:lvl1pPr>
              <a:defRPr sz="6000">
                <a:solidFill>
                  <a:schemeClr val="tx2"/>
                </a:solidFill>
              </a:defRPr>
            </a:lvl1pPr>
          </a:lstStyle>
          <a:p>
            <a:r>
              <a:rPr lang="en-US" dirty="0"/>
              <a:t>Add title here</a:t>
            </a:r>
          </a:p>
        </p:txBody>
      </p:sp>
      <p:sp>
        <p:nvSpPr>
          <p:cNvPr id="11" name="Text Placeholder 8">
            <a:extLst>
              <a:ext uri="{FF2B5EF4-FFF2-40B4-BE49-F238E27FC236}">
                <a16:creationId xmlns:a16="http://schemas.microsoft.com/office/drawing/2014/main" id="{9398E206-9F12-E744-1B9D-FC52901F891D}"/>
              </a:ext>
            </a:extLst>
          </p:cNvPr>
          <p:cNvSpPr>
            <a:spLocks noGrp="1"/>
          </p:cNvSpPr>
          <p:nvPr>
            <p:ph type="body" sz="quarter" idx="21" hasCustomPrompt="1"/>
          </p:nvPr>
        </p:nvSpPr>
        <p:spPr>
          <a:xfrm>
            <a:off x="1176281" y="576352"/>
            <a:ext cx="3316824" cy="294577"/>
          </a:xfrm>
        </p:spPr>
        <p:txBody>
          <a:bodyPr tIns="0">
            <a:noAutofit/>
          </a:bodyPr>
          <a:lstStyle>
            <a:lvl1pPr marL="0" indent="0" algn="l">
              <a:spcBef>
                <a:spcPts val="1200"/>
              </a:spcBef>
              <a:buNone/>
              <a:defRPr sz="1200" b="0">
                <a:latin typeface="+mj-lt"/>
              </a:defRPr>
            </a:lvl1pPr>
            <a:lvl2pPr>
              <a:defRPr sz="800"/>
            </a:lvl2pPr>
            <a:lvl3pPr>
              <a:defRPr sz="800"/>
            </a:lvl3pPr>
            <a:lvl4pPr>
              <a:defRPr sz="800"/>
            </a:lvl4pPr>
            <a:lvl5pPr>
              <a:defRPr sz="800"/>
            </a:lvl5pPr>
          </a:lstStyle>
          <a:p>
            <a:pPr lvl="0"/>
            <a:r>
              <a:rPr lang="en-US" dirty="0"/>
              <a:t>Add text here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1176281" y="3723338"/>
            <a:ext cx="5695166" cy="374215"/>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3" name="Text Placeholder 2">
            <a:extLst>
              <a:ext uri="{FF2B5EF4-FFF2-40B4-BE49-F238E27FC236}">
                <a16:creationId xmlns:a16="http://schemas.microsoft.com/office/drawing/2014/main" id="{5BD9716E-C53F-614D-E5BB-53F55A28B970}"/>
              </a:ext>
            </a:extLst>
          </p:cNvPr>
          <p:cNvSpPr>
            <a:spLocks noGrp="1"/>
          </p:cNvSpPr>
          <p:nvPr>
            <p:ph type="body" sz="quarter" idx="28" hasCustomPrompt="1"/>
          </p:nvPr>
        </p:nvSpPr>
        <p:spPr>
          <a:xfrm>
            <a:off x="469901" y="4911634"/>
            <a:ext cx="3286896" cy="4611779"/>
          </a:xfrm>
        </p:spPr>
        <p:txBody>
          <a:bodyPr numCol="1"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7" name="Text Placeholder 2">
            <a:extLst>
              <a:ext uri="{FF2B5EF4-FFF2-40B4-BE49-F238E27FC236}">
                <a16:creationId xmlns:a16="http://schemas.microsoft.com/office/drawing/2014/main" id="{E9D39876-8C93-A3F7-B770-AFDD1AC3A4EE}"/>
              </a:ext>
            </a:extLst>
          </p:cNvPr>
          <p:cNvSpPr>
            <a:spLocks noGrp="1"/>
          </p:cNvSpPr>
          <p:nvPr>
            <p:ph type="body" sz="quarter" idx="31" hasCustomPrompt="1"/>
          </p:nvPr>
        </p:nvSpPr>
        <p:spPr>
          <a:xfrm>
            <a:off x="4003928" y="6283235"/>
            <a:ext cx="3439696" cy="3240350"/>
          </a:xfrm>
        </p:spPr>
        <p:txBody>
          <a:bodyPr numCol="1"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8" name="Text Placeholder 5">
            <a:extLst>
              <a:ext uri="{FF2B5EF4-FFF2-40B4-BE49-F238E27FC236}">
                <a16:creationId xmlns:a16="http://schemas.microsoft.com/office/drawing/2014/main" id="{798B46DA-4BA2-9C2F-1F84-5A91A3F5903A}"/>
              </a:ext>
            </a:extLst>
          </p:cNvPr>
          <p:cNvSpPr>
            <a:spLocks noGrp="1"/>
          </p:cNvSpPr>
          <p:nvPr>
            <p:ph type="body" sz="quarter" idx="17" hasCustomPrompt="1"/>
          </p:nvPr>
        </p:nvSpPr>
        <p:spPr>
          <a:xfrm>
            <a:off x="8150826" y="6259361"/>
            <a:ext cx="3439697" cy="1486912"/>
          </a:xfrm>
        </p:spPr>
        <p:txBody>
          <a:bodyPr anchor="ctr">
            <a:noAutofit/>
          </a:bodyPr>
          <a:lstStyle>
            <a:lvl1pPr marL="0" indent="0" algn="ctr">
              <a:buNone/>
              <a:defRPr sz="2400">
                <a:solidFill>
                  <a:schemeClr val="accent6"/>
                </a:solidFill>
                <a:latin typeface="+mj-lt"/>
              </a:defRPr>
            </a:lvl1pPr>
            <a:lvl2pPr marL="670575" indent="0" algn="ctr">
              <a:buNone/>
              <a:defRPr sz="2400">
                <a:solidFill>
                  <a:schemeClr val="accent6"/>
                </a:solidFill>
                <a:latin typeface="+mj-lt"/>
              </a:defRPr>
            </a:lvl2pPr>
            <a:lvl3pPr marL="1341150" indent="0" algn="ctr">
              <a:buNone/>
              <a:defRPr sz="2400">
                <a:solidFill>
                  <a:schemeClr val="accent6"/>
                </a:solidFill>
                <a:latin typeface="+mj-lt"/>
              </a:defRPr>
            </a:lvl3pPr>
            <a:lvl4pPr marL="2011725" indent="0" algn="ctr">
              <a:buNone/>
              <a:defRPr sz="2400">
                <a:solidFill>
                  <a:schemeClr val="accent6"/>
                </a:solidFill>
                <a:latin typeface="+mj-lt"/>
              </a:defRPr>
            </a:lvl4pPr>
            <a:lvl5pPr marL="2682301" indent="0" algn="ctr">
              <a:buNone/>
              <a:defRPr sz="2400">
                <a:solidFill>
                  <a:schemeClr val="accent6"/>
                </a:solidFill>
                <a:latin typeface="+mj-lt"/>
              </a:defRPr>
            </a:lvl5pPr>
          </a:lstStyle>
          <a:p>
            <a:pPr lvl="0"/>
            <a:r>
              <a:rPr lang="en-US" dirty="0"/>
              <a:t>Add text here</a:t>
            </a:r>
          </a:p>
        </p:txBody>
      </p:sp>
      <p:sp>
        <p:nvSpPr>
          <p:cNvPr id="6" name="Text Placeholder 2">
            <a:extLst>
              <a:ext uri="{FF2B5EF4-FFF2-40B4-BE49-F238E27FC236}">
                <a16:creationId xmlns:a16="http://schemas.microsoft.com/office/drawing/2014/main" id="{0A9F9EB9-16D6-FA62-4CB5-ECB7C3FD781D}"/>
              </a:ext>
            </a:extLst>
          </p:cNvPr>
          <p:cNvSpPr>
            <a:spLocks noGrp="1"/>
          </p:cNvSpPr>
          <p:nvPr>
            <p:ph type="body" sz="quarter" idx="30" hasCustomPrompt="1"/>
          </p:nvPr>
        </p:nvSpPr>
        <p:spPr>
          <a:xfrm>
            <a:off x="8150828" y="7746273"/>
            <a:ext cx="3439696" cy="1777139"/>
          </a:xfrm>
        </p:spPr>
        <p:txBody>
          <a:bodyPr numCol="1"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4" name="Text Placeholder 2">
            <a:extLst>
              <a:ext uri="{FF2B5EF4-FFF2-40B4-BE49-F238E27FC236}">
                <a16:creationId xmlns:a16="http://schemas.microsoft.com/office/drawing/2014/main" id="{EBA2490A-85A9-6994-245C-D588B46A2B71}"/>
              </a:ext>
            </a:extLst>
          </p:cNvPr>
          <p:cNvSpPr>
            <a:spLocks noGrp="1"/>
          </p:cNvSpPr>
          <p:nvPr>
            <p:ph type="body" sz="quarter" idx="29" hasCustomPrompt="1"/>
          </p:nvPr>
        </p:nvSpPr>
        <p:spPr>
          <a:xfrm>
            <a:off x="11823911" y="6283235"/>
            <a:ext cx="3439696" cy="3240350"/>
          </a:xfrm>
        </p:spPr>
        <p:txBody>
          <a:bodyPr numCol="1"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19" name="Slide Number Placeholder 3">
            <a:extLst>
              <a:ext uri="{FF2B5EF4-FFF2-40B4-BE49-F238E27FC236}">
                <a16:creationId xmlns:a16="http://schemas.microsoft.com/office/drawing/2014/main" id="{66BD8ABD-F233-C8F3-5EF8-AAB34730CF32}"/>
              </a:ext>
            </a:extLst>
          </p:cNvPr>
          <p:cNvSpPr>
            <a:spLocks noGrp="1"/>
          </p:cNvSpPr>
          <p:nvPr>
            <p:ph type="sldNum" sz="quarter" idx="4"/>
          </p:nvPr>
        </p:nvSpPr>
        <p:spPr>
          <a:xfrm>
            <a:off x="14837015" y="9523584"/>
            <a:ext cx="426592" cy="275808"/>
          </a:xfrm>
          <a:prstGeom prst="rect">
            <a:avLst/>
          </a:prstGeom>
        </p:spPr>
        <p:txBody>
          <a:bodyPr>
            <a:noAutofit/>
          </a:bodyPr>
          <a:lstStyle>
            <a:lvl1pPr algn="r">
              <a:defRPr sz="1200" b="0" i="0">
                <a:solidFill>
                  <a:schemeClr val="tx2"/>
                </a:solidFill>
                <a:latin typeface="+mj-lt"/>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3045102296"/>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_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0B1F-AE2D-4325-9752-F760474C2215}"/>
              </a:ext>
            </a:extLst>
          </p:cNvPr>
          <p:cNvSpPr>
            <a:spLocks noGrp="1"/>
          </p:cNvSpPr>
          <p:nvPr>
            <p:ph type="title" hasCustomPrompt="1"/>
          </p:nvPr>
        </p:nvSpPr>
        <p:spPr>
          <a:xfrm>
            <a:off x="8984447" y="740703"/>
            <a:ext cx="5214879" cy="2155566"/>
          </a:xfrm>
        </p:spPr>
        <p:txBody>
          <a:bodyPr rIns="0" anchor="b">
            <a:noAutofit/>
          </a:bodyPr>
          <a:lstStyle>
            <a:lvl1pPr algn="l">
              <a:defRPr sz="6000" cap="none" baseline="0">
                <a:solidFill>
                  <a:schemeClr val="accent6"/>
                </a:solidFill>
              </a:defRPr>
            </a:lvl1pPr>
          </a:lstStyle>
          <a:p>
            <a:r>
              <a:rPr lang="en-US" dirty="0"/>
              <a:t>Add title here</a:t>
            </a:r>
          </a:p>
        </p:txBody>
      </p:sp>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11492" y="0"/>
            <a:ext cx="7796955" cy="10058399"/>
          </a:xfrm>
          <a:solidFill>
            <a:schemeClr val="tx2"/>
          </a:solidFill>
          <a:ln>
            <a:noFill/>
          </a:ln>
        </p:spPr>
        <p:txBody>
          <a:bodyPr anchor="ctr">
            <a:normAutofit/>
          </a:bodyPr>
          <a:lstStyle>
            <a:lvl1pPr marL="0" indent="0" algn="ctr">
              <a:buNone/>
              <a:defRPr sz="3200">
                <a:solidFill>
                  <a:schemeClr val="bg1"/>
                </a:solidFill>
              </a:defRPr>
            </a:lvl1pPr>
          </a:lstStyle>
          <a:p>
            <a:r>
              <a:rPr lang="en-US" dirty="0"/>
              <a:t>Click add picture</a:t>
            </a:r>
          </a:p>
        </p:txBody>
      </p:sp>
      <p:sp>
        <p:nvSpPr>
          <p:cNvPr id="6" name="Text Placeholder 5">
            <a:extLst>
              <a:ext uri="{FF2B5EF4-FFF2-40B4-BE49-F238E27FC236}">
                <a16:creationId xmlns:a16="http://schemas.microsoft.com/office/drawing/2014/main" id="{26BD8A36-1ABB-42DE-DE2F-28732FABB82D}"/>
              </a:ext>
            </a:extLst>
          </p:cNvPr>
          <p:cNvSpPr>
            <a:spLocks noGrp="1"/>
          </p:cNvSpPr>
          <p:nvPr>
            <p:ph type="body" sz="quarter" idx="17" hasCustomPrompt="1"/>
          </p:nvPr>
        </p:nvSpPr>
        <p:spPr>
          <a:xfrm>
            <a:off x="2002666" y="7043990"/>
            <a:ext cx="3439697" cy="1486912"/>
          </a:xfrm>
        </p:spPr>
        <p:txBody>
          <a:bodyPr anchor="ctr">
            <a:noAutofit/>
          </a:bodyPr>
          <a:lstStyle>
            <a:lvl1pPr marL="0" indent="0" algn="ctr">
              <a:buNone/>
              <a:defRPr sz="2400">
                <a:solidFill>
                  <a:schemeClr val="bg1"/>
                </a:solidFill>
                <a:latin typeface="+mj-lt"/>
              </a:defRPr>
            </a:lvl1pPr>
            <a:lvl2pPr marL="670575" indent="0" algn="ctr">
              <a:buNone/>
              <a:defRPr sz="2400">
                <a:solidFill>
                  <a:schemeClr val="accent6"/>
                </a:solidFill>
                <a:latin typeface="+mj-lt"/>
              </a:defRPr>
            </a:lvl2pPr>
            <a:lvl3pPr marL="1341150" indent="0" algn="ctr">
              <a:buNone/>
              <a:defRPr sz="2400">
                <a:solidFill>
                  <a:schemeClr val="accent6"/>
                </a:solidFill>
                <a:latin typeface="+mj-lt"/>
              </a:defRPr>
            </a:lvl3pPr>
            <a:lvl4pPr marL="2011725" indent="0" algn="ctr">
              <a:buNone/>
              <a:defRPr sz="2400">
                <a:solidFill>
                  <a:schemeClr val="accent6"/>
                </a:solidFill>
                <a:latin typeface="+mj-lt"/>
              </a:defRPr>
            </a:lvl4pPr>
            <a:lvl5pPr marL="2682301" indent="0" algn="ctr">
              <a:buNone/>
              <a:defRPr sz="2400">
                <a:solidFill>
                  <a:schemeClr val="accent6"/>
                </a:solidFill>
                <a:latin typeface="+mj-lt"/>
              </a:defRPr>
            </a:lvl5pPr>
          </a:lstStyle>
          <a:p>
            <a:pPr lvl="0"/>
            <a:r>
              <a:rPr lang="en-US" dirty="0"/>
              <a:t>Add text here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8984447" y="3010720"/>
            <a:ext cx="5214879" cy="676839"/>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11" name="Text Placeholder 8">
            <a:extLst>
              <a:ext uri="{FF2B5EF4-FFF2-40B4-BE49-F238E27FC236}">
                <a16:creationId xmlns:a16="http://schemas.microsoft.com/office/drawing/2014/main" id="{AC2F1381-5C0D-B70E-6A79-854DD616CCDA}"/>
              </a:ext>
            </a:extLst>
          </p:cNvPr>
          <p:cNvSpPr>
            <a:spLocks noGrp="1"/>
          </p:cNvSpPr>
          <p:nvPr>
            <p:ph type="body" sz="quarter" idx="18" hasCustomPrompt="1"/>
          </p:nvPr>
        </p:nvSpPr>
        <p:spPr>
          <a:xfrm>
            <a:off x="8190140" y="4545874"/>
            <a:ext cx="7073467" cy="4532812"/>
          </a:xfrm>
        </p:spPr>
        <p:txBody>
          <a:bodyPr tIns="0" numCol="2" spcCol="365760">
            <a:noAutofit/>
          </a:bodyPr>
          <a:lstStyle>
            <a:lvl1pPr marL="0" indent="0" algn="l">
              <a:lnSpc>
                <a:spcPct val="130000"/>
              </a:lnSpc>
              <a:spcBef>
                <a:spcPts val="1467"/>
              </a:spcBef>
              <a:buNone/>
              <a:defRPr sz="1400" b="0">
                <a:latin typeface="+mn-lt"/>
              </a:defRPr>
            </a:lvl1pPr>
            <a:lvl2pPr>
              <a:defRPr sz="800"/>
            </a:lvl2pPr>
            <a:lvl3pPr>
              <a:defRPr sz="800"/>
            </a:lvl3pPr>
            <a:lvl4pPr>
              <a:defRPr sz="800"/>
            </a:lvl4pPr>
            <a:lvl5pPr>
              <a:defRPr sz="800"/>
            </a:lvl5pPr>
          </a:lstStyle>
          <a:p>
            <a:pPr lvl="0"/>
            <a:r>
              <a:rPr lang="en-US" dirty="0"/>
              <a:t>Add text here</a:t>
            </a:r>
          </a:p>
        </p:txBody>
      </p:sp>
      <p:sp>
        <p:nvSpPr>
          <p:cNvPr id="8" name="Text Placeholder 8">
            <a:extLst>
              <a:ext uri="{FF2B5EF4-FFF2-40B4-BE49-F238E27FC236}">
                <a16:creationId xmlns:a16="http://schemas.microsoft.com/office/drawing/2014/main" id="{73DB6966-6993-4AEE-2D1A-18E9520431E8}"/>
              </a:ext>
            </a:extLst>
          </p:cNvPr>
          <p:cNvSpPr>
            <a:spLocks noGrp="1"/>
          </p:cNvSpPr>
          <p:nvPr>
            <p:ph type="body" sz="quarter" idx="21" hasCustomPrompt="1"/>
          </p:nvPr>
        </p:nvSpPr>
        <p:spPr>
          <a:xfrm>
            <a:off x="8165166" y="9276804"/>
            <a:ext cx="3535681" cy="310981"/>
          </a:xfrm>
        </p:spPr>
        <p:txBody>
          <a:bodyPr tIns="0">
            <a:noAutofit/>
          </a:bodyPr>
          <a:lstStyle>
            <a:lvl1pPr marL="0" indent="0" algn="l">
              <a:spcBef>
                <a:spcPts val="1200"/>
              </a:spcBef>
              <a:buNone/>
              <a:defRPr sz="1200" b="0">
                <a:latin typeface="+mj-lt"/>
              </a:defRPr>
            </a:lvl1pPr>
            <a:lvl2pPr>
              <a:defRPr sz="800"/>
            </a:lvl2pPr>
            <a:lvl3pPr>
              <a:defRPr sz="800"/>
            </a:lvl3pPr>
            <a:lvl4pPr>
              <a:defRPr sz="800"/>
            </a:lvl4pPr>
            <a:lvl5pPr>
              <a:defRPr sz="800"/>
            </a:lvl5pPr>
          </a:lstStyle>
          <a:p>
            <a:pPr lvl="0"/>
            <a:r>
              <a:rPr lang="en-US" dirty="0"/>
              <a:t>Add text here</a:t>
            </a:r>
          </a:p>
        </p:txBody>
      </p:sp>
      <p:sp>
        <p:nvSpPr>
          <p:cNvPr id="7" name="Slide Number Placeholder 3">
            <a:extLst>
              <a:ext uri="{FF2B5EF4-FFF2-40B4-BE49-F238E27FC236}">
                <a16:creationId xmlns:a16="http://schemas.microsoft.com/office/drawing/2014/main" id="{964F4972-0AE0-DD5D-2D9E-3C714122A224}"/>
              </a:ext>
            </a:extLst>
          </p:cNvPr>
          <p:cNvSpPr>
            <a:spLocks noGrp="1"/>
          </p:cNvSpPr>
          <p:nvPr>
            <p:ph type="sldNum" sz="quarter" idx="4"/>
          </p:nvPr>
        </p:nvSpPr>
        <p:spPr>
          <a:xfrm>
            <a:off x="14837015" y="9523584"/>
            <a:ext cx="426592" cy="275808"/>
          </a:xfrm>
          <a:prstGeom prst="rect">
            <a:avLst/>
          </a:prstGeom>
        </p:spPr>
        <p:txBody>
          <a:bodyPr>
            <a:noAutofit/>
          </a:bodyPr>
          <a:lstStyle>
            <a:lvl1pPr algn="r">
              <a:defRPr sz="1200" b="0" i="0">
                <a:latin typeface="Posterama" panose="020B0504020200020000" pitchFamily="34" charset="0"/>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3225982919"/>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_10">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0EE1104-237A-BF43-A4B2-12D92FA5B9FD}"/>
              </a:ext>
            </a:extLst>
          </p:cNvPr>
          <p:cNvSpPr>
            <a:spLocks noGrp="1"/>
          </p:cNvSpPr>
          <p:nvPr>
            <p:ph type="pic" sz="quarter" idx="10" hasCustomPrompt="1"/>
          </p:nvPr>
        </p:nvSpPr>
        <p:spPr>
          <a:xfrm>
            <a:off x="3146612" y="-11069"/>
            <a:ext cx="8321040" cy="5085390"/>
          </a:xfrm>
          <a:solidFill>
            <a:schemeClr val="bg2"/>
          </a:solidFill>
          <a:ln>
            <a:noFill/>
          </a:ln>
        </p:spPr>
        <p:txBody>
          <a:bodyPr anchor="ctr">
            <a:noAutofit/>
          </a:bodyPr>
          <a:lstStyle>
            <a:lvl1pPr marL="0" indent="0" algn="r">
              <a:buNone/>
              <a:defRPr sz="3200">
                <a:solidFill>
                  <a:schemeClr val="tx2"/>
                </a:solidFill>
              </a:defRPr>
            </a:lvl1pPr>
          </a:lstStyle>
          <a:p>
            <a:r>
              <a:rPr lang="en-US" dirty="0"/>
              <a:t>Click add picture</a:t>
            </a:r>
          </a:p>
        </p:txBody>
      </p:sp>
      <p:sp>
        <p:nvSpPr>
          <p:cNvPr id="13" name="Title 12">
            <a:extLst>
              <a:ext uri="{FF2B5EF4-FFF2-40B4-BE49-F238E27FC236}">
                <a16:creationId xmlns:a16="http://schemas.microsoft.com/office/drawing/2014/main" id="{5720D8CC-A9D1-0B71-DCF3-D324C9913929}"/>
              </a:ext>
            </a:extLst>
          </p:cNvPr>
          <p:cNvSpPr>
            <a:spLocks noGrp="1"/>
          </p:cNvSpPr>
          <p:nvPr>
            <p:ph type="title" hasCustomPrompt="1"/>
          </p:nvPr>
        </p:nvSpPr>
        <p:spPr>
          <a:xfrm>
            <a:off x="1176281" y="965823"/>
            <a:ext cx="5695166" cy="2783204"/>
          </a:xfrm>
        </p:spPr>
        <p:txBody>
          <a:bodyPr anchor="b">
            <a:noAutofit/>
          </a:bodyPr>
          <a:lstStyle>
            <a:lvl1pPr>
              <a:defRPr sz="6000">
                <a:solidFill>
                  <a:schemeClr val="tx2"/>
                </a:solidFill>
              </a:defRPr>
            </a:lvl1pPr>
          </a:lstStyle>
          <a:p>
            <a:r>
              <a:rPr lang="en-US" dirty="0"/>
              <a:t>Add title here</a:t>
            </a:r>
          </a:p>
        </p:txBody>
      </p:sp>
      <p:sp>
        <p:nvSpPr>
          <p:cNvPr id="12" name="Text Placeholder 8">
            <a:extLst>
              <a:ext uri="{FF2B5EF4-FFF2-40B4-BE49-F238E27FC236}">
                <a16:creationId xmlns:a16="http://schemas.microsoft.com/office/drawing/2014/main" id="{4D8644C6-A12B-E3DE-34D3-E42ABAA3455D}"/>
              </a:ext>
            </a:extLst>
          </p:cNvPr>
          <p:cNvSpPr>
            <a:spLocks noGrp="1"/>
          </p:cNvSpPr>
          <p:nvPr>
            <p:ph type="body" sz="quarter" idx="16" hasCustomPrompt="1"/>
          </p:nvPr>
        </p:nvSpPr>
        <p:spPr>
          <a:xfrm>
            <a:off x="1176281" y="3762524"/>
            <a:ext cx="5695166" cy="374215"/>
          </a:xfrm>
        </p:spPr>
        <p:txBody>
          <a:bodyPr>
            <a:noAutofit/>
          </a:bodyPr>
          <a:lstStyle>
            <a:lvl1pPr marL="0" indent="0" algn="l">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4" name="Text Placeholder 2">
            <a:extLst>
              <a:ext uri="{FF2B5EF4-FFF2-40B4-BE49-F238E27FC236}">
                <a16:creationId xmlns:a16="http://schemas.microsoft.com/office/drawing/2014/main" id="{EBA2490A-85A9-6994-245C-D588B46A2B71}"/>
              </a:ext>
            </a:extLst>
          </p:cNvPr>
          <p:cNvSpPr>
            <a:spLocks noGrp="1"/>
          </p:cNvSpPr>
          <p:nvPr>
            <p:ph type="body" sz="quarter" idx="29" hasCustomPrompt="1"/>
          </p:nvPr>
        </p:nvSpPr>
        <p:spPr>
          <a:xfrm>
            <a:off x="11823911" y="528491"/>
            <a:ext cx="3316823" cy="3449958"/>
          </a:xfrm>
        </p:spPr>
        <p:txBody>
          <a:bodyPr numCol="1"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15" name="Text Placeholder 8">
            <a:extLst>
              <a:ext uri="{FF2B5EF4-FFF2-40B4-BE49-F238E27FC236}">
                <a16:creationId xmlns:a16="http://schemas.microsoft.com/office/drawing/2014/main" id="{67CA9AE6-592E-BBD0-F95C-21526146B1A9}"/>
              </a:ext>
            </a:extLst>
          </p:cNvPr>
          <p:cNvSpPr>
            <a:spLocks noGrp="1"/>
          </p:cNvSpPr>
          <p:nvPr>
            <p:ph type="body" sz="quarter" idx="26" hasCustomPrompt="1"/>
          </p:nvPr>
        </p:nvSpPr>
        <p:spPr>
          <a:xfrm>
            <a:off x="11833971" y="4104638"/>
            <a:ext cx="3306763" cy="574938"/>
          </a:xfrm>
        </p:spPr>
        <p:txBody>
          <a:bodyPr>
            <a:noAutofit/>
          </a:bodyPr>
          <a:lstStyle>
            <a:lvl1pPr marL="0" indent="0" algn="l">
              <a:spcBef>
                <a:spcPts val="800"/>
              </a:spcBef>
              <a:buNone/>
              <a:defRPr sz="1200" b="1">
                <a:solidFill>
                  <a:schemeClr val="tx2"/>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3" name="Text Placeholder 2">
            <a:extLst>
              <a:ext uri="{FF2B5EF4-FFF2-40B4-BE49-F238E27FC236}">
                <a16:creationId xmlns:a16="http://schemas.microsoft.com/office/drawing/2014/main" id="{5BD9716E-C53F-614D-E5BB-53F55A28B970}"/>
              </a:ext>
            </a:extLst>
          </p:cNvPr>
          <p:cNvSpPr>
            <a:spLocks noGrp="1"/>
          </p:cNvSpPr>
          <p:nvPr>
            <p:ph type="body" sz="quarter" idx="28" hasCustomPrompt="1"/>
          </p:nvPr>
        </p:nvSpPr>
        <p:spPr>
          <a:xfrm>
            <a:off x="469900" y="5446712"/>
            <a:ext cx="6858363" cy="4219801"/>
          </a:xfrm>
        </p:spPr>
        <p:txBody>
          <a:bodyPr numCol="2" spcCol="365760">
            <a:noAutofit/>
          </a:bodyPr>
          <a:lstStyle>
            <a:lvl1pPr marL="0" indent="0">
              <a:lnSpc>
                <a:spcPct val="130000"/>
              </a:lnSpc>
              <a:spcBef>
                <a:spcPts val="1467"/>
              </a:spcBef>
              <a:buNone/>
              <a:defRPr sz="1400"/>
            </a:lvl1pPr>
            <a:lvl2pPr marL="670575" indent="0">
              <a:lnSpc>
                <a:spcPct val="130000"/>
              </a:lnSpc>
              <a:spcBef>
                <a:spcPts val="1467"/>
              </a:spcBef>
              <a:buNone/>
              <a:defRPr sz="1400"/>
            </a:lvl2pPr>
            <a:lvl3pPr marL="1341150" indent="0">
              <a:lnSpc>
                <a:spcPct val="130000"/>
              </a:lnSpc>
              <a:spcBef>
                <a:spcPts val="1467"/>
              </a:spcBef>
              <a:buNone/>
              <a:defRPr sz="1400"/>
            </a:lvl3pPr>
            <a:lvl4pPr marL="2011725" indent="0">
              <a:lnSpc>
                <a:spcPct val="130000"/>
              </a:lnSpc>
              <a:spcBef>
                <a:spcPts val="1467"/>
              </a:spcBef>
              <a:buNone/>
              <a:defRPr sz="1400"/>
            </a:lvl4pPr>
            <a:lvl5pPr marL="2682301" indent="0">
              <a:lnSpc>
                <a:spcPct val="130000"/>
              </a:lnSpc>
              <a:spcBef>
                <a:spcPts val="1467"/>
              </a:spcBef>
              <a:buNone/>
              <a:defRPr sz="1400"/>
            </a:lvl5pPr>
          </a:lstStyle>
          <a:p>
            <a:pPr lvl="0"/>
            <a:r>
              <a:rPr lang="en-US" dirty="0"/>
              <a:t>Add text here</a:t>
            </a:r>
          </a:p>
        </p:txBody>
      </p:sp>
      <p:sp>
        <p:nvSpPr>
          <p:cNvPr id="5" name="Picture Placeholder 4">
            <a:extLst>
              <a:ext uri="{FF2B5EF4-FFF2-40B4-BE49-F238E27FC236}">
                <a16:creationId xmlns:a16="http://schemas.microsoft.com/office/drawing/2014/main" id="{93081B43-2C05-E305-7DEA-A6A5E6282207}"/>
              </a:ext>
            </a:extLst>
          </p:cNvPr>
          <p:cNvSpPr>
            <a:spLocks noGrp="1"/>
          </p:cNvSpPr>
          <p:nvPr>
            <p:ph type="pic" sz="quarter" idx="25" hasCustomPrompt="1"/>
          </p:nvPr>
        </p:nvSpPr>
        <p:spPr>
          <a:xfrm>
            <a:off x="7772400" y="5074321"/>
            <a:ext cx="7771650" cy="4932884"/>
          </a:xfrm>
          <a:custGeom>
            <a:avLst/>
            <a:gdLst>
              <a:gd name="connsiteX0" fmla="*/ 0 w 7771650"/>
              <a:gd name="connsiteY0" fmla="*/ 0 h 4932884"/>
              <a:gd name="connsiteX1" fmla="*/ 7771650 w 7771650"/>
              <a:gd name="connsiteY1" fmla="*/ 0 h 4932884"/>
              <a:gd name="connsiteX2" fmla="*/ 7771650 w 7771650"/>
              <a:gd name="connsiteY2" fmla="*/ 4932884 h 4932884"/>
              <a:gd name="connsiteX3" fmla="*/ 0 w 7771650"/>
              <a:gd name="connsiteY3" fmla="*/ 4932884 h 4932884"/>
            </a:gdLst>
            <a:ahLst/>
            <a:cxnLst>
              <a:cxn ang="0">
                <a:pos x="connsiteX0" y="connsiteY0"/>
              </a:cxn>
              <a:cxn ang="0">
                <a:pos x="connsiteX1" y="connsiteY1"/>
              </a:cxn>
              <a:cxn ang="0">
                <a:pos x="connsiteX2" y="connsiteY2"/>
              </a:cxn>
              <a:cxn ang="0">
                <a:pos x="connsiteX3" y="connsiteY3"/>
              </a:cxn>
            </a:cxnLst>
            <a:rect l="l" t="t" r="r" b="b"/>
            <a:pathLst>
              <a:path w="7771650" h="4932884">
                <a:moveTo>
                  <a:pt x="0" y="0"/>
                </a:moveTo>
                <a:lnTo>
                  <a:pt x="7771650" y="0"/>
                </a:lnTo>
                <a:lnTo>
                  <a:pt x="7771650" y="4932884"/>
                </a:lnTo>
                <a:lnTo>
                  <a:pt x="0" y="4932884"/>
                </a:lnTo>
                <a:close/>
              </a:path>
            </a:pathLst>
          </a:custGeom>
          <a:solidFill>
            <a:schemeClr val="bg2"/>
          </a:solidFill>
          <a:ln>
            <a:noFill/>
          </a:ln>
        </p:spPr>
        <p:txBody>
          <a:bodyPr wrap="square" anchor="ctr">
            <a:noAutofit/>
          </a:bodyPr>
          <a:lstStyle>
            <a:lvl1pPr marL="0" indent="0" algn="r">
              <a:buNone/>
              <a:defRPr sz="3200">
                <a:solidFill>
                  <a:schemeClr val="tx2"/>
                </a:solidFill>
              </a:defRPr>
            </a:lvl1pPr>
          </a:lstStyle>
          <a:p>
            <a:r>
              <a:rPr lang="en-US" dirty="0"/>
              <a:t>Click add picture</a:t>
            </a:r>
          </a:p>
        </p:txBody>
      </p:sp>
      <p:sp>
        <p:nvSpPr>
          <p:cNvPr id="19" name="Slide Number Placeholder 3">
            <a:extLst>
              <a:ext uri="{FF2B5EF4-FFF2-40B4-BE49-F238E27FC236}">
                <a16:creationId xmlns:a16="http://schemas.microsoft.com/office/drawing/2014/main" id="{66BD8ABD-F233-C8F3-5EF8-AAB34730CF32}"/>
              </a:ext>
            </a:extLst>
          </p:cNvPr>
          <p:cNvSpPr>
            <a:spLocks noGrp="1"/>
          </p:cNvSpPr>
          <p:nvPr>
            <p:ph type="sldNum" sz="quarter" idx="4"/>
          </p:nvPr>
        </p:nvSpPr>
        <p:spPr>
          <a:xfrm>
            <a:off x="14837015" y="9523584"/>
            <a:ext cx="426592" cy="275808"/>
          </a:xfrm>
          <a:prstGeom prst="rect">
            <a:avLst/>
          </a:prstGeom>
        </p:spPr>
        <p:txBody>
          <a:bodyPr/>
          <a:lstStyle>
            <a:lvl1pPr algn="r">
              <a:defRPr sz="1200" b="0" i="0">
                <a:solidFill>
                  <a:schemeClr val="bg1"/>
                </a:solidFill>
                <a:latin typeface="+mj-lt"/>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4156604804"/>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_11">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C1D83B4-9CDE-8B54-35E9-DEE5C1C0ABAA}"/>
              </a:ext>
            </a:extLst>
          </p:cNvPr>
          <p:cNvSpPr>
            <a:spLocks noGrp="1"/>
          </p:cNvSpPr>
          <p:nvPr>
            <p:ph type="pic" sz="quarter" idx="10" hasCustomPrompt="1"/>
          </p:nvPr>
        </p:nvSpPr>
        <p:spPr>
          <a:xfrm>
            <a:off x="7747845" y="-9558"/>
            <a:ext cx="7810018" cy="10051390"/>
          </a:xfrm>
          <a:custGeom>
            <a:avLst/>
            <a:gdLst>
              <a:gd name="connsiteX0" fmla="*/ 0 w 7810018"/>
              <a:gd name="connsiteY0" fmla="*/ 0 h 10051390"/>
              <a:gd name="connsiteX1" fmla="*/ 7810018 w 7810018"/>
              <a:gd name="connsiteY1" fmla="*/ 0 h 10051390"/>
              <a:gd name="connsiteX2" fmla="*/ 7810018 w 7810018"/>
              <a:gd name="connsiteY2" fmla="*/ 10051390 h 10051390"/>
              <a:gd name="connsiteX3" fmla="*/ 7796955 w 7810018"/>
              <a:gd name="connsiteY3" fmla="*/ 10051390 h 10051390"/>
              <a:gd name="connsiteX4" fmla="*/ 7796955 w 7810018"/>
              <a:gd name="connsiteY4" fmla="*/ 10016763 h 10051390"/>
              <a:gd name="connsiteX5" fmla="*/ 0 w 7810018"/>
              <a:gd name="connsiteY5" fmla="*/ 10016763 h 10051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10018" h="10051390">
                <a:moveTo>
                  <a:pt x="0" y="0"/>
                </a:moveTo>
                <a:lnTo>
                  <a:pt x="7810018" y="0"/>
                </a:lnTo>
                <a:lnTo>
                  <a:pt x="7810018" y="10051390"/>
                </a:lnTo>
                <a:lnTo>
                  <a:pt x="7796955" y="10051390"/>
                </a:lnTo>
                <a:lnTo>
                  <a:pt x="7796955" y="10016763"/>
                </a:lnTo>
                <a:lnTo>
                  <a:pt x="0" y="10016763"/>
                </a:lnTo>
                <a:close/>
              </a:path>
            </a:pathLst>
          </a:custGeom>
          <a:solidFill>
            <a:schemeClr val="tx2"/>
          </a:solidFill>
          <a:ln>
            <a:noFill/>
          </a:ln>
        </p:spPr>
        <p:txBody>
          <a:bodyPr wrap="square" anchor="t">
            <a:noAutofit/>
          </a:bodyPr>
          <a:lstStyle>
            <a:lvl1pPr marL="0" indent="0" algn="ctr">
              <a:buNone/>
              <a:defRPr sz="3200">
                <a:solidFill>
                  <a:schemeClr val="bg1"/>
                </a:solidFill>
              </a:defRPr>
            </a:lvl1pPr>
          </a:lstStyle>
          <a:p>
            <a:r>
              <a:rPr lang="en-US" dirty="0"/>
              <a:t>Click add picture</a:t>
            </a:r>
          </a:p>
        </p:txBody>
      </p:sp>
      <p:sp>
        <p:nvSpPr>
          <p:cNvPr id="2" name="Title 1">
            <a:extLst>
              <a:ext uri="{FF2B5EF4-FFF2-40B4-BE49-F238E27FC236}">
                <a16:creationId xmlns:a16="http://schemas.microsoft.com/office/drawing/2014/main" id="{E09C0B1F-AE2D-4325-9752-F760474C2215}"/>
              </a:ext>
            </a:extLst>
          </p:cNvPr>
          <p:cNvSpPr>
            <a:spLocks noGrp="1"/>
          </p:cNvSpPr>
          <p:nvPr>
            <p:ph type="title" hasCustomPrompt="1"/>
          </p:nvPr>
        </p:nvSpPr>
        <p:spPr>
          <a:xfrm>
            <a:off x="8971384" y="5792830"/>
            <a:ext cx="5005874" cy="714772"/>
          </a:xfrm>
        </p:spPr>
        <p:txBody>
          <a:bodyPr rIns="0" anchor="b">
            <a:noAutofit/>
          </a:bodyPr>
          <a:lstStyle>
            <a:lvl1pPr algn="l">
              <a:defRPr sz="3200" cap="none" baseline="0">
                <a:solidFill>
                  <a:schemeClr val="bg1"/>
                </a:solidFill>
              </a:defRPr>
            </a:lvl1pPr>
          </a:lstStyle>
          <a:p>
            <a:pPr lvl="0"/>
            <a:r>
              <a:rPr lang="en-US" dirty="0"/>
              <a:t>Add title here</a:t>
            </a:r>
          </a:p>
        </p:txBody>
      </p:sp>
      <p:sp>
        <p:nvSpPr>
          <p:cNvPr id="9" name="Picture Placeholder 8">
            <a:extLst>
              <a:ext uri="{FF2B5EF4-FFF2-40B4-BE49-F238E27FC236}">
                <a16:creationId xmlns:a16="http://schemas.microsoft.com/office/drawing/2014/main" id="{5BC8B100-D648-446A-829A-0581F541A5AD}"/>
              </a:ext>
            </a:extLst>
          </p:cNvPr>
          <p:cNvSpPr>
            <a:spLocks noGrp="1"/>
          </p:cNvSpPr>
          <p:nvPr>
            <p:ph type="pic" sz="quarter" idx="22"/>
          </p:nvPr>
        </p:nvSpPr>
        <p:spPr>
          <a:xfrm>
            <a:off x="8971384" y="3801291"/>
            <a:ext cx="5006554" cy="1307955"/>
          </a:xfrm>
        </p:spPr>
        <p:txBody>
          <a:bodyPr anchor="ctr">
            <a:noAutofit/>
          </a:bodyPr>
          <a:lstStyle>
            <a:lvl1pPr marL="0" indent="0" algn="ctr">
              <a:buNone/>
              <a:defRPr sz="1800">
                <a:solidFill>
                  <a:schemeClr val="bg1"/>
                </a:solidFill>
              </a:defRPr>
            </a:lvl1pPr>
          </a:lstStyle>
          <a:p>
            <a:endParaRPr lang="en-US" dirty="0"/>
          </a:p>
        </p:txBody>
      </p:sp>
      <p:sp>
        <p:nvSpPr>
          <p:cNvPr id="11" name="Text Placeholder 8">
            <a:extLst>
              <a:ext uri="{FF2B5EF4-FFF2-40B4-BE49-F238E27FC236}">
                <a16:creationId xmlns:a16="http://schemas.microsoft.com/office/drawing/2014/main" id="{AC2F1381-5C0D-B70E-6A79-854DD616CCDA}"/>
              </a:ext>
            </a:extLst>
          </p:cNvPr>
          <p:cNvSpPr>
            <a:spLocks noGrp="1"/>
          </p:cNvSpPr>
          <p:nvPr>
            <p:ph type="body" sz="quarter" idx="18" hasCustomPrompt="1"/>
          </p:nvPr>
        </p:nvSpPr>
        <p:spPr>
          <a:xfrm>
            <a:off x="8971384" y="6622869"/>
            <a:ext cx="5005873" cy="1888772"/>
          </a:xfrm>
        </p:spPr>
        <p:txBody>
          <a:bodyPr tIns="0" numCol="1" spcCol="365760">
            <a:noAutofit/>
          </a:bodyPr>
          <a:lstStyle>
            <a:lvl1pPr marL="0" indent="0" algn="l">
              <a:lnSpc>
                <a:spcPct val="100000"/>
              </a:lnSpc>
              <a:spcBef>
                <a:spcPts val="1467"/>
              </a:spcBef>
              <a:buNone/>
              <a:defRPr sz="1400" b="0">
                <a:solidFill>
                  <a:schemeClr val="bg1"/>
                </a:solidFill>
                <a:latin typeface="+mn-lt"/>
              </a:defRPr>
            </a:lvl1pPr>
            <a:lvl2pPr>
              <a:defRPr sz="800"/>
            </a:lvl2pPr>
            <a:lvl3pPr>
              <a:defRPr sz="800"/>
            </a:lvl3pPr>
            <a:lvl4pPr>
              <a:defRPr sz="800"/>
            </a:lvl4pPr>
            <a:lvl5pPr>
              <a:defRPr sz="800"/>
            </a:lvl5pPr>
          </a:lstStyle>
          <a:p>
            <a:pPr lvl="0"/>
            <a:r>
              <a:rPr lang="en-US" dirty="0"/>
              <a:t>Add text here</a:t>
            </a:r>
          </a:p>
        </p:txBody>
      </p:sp>
      <p:sp>
        <p:nvSpPr>
          <p:cNvPr id="8" name="Text Placeholder 8">
            <a:extLst>
              <a:ext uri="{FF2B5EF4-FFF2-40B4-BE49-F238E27FC236}">
                <a16:creationId xmlns:a16="http://schemas.microsoft.com/office/drawing/2014/main" id="{73DB6966-6993-4AEE-2D1A-18E9520431E8}"/>
              </a:ext>
            </a:extLst>
          </p:cNvPr>
          <p:cNvSpPr>
            <a:spLocks noGrp="1"/>
          </p:cNvSpPr>
          <p:nvPr>
            <p:ph type="body" sz="quarter" idx="21" hasCustomPrompt="1"/>
          </p:nvPr>
        </p:nvSpPr>
        <p:spPr>
          <a:xfrm>
            <a:off x="8984447" y="9276804"/>
            <a:ext cx="4992810" cy="275807"/>
          </a:xfrm>
        </p:spPr>
        <p:txBody>
          <a:bodyPr tIns="0">
            <a:noAutofit/>
          </a:bodyPr>
          <a:lstStyle>
            <a:lvl1pPr marL="0" indent="0" algn="l">
              <a:spcBef>
                <a:spcPts val="1200"/>
              </a:spcBef>
              <a:buNone/>
              <a:defRPr sz="1200" b="0">
                <a:solidFill>
                  <a:schemeClr val="bg1"/>
                </a:solidFill>
                <a:latin typeface="+mn-lt"/>
              </a:defRPr>
            </a:lvl1pPr>
            <a:lvl2pPr>
              <a:defRPr sz="800"/>
            </a:lvl2pPr>
            <a:lvl3pPr>
              <a:defRPr sz="800"/>
            </a:lvl3pPr>
            <a:lvl4pPr>
              <a:defRPr sz="800"/>
            </a:lvl4pPr>
            <a:lvl5pPr>
              <a:defRPr sz="800"/>
            </a:lvl5pPr>
          </a:lstStyle>
          <a:p>
            <a:pPr lvl="0"/>
            <a:r>
              <a:rPr lang="en-US" dirty="0"/>
              <a:t>Add text here</a:t>
            </a:r>
          </a:p>
        </p:txBody>
      </p:sp>
    </p:spTree>
    <p:extLst>
      <p:ext uri="{BB962C8B-B14F-4D97-AF65-F5344CB8AC3E}">
        <p14:creationId xmlns:p14="http://schemas.microsoft.com/office/powerpoint/2010/main" val="1574948195"/>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798430"/>
      </p:ext>
    </p:extLst>
  </p:cSld>
  <p:clrMapOvr>
    <a:masterClrMapping/>
  </p:clrMapOvr>
  <p:hf hdr="0" ftr="0" dt="0"/>
  <p:extLst>
    <p:ext uri="{DCECCB84-F9BA-43D5-87BE-67443E8EF086}">
      <p15:sldGuideLst xmlns:p15="http://schemas.microsoft.com/office/powerpoint/2012/main">
        <p15:guide id="1" orient="horz" pos="3168" userDrawn="1">
          <p15:clr>
            <a:srgbClr val="FBAE40"/>
          </p15:clr>
        </p15:guide>
        <p15:guide id="2" pos="48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8705" y="535519"/>
            <a:ext cx="13407390" cy="194415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068705" y="2677584"/>
            <a:ext cx="13407390" cy="638196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25CDBB39-50FB-3044-BC67-B75C00CA2303}"/>
              </a:ext>
            </a:extLst>
          </p:cNvPr>
          <p:cNvSpPr/>
          <p:nvPr userDrawn="1"/>
        </p:nvSpPr>
        <p:spPr>
          <a:xfrm>
            <a:off x="0" y="10007205"/>
            <a:ext cx="15544800" cy="51195"/>
          </a:xfrm>
          <a:prstGeom prst="rect">
            <a:avLst/>
          </a:prstGeom>
          <a:solidFill>
            <a:schemeClr val="tx2"/>
          </a:solidFill>
          <a:ln>
            <a:solidFill>
              <a:schemeClr val="tx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solidFill>
                <a:schemeClr val="tx2"/>
              </a:solidFill>
            </a:endParaRPr>
          </a:p>
        </p:txBody>
      </p:sp>
      <p:sp>
        <p:nvSpPr>
          <p:cNvPr id="13" name="Date Placeholder 12">
            <a:extLst>
              <a:ext uri="{FF2B5EF4-FFF2-40B4-BE49-F238E27FC236}">
                <a16:creationId xmlns:a16="http://schemas.microsoft.com/office/drawing/2014/main" id="{0367062B-961C-464A-99D4-DA7C88ED5A72}"/>
              </a:ext>
            </a:extLst>
          </p:cNvPr>
          <p:cNvSpPr>
            <a:spLocks noGrp="1"/>
          </p:cNvSpPr>
          <p:nvPr>
            <p:ph type="dt" sz="half" idx="2"/>
          </p:nvPr>
        </p:nvSpPr>
        <p:spPr>
          <a:xfrm>
            <a:off x="175256" y="9569837"/>
            <a:ext cx="3497262" cy="442138"/>
          </a:xfrm>
          <a:prstGeom prst="rect">
            <a:avLst/>
          </a:prstGeom>
        </p:spPr>
        <p:txBody>
          <a:bodyPr vert="horz" lIns="91440" tIns="45720" rIns="91440" bIns="45720" rtlCol="0" anchor="ctr"/>
          <a:lstStyle>
            <a:lvl1pPr algn="l">
              <a:defRPr sz="1800">
                <a:solidFill>
                  <a:schemeClr val="bg1"/>
                </a:solidFill>
              </a:defRPr>
            </a:lvl1pPr>
          </a:lstStyle>
          <a:p>
            <a:fld id="{BA31AE54-5642-FD4E-8B7A-C786568D42A9}" type="datetimeFigureOut">
              <a:rPr lang="en-US" smtClean="0"/>
              <a:pPr/>
              <a:t>7/15/2026</a:t>
            </a:fld>
            <a:endParaRPr lang="en-US" dirty="0"/>
          </a:p>
        </p:txBody>
      </p:sp>
      <p:sp>
        <p:nvSpPr>
          <p:cNvPr id="4" name="Slide Number Placeholder 3">
            <a:extLst>
              <a:ext uri="{FF2B5EF4-FFF2-40B4-BE49-F238E27FC236}">
                <a16:creationId xmlns:a16="http://schemas.microsoft.com/office/drawing/2014/main" id="{508F2BD9-6C4E-7980-6FD8-3D5774CB7373}"/>
              </a:ext>
            </a:extLst>
          </p:cNvPr>
          <p:cNvSpPr>
            <a:spLocks noGrp="1"/>
          </p:cNvSpPr>
          <p:nvPr>
            <p:ph type="sldNum" sz="quarter" idx="4"/>
          </p:nvPr>
        </p:nvSpPr>
        <p:spPr>
          <a:xfrm>
            <a:off x="13063750" y="9351007"/>
            <a:ext cx="2153468" cy="438225"/>
          </a:xfrm>
          <a:prstGeom prst="rect">
            <a:avLst/>
          </a:prstGeom>
        </p:spPr>
        <p:txBody>
          <a:bodyPr/>
          <a:lstStyle>
            <a:lvl1pPr algn="r">
              <a:defRPr sz="1200" b="0" i="0">
                <a:latin typeface="Posterama" panose="020B0504020200020000" pitchFamily="34" charset="0"/>
                <a:cs typeface="Posterama" panose="020B0504020200020000" pitchFamily="34" charset="0"/>
              </a:defRPr>
            </a:lvl1pPr>
          </a:lstStyle>
          <a:p>
            <a:fld id="{CB2079F2-58AF-ED44-82D7-E04B2F6FD686}" type="slidenum">
              <a:rPr lang="en-US" smtClean="0"/>
              <a:pPr/>
              <a:t>‹#›</a:t>
            </a:fld>
            <a:endParaRPr lang="en-US" dirty="0"/>
          </a:p>
        </p:txBody>
      </p:sp>
    </p:spTree>
    <p:extLst>
      <p:ext uri="{BB962C8B-B14F-4D97-AF65-F5344CB8AC3E}">
        <p14:creationId xmlns:p14="http://schemas.microsoft.com/office/powerpoint/2010/main" val="430657063"/>
      </p:ext>
    </p:extLst>
  </p:cSld>
  <p:clrMap bg1="lt1" tx1="dk1" bg2="lt2" tx2="dk2" accent1="accent1" accent2="accent2" accent3="accent3" accent4="accent4" accent5="accent5" accent6="accent6" hlink="hlink" folHlink="folHlink"/>
  <p:sldLayoutIdLst>
    <p:sldLayoutId id="214748366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Lst>
  <p:hf hdr="0"/>
  <p:txStyles>
    <p:titleStyle>
      <a:lvl1pPr algn="l" defTabSz="1341150" rtl="0" eaLnBrk="1" latinLnBrk="0" hangingPunct="1">
        <a:lnSpc>
          <a:spcPct val="90000"/>
        </a:lnSpc>
        <a:spcBef>
          <a:spcPct val="0"/>
        </a:spcBef>
        <a:buNone/>
        <a:defRPr sz="6453" kern="1200">
          <a:solidFill>
            <a:schemeClr val="tx1"/>
          </a:solidFill>
          <a:latin typeface="+mj-lt"/>
          <a:ea typeface="+mj-ea"/>
          <a:cs typeface="+mj-cs"/>
        </a:defRPr>
      </a:lvl1pPr>
    </p:titleStyle>
    <p:bodyStyle>
      <a:lvl1pPr marL="335288" indent="-335288" algn="l" defTabSz="1341150" rtl="0" eaLnBrk="1" latinLnBrk="0" hangingPunct="1">
        <a:lnSpc>
          <a:spcPct val="90000"/>
        </a:lnSpc>
        <a:spcBef>
          <a:spcPts val="1467"/>
        </a:spcBef>
        <a:buFont typeface="Arial" panose="020B0604020202020204" pitchFamily="34" charset="0"/>
        <a:buChar char="•"/>
        <a:defRPr sz="4107" kern="1200">
          <a:solidFill>
            <a:schemeClr val="tx1"/>
          </a:solidFill>
          <a:latin typeface="+mn-lt"/>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kern="1200">
          <a:solidFill>
            <a:schemeClr val="tx1"/>
          </a:solidFill>
          <a:latin typeface="+mn-lt"/>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kern="1200">
          <a:solidFill>
            <a:schemeClr val="tx1"/>
          </a:solidFill>
          <a:latin typeface="+mn-lt"/>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p:bodyStyle>
    <p:otherStyle>
      <a:defPPr>
        <a:defRPr lang="en-US"/>
      </a:defPPr>
      <a:lvl1pPr marL="0" algn="l" defTabSz="1341150" rtl="0" eaLnBrk="1" latinLnBrk="0" hangingPunct="1">
        <a:defRPr sz="2640" kern="1200">
          <a:solidFill>
            <a:schemeClr val="tx1"/>
          </a:solidFill>
          <a:latin typeface="+mn-lt"/>
          <a:ea typeface="+mn-ea"/>
          <a:cs typeface="+mn-cs"/>
        </a:defRPr>
      </a:lvl1pPr>
      <a:lvl2pPr marL="670575" algn="l" defTabSz="1341150" rtl="0" eaLnBrk="1" latinLnBrk="0" hangingPunct="1">
        <a:defRPr sz="2640" kern="1200">
          <a:solidFill>
            <a:schemeClr val="tx1"/>
          </a:solidFill>
          <a:latin typeface="+mn-lt"/>
          <a:ea typeface="+mn-ea"/>
          <a:cs typeface="+mn-cs"/>
        </a:defRPr>
      </a:lvl2pPr>
      <a:lvl3pPr marL="1341150" algn="l" defTabSz="1341150" rtl="0" eaLnBrk="1" latinLnBrk="0" hangingPunct="1">
        <a:defRPr sz="2640" kern="1200">
          <a:solidFill>
            <a:schemeClr val="tx1"/>
          </a:solidFill>
          <a:latin typeface="+mn-lt"/>
          <a:ea typeface="+mn-ea"/>
          <a:cs typeface="+mn-cs"/>
        </a:defRPr>
      </a:lvl3pPr>
      <a:lvl4pPr marL="2011726" algn="l" defTabSz="1341150" rtl="0" eaLnBrk="1" latinLnBrk="0" hangingPunct="1">
        <a:defRPr sz="2640" kern="1200">
          <a:solidFill>
            <a:schemeClr val="tx1"/>
          </a:solidFill>
          <a:latin typeface="+mn-lt"/>
          <a:ea typeface="+mn-ea"/>
          <a:cs typeface="+mn-cs"/>
        </a:defRPr>
      </a:lvl4pPr>
      <a:lvl5pPr marL="2682301" algn="l" defTabSz="1341150" rtl="0" eaLnBrk="1" latinLnBrk="0" hangingPunct="1">
        <a:defRPr sz="2640" kern="1200">
          <a:solidFill>
            <a:schemeClr val="tx1"/>
          </a:solidFill>
          <a:latin typeface="+mn-lt"/>
          <a:ea typeface="+mn-ea"/>
          <a:cs typeface="+mn-cs"/>
        </a:defRPr>
      </a:lvl5pPr>
      <a:lvl6pPr marL="3352876" algn="l" defTabSz="1341150" rtl="0" eaLnBrk="1" latinLnBrk="0" hangingPunct="1">
        <a:defRPr sz="2640" kern="1200">
          <a:solidFill>
            <a:schemeClr val="tx1"/>
          </a:solidFill>
          <a:latin typeface="+mn-lt"/>
          <a:ea typeface="+mn-ea"/>
          <a:cs typeface="+mn-cs"/>
        </a:defRPr>
      </a:lvl6pPr>
      <a:lvl7pPr marL="4023451" algn="l" defTabSz="1341150" rtl="0" eaLnBrk="1" latinLnBrk="0" hangingPunct="1">
        <a:defRPr sz="2640" kern="1200">
          <a:solidFill>
            <a:schemeClr val="tx1"/>
          </a:solidFill>
          <a:latin typeface="+mn-lt"/>
          <a:ea typeface="+mn-ea"/>
          <a:cs typeface="+mn-cs"/>
        </a:defRPr>
      </a:lvl7pPr>
      <a:lvl8pPr marL="4694027" algn="l" defTabSz="1341150" rtl="0" eaLnBrk="1" latinLnBrk="0" hangingPunct="1">
        <a:defRPr sz="2640" kern="1200">
          <a:solidFill>
            <a:schemeClr val="tx1"/>
          </a:solidFill>
          <a:latin typeface="+mn-lt"/>
          <a:ea typeface="+mn-ea"/>
          <a:cs typeface="+mn-cs"/>
        </a:defRPr>
      </a:lvl8pPr>
      <a:lvl9pPr marL="5364602" algn="l" defTabSz="1341150" rtl="0" eaLnBrk="1" latinLnBrk="0" hangingPunct="1">
        <a:defRPr sz="2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68" userDrawn="1">
          <p15:clr>
            <a:srgbClr val="F26B43"/>
          </p15:clr>
        </p15:guide>
        <p15:guide id="2" pos="489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60048A0D-D1E0-5197-4E06-EF7E02ABBF83}"/>
              </a:ext>
            </a:extLst>
          </p:cNvPr>
          <p:cNvSpPr>
            <a:spLocks noGrp="1"/>
          </p:cNvSpPr>
          <p:nvPr>
            <p:ph type="title"/>
          </p:nvPr>
        </p:nvSpPr>
        <p:spPr/>
        <p:txBody>
          <a:bodyPr/>
          <a:lstStyle/>
          <a:p>
            <a:r>
              <a:rPr lang="en-US" dirty="0">
                <a:solidFill>
                  <a:schemeClr val="tx2">
                    <a:lumMod val="20000"/>
                    <a:lumOff val="80000"/>
                  </a:schemeClr>
                </a:solidFill>
              </a:rPr>
              <a:t>//</a:t>
            </a:r>
            <a:r>
              <a:rPr lang="en-US" dirty="0"/>
              <a:t> arch</a:t>
            </a:r>
          </a:p>
        </p:txBody>
      </p:sp>
      <p:sp>
        <p:nvSpPr>
          <p:cNvPr id="5" name="Text Placeholder 4">
            <a:extLst>
              <a:ext uri="{FF2B5EF4-FFF2-40B4-BE49-F238E27FC236}">
                <a16:creationId xmlns:a16="http://schemas.microsoft.com/office/drawing/2014/main" id="{A0451B88-43FF-55CA-C030-BFDDF291AB2D}"/>
              </a:ext>
            </a:extLst>
          </p:cNvPr>
          <p:cNvSpPr>
            <a:spLocks noGrp="1"/>
          </p:cNvSpPr>
          <p:nvPr>
            <p:ph type="body" sz="quarter" idx="13"/>
          </p:nvPr>
        </p:nvSpPr>
        <p:spPr/>
        <p:txBody>
          <a:bodyPr/>
          <a:lstStyle/>
          <a:p>
            <a:r>
              <a:rPr lang="en-US" dirty="0"/>
              <a:t>JAN 20xx</a:t>
            </a:r>
          </a:p>
        </p:txBody>
      </p:sp>
      <p:pic>
        <p:nvPicPr>
          <p:cNvPr id="14" name="Picture Placeholder 13" descr="A picture containing swimming pool, sky, water, building">
            <a:extLst>
              <a:ext uri="{FF2B5EF4-FFF2-40B4-BE49-F238E27FC236}">
                <a16:creationId xmlns:a16="http://schemas.microsoft.com/office/drawing/2014/main" id="{512BFF8E-DA02-4D74-BE9E-49FB38DD583E}"/>
              </a:ext>
            </a:extLst>
          </p:cNvPr>
          <p:cNvPicPr>
            <a:picLocks noGrp="1" noChangeAspect="1"/>
          </p:cNvPicPr>
          <p:nvPr>
            <p:ph type="pic" sz="quarter" idx="10"/>
          </p:nvPr>
        </p:nvPicPr>
        <p:blipFill>
          <a:blip r:embed="rId2"/>
          <a:srcRect l="149" r="149"/>
          <a:stretch>
            <a:fillRect/>
          </a:stretch>
        </p:blipFill>
        <p:spPr/>
      </p:pic>
      <p:sp>
        <p:nvSpPr>
          <p:cNvPr id="19" name="Text Placeholder 18">
            <a:extLst>
              <a:ext uri="{FF2B5EF4-FFF2-40B4-BE49-F238E27FC236}">
                <a16:creationId xmlns:a16="http://schemas.microsoft.com/office/drawing/2014/main" id="{F509EA97-935D-764B-82F1-1D4D6224C2CF}"/>
              </a:ext>
            </a:extLst>
          </p:cNvPr>
          <p:cNvSpPr>
            <a:spLocks noGrp="1"/>
          </p:cNvSpPr>
          <p:nvPr>
            <p:ph type="body" sz="quarter" idx="14"/>
          </p:nvPr>
        </p:nvSpPr>
        <p:spPr/>
        <p:txBody>
          <a:bodyPr/>
          <a:lstStyle/>
          <a:p>
            <a:r>
              <a:rPr lang="en-US" dirty="0"/>
              <a:t>The art of building</a:t>
            </a:r>
          </a:p>
        </p:txBody>
      </p:sp>
      <p:sp>
        <p:nvSpPr>
          <p:cNvPr id="22" name="Text Placeholder 21">
            <a:extLst>
              <a:ext uri="{FF2B5EF4-FFF2-40B4-BE49-F238E27FC236}">
                <a16:creationId xmlns:a16="http://schemas.microsoft.com/office/drawing/2014/main" id="{221A03C3-F600-DB17-B1D1-914672B4D6EA}"/>
              </a:ext>
            </a:extLst>
          </p:cNvPr>
          <p:cNvSpPr>
            <a:spLocks noGrp="1"/>
          </p:cNvSpPr>
          <p:nvPr>
            <p:ph type="body" sz="quarter" idx="17"/>
          </p:nvPr>
        </p:nvSpPr>
        <p:spPr/>
        <p:txBody>
          <a:bodyPr/>
          <a:lstStyle/>
          <a:p>
            <a:r>
              <a:rPr lang="en-US" dirty="0"/>
              <a:t>// Page 03</a:t>
            </a:r>
          </a:p>
        </p:txBody>
      </p:sp>
      <p:sp>
        <p:nvSpPr>
          <p:cNvPr id="20" name="Text Placeholder 19">
            <a:extLst>
              <a:ext uri="{FF2B5EF4-FFF2-40B4-BE49-F238E27FC236}">
                <a16:creationId xmlns:a16="http://schemas.microsoft.com/office/drawing/2014/main" id="{00A9D351-B066-04BA-016E-3CC7D7DBD49C}"/>
              </a:ext>
            </a:extLst>
          </p:cNvPr>
          <p:cNvSpPr>
            <a:spLocks noGrp="1"/>
          </p:cNvSpPr>
          <p:nvPr>
            <p:ph type="body" sz="quarter" idx="15"/>
          </p:nvPr>
        </p:nvSpPr>
        <p:spPr/>
        <p:txBody>
          <a:bodyPr/>
          <a:lstStyle/>
          <a:p>
            <a:r>
              <a:rPr lang="en-US" dirty="0"/>
              <a:t>Innovative Design</a:t>
            </a:r>
          </a:p>
        </p:txBody>
      </p:sp>
      <p:sp>
        <p:nvSpPr>
          <p:cNvPr id="46" name="Text Placeholder 45">
            <a:extLst>
              <a:ext uri="{FF2B5EF4-FFF2-40B4-BE49-F238E27FC236}">
                <a16:creationId xmlns:a16="http://schemas.microsoft.com/office/drawing/2014/main" id="{D8BBD0BC-3BB7-57B1-1E89-B3FA5036C537}"/>
              </a:ext>
            </a:extLst>
          </p:cNvPr>
          <p:cNvSpPr>
            <a:spLocks noGrp="1"/>
          </p:cNvSpPr>
          <p:nvPr>
            <p:ph type="body" sz="quarter" idx="18"/>
          </p:nvPr>
        </p:nvSpPr>
        <p:spPr/>
        <p:txBody>
          <a:bodyPr/>
          <a:lstStyle/>
          <a:p>
            <a:r>
              <a:rPr lang="en-US" dirty="0"/>
              <a:t>// Page 05</a:t>
            </a:r>
          </a:p>
        </p:txBody>
      </p:sp>
      <p:sp>
        <p:nvSpPr>
          <p:cNvPr id="25" name="Text Placeholder 24">
            <a:extLst>
              <a:ext uri="{FF2B5EF4-FFF2-40B4-BE49-F238E27FC236}">
                <a16:creationId xmlns:a16="http://schemas.microsoft.com/office/drawing/2014/main" id="{704C89C2-AB30-27AD-1A4C-CAC31211BF0E}"/>
              </a:ext>
            </a:extLst>
          </p:cNvPr>
          <p:cNvSpPr>
            <a:spLocks noGrp="1"/>
          </p:cNvSpPr>
          <p:nvPr>
            <p:ph type="body" sz="quarter" idx="20"/>
          </p:nvPr>
        </p:nvSpPr>
        <p:spPr/>
        <p:txBody>
          <a:bodyPr/>
          <a:lstStyle/>
          <a:p>
            <a:r>
              <a:rPr lang="en-US" dirty="0"/>
              <a:t>+</a:t>
            </a:r>
          </a:p>
        </p:txBody>
      </p:sp>
      <p:sp>
        <p:nvSpPr>
          <p:cNvPr id="45" name="Text Placeholder 44">
            <a:extLst>
              <a:ext uri="{FF2B5EF4-FFF2-40B4-BE49-F238E27FC236}">
                <a16:creationId xmlns:a16="http://schemas.microsoft.com/office/drawing/2014/main" id="{B6876E18-1DE3-3995-33E3-1778A9A56A66}"/>
              </a:ext>
            </a:extLst>
          </p:cNvPr>
          <p:cNvSpPr>
            <a:spLocks noGrp="1"/>
          </p:cNvSpPr>
          <p:nvPr>
            <p:ph type="body" sz="quarter" idx="16"/>
          </p:nvPr>
        </p:nvSpPr>
        <p:spPr/>
        <p:txBody>
          <a:bodyPr/>
          <a:lstStyle/>
          <a:p>
            <a:r>
              <a:rPr lang="en-US" dirty="0"/>
              <a:t>Preserving the past</a:t>
            </a:r>
          </a:p>
          <a:p>
            <a:endParaRPr lang="en-US" dirty="0"/>
          </a:p>
        </p:txBody>
      </p:sp>
      <p:sp>
        <p:nvSpPr>
          <p:cNvPr id="47" name="Text Placeholder 46">
            <a:extLst>
              <a:ext uri="{FF2B5EF4-FFF2-40B4-BE49-F238E27FC236}">
                <a16:creationId xmlns:a16="http://schemas.microsoft.com/office/drawing/2014/main" id="{DEDAF34B-7A07-C8EC-17C2-DCD15F82F070}"/>
              </a:ext>
            </a:extLst>
          </p:cNvPr>
          <p:cNvSpPr>
            <a:spLocks noGrp="1"/>
          </p:cNvSpPr>
          <p:nvPr>
            <p:ph type="body" sz="quarter" idx="19"/>
          </p:nvPr>
        </p:nvSpPr>
        <p:spPr/>
        <p:txBody>
          <a:bodyPr/>
          <a:lstStyle/>
          <a:p>
            <a:r>
              <a:rPr lang="en-US" dirty="0"/>
              <a:t>// Page 06</a:t>
            </a:r>
          </a:p>
        </p:txBody>
      </p:sp>
    </p:spTree>
    <p:extLst>
      <p:ext uri="{BB962C8B-B14F-4D97-AF65-F5344CB8AC3E}">
        <p14:creationId xmlns:p14="http://schemas.microsoft.com/office/powerpoint/2010/main" val="3053059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picture containing symmetry, black and white, black, art&#10;">
            <a:extLst>
              <a:ext uri="{FF2B5EF4-FFF2-40B4-BE49-F238E27FC236}">
                <a16:creationId xmlns:a16="http://schemas.microsoft.com/office/drawing/2014/main" id="{1EC750E6-F148-3FD2-A59A-917F2711DE53}"/>
              </a:ext>
            </a:extLst>
          </p:cNvPr>
          <p:cNvPicPr>
            <a:picLocks noGrp="1" noChangeAspect="1"/>
          </p:cNvPicPr>
          <p:nvPr>
            <p:ph type="pic" sz="quarter" idx="10"/>
          </p:nvPr>
        </p:nvPicPr>
        <p:blipFill>
          <a:blip r:embed="rId2"/>
          <a:srcRect/>
          <a:stretch/>
        </p:blipFill>
        <p:spPr>
          <a:xfrm>
            <a:off x="1" y="0"/>
            <a:ext cx="15544800" cy="5029200"/>
          </a:xfrm>
        </p:spPr>
      </p:pic>
      <p:sp>
        <p:nvSpPr>
          <p:cNvPr id="3" name="Title 2">
            <a:extLst>
              <a:ext uri="{FF2B5EF4-FFF2-40B4-BE49-F238E27FC236}">
                <a16:creationId xmlns:a16="http://schemas.microsoft.com/office/drawing/2014/main" id="{401886C9-625C-667F-CB94-7B5EBA99C8DF}"/>
              </a:ext>
            </a:extLst>
          </p:cNvPr>
          <p:cNvSpPr>
            <a:spLocks noGrp="1"/>
          </p:cNvSpPr>
          <p:nvPr>
            <p:ph type="title"/>
          </p:nvPr>
        </p:nvSpPr>
        <p:spPr>
          <a:xfrm>
            <a:off x="8499224" y="3022713"/>
            <a:ext cx="6403249" cy="1226557"/>
          </a:xfrm>
        </p:spPr>
        <p:txBody>
          <a:bodyPr/>
          <a:lstStyle/>
          <a:p>
            <a:r>
              <a:rPr lang="en-US" dirty="0">
                <a:solidFill>
                  <a:schemeClr val="bg2"/>
                </a:solidFill>
              </a:rPr>
              <a:t>//</a:t>
            </a:r>
            <a:r>
              <a:rPr lang="en-US" dirty="0"/>
              <a:t>ARCH</a:t>
            </a:r>
          </a:p>
        </p:txBody>
      </p:sp>
      <p:sp>
        <p:nvSpPr>
          <p:cNvPr id="5" name="Text Placeholder 4">
            <a:extLst>
              <a:ext uri="{FF2B5EF4-FFF2-40B4-BE49-F238E27FC236}">
                <a16:creationId xmlns:a16="http://schemas.microsoft.com/office/drawing/2014/main" id="{516262CE-8943-0F92-8B6A-05D15CCE213B}"/>
              </a:ext>
            </a:extLst>
          </p:cNvPr>
          <p:cNvSpPr>
            <a:spLocks noGrp="1"/>
          </p:cNvSpPr>
          <p:nvPr>
            <p:ph type="body" sz="quarter" idx="16"/>
          </p:nvPr>
        </p:nvSpPr>
        <p:spPr>
          <a:xfrm>
            <a:off x="535641" y="5602040"/>
            <a:ext cx="5072679" cy="676839"/>
          </a:xfrm>
        </p:spPr>
        <p:txBody>
          <a:bodyPr/>
          <a:lstStyle/>
          <a:p>
            <a:r>
              <a:rPr lang="en-US" dirty="0"/>
              <a:t>Our staff</a:t>
            </a:r>
          </a:p>
        </p:txBody>
      </p:sp>
      <p:sp>
        <p:nvSpPr>
          <p:cNvPr id="107" name="Text Placeholder 106">
            <a:extLst>
              <a:ext uri="{FF2B5EF4-FFF2-40B4-BE49-F238E27FC236}">
                <a16:creationId xmlns:a16="http://schemas.microsoft.com/office/drawing/2014/main" id="{051D50D4-7E35-881F-5754-A97657CF525E}"/>
              </a:ext>
            </a:extLst>
          </p:cNvPr>
          <p:cNvSpPr>
            <a:spLocks noGrp="1"/>
          </p:cNvSpPr>
          <p:nvPr>
            <p:ph type="body" sz="quarter" idx="30"/>
          </p:nvPr>
        </p:nvSpPr>
        <p:spPr>
          <a:xfrm>
            <a:off x="535641" y="6527801"/>
            <a:ext cx="2363134" cy="3058160"/>
          </a:xfrm>
        </p:spPr>
        <p:txBody>
          <a:bodyPr/>
          <a:lstStyle/>
          <a:p>
            <a:r>
              <a:rPr lang="en-US" dirty="0"/>
              <a:t>Editor In Chief</a:t>
            </a:r>
          </a:p>
          <a:p>
            <a:pPr lvl="1"/>
            <a:r>
              <a:rPr lang="en-US" dirty="0"/>
              <a:t>Mirjam Nilsson</a:t>
            </a:r>
          </a:p>
          <a:p>
            <a:r>
              <a:rPr lang="en-US" dirty="0"/>
              <a:t>Creative Director</a:t>
            </a:r>
          </a:p>
          <a:p>
            <a:pPr lvl="1"/>
            <a:r>
              <a:rPr lang="en-US" dirty="0"/>
              <a:t>Victoria Lindqvist</a:t>
            </a:r>
          </a:p>
          <a:p>
            <a:r>
              <a:rPr lang="en-US" dirty="0"/>
              <a:t>Art Director</a:t>
            </a:r>
          </a:p>
          <a:p>
            <a:pPr lvl="1"/>
            <a:r>
              <a:rPr lang="en-US" dirty="0"/>
              <a:t>August Bergqvist</a:t>
            </a:r>
          </a:p>
          <a:p>
            <a:r>
              <a:rPr lang="en-US" dirty="0"/>
              <a:t>Art &amp; Design</a:t>
            </a:r>
          </a:p>
          <a:p>
            <a:pPr lvl="1"/>
            <a:r>
              <a:rPr lang="en-US" dirty="0"/>
              <a:t>Alexander Martensson</a:t>
            </a:r>
          </a:p>
          <a:p>
            <a:pPr lvl="1"/>
            <a:r>
              <a:rPr lang="en-US" dirty="0"/>
              <a:t>Angelica Astrom</a:t>
            </a:r>
          </a:p>
          <a:p>
            <a:pPr lvl="1"/>
            <a:r>
              <a:rPr lang="en-US" dirty="0"/>
              <a:t>Allan Mattsson</a:t>
            </a:r>
          </a:p>
          <a:p>
            <a:endParaRPr lang="en-US" dirty="0"/>
          </a:p>
        </p:txBody>
      </p:sp>
      <p:sp>
        <p:nvSpPr>
          <p:cNvPr id="91" name="Text Placeholder 90">
            <a:extLst>
              <a:ext uri="{FF2B5EF4-FFF2-40B4-BE49-F238E27FC236}">
                <a16:creationId xmlns:a16="http://schemas.microsoft.com/office/drawing/2014/main" id="{A68D010D-3023-7FFE-A0DE-C00C9B143CC9}"/>
              </a:ext>
            </a:extLst>
          </p:cNvPr>
          <p:cNvSpPr>
            <a:spLocks noGrp="1"/>
          </p:cNvSpPr>
          <p:nvPr>
            <p:ph type="body" sz="quarter" idx="31"/>
          </p:nvPr>
        </p:nvSpPr>
        <p:spPr>
          <a:xfrm>
            <a:off x="3245186" y="6527801"/>
            <a:ext cx="2363134" cy="3058160"/>
          </a:xfrm>
        </p:spPr>
        <p:txBody>
          <a:bodyPr/>
          <a:lstStyle/>
          <a:p>
            <a:r>
              <a:rPr lang="en-US" dirty="0"/>
              <a:t>Photography</a:t>
            </a:r>
          </a:p>
          <a:p>
            <a:pPr lvl="1"/>
            <a:r>
              <a:rPr lang="en-US" dirty="0"/>
              <a:t>Flora Berggren</a:t>
            </a:r>
          </a:p>
          <a:p>
            <a:pPr lvl="1"/>
            <a:r>
              <a:rPr lang="en-US" dirty="0"/>
              <a:t>Ian Hansson</a:t>
            </a:r>
          </a:p>
          <a:p>
            <a:pPr lvl="1"/>
            <a:r>
              <a:rPr lang="en-US" dirty="0"/>
              <a:t>Mira Karlsson</a:t>
            </a:r>
            <a:br>
              <a:rPr lang="en-US" dirty="0"/>
            </a:br>
            <a:endParaRPr lang="en-US" dirty="0"/>
          </a:p>
          <a:p>
            <a:r>
              <a:rPr lang="en-US" dirty="0"/>
              <a:t>Web Team</a:t>
            </a:r>
          </a:p>
          <a:p>
            <a:pPr lvl="1"/>
            <a:r>
              <a:rPr lang="en-US" dirty="0"/>
              <a:t>April Hansson</a:t>
            </a:r>
          </a:p>
          <a:p>
            <a:pPr lvl="1"/>
            <a:r>
              <a:rPr lang="en-US" dirty="0"/>
              <a:t>Kalle Persson</a:t>
            </a:r>
          </a:p>
          <a:p>
            <a:pPr lvl="1"/>
            <a:r>
              <a:rPr lang="en-US" dirty="0"/>
              <a:t>Jens Martensso</a:t>
            </a:r>
          </a:p>
          <a:p>
            <a:endParaRPr lang="en-US" dirty="0"/>
          </a:p>
          <a:p>
            <a:endParaRPr lang="en-US" dirty="0"/>
          </a:p>
        </p:txBody>
      </p:sp>
      <p:sp>
        <p:nvSpPr>
          <p:cNvPr id="4" name="Text Placeholder 3">
            <a:extLst>
              <a:ext uri="{FF2B5EF4-FFF2-40B4-BE49-F238E27FC236}">
                <a16:creationId xmlns:a16="http://schemas.microsoft.com/office/drawing/2014/main" id="{B1713E0B-ECC6-30AD-82C5-1AC357795FA0}"/>
              </a:ext>
            </a:extLst>
          </p:cNvPr>
          <p:cNvSpPr>
            <a:spLocks noGrp="1"/>
          </p:cNvSpPr>
          <p:nvPr>
            <p:ph type="body" sz="quarter" idx="14"/>
          </p:nvPr>
        </p:nvSpPr>
        <p:spPr>
          <a:xfrm>
            <a:off x="8499224" y="4244552"/>
            <a:ext cx="6403249" cy="404908"/>
          </a:xfrm>
        </p:spPr>
        <p:txBody>
          <a:bodyPr/>
          <a:lstStyle/>
          <a:p>
            <a:r>
              <a:rPr lang="en-US" dirty="0"/>
              <a:t>JANUARY 20XX</a:t>
            </a:r>
          </a:p>
        </p:txBody>
      </p:sp>
      <p:sp>
        <p:nvSpPr>
          <p:cNvPr id="122" name="Text Placeholder 121">
            <a:extLst>
              <a:ext uri="{FF2B5EF4-FFF2-40B4-BE49-F238E27FC236}">
                <a16:creationId xmlns:a16="http://schemas.microsoft.com/office/drawing/2014/main" id="{61C6778C-33AA-3405-2D63-9F6A9E411530}"/>
              </a:ext>
            </a:extLst>
          </p:cNvPr>
          <p:cNvSpPr>
            <a:spLocks noGrp="1"/>
          </p:cNvSpPr>
          <p:nvPr>
            <p:ph type="body" sz="quarter" idx="18"/>
          </p:nvPr>
        </p:nvSpPr>
        <p:spPr>
          <a:xfrm>
            <a:off x="8165167" y="5648755"/>
            <a:ext cx="3291728" cy="353762"/>
          </a:xfrm>
        </p:spPr>
        <p:txBody>
          <a:bodyPr/>
          <a:lstStyle/>
          <a:p>
            <a:r>
              <a:rPr lang="en-US" dirty="0"/>
              <a:t>The art of building //03</a:t>
            </a:r>
          </a:p>
        </p:txBody>
      </p:sp>
      <p:sp>
        <p:nvSpPr>
          <p:cNvPr id="124" name="Text Placeholder 123">
            <a:extLst>
              <a:ext uri="{FF2B5EF4-FFF2-40B4-BE49-F238E27FC236}">
                <a16:creationId xmlns:a16="http://schemas.microsoft.com/office/drawing/2014/main" id="{302A230B-46F3-BFE2-8481-1D864602117F}"/>
              </a:ext>
            </a:extLst>
          </p:cNvPr>
          <p:cNvSpPr>
            <a:spLocks noGrp="1"/>
          </p:cNvSpPr>
          <p:nvPr>
            <p:ph type="body" sz="quarter" idx="24"/>
          </p:nvPr>
        </p:nvSpPr>
        <p:spPr>
          <a:xfrm>
            <a:off x="8165167" y="6049348"/>
            <a:ext cx="3291728" cy="1439888"/>
          </a:xfrm>
        </p:spPr>
        <p:txBody>
          <a:bodyPr/>
          <a:lstStyle/>
          <a:p>
            <a:r>
              <a:rPr lang="en-US" dirty="0"/>
              <a:t>Lorem ipsum sit amet consectetur adipiscing elit, sed do eiusmod tempor incididunt lorem ipsum sit amet.</a:t>
            </a:r>
          </a:p>
          <a:p>
            <a:endParaRPr lang="en-US" dirty="0"/>
          </a:p>
          <a:p>
            <a:endParaRPr lang="en-US" dirty="0"/>
          </a:p>
        </p:txBody>
      </p:sp>
      <p:sp>
        <p:nvSpPr>
          <p:cNvPr id="126" name="Text Placeholder 125">
            <a:extLst>
              <a:ext uri="{FF2B5EF4-FFF2-40B4-BE49-F238E27FC236}">
                <a16:creationId xmlns:a16="http://schemas.microsoft.com/office/drawing/2014/main" id="{9A730BD7-E7FB-FF06-3DFC-B245A2BE4BAB}"/>
              </a:ext>
            </a:extLst>
          </p:cNvPr>
          <p:cNvSpPr>
            <a:spLocks noGrp="1"/>
          </p:cNvSpPr>
          <p:nvPr>
            <p:ph type="body" sz="quarter" idx="26"/>
          </p:nvPr>
        </p:nvSpPr>
        <p:spPr>
          <a:xfrm>
            <a:off x="8165167" y="7745479"/>
            <a:ext cx="3291728" cy="353762"/>
          </a:xfrm>
        </p:spPr>
        <p:txBody>
          <a:bodyPr/>
          <a:lstStyle/>
          <a:p>
            <a:r>
              <a:rPr lang="en-US" dirty="0"/>
              <a:t>Innovative Design //05</a:t>
            </a:r>
          </a:p>
        </p:txBody>
      </p:sp>
      <p:sp>
        <p:nvSpPr>
          <p:cNvPr id="104" name="Text Placeholder 103">
            <a:extLst>
              <a:ext uri="{FF2B5EF4-FFF2-40B4-BE49-F238E27FC236}">
                <a16:creationId xmlns:a16="http://schemas.microsoft.com/office/drawing/2014/main" id="{31ADB304-C0B7-5DBD-1390-E906CB4B6A12}"/>
              </a:ext>
            </a:extLst>
          </p:cNvPr>
          <p:cNvSpPr>
            <a:spLocks noGrp="1"/>
          </p:cNvSpPr>
          <p:nvPr>
            <p:ph type="body" sz="quarter" idx="28"/>
          </p:nvPr>
        </p:nvSpPr>
        <p:spPr>
          <a:xfrm>
            <a:off x="8165167" y="8146072"/>
            <a:ext cx="3291728" cy="1439888"/>
          </a:xfrm>
        </p:spPr>
        <p:txBody>
          <a:bodyPr/>
          <a:lstStyle/>
          <a:p>
            <a:r>
              <a:rPr lang="en-US" dirty="0"/>
              <a:t>Lorem ipsum sit amet consectetur adipiscing elit, sed do eiusmod tempor incididunt lorem ipsum sit amet.</a:t>
            </a:r>
          </a:p>
          <a:p>
            <a:endParaRPr lang="en-US" dirty="0"/>
          </a:p>
          <a:p>
            <a:endParaRPr lang="en-US" dirty="0"/>
          </a:p>
        </p:txBody>
      </p:sp>
      <p:sp>
        <p:nvSpPr>
          <p:cNvPr id="123" name="Text Placeholder 122">
            <a:extLst>
              <a:ext uri="{FF2B5EF4-FFF2-40B4-BE49-F238E27FC236}">
                <a16:creationId xmlns:a16="http://schemas.microsoft.com/office/drawing/2014/main" id="{4ED64505-DE0C-F1EF-544C-68CFABCC2C0E}"/>
              </a:ext>
            </a:extLst>
          </p:cNvPr>
          <p:cNvSpPr>
            <a:spLocks noGrp="1"/>
          </p:cNvSpPr>
          <p:nvPr>
            <p:ph type="body" sz="quarter" idx="22"/>
          </p:nvPr>
        </p:nvSpPr>
        <p:spPr>
          <a:xfrm>
            <a:off x="11814812" y="5648755"/>
            <a:ext cx="3291728" cy="353762"/>
          </a:xfrm>
        </p:spPr>
        <p:txBody>
          <a:bodyPr/>
          <a:lstStyle/>
          <a:p>
            <a:r>
              <a:rPr lang="en-US" dirty="0"/>
              <a:t>Preserving the past //06</a:t>
            </a:r>
          </a:p>
        </p:txBody>
      </p:sp>
      <p:sp>
        <p:nvSpPr>
          <p:cNvPr id="125" name="Text Placeholder 124">
            <a:extLst>
              <a:ext uri="{FF2B5EF4-FFF2-40B4-BE49-F238E27FC236}">
                <a16:creationId xmlns:a16="http://schemas.microsoft.com/office/drawing/2014/main" id="{F2EABB18-BFF3-0FC1-441E-0F3B41D72E52}"/>
              </a:ext>
            </a:extLst>
          </p:cNvPr>
          <p:cNvSpPr>
            <a:spLocks noGrp="1"/>
          </p:cNvSpPr>
          <p:nvPr>
            <p:ph type="body" sz="quarter" idx="25"/>
          </p:nvPr>
        </p:nvSpPr>
        <p:spPr>
          <a:xfrm>
            <a:off x="11814812" y="6049348"/>
            <a:ext cx="3291728" cy="1439888"/>
          </a:xfrm>
        </p:spPr>
        <p:txBody>
          <a:bodyPr/>
          <a:lstStyle/>
          <a:p>
            <a:r>
              <a:rPr lang="en-US" dirty="0"/>
              <a:t>Lorem ipsum sit amet consectetur adipiscing elit, sed do eiusmod tempor incididunt lorem ipsum sit amet.</a:t>
            </a:r>
          </a:p>
          <a:p>
            <a:endParaRPr lang="en-US" dirty="0"/>
          </a:p>
          <a:p>
            <a:endParaRPr lang="en-US" dirty="0"/>
          </a:p>
        </p:txBody>
      </p:sp>
      <p:sp>
        <p:nvSpPr>
          <p:cNvPr id="127" name="Text Placeholder 126">
            <a:extLst>
              <a:ext uri="{FF2B5EF4-FFF2-40B4-BE49-F238E27FC236}">
                <a16:creationId xmlns:a16="http://schemas.microsoft.com/office/drawing/2014/main" id="{10A254DE-1891-A2A7-DB73-42FD1E45A150}"/>
              </a:ext>
            </a:extLst>
          </p:cNvPr>
          <p:cNvSpPr>
            <a:spLocks noGrp="1"/>
          </p:cNvSpPr>
          <p:nvPr>
            <p:ph type="body" sz="quarter" idx="27"/>
          </p:nvPr>
        </p:nvSpPr>
        <p:spPr>
          <a:xfrm>
            <a:off x="11814812" y="7745479"/>
            <a:ext cx="3291728" cy="353762"/>
          </a:xfrm>
        </p:spPr>
        <p:txBody>
          <a:bodyPr/>
          <a:lstStyle/>
          <a:p>
            <a:r>
              <a:rPr lang="en-US" dirty="0"/>
              <a:t>The beauty of imperfection //11</a:t>
            </a:r>
          </a:p>
        </p:txBody>
      </p:sp>
      <p:sp>
        <p:nvSpPr>
          <p:cNvPr id="105" name="Text Placeholder 104">
            <a:extLst>
              <a:ext uri="{FF2B5EF4-FFF2-40B4-BE49-F238E27FC236}">
                <a16:creationId xmlns:a16="http://schemas.microsoft.com/office/drawing/2014/main" id="{2D4C6C08-B403-8C1C-A4A8-9B6EF33CD3F4}"/>
              </a:ext>
            </a:extLst>
          </p:cNvPr>
          <p:cNvSpPr>
            <a:spLocks noGrp="1"/>
          </p:cNvSpPr>
          <p:nvPr>
            <p:ph type="body" sz="quarter" idx="29"/>
          </p:nvPr>
        </p:nvSpPr>
        <p:spPr>
          <a:xfrm>
            <a:off x="11814812" y="8146072"/>
            <a:ext cx="3291728" cy="1439888"/>
          </a:xfrm>
        </p:spPr>
        <p:txBody>
          <a:bodyPr/>
          <a:lstStyle/>
          <a:p>
            <a:r>
              <a:rPr lang="en-US" dirty="0"/>
              <a:t>Lorem ipsum sit amet consectetur adipiscing elit, sed do eiusmod tempor incididunt lorem ipsum sit amet.</a:t>
            </a:r>
          </a:p>
          <a:p>
            <a:endParaRPr lang="en-US" dirty="0"/>
          </a:p>
          <a:p>
            <a:endParaRPr lang="en-US" dirty="0"/>
          </a:p>
        </p:txBody>
      </p:sp>
    </p:spTree>
    <p:extLst>
      <p:ext uri="{BB962C8B-B14F-4D97-AF65-F5344CB8AC3E}">
        <p14:creationId xmlns:p14="http://schemas.microsoft.com/office/powerpoint/2010/main" val="3811203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itle 57">
            <a:extLst>
              <a:ext uri="{FF2B5EF4-FFF2-40B4-BE49-F238E27FC236}">
                <a16:creationId xmlns:a16="http://schemas.microsoft.com/office/drawing/2014/main" id="{5922D72C-3507-6BE0-1A85-DE72B8894D18}"/>
              </a:ext>
            </a:extLst>
          </p:cNvPr>
          <p:cNvSpPr>
            <a:spLocks noGrp="1"/>
          </p:cNvSpPr>
          <p:nvPr>
            <p:ph type="title"/>
          </p:nvPr>
        </p:nvSpPr>
        <p:spPr>
          <a:xfrm>
            <a:off x="1212027" y="740703"/>
            <a:ext cx="4909185" cy="2155566"/>
          </a:xfrm>
        </p:spPr>
        <p:txBody>
          <a:bodyPr/>
          <a:lstStyle/>
          <a:p>
            <a:r>
              <a:rPr lang="en-US" dirty="0"/>
              <a:t>The art </a:t>
            </a:r>
            <a:br>
              <a:rPr lang="en-US" dirty="0"/>
            </a:br>
            <a:r>
              <a:rPr lang="en-US" dirty="0"/>
              <a:t>of building</a:t>
            </a:r>
          </a:p>
        </p:txBody>
      </p:sp>
      <p:sp>
        <p:nvSpPr>
          <p:cNvPr id="60" name="Text Placeholder 59">
            <a:extLst>
              <a:ext uri="{FF2B5EF4-FFF2-40B4-BE49-F238E27FC236}">
                <a16:creationId xmlns:a16="http://schemas.microsoft.com/office/drawing/2014/main" id="{6CDFDB0A-2478-9C19-A8F7-191B3709880A}"/>
              </a:ext>
            </a:extLst>
          </p:cNvPr>
          <p:cNvSpPr>
            <a:spLocks noGrp="1"/>
          </p:cNvSpPr>
          <p:nvPr>
            <p:ph type="body" sz="quarter" idx="16"/>
          </p:nvPr>
        </p:nvSpPr>
        <p:spPr>
          <a:xfrm>
            <a:off x="1212027" y="2932342"/>
            <a:ext cx="4909185" cy="676839"/>
          </a:xfrm>
        </p:spPr>
        <p:txBody>
          <a:bodyPr/>
          <a:lstStyle/>
          <a:p>
            <a:r>
              <a:rPr lang="en-US" dirty="0"/>
              <a:t>Sonu Jain //</a:t>
            </a:r>
          </a:p>
        </p:txBody>
      </p:sp>
      <p:pic>
        <p:nvPicPr>
          <p:cNvPr id="78" name="Picture Placeholder 77" descr="A picture containing architecture, sky, building, outdoor">
            <a:extLst>
              <a:ext uri="{FF2B5EF4-FFF2-40B4-BE49-F238E27FC236}">
                <a16:creationId xmlns:a16="http://schemas.microsoft.com/office/drawing/2014/main" id="{AB901CD8-EB2F-202D-E630-9B0D52F1D52F}"/>
              </a:ext>
            </a:extLst>
          </p:cNvPr>
          <p:cNvPicPr>
            <a:picLocks noGrp="1" noChangeAspect="1"/>
          </p:cNvPicPr>
          <p:nvPr>
            <p:ph type="pic" sz="quarter" idx="10"/>
          </p:nvPr>
        </p:nvPicPr>
        <p:blipFill>
          <a:blip r:embed="rId2"/>
          <a:srcRect t="99" b="99"/>
          <a:stretch/>
        </p:blipFill>
        <p:spPr>
          <a:xfrm>
            <a:off x="-11492" y="4165448"/>
            <a:ext cx="7796955" cy="5892951"/>
          </a:xfrm>
        </p:spPr>
      </p:pic>
      <p:sp>
        <p:nvSpPr>
          <p:cNvPr id="36" name="Text Placeholder 35">
            <a:extLst>
              <a:ext uri="{FF2B5EF4-FFF2-40B4-BE49-F238E27FC236}">
                <a16:creationId xmlns:a16="http://schemas.microsoft.com/office/drawing/2014/main" id="{92F0C5D6-8DF6-68F2-5B4D-8811DF24870D}"/>
              </a:ext>
            </a:extLst>
          </p:cNvPr>
          <p:cNvSpPr>
            <a:spLocks noGrp="1"/>
          </p:cNvSpPr>
          <p:nvPr>
            <p:ph type="body" sz="quarter" idx="18"/>
          </p:nvPr>
        </p:nvSpPr>
        <p:spPr>
          <a:xfrm>
            <a:off x="8124825" y="551330"/>
            <a:ext cx="6897461" cy="8527356"/>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a:t>
            </a:r>
          </a:p>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 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Excepteur sint occaecat cupidatat non proident, sunt in culpa qui officia deserunt mollit anim id est laborum. Lorem ipsum dolor sit amet, consectetur adipiscing elit.</a:t>
            </a:r>
          </a:p>
          <a:p>
            <a:endParaRPr lang="en-US" dirty="0"/>
          </a:p>
        </p:txBody>
      </p:sp>
      <p:sp>
        <p:nvSpPr>
          <p:cNvPr id="84" name="Text Placeholder 83">
            <a:extLst>
              <a:ext uri="{FF2B5EF4-FFF2-40B4-BE49-F238E27FC236}">
                <a16:creationId xmlns:a16="http://schemas.microsoft.com/office/drawing/2014/main" id="{B888D0EA-54DB-06D4-C9C9-174417812709}"/>
              </a:ext>
            </a:extLst>
          </p:cNvPr>
          <p:cNvSpPr>
            <a:spLocks noGrp="1"/>
          </p:cNvSpPr>
          <p:nvPr>
            <p:ph type="body" sz="quarter" idx="21"/>
          </p:nvPr>
        </p:nvSpPr>
        <p:spPr>
          <a:xfrm>
            <a:off x="8165166" y="9342119"/>
            <a:ext cx="3535681" cy="310981"/>
          </a:xfrm>
        </p:spPr>
        <p:txBody>
          <a:bodyPr/>
          <a:lstStyle/>
          <a:p>
            <a:r>
              <a:rPr lang="en-US" dirty="0"/>
              <a:t>Picture caption  // “Caption here”</a:t>
            </a:r>
          </a:p>
        </p:txBody>
      </p:sp>
      <p:sp>
        <p:nvSpPr>
          <p:cNvPr id="6" name="Slide Number Placeholder 5">
            <a:extLst>
              <a:ext uri="{FF2B5EF4-FFF2-40B4-BE49-F238E27FC236}">
                <a16:creationId xmlns:a16="http://schemas.microsoft.com/office/drawing/2014/main" id="{FE11BCB5-4763-A9FE-37BB-CBD4500041D6}"/>
              </a:ext>
            </a:extLst>
          </p:cNvPr>
          <p:cNvSpPr>
            <a:spLocks noGrp="1"/>
          </p:cNvSpPr>
          <p:nvPr>
            <p:ph type="sldNum" sz="quarter" idx="4"/>
          </p:nvPr>
        </p:nvSpPr>
        <p:spPr>
          <a:xfrm>
            <a:off x="14837015" y="9523584"/>
            <a:ext cx="426592" cy="275808"/>
          </a:xfrm>
        </p:spPr>
        <p:txBody>
          <a:bodyPr/>
          <a:lstStyle/>
          <a:p>
            <a:fld id="{CB2079F2-58AF-ED44-82D7-E04B2F6FD686}" type="slidenum">
              <a:rPr lang="en-US" smtClean="0"/>
              <a:pPr/>
              <a:t>3</a:t>
            </a:fld>
            <a:endParaRPr lang="en-US" dirty="0"/>
          </a:p>
        </p:txBody>
      </p:sp>
    </p:spTree>
    <p:extLst>
      <p:ext uri="{BB962C8B-B14F-4D97-AF65-F5344CB8AC3E}">
        <p14:creationId xmlns:p14="http://schemas.microsoft.com/office/powerpoint/2010/main" val="3464419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itle 65">
            <a:extLst>
              <a:ext uri="{FF2B5EF4-FFF2-40B4-BE49-F238E27FC236}">
                <a16:creationId xmlns:a16="http://schemas.microsoft.com/office/drawing/2014/main" id="{05C08A4F-0326-E92D-2045-0DD9FCFDFC53}"/>
              </a:ext>
            </a:extLst>
          </p:cNvPr>
          <p:cNvSpPr>
            <a:spLocks noGrp="1"/>
          </p:cNvSpPr>
          <p:nvPr>
            <p:ph type="title"/>
          </p:nvPr>
        </p:nvSpPr>
        <p:spPr>
          <a:xfrm>
            <a:off x="11806757" y="1126980"/>
            <a:ext cx="3132925" cy="1353591"/>
          </a:xfrm>
        </p:spPr>
        <p:txBody>
          <a:bodyPr/>
          <a:lstStyle/>
          <a:p>
            <a:r>
              <a:rPr lang="en-US" dirty="0"/>
              <a:t>“Lorem ipsum dolor sit amet, consectetur adipiscing elit.”</a:t>
            </a:r>
          </a:p>
        </p:txBody>
      </p:sp>
      <p:pic>
        <p:nvPicPr>
          <p:cNvPr id="10" name="Picture Placeholder 9" descr="A house with a garage&#10;">
            <a:extLst>
              <a:ext uri="{FF2B5EF4-FFF2-40B4-BE49-F238E27FC236}">
                <a16:creationId xmlns:a16="http://schemas.microsoft.com/office/drawing/2014/main" id="{FEB18A0A-3383-9253-2E99-E9306B63D926}"/>
              </a:ext>
            </a:extLst>
          </p:cNvPr>
          <p:cNvPicPr>
            <a:picLocks noGrp="1" noChangeAspect="1"/>
          </p:cNvPicPr>
          <p:nvPr>
            <p:ph type="pic" sz="quarter" idx="10"/>
          </p:nvPr>
        </p:nvPicPr>
        <p:blipFill>
          <a:blip r:embed="rId2"/>
          <a:srcRect t="90" b="90"/>
          <a:stretch/>
        </p:blipFill>
        <p:spPr>
          <a:xfrm>
            <a:off x="0" y="1"/>
            <a:ext cx="11441723" cy="5029200"/>
          </a:xfrm>
        </p:spPr>
      </p:pic>
      <p:sp>
        <p:nvSpPr>
          <p:cNvPr id="14" name="Text Placeholder 13">
            <a:extLst>
              <a:ext uri="{FF2B5EF4-FFF2-40B4-BE49-F238E27FC236}">
                <a16:creationId xmlns:a16="http://schemas.microsoft.com/office/drawing/2014/main" id="{FFED040F-E94C-E2EF-E11C-BBBA3B291AE5}"/>
              </a:ext>
            </a:extLst>
          </p:cNvPr>
          <p:cNvSpPr>
            <a:spLocks noGrp="1"/>
          </p:cNvSpPr>
          <p:nvPr>
            <p:ph type="body" sz="quarter" idx="16"/>
          </p:nvPr>
        </p:nvSpPr>
        <p:spPr>
          <a:xfrm>
            <a:off x="11806757" y="567079"/>
            <a:ext cx="3132925" cy="374215"/>
          </a:xfrm>
        </p:spPr>
        <p:txBody>
          <a:bodyPr/>
          <a:lstStyle/>
          <a:p>
            <a:r>
              <a:rPr lang="en-US" dirty="0"/>
              <a:t>Picture caption  // “Caption here”</a:t>
            </a:r>
          </a:p>
        </p:txBody>
      </p:sp>
      <p:sp>
        <p:nvSpPr>
          <p:cNvPr id="22" name="Text Placeholder 21">
            <a:extLst>
              <a:ext uri="{FF2B5EF4-FFF2-40B4-BE49-F238E27FC236}">
                <a16:creationId xmlns:a16="http://schemas.microsoft.com/office/drawing/2014/main" id="{6E05F615-DBA3-DDBF-43B4-F101AB1DC636}"/>
              </a:ext>
            </a:extLst>
          </p:cNvPr>
          <p:cNvSpPr>
            <a:spLocks noGrp="1"/>
          </p:cNvSpPr>
          <p:nvPr>
            <p:ph type="body" sz="quarter" idx="22"/>
          </p:nvPr>
        </p:nvSpPr>
        <p:spPr>
          <a:xfrm>
            <a:off x="444500" y="5432238"/>
            <a:ext cx="6935135" cy="4340260"/>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Ut enim ad minim veniam, quis nostrud exercitation ullamco laboris nisi ut aliquip ex ea commodo consequat. Duis aute irure dolor in reprehenderit in voluptate velit esse cillum dolore eu fugiat nulla pariatur. Tempor incididunt ut labore et dolore magna aliqua. Ullamco laboris nisi ut aliquip ex ea commodo consequat. Duis aute irure dolor in reprehenderit in. Dolor in reprehenderit in. Tempor incididunt ut labore et dolore </a:t>
            </a:r>
          </a:p>
        </p:txBody>
      </p:sp>
      <p:sp>
        <p:nvSpPr>
          <p:cNvPr id="37" name="Text Placeholder 36">
            <a:extLst>
              <a:ext uri="{FF2B5EF4-FFF2-40B4-BE49-F238E27FC236}">
                <a16:creationId xmlns:a16="http://schemas.microsoft.com/office/drawing/2014/main" id="{9B1EDC68-8F9E-0530-5F03-8DF28D5A8B43}"/>
              </a:ext>
            </a:extLst>
          </p:cNvPr>
          <p:cNvSpPr>
            <a:spLocks noGrp="1"/>
          </p:cNvSpPr>
          <p:nvPr>
            <p:ph type="body" sz="quarter" idx="23"/>
          </p:nvPr>
        </p:nvSpPr>
        <p:spPr>
          <a:xfrm>
            <a:off x="8152597" y="5432239"/>
            <a:ext cx="3384979" cy="4340260"/>
          </a:xfrm>
        </p:spPr>
        <p:txBody>
          <a:bodyPr/>
          <a:lstStyle/>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Excepteur sint occaecat cupidatat non proident, sunt in culpa qui officia deserunt mollit anim id est laborum. do eiusmod tempor incididunt ut labore et dolore magna aliqua</a:t>
            </a:r>
          </a:p>
        </p:txBody>
      </p:sp>
      <p:sp>
        <p:nvSpPr>
          <p:cNvPr id="45" name="Text Placeholder 44">
            <a:extLst>
              <a:ext uri="{FF2B5EF4-FFF2-40B4-BE49-F238E27FC236}">
                <a16:creationId xmlns:a16="http://schemas.microsoft.com/office/drawing/2014/main" id="{163FE1E4-2AEE-7D01-01E1-2B099711CDF8}"/>
              </a:ext>
            </a:extLst>
          </p:cNvPr>
          <p:cNvSpPr>
            <a:spLocks noGrp="1"/>
          </p:cNvSpPr>
          <p:nvPr>
            <p:ph type="body" sz="quarter" idx="24"/>
          </p:nvPr>
        </p:nvSpPr>
        <p:spPr>
          <a:xfrm>
            <a:off x="11806757" y="2699238"/>
            <a:ext cx="3132925" cy="7073260"/>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Ut enim ad minim veniam, quis nostrud exercitation ullamco laboris nisi ut aliquip ex ea commodo consequat. Duis aute irure dolor in reprehenderit in voluptate velit esse cillum dolore eu fugiat nulla pariatur.</a:t>
            </a:r>
          </a:p>
        </p:txBody>
      </p:sp>
      <p:sp>
        <p:nvSpPr>
          <p:cNvPr id="5" name="Slide Number Placeholder 4">
            <a:extLst>
              <a:ext uri="{FF2B5EF4-FFF2-40B4-BE49-F238E27FC236}">
                <a16:creationId xmlns:a16="http://schemas.microsoft.com/office/drawing/2014/main" id="{5BA363F1-76FE-3EA0-B81F-08028D039DE7}"/>
              </a:ext>
            </a:extLst>
          </p:cNvPr>
          <p:cNvSpPr>
            <a:spLocks noGrp="1"/>
          </p:cNvSpPr>
          <p:nvPr>
            <p:ph type="sldNum" sz="quarter" idx="4"/>
          </p:nvPr>
        </p:nvSpPr>
        <p:spPr>
          <a:xfrm>
            <a:off x="14823568" y="9523584"/>
            <a:ext cx="426592" cy="275808"/>
          </a:xfrm>
        </p:spPr>
        <p:txBody>
          <a:bodyPr/>
          <a:lstStyle/>
          <a:p>
            <a:fld id="{CB2079F2-58AF-ED44-82D7-E04B2F6FD686}" type="slidenum">
              <a:rPr lang="en-US" smtClean="0"/>
              <a:pPr/>
              <a:t>4</a:t>
            </a:fld>
            <a:endParaRPr lang="en-US" dirty="0"/>
          </a:p>
        </p:txBody>
      </p:sp>
    </p:spTree>
    <p:extLst>
      <p:ext uri="{BB962C8B-B14F-4D97-AF65-F5344CB8AC3E}">
        <p14:creationId xmlns:p14="http://schemas.microsoft.com/office/powerpoint/2010/main" val="2567317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picture containing indoor, wall, interior design, cabinetry">
            <a:extLst>
              <a:ext uri="{FF2B5EF4-FFF2-40B4-BE49-F238E27FC236}">
                <a16:creationId xmlns:a16="http://schemas.microsoft.com/office/drawing/2014/main" id="{8351C655-9FB6-571E-2C88-F2105E6963B1}"/>
              </a:ext>
            </a:extLst>
          </p:cNvPr>
          <p:cNvPicPr>
            <a:picLocks noGrp="1" noChangeAspect="1"/>
          </p:cNvPicPr>
          <p:nvPr>
            <p:ph type="pic" sz="quarter" idx="10"/>
          </p:nvPr>
        </p:nvPicPr>
        <p:blipFill>
          <a:blip r:embed="rId2"/>
          <a:srcRect l="338" r="338"/>
          <a:stretch/>
        </p:blipFill>
        <p:spPr>
          <a:xfrm>
            <a:off x="3146612" y="-11069"/>
            <a:ext cx="8321040" cy="5085390"/>
          </a:xfrm>
        </p:spPr>
      </p:pic>
      <p:sp>
        <p:nvSpPr>
          <p:cNvPr id="5" name="Title 4">
            <a:extLst>
              <a:ext uri="{FF2B5EF4-FFF2-40B4-BE49-F238E27FC236}">
                <a16:creationId xmlns:a16="http://schemas.microsoft.com/office/drawing/2014/main" id="{030080DA-E1F4-4CC7-B369-EEC134D4AB95}"/>
              </a:ext>
            </a:extLst>
          </p:cNvPr>
          <p:cNvSpPr>
            <a:spLocks noGrp="1"/>
          </p:cNvSpPr>
          <p:nvPr>
            <p:ph type="title"/>
          </p:nvPr>
        </p:nvSpPr>
        <p:spPr>
          <a:xfrm>
            <a:off x="1176281" y="965823"/>
            <a:ext cx="5695166" cy="1944159"/>
          </a:xfrm>
        </p:spPr>
        <p:txBody>
          <a:bodyPr/>
          <a:lstStyle/>
          <a:p>
            <a:r>
              <a:rPr lang="en-US" dirty="0"/>
              <a:t>Innovative design</a:t>
            </a:r>
          </a:p>
        </p:txBody>
      </p:sp>
      <p:sp>
        <p:nvSpPr>
          <p:cNvPr id="4" name="Text Placeholder 3">
            <a:extLst>
              <a:ext uri="{FF2B5EF4-FFF2-40B4-BE49-F238E27FC236}">
                <a16:creationId xmlns:a16="http://schemas.microsoft.com/office/drawing/2014/main" id="{8CD64E01-444B-70B2-A1AA-0656039EA1D2}"/>
              </a:ext>
            </a:extLst>
          </p:cNvPr>
          <p:cNvSpPr>
            <a:spLocks noGrp="1"/>
          </p:cNvSpPr>
          <p:nvPr>
            <p:ph type="body" sz="quarter" idx="16"/>
          </p:nvPr>
        </p:nvSpPr>
        <p:spPr>
          <a:xfrm>
            <a:off x="1176281" y="2952627"/>
            <a:ext cx="5695166" cy="374215"/>
          </a:xfrm>
        </p:spPr>
        <p:txBody>
          <a:bodyPr/>
          <a:lstStyle/>
          <a:p>
            <a:r>
              <a:rPr lang="en-US" dirty="0"/>
              <a:t>Miro Matkovic //</a:t>
            </a:r>
          </a:p>
        </p:txBody>
      </p:sp>
      <p:sp>
        <p:nvSpPr>
          <p:cNvPr id="41" name="Text Placeholder 40">
            <a:extLst>
              <a:ext uri="{FF2B5EF4-FFF2-40B4-BE49-F238E27FC236}">
                <a16:creationId xmlns:a16="http://schemas.microsoft.com/office/drawing/2014/main" id="{3585F007-F774-EE01-102A-409D108A90A0}"/>
              </a:ext>
            </a:extLst>
          </p:cNvPr>
          <p:cNvSpPr>
            <a:spLocks noGrp="1"/>
          </p:cNvSpPr>
          <p:nvPr>
            <p:ph type="body" sz="quarter" idx="29"/>
          </p:nvPr>
        </p:nvSpPr>
        <p:spPr>
          <a:xfrm>
            <a:off x="11823911" y="528491"/>
            <a:ext cx="3316823" cy="3332964"/>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a:t>
            </a:r>
          </a:p>
        </p:txBody>
      </p:sp>
      <p:sp>
        <p:nvSpPr>
          <p:cNvPr id="18" name="Text Placeholder 17">
            <a:extLst>
              <a:ext uri="{FF2B5EF4-FFF2-40B4-BE49-F238E27FC236}">
                <a16:creationId xmlns:a16="http://schemas.microsoft.com/office/drawing/2014/main" id="{8B041385-3353-87CD-3FB2-781FE8037EED}"/>
              </a:ext>
            </a:extLst>
          </p:cNvPr>
          <p:cNvSpPr>
            <a:spLocks noGrp="1"/>
          </p:cNvSpPr>
          <p:nvPr>
            <p:ph type="body" sz="quarter" idx="26"/>
          </p:nvPr>
        </p:nvSpPr>
        <p:spPr>
          <a:xfrm>
            <a:off x="11833971" y="4104638"/>
            <a:ext cx="3306763" cy="574938"/>
          </a:xfrm>
        </p:spPr>
        <p:txBody>
          <a:bodyPr/>
          <a:lstStyle/>
          <a:p>
            <a:r>
              <a:rPr lang="en-US" dirty="0"/>
              <a:t>Left picture // “Caption here”</a:t>
            </a:r>
          </a:p>
          <a:p>
            <a:r>
              <a:rPr lang="en-US" dirty="0"/>
              <a:t>Bottom picture  // “Caption here”</a:t>
            </a:r>
          </a:p>
        </p:txBody>
      </p:sp>
      <p:sp>
        <p:nvSpPr>
          <p:cNvPr id="26" name="Text Placeholder 25">
            <a:extLst>
              <a:ext uri="{FF2B5EF4-FFF2-40B4-BE49-F238E27FC236}">
                <a16:creationId xmlns:a16="http://schemas.microsoft.com/office/drawing/2014/main" id="{D2B993AA-12DA-3FA4-F9E9-561790543ADC}"/>
              </a:ext>
            </a:extLst>
          </p:cNvPr>
          <p:cNvSpPr>
            <a:spLocks noGrp="1"/>
          </p:cNvSpPr>
          <p:nvPr>
            <p:ph type="body" sz="quarter" idx="28"/>
          </p:nvPr>
        </p:nvSpPr>
        <p:spPr>
          <a:xfrm>
            <a:off x="469900" y="5446713"/>
            <a:ext cx="6858363" cy="4076700"/>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 Duis aute irure dolor in reprehenderit in voluptate velit esse cillum dolore eu fugiat nulla pariatur. Excepteur sint occaecat cupidatat non proident, sunt in culpa qui officia deserunt mollit anim id est laborum. </a:t>
            </a:r>
          </a:p>
          <a:p>
            <a:r>
              <a:rPr lang="en-US" dirty="0"/>
              <a:t>Lorem ipsum dolor sit amet, consectetur adipiscing elit, sed do eiusmod tempor incididunt ut labore et dolore magna aliqua. </a:t>
            </a:r>
          </a:p>
          <a:p>
            <a:r>
              <a:rPr lang="en-US" dirty="0"/>
              <a:t>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a:t>
            </a:r>
          </a:p>
        </p:txBody>
      </p:sp>
      <p:pic>
        <p:nvPicPr>
          <p:cNvPr id="12" name="Picture Placeholder 11" descr="A picture containing indoor, vase, interior design, furniture">
            <a:extLst>
              <a:ext uri="{FF2B5EF4-FFF2-40B4-BE49-F238E27FC236}">
                <a16:creationId xmlns:a16="http://schemas.microsoft.com/office/drawing/2014/main" id="{EF54EE24-4BA8-C96C-5685-2D4E8922F962}"/>
              </a:ext>
            </a:extLst>
          </p:cNvPr>
          <p:cNvPicPr>
            <a:picLocks noGrp="1" noChangeAspect="1"/>
          </p:cNvPicPr>
          <p:nvPr>
            <p:ph type="pic" sz="quarter" idx="25"/>
          </p:nvPr>
        </p:nvPicPr>
        <p:blipFill>
          <a:blip r:embed="rId3"/>
          <a:srcRect l="127" r="127"/>
          <a:stretch/>
        </p:blipFill>
        <p:spPr>
          <a:xfrm>
            <a:off x="7772399" y="5074321"/>
            <a:ext cx="7771651" cy="4984079"/>
          </a:xfrm>
        </p:spPr>
      </p:pic>
      <p:sp>
        <p:nvSpPr>
          <p:cNvPr id="8" name="Slide Number Placeholder 7">
            <a:extLst>
              <a:ext uri="{FF2B5EF4-FFF2-40B4-BE49-F238E27FC236}">
                <a16:creationId xmlns:a16="http://schemas.microsoft.com/office/drawing/2014/main" id="{F48B27EE-16B8-3A59-4FFC-2F79182F2B53}"/>
              </a:ext>
            </a:extLst>
          </p:cNvPr>
          <p:cNvSpPr>
            <a:spLocks noGrp="1"/>
          </p:cNvSpPr>
          <p:nvPr>
            <p:ph type="sldNum" sz="quarter" idx="4"/>
          </p:nvPr>
        </p:nvSpPr>
        <p:spPr>
          <a:xfrm>
            <a:off x="14837015" y="9523584"/>
            <a:ext cx="426592" cy="275808"/>
          </a:xfrm>
        </p:spPr>
        <p:txBody>
          <a:bodyPr/>
          <a:lstStyle/>
          <a:p>
            <a:fld id="{CB2079F2-58AF-ED44-82D7-E04B2F6FD686}" type="slidenum">
              <a:rPr lang="en-US" smtClean="0"/>
              <a:pPr/>
              <a:t>5</a:t>
            </a:fld>
            <a:endParaRPr lang="en-US" dirty="0"/>
          </a:p>
        </p:txBody>
      </p:sp>
    </p:spTree>
    <p:extLst>
      <p:ext uri="{BB962C8B-B14F-4D97-AF65-F5344CB8AC3E}">
        <p14:creationId xmlns:p14="http://schemas.microsoft.com/office/powerpoint/2010/main" val="4250039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44EE38C-5129-A593-A0F1-19D4DFC2104F}"/>
              </a:ext>
            </a:extLst>
          </p:cNvPr>
          <p:cNvSpPr>
            <a:spLocks noGrp="1"/>
          </p:cNvSpPr>
          <p:nvPr>
            <p:ph type="title"/>
          </p:nvPr>
        </p:nvSpPr>
        <p:spPr>
          <a:xfrm>
            <a:off x="8984447" y="740703"/>
            <a:ext cx="4909185" cy="2155566"/>
          </a:xfrm>
        </p:spPr>
        <p:txBody>
          <a:bodyPr/>
          <a:lstStyle/>
          <a:p>
            <a:r>
              <a:rPr lang="en-US" dirty="0"/>
              <a:t>Preserving the past</a:t>
            </a:r>
          </a:p>
        </p:txBody>
      </p:sp>
      <p:pic>
        <p:nvPicPr>
          <p:cNvPr id="37" name="Picture Placeholder 36" descr="A picture containing building, outdoor, window, house">
            <a:extLst>
              <a:ext uri="{FF2B5EF4-FFF2-40B4-BE49-F238E27FC236}">
                <a16:creationId xmlns:a16="http://schemas.microsoft.com/office/drawing/2014/main" id="{B64E3C28-E79F-EBB1-11CF-B81C19CF84DD}"/>
              </a:ext>
            </a:extLst>
          </p:cNvPr>
          <p:cNvPicPr>
            <a:picLocks noGrp="1" noChangeAspect="1"/>
          </p:cNvPicPr>
          <p:nvPr>
            <p:ph type="pic" sz="quarter" idx="10"/>
          </p:nvPr>
        </p:nvPicPr>
        <p:blipFill>
          <a:blip r:embed="rId2"/>
          <a:srcRect l="132" r="132"/>
          <a:stretch/>
        </p:blipFill>
        <p:spPr>
          <a:xfrm>
            <a:off x="-11492" y="0"/>
            <a:ext cx="7796955" cy="10058399"/>
          </a:xfrm>
        </p:spPr>
      </p:pic>
      <p:sp>
        <p:nvSpPr>
          <p:cNvPr id="11" name="Text Placeholder 10">
            <a:extLst>
              <a:ext uri="{FF2B5EF4-FFF2-40B4-BE49-F238E27FC236}">
                <a16:creationId xmlns:a16="http://schemas.microsoft.com/office/drawing/2014/main" id="{57352839-B727-FBF9-CBDC-FC862DC88AAE}"/>
              </a:ext>
            </a:extLst>
          </p:cNvPr>
          <p:cNvSpPr>
            <a:spLocks noGrp="1"/>
          </p:cNvSpPr>
          <p:nvPr>
            <p:ph type="body" sz="quarter" idx="16"/>
          </p:nvPr>
        </p:nvSpPr>
        <p:spPr>
          <a:xfrm>
            <a:off x="8984447" y="2932342"/>
            <a:ext cx="4909185" cy="676839"/>
          </a:xfrm>
        </p:spPr>
        <p:txBody>
          <a:bodyPr/>
          <a:lstStyle/>
          <a:p>
            <a:r>
              <a:rPr lang="en-US" dirty="0"/>
              <a:t>Ravi Costa //</a:t>
            </a:r>
          </a:p>
        </p:txBody>
      </p:sp>
      <p:sp>
        <p:nvSpPr>
          <p:cNvPr id="18" name="Text Placeholder 17">
            <a:extLst>
              <a:ext uri="{FF2B5EF4-FFF2-40B4-BE49-F238E27FC236}">
                <a16:creationId xmlns:a16="http://schemas.microsoft.com/office/drawing/2014/main" id="{66C5AEA1-5056-9ABC-782E-2C6E131B8659}"/>
              </a:ext>
            </a:extLst>
          </p:cNvPr>
          <p:cNvSpPr>
            <a:spLocks noGrp="1"/>
          </p:cNvSpPr>
          <p:nvPr>
            <p:ph type="body" sz="quarter" idx="18"/>
          </p:nvPr>
        </p:nvSpPr>
        <p:spPr>
          <a:xfrm>
            <a:off x="8190140" y="4545874"/>
            <a:ext cx="7073467" cy="4532812"/>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 </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Ut enim ad minim veniam, quis nostrud</a:t>
            </a:r>
          </a:p>
          <a:p>
            <a:r>
              <a:rPr lang="en-US" dirty="0"/>
              <a:t>Lorem ipsum dolor sit amet, consectetur adipiscing elit, sed do eiusmod tempor icididunt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Lorem ipsum dolor sit amet, </a:t>
            </a:r>
          </a:p>
        </p:txBody>
      </p:sp>
      <p:sp>
        <p:nvSpPr>
          <p:cNvPr id="25" name="Text Placeholder 24">
            <a:extLst>
              <a:ext uri="{FF2B5EF4-FFF2-40B4-BE49-F238E27FC236}">
                <a16:creationId xmlns:a16="http://schemas.microsoft.com/office/drawing/2014/main" id="{36FDF93E-5446-73E9-EBBC-B1DCD63C838A}"/>
              </a:ext>
            </a:extLst>
          </p:cNvPr>
          <p:cNvSpPr>
            <a:spLocks noGrp="1"/>
          </p:cNvSpPr>
          <p:nvPr>
            <p:ph type="body" sz="quarter" idx="21"/>
          </p:nvPr>
        </p:nvSpPr>
        <p:spPr>
          <a:xfrm>
            <a:off x="8165166" y="9342119"/>
            <a:ext cx="3535681" cy="310981"/>
          </a:xfrm>
        </p:spPr>
        <p:txBody>
          <a:bodyPr/>
          <a:lstStyle/>
          <a:p>
            <a:r>
              <a:rPr lang="en-US" dirty="0"/>
              <a:t>Picture caption  // “Caption here”</a:t>
            </a:r>
          </a:p>
        </p:txBody>
      </p:sp>
      <p:sp>
        <p:nvSpPr>
          <p:cNvPr id="6" name="Slide Number Placeholder 5">
            <a:extLst>
              <a:ext uri="{FF2B5EF4-FFF2-40B4-BE49-F238E27FC236}">
                <a16:creationId xmlns:a16="http://schemas.microsoft.com/office/drawing/2014/main" id="{AAD7A6C2-B914-3510-23C2-7E10284D8E49}"/>
              </a:ext>
            </a:extLst>
          </p:cNvPr>
          <p:cNvSpPr>
            <a:spLocks noGrp="1"/>
          </p:cNvSpPr>
          <p:nvPr>
            <p:ph type="sldNum" sz="quarter" idx="4"/>
          </p:nvPr>
        </p:nvSpPr>
        <p:spPr>
          <a:xfrm>
            <a:off x="14837015" y="9523584"/>
            <a:ext cx="426592" cy="275808"/>
          </a:xfrm>
        </p:spPr>
        <p:txBody>
          <a:bodyPr/>
          <a:lstStyle/>
          <a:p>
            <a:fld id="{CB2079F2-58AF-ED44-82D7-E04B2F6FD686}" type="slidenum">
              <a:rPr lang="en-US" smtClean="0"/>
              <a:pPr/>
              <a:t>6</a:t>
            </a:fld>
            <a:endParaRPr lang="en-US" dirty="0"/>
          </a:p>
        </p:txBody>
      </p:sp>
    </p:spTree>
    <p:extLst>
      <p:ext uri="{BB962C8B-B14F-4D97-AF65-F5344CB8AC3E}">
        <p14:creationId xmlns:p14="http://schemas.microsoft.com/office/powerpoint/2010/main" val="701587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FB44475-4782-9063-4BCE-A3692625EE1B}"/>
              </a:ext>
            </a:extLst>
          </p:cNvPr>
          <p:cNvSpPr>
            <a:spLocks noGrp="1"/>
          </p:cNvSpPr>
          <p:nvPr>
            <p:ph type="title"/>
          </p:nvPr>
        </p:nvSpPr>
        <p:spPr>
          <a:xfrm>
            <a:off x="4029508" y="567409"/>
            <a:ext cx="3442448" cy="1698120"/>
          </a:xfrm>
        </p:spPr>
        <p:txBody>
          <a:bodyPr/>
          <a:lstStyle/>
          <a:p>
            <a:pPr lvl="0"/>
            <a:r>
              <a:rPr lang="en-US" noProof="0" dirty="0"/>
              <a:t>“Lorem ipsum dolor sit amet, consectetur adipiscing elit.1”</a:t>
            </a:r>
          </a:p>
        </p:txBody>
      </p:sp>
      <p:sp>
        <p:nvSpPr>
          <p:cNvPr id="16" name="Text Placeholder 15">
            <a:extLst>
              <a:ext uri="{FF2B5EF4-FFF2-40B4-BE49-F238E27FC236}">
                <a16:creationId xmlns:a16="http://schemas.microsoft.com/office/drawing/2014/main" id="{4649A86D-BA35-3FD6-427D-77FFF8C4198D}"/>
              </a:ext>
            </a:extLst>
          </p:cNvPr>
          <p:cNvSpPr>
            <a:spLocks noGrp="1"/>
          </p:cNvSpPr>
          <p:nvPr>
            <p:ph type="body" sz="quarter" idx="19"/>
          </p:nvPr>
        </p:nvSpPr>
        <p:spPr>
          <a:xfrm>
            <a:off x="444138" y="567409"/>
            <a:ext cx="3357154" cy="8550465"/>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Reprehenderit in voluptate velit esse cillum dolore eu fugiat nulla pariatur. Excepteur sint occaecat cupidatat non proident, sunt in culpa qui officia deserunt mollit anim id est laborum. Lorem ipsum dolor sit amet, consectetur adipiscing elit.</a:t>
            </a:r>
          </a:p>
          <a:p>
            <a:r>
              <a:rPr lang="en-US" dirty="0"/>
              <a:t>Duis aute irure dolor in reprehenderit in voluptate velit esse cillum dolore eu fugiat nulla pariatur. Excepteur sint occaecat cupidatat non proident, sunt in culpa qui officia deserunt mollit</a:t>
            </a:r>
          </a:p>
        </p:txBody>
      </p:sp>
      <p:sp>
        <p:nvSpPr>
          <p:cNvPr id="17" name="Text Placeholder 16">
            <a:extLst>
              <a:ext uri="{FF2B5EF4-FFF2-40B4-BE49-F238E27FC236}">
                <a16:creationId xmlns:a16="http://schemas.microsoft.com/office/drawing/2014/main" id="{739552B5-2FD5-73C2-A9DD-0AA4E5701914}"/>
              </a:ext>
            </a:extLst>
          </p:cNvPr>
          <p:cNvSpPr>
            <a:spLocks noGrp="1"/>
          </p:cNvSpPr>
          <p:nvPr>
            <p:ph type="body" sz="quarter" idx="20"/>
          </p:nvPr>
        </p:nvSpPr>
        <p:spPr>
          <a:xfrm>
            <a:off x="4029508" y="2452270"/>
            <a:ext cx="3442448" cy="2067480"/>
          </a:xfrm>
        </p:spPr>
        <p:txBody>
          <a:bodyPr/>
          <a:lstStyle/>
          <a:p>
            <a:r>
              <a:rPr lang="en-US" dirty="0"/>
              <a:t>Duis aute irure dolor in reprehenderit in voluptate velit esse cillum dolore eu fugiat nulla pariatur. Excepteur sint occaecat cupidatat non proident, sunt in culpa qui officia sed do eiusmod tempor incididunt ut labore et dolore magna aliqua.  </a:t>
            </a:r>
          </a:p>
        </p:txBody>
      </p:sp>
      <p:sp>
        <p:nvSpPr>
          <p:cNvPr id="15" name="Text Placeholder 14">
            <a:extLst>
              <a:ext uri="{FF2B5EF4-FFF2-40B4-BE49-F238E27FC236}">
                <a16:creationId xmlns:a16="http://schemas.microsoft.com/office/drawing/2014/main" id="{F2CB2884-526D-8375-3799-B63B96F6C4A7}"/>
              </a:ext>
            </a:extLst>
          </p:cNvPr>
          <p:cNvSpPr>
            <a:spLocks noGrp="1"/>
          </p:cNvSpPr>
          <p:nvPr>
            <p:ph type="body" sz="quarter" idx="18"/>
          </p:nvPr>
        </p:nvSpPr>
        <p:spPr>
          <a:xfrm>
            <a:off x="8242392" y="587828"/>
            <a:ext cx="6858271" cy="3931921"/>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Ut enim ad minim veniam, quis nostrud exercitation ullamco laboris nisi ut aliquip ex ea commodo consequat. Duis aute irure dolor in reprehenderit in voluptate velit esse cillum dolore eu fugiat nulla pariatur. Tempor incididunt ut labore et dolore magna aliqua. </a:t>
            </a:r>
          </a:p>
        </p:txBody>
      </p:sp>
      <p:sp>
        <p:nvSpPr>
          <p:cNvPr id="45" name="Text Placeholder 44">
            <a:extLst>
              <a:ext uri="{FF2B5EF4-FFF2-40B4-BE49-F238E27FC236}">
                <a16:creationId xmlns:a16="http://schemas.microsoft.com/office/drawing/2014/main" id="{83860CA0-3FFC-66B4-718F-159D208B13DB}"/>
              </a:ext>
            </a:extLst>
          </p:cNvPr>
          <p:cNvSpPr>
            <a:spLocks noGrp="1"/>
          </p:cNvSpPr>
          <p:nvPr>
            <p:ph type="body" sz="quarter" idx="16"/>
          </p:nvPr>
        </p:nvSpPr>
        <p:spPr>
          <a:xfrm>
            <a:off x="1160530" y="9248084"/>
            <a:ext cx="2640762" cy="374215"/>
          </a:xfrm>
        </p:spPr>
        <p:txBody>
          <a:bodyPr/>
          <a:lstStyle/>
          <a:p>
            <a:r>
              <a:rPr lang="en-US" dirty="0"/>
              <a:t>Picture Caption  // “Caption here”</a:t>
            </a:r>
          </a:p>
        </p:txBody>
      </p:sp>
      <p:pic>
        <p:nvPicPr>
          <p:cNvPr id="10" name="Picture Placeholder 9" descr="A picture containing building, outdoor, window, property&#10;">
            <a:extLst>
              <a:ext uri="{FF2B5EF4-FFF2-40B4-BE49-F238E27FC236}">
                <a16:creationId xmlns:a16="http://schemas.microsoft.com/office/drawing/2014/main" id="{8E4E19AB-1489-4032-0027-F2ED3EAD6E21}"/>
              </a:ext>
            </a:extLst>
          </p:cNvPr>
          <p:cNvPicPr>
            <a:picLocks noGrp="1" noChangeAspect="1"/>
          </p:cNvPicPr>
          <p:nvPr>
            <p:ph type="pic" sz="quarter" idx="10"/>
          </p:nvPr>
        </p:nvPicPr>
        <p:blipFill>
          <a:blip r:embed="rId2"/>
          <a:srcRect l="134" r="134"/>
          <a:stretch/>
        </p:blipFill>
        <p:spPr>
          <a:xfrm>
            <a:off x="4103077" y="5029201"/>
            <a:ext cx="11441723" cy="4974336"/>
          </a:xfrm>
        </p:spPr>
      </p:pic>
      <p:sp>
        <p:nvSpPr>
          <p:cNvPr id="4" name="Slide Number Placeholder 3">
            <a:extLst>
              <a:ext uri="{FF2B5EF4-FFF2-40B4-BE49-F238E27FC236}">
                <a16:creationId xmlns:a16="http://schemas.microsoft.com/office/drawing/2014/main" id="{3DC46BAC-A0CE-955C-36B6-66BCB258A173}"/>
              </a:ext>
            </a:extLst>
          </p:cNvPr>
          <p:cNvSpPr>
            <a:spLocks noGrp="1"/>
          </p:cNvSpPr>
          <p:nvPr>
            <p:ph type="sldNum" sz="quarter" idx="4"/>
          </p:nvPr>
        </p:nvSpPr>
        <p:spPr>
          <a:xfrm>
            <a:off x="14823568" y="9523584"/>
            <a:ext cx="426592" cy="275808"/>
          </a:xfrm>
        </p:spPr>
        <p:txBody>
          <a:bodyPr/>
          <a:lstStyle/>
          <a:p>
            <a:fld id="{CB2079F2-58AF-ED44-82D7-E04B2F6FD686}" type="slidenum">
              <a:rPr lang="en-US" smtClean="0"/>
              <a:pPr/>
              <a:t>7</a:t>
            </a:fld>
            <a:endParaRPr lang="en-US" dirty="0"/>
          </a:p>
        </p:txBody>
      </p:sp>
    </p:spTree>
    <p:extLst>
      <p:ext uri="{BB962C8B-B14F-4D97-AF65-F5344CB8AC3E}">
        <p14:creationId xmlns:p14="http://schemas.microsoft.com/office/powerpoint/2010/main" val="541758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picture containing white, symmetry, design, art">
            <a:extLst>
              <a:ext uri="{FF2B5EF4-FFF2-40B4-BE49-F238E27FC236}">
                <a16:creationId xmlns:a16="http://schemas.microsoft.com/office/drawing/2014/main" id="{4358BA96-F822-FD75-AC56-A5BFD8ADD3CC}"/>
              </a:ext>
            </a:extLst>
          </p:cNvPr>
          <p:cNvPicPr>
            <a:picLocks noGrp="1" noChangeAspect="1"/>
          </p:cNvPicPr>
          <p:nvPr>
            <p:ph type="pic" sz="quarter" idx="10"/>
          </p:nvPr>
        </p:nvPicPr>
        <p:blipFill>
          <a:blip r:embed="rId2"/>
          <a:srcRect l="338" r="338"/>
          <a:stretch/>
        </p:blipFill>
        <p:spPr>
          <a:xfrm>
            <a:off x="3146612" y="-11069"/>
            <a:ext cx="8321040" cy="5085390"/>
          </a:xfrm>
        </p:spPr>
      </p:pic>
      <p:sp>
        <p:nvSpPr>
          <p:cNvPr id="4" name="Title 3">
            <a:extLst>
              <a:ext uri="{FF2B5EF4-FFF2-40B4-BE49-F238E27FC236}">
                <a16:creationId xmlns:a16="http://schemas.microsoft.com/office/drawing/2014/main" id="{3D90D901-A562-AE97-7E4A-6A986C5AC73B}"/>
              </a:ext>
            </a:extLst>
          </p:cNvPr>
          <p:cNvSpPr>
            <a:spLocks noGrp="1"/>
          </p:cNvSpPr>
          <p:nvPr>
            <p:ph type="title"/>
          </p:nvPr>
        </p:nvSpPr>
        <p:spPr>
          <a:xfrm>
            <a:off x="1176281" y="965823"/>
            <a:ext cx="5695166" cy="1944159"/>
          </a:xfrm>
        </p:spPr>
        <p:txBody>
          <a:bodyPr/>
          <a:lstStyle/>
          <a:p>
            <a:r>
              <a:rPr lang="en-US" dirty="0"/>
              <a:t>The power of natural light</a:t>
            </a:r>
          </a:p>
        </p:txBody>
      </p:sp>
      <p:sp>
        <p:nvSpPr>
          <p:cNvPr id="3" name="Text Placeholder 2">
            <a:extLst>
              <a:ext uri="{FF2B5EF4-FFF2-40B4-BE49-F238E27FC236}">
                <a16:creationId xmlns:a16="http://schemas.microsoft.com/office/drawing/2014/main" id="{6F3303EC-0926-DE1C-0229-3CF487517BA6}"/>
              </a:ext>
            </a:extLst>
          </p:cNvPr>
          <p:cNvSpPr>
            <a:spLocks noGrp="1"/>
          </p:cNvSpPr>
          <p:nvPr>
            <p:ph type="body" sz="quarter" idx="16"/>
          </p:nvPr>
        </p:nvSpPr>
        <p:spPr>
          <a:xfrm>
            <a:off x="1176281" y="2952627"/>
            <a:ext cx="5695166" cy="374215"/>
          </a:xfrm>
        </p:spPr>
        <p:txBody>
          <a:bodyPr/>
          <a:lstStyle/>
          <a:p>
            <a:r>
              <a:rPr lang="en-US" dirty="0"/>
              <a:t>Kertu Aare //</a:t>
            </a:r>
          </a:p>
        </p:txBody>
      </p:sp>
      <p:sp>
        <p:nvSpPr>
          <p:cNvPr id="22" name="Text Placeholder 21">
            <a:extLst>
              <a:ext uri="{FF2B5EF4-FFF2-40B4-BE49-F238E27FC236}">
                <a16:creationId xmlns:a16="http://schemas.microsoft.com/office/drawing/2014/main" id="{7F727649-CFBE-EB9F-5B4B-FBF5822D788A}"/>
              </a:ext>
            </a:extLst>
          </p:cNvPr>
          <p:cNvSpPr>
            <a:spLocks noGrp="1"/>
          </p:cNvSpPr>
          <p:nvPr>
            <p:ph type="body" sz="quarter" idx="28"/>
          </p:nvPr>
        </p:nvSpPr>
        <p:spPr>
          <a:xfrm>
            <a:off x="469900" y="5446713"/>
            <a:ext cx="7041243" cy="4076700"/>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a:t>
            </a:r>
          </a:p>
          <a:p>
            <a:endParaRPr lang="en-US" dirty="0"/>
          </a:p>
          <a:p>
            <a:r>
              <a:rPr lang="en-US" dirty="0"/>
              <a:t>Lorem ipsum dolor sit amet, consectetur adipiscing elit, sed do eiusmod tempor incididunt ut labore et dolore magna aliqua. Ut enim ad minim veniam, quis nostrud exercitation ullamco laboris nisi ut aliquip ex ea commodo consequat</a:t>
            </a:r>
            <a:r>
              <a:rPr lang="en-US"/>
              <a:t>. </a:t>
            </a:r>
          </a:p>
          <a:p>
            <a:r>
              <a:rPr lang="en-US"/>
              <a:t>Duis </a:t>
            </a:r>
            <a:r>
              <a:rPr lang="en-US" dirty="0"/>
              <a:t>aute irure dolor in reprehenderit in voluptate velit esse cillum dolore eu fugiat nulla pariatur. dolor sit amet, consectetur adipiscing elit, sed do eiusmod tempor incididunt ut labore et dolore magna aliqua. </a:t>
            </a:r>
          </a:p>
          <a:p>
            <a:endParaRPr lang="en-US" dirty="0"/>
          </a:p>
        </p:txBody>
      </p:sp>
      <p:sp>
        <p:nvSpPr>
          <p:cNvPr id="24" name="Text Placeholder 23">
            <a:extLst>
              <a:ext uri="{FF2B5EF4-FFF2-40B4-BE49-F238E27FC236}">
                <a16:creationId xmlns:a16="http://schemas.microsoft.com/office/drawing/2014/main" id="{20B0551B-A041-F62E-F37D-D76E2D14C956}"/>
              </a:ext>
            </a:extLst>
          </p:cNvPr>
          <p:cNvSpPr>
            <a:spLocks noGrp="1"/>
          </p:cNvSpPr>
          <p:nvPr>
            <p:ph type="body" sz="quarter" idx="30"/>
          </p:nvPr>
        </p:nvSpPr>
        <p:spPr>
          <a:xfrm>
            <a:off x="8150828" y="5446713"/>
            <a:ext cx="3316823" cy="4076700"/>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a:t>
            </a:r>
          </a:p>
        </p:txBody>
      </p:sp>
      <p:sp>
        <p:nvSpPr>
          <p:cNvPr id="32" name="Text Placeholder 31">
            <a:extLst>
              <a:ext uri="{FF2B5EF4-FFF2-40B4-BE49-F238E27FC236}">
                <a16:creationId xmlns:a16="http://schemas.microsoft.com/office/drawing/2014/main" id="{81FCA59B-5B7A-FE73-453B-F6F2A68C2137}"/>
              </a:ext>
            </a:extLst>
          </p:cNvPr>
          <p:cNvSpPr>
            <a:spLocks noGrp="1"/>
          </p:cNvSpPr>
          <p:nvPr>
            <p:ph type="body" sz="quarter" idx="21"/>
          </p:nvPr>
        </p:nvSpPr>
        <p:spPr>
          <a:xfrm>
            <a:off x="11823911" y="628604"/>
            <a:ext cx="3316824" cy="294577"/>
          </a:xfrm>
        </p:spPr>
        <p:txBody>
          <a:bodyPr/>
          <a:lstStyle/>
          <a:p>
            <a:r>
              <a:rPr lang="en-US" dirty="0"/>
              <a:t>Picture caption  // “Caption here”</a:t>
            </a:r>
          </a:p>
        </p:txBody>
      </p:sp>
      <p:sp>
        <p:nvSpPr>
          <p:cNvPr id="23" name="Text Placeholder 22">
            <a:extLst>
              <a:ext uri="{FF2B5EF4-FFF2-40B4-BE49-F238E27FC236}">
                <a16:creationId xmlns:a16="http://schemas.microsoft.com/office/drawing/2014/main" id="{219C74C0-8FC5-9C72-269C-8E53699AE696}"/>
              </a:ext>
            </a:extLst>
          </p:cNvPr>
          <p:cNvSpPr>
            <a:spLocks noGrp="1"/>
          </p:cNvSpPr>
          <p:nvPr>
            <p:ph type="body" sz="quarter" idx="29"/>
          </p:nvPr>
        </p:nvSpPr>
        <p:spPr>
          <a:xfrm>
            <a:off x="11823911" y="1136469"/>
            <a:ext cx="3316823" cy="8386944"/>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Reprehenderit in voluptate velit esse cillum dolore eu fugiat nulla pariatur. Excepteur sint occaecat cupidatat non proident, sunt in culpa qui officia deserunt mollit anim id est laborum. Lorem ipsum dolor sit amet, consectetur adipiscing elit.</a:t>
            </a:r>
          </a:p>
          <a:p>
            <a:r>
              <a:rPr lang="en-US" dirty="0"/>
              <a:t>Duis aute irure dolor in reprehenderit in voluptate velit esse cillum dolore eu fugiat nulla pariatur. Excepteur sint occaecat cupidatat non proident, sunt.</a:t>
            </a:r>
          </a:p>
        </p:txBody>
      </p:sp>
      <p:sp>
        <p:nvSpPr>
          <p:cNvPr id="5" name="Slide Number Placeholder 4">
            <a:extLst>
              <a:ext uri="{FF2B5EF4-FFF2-40B4-BE49-F238E27FC236}">
                <a16:creationId xmlns:a16="http://schemas.microsoft.com/office/drawing/2014/main" id="{A09260BC-3318-7774-0925-AC269674A0B9}"/>
              </a:ext>
            </a:extLst>
          </p:cNvPr>
          <p:cNvSpPr>
            <a:spLocks noGrp="1"/>
          </p:cNvSpPr>
          <p:nvPr>
            <p:ph type="sldNum" sz="quarter" idx="4"/>
          </p:nvPr>
        </p:nvSpPr>
        <p:spPr>
          <a:xfrm>
            <a:off x="14837015" y="9523584"/>
            <a:ext cx="426592" cy="275808"/>
          </a:xfrm>
        </p:spPr>
        <p:txBody>
          <a:bodyPr/>
          <a:lstStyle/>
          <a:p>
            <a:fld id="{CB2079F2-58AF-ED44-82D7-E04B2F6FD686}" type="slidenum">
              <a:rPr lang="en-US" smtClean="0"/>
              <a:pPr/>
              <a:t>8</a:t>
            </a:fld>
            <a:endParaRPr lang="en-US" dirty="0"/>
          </a:p>
        </p:txBody>
      </p:sp>
    </p:spTree>
    <p:extLst>
      <p:ext uri="{BB962C8B-B14F-4D97-AF65-F5344CB8AC3E}">
        <p14:creationId xmlns:p14="http://schemas.microsoft.com/office/powerpoint/2010/main" val="3761475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A9CB783-0ECD-E70E-03AC-2DFA238805D7}"/>
              </a:ext>
            </a:extLst>
          </p:cNvPr>
          <p:cNvSpPr>
            <a:spLocks noGrp="1"/>
          </p:cNvSpPr>
          <p:nvPr>
            <p:ph type="title"/>
          </p:nvPr>
        </p:nvSpPr>
        <p:spPr>
          <a:xfrm>
            <a:off x="4016445" y="567409"/>
            <a:ext cx="3442448" cy="1640892"/>
          </a:xfrm>
        </p:spPr>
        <p:txBody>
          <a:bodyPr/>
          <a:lstStyle/>
          <a:p>
            <a:pPr lvl="0"/>
            <a:r>
              <a:rPr lang="en-US" noProof="0" dirty="0"/>
              <a:t>“Lorem ipsum dolor sit amet, consectetur adipiscing elit2.”</a:t>
            </a:r>
          </a:p>
        </p:txBody>
      </p:sp>
      <p:sp>
        <p:nvSpPr>
          <p:cNvPr id="7" name="Text Placeholder 6">
            <a:extLst>
              <a:ext uri="{FF2B5EF4-FFF2-40B4-BE49-F238E27FC236}">
                <a16:creationId xmlns:a16="http://schemas.microsoft.com/office/drawing/2014/main" id="{B2977218-892F-F15A-2F88-B859BB24EC2E}"/>
              </a:ext>
            </a:extLst>
          </p:cNvPr>
          <p:cNvSpPr>
            <a:spLocks noGrp="1"/>
          </p:cNvSpPr>
          <p:nvPr>
            <p:ph type="body" sz="quarter" idx="19"/>
          </p:nvPr>
        </p:nvSpPr>
        <p:spPr>
          <a:xfrm>
            <a:off x="444138" y="567409"/>
            <a:ext cx="3357154" cy="9059916"/>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Reprehenderit in voluptate velit esse cillum dolore eu fugiat nulla pariatur. Excepteur sint occaecat cupidatat non proident, sunt in culpa qui officia deserunt mollit anim id est laborum. Lorem ipsum dolor sit amet, consectetur adipiscing elit.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a:t>
            </a:r>
          </a:p>
          <a:p>
            <a:endParaRPr lang="en-US" dirty="0"/>
          </a:p>
        </p:txBody>
      </p:sp>
      <p:sp>
        <p:nvSpPr>
          <p:cNvPr id="8" name="Text Placeholder 7">
            <a:extLst>
              <a:ext uri="{FF2B5EF4-FFF2-40B4-BE49-F238E27FC236}">
                <a16:creationId xmlns:a16="http://schemas.microsoft.com/office/drawing/2014/main" id="{2B119B34-B6EB-6D57-58C7-244CBC60B596}"/>
              </a:ext>
            </a:extLst>
          </p:cNvPr>
          <p:cNvSpPr>
            <a:spLocks noGrp="1"/>
          </p:cNvSpPr>
          <p:nvPr>
            <p:ph type="body" sz="quarter" idx="20"/>
          </p:nvPr>
        </p:nvSpPr>
        <p:spPr>
          <a:xfrm>
            <a:off x="4016445" y="2373891"/>
            <a:ext cx="3442448" cy="6443537"/>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a:t>
            </a:r>
          </a:p>
          <a:p>
            <a:r>
              <a:rPr lang="en-US" dirty="0"/>
              <a:t>Reprehenderit in voluptate velit esse cillum dolore eu fugiat nulla pariatur. Excepteur sint occaecat cupidatat non proident, sunt in culpa qui officia deserunt mollit anim id est laborum. Lorem ipsum dolor sit amet, consectetur.</a:t>
            </a:r>
          </a:p>
        </p:txBody>
      </p:sp>
      <p:sp>
        <p:nvSpPr>
          <p:cNvPr id="4" name="Text Placeholder 3">
            <a:extLst>
              <a:ext uri="{FF2B5EF4-FFF2-40B4-BE49-F238E27FC236}">
                <a16:creationId xmlns:a16="http://schemas.microsoft.com/office/drawing/2014/main" id="{662AE055-DB3F-5514-CE3F-7A84BF12656D}"/>
              </a:ext>
            </a:extLst>
          </p:cNvPr>
          <p:cNvSpPr>
            <a:spLocks noGrp="1"/>
          </p:cNvSpPr>
          <p:nvPr>
            <p:ph type="body" sz="quarter" idx="16"/>
          </p:nvPr>
        </p:nvSpPr>
        <p:spPr>
          <a:xfrm>
            <a:off x="4016446" y="8983018"/>
            <a:ext cx="3246503" cy="644307"/>
          </a:xfrm>
        </p:spPr>
        <p:txBody>
          <a:bodyPr/>
          <a:lstStyle/>
          <a:p>
            <a:r>
              <a:rPr lang="en-US" dirty="0"/>
              <a:t>Top picture // “Caption here” </a:t>
            </a:r>
          </a:p>
          <a:p>
            <a:r>
              <a:rPr lang="en-US" dirty="0"/>
              <a:t>Bottom picture// “Caption here”</a:t>
            </a:r>
          </a:p>
          <a:p>
            <a:endParaRPr lang="en-US" dirty="0"/>
          </a:p>
        </p:txBody>
      </p:sp>
      <p:pic>
        <p:nvPicPr>
          <p:cNvPr id="17" name="Picture Placeholder 16" descr="A close-up of a curved staircase">
            <a:extLst>
              <a:ext uri="{FF2B5EF4-FFF2-40B4-BE49-F238E27FC236}">
                <a16:creationId xmlns:a16="http://schemas.microsoft.com/office/drawing/2014/main" id="{48060A4F-EF41-36FD-0336-39FCAC6F3662}"/>
              </a:ext>
            </a:extLst>
          </p:cNvPr>
          <p:cNvPicPr>
            <a:picLocks noGrp="1" noChangeAspect="1"/>
          </p:cNvPicPr>
          <p:nvPr>
            <p:ph type="pic" sz="quarter" idx="21"/>
          </p:nvPr>
        </p:nvPicPr>
        <p:blipFill>
          <a:blip r:embed="rId2"/>
          <a:srcRect l="126" r="126"/>
          <a:stretch/>
        </p:blipFill>
        <p:spPr>
          <a:xfrm>
            <a:off x="7772400" y="0"/>
            <a:ext cx="7772398" cy="5042264"/>
          </a:xfrm>
        </p:spPr>
      </p:pic>
      <p:pic>
        <p:nvPicPr>
          <p:cNvPr id="19" name="Picture Placeholder 18" descr="A close-up of a yellow tent">
            <a:extLst>
              <a:ext uri="{FF2B5EF4-FFF2-40B4-BE49-F238E27FC236}">
                <a16:creationId xmlns:a16="http://schemas.microsoft.com/office/drawing/2014/main" id="{4059732D-C718-1FB2-0918-385708949BF4}"/>
              </a:ext>
            </a:extLst>
          </p:cNvPr>
          <p:cNvPicPr>
            <a:picLocks noGrp="1" noChangeAspect="1"/>
          </p:cNvPicPr>
          <p:nvPr>
            <p:ph type="pic" sz="quarter" idx="10"/>
          </p:nvPr>
        </p:nvPicPr>
        <p:blipFill>
          <a:blip r:embed="rId3"/>
          <a:srcRect t="64" b="64"/>
          <a:stretch/>
        </p:blipFill>
        <p:spPr>
          <a:xfrm>
            <a:off x="7772400" y="5041900"/>
            <a:ext cx="7772400" cy="4965700"/>
          </a:xfrm>
        </p:spPr>
      </p:pic>
      <p:sp>
        <p:nvSpPr>
          <p:cNvPr id="5" name="Slide Number Placeholder 4">
            <a:extLst>
              <a:ext uri="{FF2B5EF4-FFF2-40B4-BE49-F238E27FC236}">
                <a16:creationId xmlns:a16="http://schemas.microsoft.com/office/drawing/2014/main" id="{0CF68C2C-95F5-2AF8-5E65-BDE0CD511D6B}"/>
              </a:ext>
            </a:extLst>
          </p:cNvPr>
          <p:cNvSpPr>
            <a:spLocks noGrp="1"/>
          </p:cNvSpPr>
          <p:nvPr>
            <p:ph type="sldNum" sz="quarter" idx="4"/>
          </p:nvPr>
        </p:nvSpPr>
        <p:spPr>
          <a:xfrm>
            <a:off x="14823568" y="9523584"/>
            <a:ext cx="426592" cy="275808"/>
          </a:xfrm>
        </p:spPr>
        <p:txBody>
          <a:bodyPr/>
          <a:lstStyle/>
          <a:p>
            <a:fld id="{CB2079F2-58AF-ED44-82D7-E04B2F6FD686}" type="slidenum">
              <a:rPr lang="en-US" smtClean="0"/>
              <a:pPr/>
              <a:t>9</a:t>
            </a:fld>
            <a:endParaRPr lang="en-US" dirty="0"/>
          </a:p>
        </p:txBody>
      </p:sp>
    </p:spTree>
    <p:extLst>
      <p:ext uri="{BB962C8B-B14F-4D97-AF65-F5344CB8AC3E}">
        <p14:creationId xmlns:p14="http://schemas.microsoft.com/office/powerpoint/2010/main" val="611477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descr="A close up of a building">
            <a:extLst>
              <a:ext uri="{FF2B5EF4-FFF2-40B4-BE49-F238E27FC236}">
                <a16:creationId xmlns:a16="http://schemas.microsoft.com/office/drawing/2014/main" id="{0505828A-BBFB-3179-E96C-CF9638142109}"/>
              </a:ext>
            </a:extLst>
          </p:cNvPr>
          <p:cNvPicPr>
            <a:picLocks noGrp="1" noChangeAspect="1"/>
          </p:cNvPicPr>
          <p:nvPr>
            <p:ph type="pic" sz="quarter" idx="10"/>
          </p:nvPr>
        </p:nvPicPr>
        <p:blipFill>
          <a:blip r:embed="rId2"/>
          <a:srcRect l="215" r="215"/>
          <a:stretch/>
        </p:blipFill>
        <p:spPr>
          <a:xfrm>
            <a:off x="3879669" y="-11069"/>
            <a:ext cx="11676667" cy="6022232"/>
          </a:xfrm>
        </p:spPr>
      </p:pic>
      <p:sp>
        <p:nvSpPr>
          <p:cNvPr id="4" name="Title 3">
            <a:extLst>
              <a:ext uri="{FF2B5EF4-FFF2-40B4-BE49-F238E27FC236}">
                <a16:creationId xmlns:a16="http://schemas.microsoft.com/office/drawing/2014/main" id="{2267162E-B8E9-62EA-F431-FD7F23696652}"/>
              </a:ext>
            </a:extLst>
          </p:cNvPr>
          <p:cNvSpPr>
            <a:spLocks noGrp="1"/>
          </p:cNvSpPr>
          <p:nvPr>
            <p:ph type="title"/>
          </p:nvPr>
        </p:nvSpPr>
        <p:spPr>
          <a:xfrm>
            <a:off x="1176281" y="965823"/>
            <a:ext cx="5695166" cy="2757515"/>
          </a:xfrm>
        </p:spPr>
        <p:txBody>
          <a:bodyPr/>
          <a:lstStyle/>
          <a:p>
            <a:r>
              <a:rPr lang="en-US" dirty="0"/>
              <a:t>The future </a:t>
            </a:r>
            <a:br>
              <a:rPr lang="en-US" dirty="0"/>
            </a:br>
            <a:r>
              <a:rPr lang="en-US" dirty="0"/>
              <a:t>of sustainable </a:t>
            </a:r>
            <a:br>
              <a:rPr lang="en-US" dirty="0"/>
            </a:br>
            <a:r>
              <a:rPr lang="en-US" dirty="0"/>
              <a:t>design</a:t>
            </a:r>
          </a:p>
        </p:txBody>
      </p:sp>
      <p:sp>
        <p:nvSpPr>
          <p:cNvPr id="9" name="Text Placeholder 8">
            <a:extLst>
              <a:ext uri="{FF2B5EF4-FFF2-40B4-BE49-F238E27FC236}">
                <a16:creationId xmlns:a16="http://schemas.microsoft.com/office/drawing/2014/main" id="{CC366E94-82C2-954B-E54E-32536A0BCCCF}"/>
              </a:ext>
            </a:extLst>
          </p:cNvPr>
          <p:cNvSpPr>
            <a:spLocks noGrp="1"/>
          </p:cNvSpPr>
          <p:nvPr>
            <p:ph type="body" sz="quarter" idx="21"/>
          </p:nvPr>
        </p:nvSpPr>
        <p:spPr>
          <a:xfrm>
            <a:off x="1176281" y="576352"/>
            <a:ext cx="3316824" cy="294577"/>
          </a:xfrm>
        </p:spPr>
        <p:txBody>
          <a:bodyPr/>
          <a:lstStyle/>
          <a:p>
            <a:r>
              <a:rPr lang="en-US" dirty="0"/>
              <a:t>Picture caption  // “Caption here”</a:t>
            </a:r>
          </a:p>
        </p:txBody>
      </p:sp>
      <p:sp>
        <p:nvSpPr>
          <p:cNvPr id="18" name="Text Placeholder 17">
            <a:extLst>
              <a:ext uri="{FF2B5EF4-FFF2-40B4-BE49-F238E27FC236}">
                <a16:creationId xmlns:a16="http://schemas.microsoft.com/office/drawing/2014/main" id="{ACDF21E5-D5FD-C82D-77ED-07D492035B07}"/>
              </a:ext>
            </a:extLst>
          </p:cNvPr>
          <p:cNvSpPr>
            <a:spLocks noGrp="1"/>
          </p:cNvSpPr>
          <p:nvPr>
            <p:ph type="body" sz="quarter" idx="16"/>
          </p:nvPr>
        </p:nvSpPr>
        <p:spPr>
          <a:xfrm>
            <a:off x="1176281" y="3723338"/>
            <a:ext cx="5695166" cy="374215"/>
          </a:xfrm>
        </p:spPr>
        <p:txBody>
          <a:bodyPr/>
          <a:lstStyle/>
          <a:p>
            <a:r>
              <a:rPr lang="en-US" dirty="0"/>
              <a:t>Ravi Costa //</a:t>
            </a:r>
          </a:p>
        </p:txBody>
      </p:sp>
      <p:sp>
        <p:nvSpPr>
          <p:cNvPr id="30" name="Text Placeholder 29">
            <a:extLst>
              <a:ext uri="{FF2B5EF4-FFF2-40B4-BE49-F238E27FC236}">
                <a16:creationId xmlns:a16="http://schemas.microsoft.com/office/drawing/2014/main" id="{A46FD784-FC08-CEDB-1DCA-511195EDB751}"/>
              </a:ext>
            </a:extLst>
          </p:cNvPr>
          <p:cNvSpPr>
            <a:spLocks noGrp="1"/>
          </p:cNvSpPr>
          <p:nvPr>
            <p:ph type="body" sz="quarter" idx="28"/>
          </p:nvPr>
        </p:nvSpPr>
        <p:spPr>
          <a:xfrm>
            <a:off x="469901" y="4911634"/>
            <a:ext cx="3286896" cy="4611779"/>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a:t>
            </a:r>
          </a:p>
        </p:txBody>
      </p:sp>
      <p:sp>
        <p:nvSpPr>
          <p:cNvPr id="33" name="Text Placeholder 32">
            <a:extLst>
              <a:ext uri="{FF2B5EF4-FFF2-40B4-BE49-F238E27FC236}">
                <a16:creationId xmlns:a16="http://schemas.microsoft.com/office/drawing/2014/main" id="{718A1509-75FF-AF9A-4B32-D62B90C94487}"/>
              </a:ext>
            </a:extLst>
          </p:cNvPr>
          <p:cNvSpPr>
            <a:spLocks noGrp="1"/>
          </p:cNvSpPr>
          <p:nvPr>
            <p:ph type="body" sz="quarter" idx="31"/>
          </p:nvPr>
        </p:nvSpPr>
        <p:spPr>
          <a:xfrm>
            <a:off x="4003928" y="6283235"/>
            <a:ext cx="3439696" cy="3240350"/>
          </a:xfrm>
        </p:spPr>
        <p:txBody>
          <a:bodyPr/>
          <a:lstStyle/>
          <a:p>
            <a:r>
              <a:rPr lang="en-US" dirty="0"/>
              <a:t>Ut enim lorem ipsum dolor sit amet, consectetur adipiscing elit, sed do eiusmod tempor incididunt ut labore et dolore magna aliqua. Ad minim veniam, quis nostrud exercitation ullamco laboris nisi ut aliquip ex ea commodo consequat.</a:t>
            </a:r>
          </a:p>
          <a:p>
            <a:r>
              <a:rPr lang="en-US" dirty="0"/>
              <a:t>Duis aute irure dolor in reprehenderit in voluptate velit esse cillum dolore eu fugiat nulla pariatur. Excepteur sint.</a:t>
            </a:r>
          </a:p>
        </p:txBody>
      </p:sp>
      <p:sp>
        <p:nvSpPr>
          <p:cNvPr id="29" name="Text Placeholder 28">
            <a:extLst>
              <a:ext uri="{FF2B5EF4-FFF2-40B4-BE49-F238E27FC236}">
                <a16:creationId xmlns:a16="http://schemas.microsoft.com/office/drawing/2014/main" id="{FAE5791B-2AAF-B25F-FE0F-D90057186314}"/>
              </a:ext>
            </a:extLst>
          </p:cNvPr>
          <p:cNvSpPr>
            <a:spLocks noGrp="1"/>
          </p:cNvSpPr>
          <p:nvPr>
            <p:ph type="body" sz="quarter" idx="17"/>
          </p:nvPr>
        </p:nvSpPr>
        <p:spPr>
          <a:xfrm>
            <a:off x="8150826" y="6259361"/>
            <a:ext cx="3439697" cy="1486912"/>
          </a:xfrm>
        </p:spPr>
        <p:txBody>
          <a:bodyPr/>
          <a:lstStyle/>
          <a:p>
            <a:r>
              <a:rPr lang="en-US" dirty="0"/>
              <a:t>“Lorem ipsum dolor sit amet, consectetur adipiscing elit.”</a:t>
            </a:r>
          </a:p>
        </p:txBody>
      </p:sp>
      <p:sp>
        <p:nvSpPr>
          <p:cNvPr id="32" name="Text Placeholder 31">
            <a:extLst>
              <a:ext uri="{FF2B5EF4-FFF2-40B4-BE49-F238E27FC236}">
                <a16:creationId xmlns:a16="http://schemas.microsoft.com/office/drawing/2014/main" id="{93FA6C14-659E-AE25-35AD-700B42EAC624}"/>
              </a:ext>
            </a:extLst>
          </p:cNvPr>
          <p:cNvSpPr>
            <a:spLocks noGrp="1"/>
          </p:cNvSpPr>
          <p:nvPr>
            <p:ph type="body" sz="quarter" idx="30"/>
          </p:nvPr>
        </p:nvSpPr>
        <p:spPr>
          <a:xfrm>
            <a:off x="8150828" y="7746273"/>
            <a:ext cx="3439696" cy="1777139"/>
          </a:xfrm>
        </p:spPr>
        <p:txBody>
          <a:bodyPr/>
          <a:lstStyle/>
          <a:p>
            <a:r>
              <a:rPr lang="en-US" dirty="0"/>
              <a:t>Ut enim ad minim veniam, quis nostrud exercitation ullamco laboris nisi ut aliquip ex ea commodo consequat.</a:t>
            </a:r>
          </a:p>
          <a:p>
            <a:r>
              <a:rPr lang="en-US" dirty="0"/>
              <a:t>Duis aute irure dolor in reprehenderit in. ut aliquip ex ea commodo consequat. </a:t>
            </a:r>
          </a:p>
        </p:txBody>
      </p:sp>
      <p:sp>
        <p:nvSpPr>
          <p:cNvPr id="31" name="Text Placeholder 30">
            <a:extLst>
              <a:ext uri="{FF2B5EF4-FFF2-40B4-BE49-F238E27FC236}">
                <a16:creationId xmlns:a16="http://schemas.microsoft.com/office/drawing/2014/main" id="{DDEE341A-7005-4BAD-E4A8-6FB3668005EE}"/>
              </a:ext>
            </a:extLst>
          </p:cNvPr>
          <p:cNvSpPr>
            <a:spLocks noGrp="1"/>
          </p:cNvSpPr>
          <p:nvPr>
            <p:ph type="body" sz="quarter" idx="29"/>
          </p:nvPr>
        </p:nvSpPr>
        <p:spPr>
          <a:xfrm>
            <a:off x="11823911" y="6283235"/>
            <a:ext cx="3439696" cy="3240350"/>
          </a:xfrm>
        </p:spPr>
        <p:txBody>
          <a:bodyPr/>
          <a:lstStyle/>
          <a:p>
            <a:r>
              <a:rPr lang="en-US" dirty="0"/>
              <a:t>Sit amet, lorem ipsum dolor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quis nostrud exercitation ullamco laboris nisi ut aliquip ex ea commodo </a:t>
            </a:r>
          </a:p>
        </p:txBody>
      </p:sp>
      <p:sp>
        <p:nvSpPr>
          <p:cNvPr id="5" name="Slide Number Placeholder 4">
            <a:extLst>
              <a:ext uri="{FF2B5EF4-FFF2-40B4-BE49-F238E27FC236}">
                <a16:creationId xmlns:a16="http://schemas.microsoft.com/office/drawing/2014/main" id="{6F68AB30-CF8D-44E0-6010-B6F673CAC9DC}"/>
              </a:ext>
            </a:extLst>
          </p:cNvPr>
          <p:cNvSpPr>
            <a:spLocks noGrp="1"/>
          </p:cNvSpPr>
          <p:nvPr>
            <p:ph type="sldNum" sz="quarter" idx="4"/>
          </p:nvPr>
        </p:nvSpPr>
        <p:spPr>
          <a:xfrm>
            <a:off x="14837015" y="9523584"/>
            <a:ext cx="426592" cy="275808"/>
          </a:xfrm>
        </p:spPr>
        <p:txBody>
          <a:bodyPr/>
          <a:lstStyle/>
          <a:p>
            <a:fld id="{CB2079F2-58AF-ED44-82D7-E04B2F6FD686}" type="slidenum">
              <a:rPr lang="en-US" smtClean="0"/>
              <a:pPr/>
              <a:t>10</a:t>
            </a:fld>
            <a:endParaRPr lang="en-US" dirty="0"/>
          </a:p>
        </p:txBody>
      </p:sp>
    </p:spTree>
    <p:extLst>
      <p:ext uri="{BB962C8B-B14F-4D97-AF65-F5344CB8AC3E}">
        <p14:creationId xmlns:p14="http://schemas.microsoft.com/office/powerpoint/2010/main" val="1312181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1F3386F0-AAE3-6E27-F314-5EC5D1F47371}"/>
              </a:ext>
            </a:extLst>
          </p:cNvPr>
          <p:cNvSpPr>
            <a:spLocks noGrp="1"/>
          </p:cNvSpPr>
          <p:nvPr>
            <p:ph type="title"/>
          </p:nvPr>
        </p:nvSpPr>
        <p:spPr>
          <a:xfrm>
            <a:off x="8984447" y="740703"/>
            <a:ext cx="5214879" cy="2155566"/>
          </a:xfrm>
        </p:spPr>
        <p:txBody>
          <a:bodyPr/>
          <a:lstStyle/>
          <a:p>
            <a:r>
              <a:rPr lang="en-US" dirty="0"/>
              <a:t>The beauty of imperfection</a:t>
            </a:r>
          </a:p>
        </p:txBody>
      </p:sp>
      <p:pic>
        <p:nvPicPr>
          <p:cNvPr id="9" name="Picture Placeholder 8" descr="A close-up of a staircase">
            <a:extLst>
              <a:ext uri="{FF2B5EF4-FFF2-40B4-BE49-F238E27FC236}">
                <a16:creationId xmlns:a16="http://schemas.microsoft.com/office/drawing/2014/main" id="{6EF68FB1-129E-E474-6C7A-9AE883C41A95}"/>
              </a:ext>
            </a:extLst>
          </p:cNvPr>
          <p:cNvPicPr>
            <a:picLocks noGrp="1" noChangeAspect="1"/>
          </p:cNvPicPr>
          <p:nvPr>
            <p:ph type="pic" sz="quarter" idx="10"/>
          </p:nvPr>
        </p:nvPicPr>
        <p:blipFill>
          <a:blip r:embed="rId2"/>
          <a:srcRect l="193" r="193"/>
          <a:stretch/>
        </p:blipFill>
        <p:spPr>
          <a:xfrm>
            <a:off x="-11492" y="0"/>
            <a:ext cx="7796955" cy="10058399"/>
          </a:xfrm>
        </p:spPr>
      </p:pic>
      <p:sp>
        <p:nvSpPr>
          <p:cNvPr id="14" name="Text Placeholder 13">
            <a:extLst>
              <a:ext uri="{FF2B5EF4-FFF2-40B4-BE49-F238E27FC236}">
                <a16:creationId xmlns:a16="http://schemas.microsoft.com/office/drawing/2014/main" id="{80BA34B1-B3C3-9ECC-3A2E-DBE4CB64E754}"/>
              </a:ext>
            </a:extLst>
          </p:cNvPr>
          <p:cNvSpPr>
            <a:spLocks noGrp="1"/>
          </p:cNvSpPr>
          <p:nvPr>
            <p:ph type="body" sz="quarter" idx="17"/>
          </p:nvPr>
        </p:nvSpPr>
        <p:spPr>
          <a:xfrm>
            <a:off x="2002666" y="7043990"/>
            <a:ext cx="3439697" cy="1486912"/>
          </a:xfrm>
        </p:spPr>
        <p:txBody>
          <a:bodyPr/>
          <a:lstStyle/>
          <a:p>
            <a:r>
              <a:rPr lang="en-US" dirty="0"/>
              <a:t>“Lorem ipsum dolor sit amet, consectetur adipiscing elit.”</a:t>
            </a:r>
          </a:p>
        </p:txBody>
      </p:sp>
      <p:sp>
        <p:nvSpPr>
          <p:cNvPr id="21" name="Text Placeholder 20">
            <a:extLst>
              <a:ext uri="{FF2B5EF4-FFF2-40B4-BE49-F238E27FC236}">
                <a16:creationId xmlns:a16="http://schemas.microsoft.com/office/drawing/2014/main" id="{8E257642-BE35-2304-A0AA-A08305EB3126}"/>
              </a:ext>
            </a:extLst>
          </p:cNvPr>
          <p:cNvSpPr>
            <a:spLocks noGrp="1"/>
          </p:cNvSpPr>
          <p:nvPr>
            <p:ph type="body" sz="quarter" idx="16"/>
          </p:nvPr>
        </p:nvSpPr>
        <p:spPr>
          <a:xfrm>
            <a:off x="8984447" y="3010720"/>
            <a:ext cx="5214879" cy="676839"/>
          </a:xfrm>
        </p:spPr>
        <p:txBody>
          <a:bodyPr/>
          <a:lstStyle/>
          <a:p>
            <a:r>
              <a:rPr lang="en-US" dirty="0"/>
              <a:t>Sonu Jain //</a:t>
            </a:r>
          </a:p>
        </p:txBody>
      </p:sp>
      <p:sp>
        <p:nvSpPr>
          <p:cNvPr id="29" name="Text Placeholder 28">
            <a:extLst>
              <a:ext uri="{FF2B5EF4-FFF2-40B4-BE49-F238E27FC236}">
                <a16:creationId xmlns:a16="http://schemas.microsoft.com/office/drawing/2014/main" id="{8AFA082D-5F61-DBF3-7553-B0EC58EBA717}"/>
              </a:ext>
            </a:extLst>
          </p:cNvPr>
          <p:cNvSpPr>
            <a:spLocks noGrp="1"/>
          </p:cNvSpPr>
          <p:nvPr>
            <p:ph type="body" sz="quarter" idx="18"/>
          </p:nvPr>
        </p:nvSpPr>
        <p:spPr>
          <a:xfrm>
            <a:off x="8190140" y="4545874"/>
            <a:ext cx="7073467" cy="4532812"/>
          </a:xfrm>
        </p:spPr>
        <p:txBody>
          <a:bodyPr/>
          <a:lstStyle/>
          <a:p>
            <a:r>
              <a:rPr lang="en-US" dirty="0"/>
              <a:t>Lorem ipsum dolor sit amet, consectetur adipiscing elit, sed do eiusmod tempor incididunt ut labore et dolore magna aliqua. Ut enim ad minim veniam, quis nostrud exercitation ullamco laboris nisi ut.</a:t>
            </a:r>
          </a:p>
          <a:p>
            <a:r>
              <a:rPr lang="en-US" dirty="0"/>
              <a:t> Duis aute irure dolor in reprehenderit in voluptate velit esse cillum dolore eu fugiat nulla pariatur. Excepteur sint occaecat cupidatat non proident, sunt in culpa qui officia deserunt mollit anim id est laborum. Lorem ipsum dolor sit amet, consectetur adipiscing elit, sed minim veniam, quis nostrud exercitation ullamco laboris nisi ut aliquip ex ea commodo consequat. </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a:t>
            </a:r>
          </a:p>
          <a:p>
            <a:r>
              <a:rPr lang="en-US" dirty="0"/>
              <a:t>Sed do eiusmod tempor incididunt ut labore et dolore magna aliqua. Ut enim ad minim veniam, quis nostrudSed do eiusmod tempor incididunt ut labore et dolore magna aliqua. Ut enim ad minim veniam, quis nostrud</a:t>
            </a:r>
          </a:p>
        </p:txBody>
      </p:sp>
      <p:sp>
        <p:nvSpPr>
          <p:cNvPr id="58" name="Text Placeholder 57">
            <a:extLst>
              <a:ext uri="{FF2B5EF4-FFF2-40B4-BE49-F238E27FC236}">
                <a16:creationId xmlns:a16="http://schemas.microsoft.com/office/drawing/2014/main" id="{594AA032-5F13-72EB-A572-A6CD33DC674E}"/>
              </a:ext>
            </a:extLst>
          </p:cNvPr>
          <p:cNvSpPr>
            <a:spLocks noGrp="1"/>
          </p:cNvSpPr>
          <p:nvPr>
            <p:ph type="body" sz="quarter" idx="21"/>
          </p:nvPr>
        </p:nvSpPr>
        <p:spPr>
          <a:xfrm>
            <a:off x="8165166" y="9276804"/>
            <a:ext cx="3535681" cy="310981"/>
          </a:xfrm>
        </p:spPr>
        <p:txBody>
          <a:bodyPr/>
          <a:lstStyle/>
          <a:p>
            <a:r>
              <a:rPr lang="en-US" dirty="0"/>
              <a:t>Picture caption  // “Caption here”</a:t>
            </a:r>
          </a:p>
        </p:txBody>
      </p:sp>
      <p:sp>
        <p:nvSpPr>
          <p:cNvPr id="6" name="Slide Number Placeholder 5">
            <a:extLst>
              <a:ext uri="{FF2B5EF4-FFF2-40B4-BE49-F238E27FC236}">
                <a16:creationId xmlns:a16="http://schemas.microsoft.com/office/drawing/2014/main" id="{85A4BCD0-2CAF-E74A-A098-4D58750B7E4E}"/>
              </a:ext>
            </a:extLst>
          </p:cNvPr>
          <p:cNvSpPr>
            <a:spLocks noGrp="1"/>
          </p:cNvSpPr>
          <p:nvPr>
            <p:ph type="sldNum" sz="quarter" idx="4"/>
          </p:nvPr>
        </p:nvSpPr>
        <p:spPr>
          <a:xfrm>
            <a:off x="14837015" y="9523584"/>
            <a:ext cx="426592" cy="275808"/>
          </a:xfrm>
        </p:spPr>
        <p:txBody>
          <a:bodyPr/>
          <a:lstStyle/>
          <a:p>
            <a:fld id="{CB2079F2-58AF-ED44-82D7-E04B2F6FD686}" type="slidenum">
              <a:rPr lang="en-US" smtClean="0"/>
              <a:pPr/>
              <a:t>11</a:t>
            </a:fld>
            <a:endParaRPr lang="en-US" dirty="0"/>
          </a:p>
        </p:txBody>
      </p:sp>
    </p:spTree>
    <p:extLst>
      <p:ext uri="{BB962C8B-B14F-4D97-AF65-F5344CB8AC3E}">
        <p14:creationId xmlns:p14="http://schemas.microsoft.com/office/powerpoint/2010/main" val="3835838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picture containing pink, sky, aqua">
            <a:extLst>
              <a:ext uri="{FF2B5EF4-FFF2-40B4-BE49-F238E27FC236}">
                <a16:creationId xmlns:a16="http://schemas.microsoft.com/office/drawing/2014/main" id="{02C2AFF2-15FA-3DFD-D9F4-C9BAF2ACDD82}"/>
              </a:ext>
            </a:extLst>
          </p:cNvPr>
          <p:cNvPicPr>
            <a:picLocks noGrp="1" noChangeAspect="1"/>
          </p:cNvPicPr>
          <p:nvPr>
            <p:ph type="pic" sz="quarter" idx="10"/>
          </p:nvPr>
        </p:nvPicPr>
        <p:blipFill>
          <a:blip r:embed="rId2"/>
          <a:srcRect t="84" b="84"/>
          <a:stretch/>
        </p:blipFill>
        <p:spPr>
          <a:xfrm>
            <a:off x="3146612" y="-11069"/>
            <a:ext cx="8321040" cy="5085390"/>
          </a:xfrm>
        </p:spPr>
      </p:pic>
      <p:sp>
        <p:nvSpPr>
          <p:cNvPr id="5" name="Title 4">
            <a:extLst>
              <a:ext uri="{FF2B5EF4-FFF2-40B4-BE49-F238E27FC236}">
                <a16:creationId xmlns:a16="http://schemas.microsoft.com/office/drawing/2014/main" id="{71E88CC1-78D1-0EBE-F30B-D2678DBCBB2E}"/>
              </a:ext>
            </a:extLst>
          </p:cNvPr>
          <p:cNvSpPr>
            <a:spLocks noGrp="1"/>
          </p:cNvSpPr>
          <p:nvPr>
            <p:ph type="title"/>
          </p:nvPr>
        </p:nvSpPr>
        <p:spPr>
          <a:xfrm>
            <a:off x="1176281" y="965823"/>
            <a:ext cx="5695166" cy="2783204"/>
          </a:xfrm>
        </p:spPr>
        <p:txBody>
          <a:bodyPr/>
          <a:lstStyle/>
          <a:p>
            <a:r>
              <a:rPr lang="en-US" dirty="0"/>
              <a:t>The role </a:t>
            </a:r>
            <a:br>
              <a:rPr lang="en-US" dirty="0"/>
            </a:br>
            <a:r>
              <a:rPr lang="en-US" dirty="0"/>
              <a:t>of colors in architecture</a:t>
            </a:r>
          </a:p>
        </p:txBody>
      </p:sp>
      <p:sp>
        <p:nvSpPr>
          <p:cNvPr id="4" name="Text Placeholder 3">
            <a:extLst>
              <a:ext uri="{FF2B5EF4-FFF2-40B4-BE49-F238E27FC236}">
                <a16:creationId xmlns:a16="http://schemas.microsoft.com/office/drawing/2014/main" id="{17691E88-DAED-6FF5-C157-5EF229D6279B}"/>
              </a:ext>
            </a:extLst>
          </p:cNvPr>
          <p:cNvSpPr>
            <a:spLocks noGrp="1"/>
          </p:cNvSpPr>
          <p:nvPr>
            <p:ph type="body" sz="quarter" idx="16"/>
          </p:nvPr>
        </p:nvSpPr>
        <p:spPr>
          <a:xfrm>
            <a:off x="1176281" y="3762524"/>
            <a:ext cx="5695166" cy="374215"/>
          </a:xfrm>
        </p:spPr>
        <p:txBody>
          <a:bodyPr/>
          <a:lstStyle/>
          <a:p>
            <a:r>
              <a:rPr lang="en-US" dirty="0"/>
              <a:t>Mailk Barden //</a:t>
            </a:r>
          </a:p>
        </p:txBody>
      </p:sp>
      <p:sp>
        <p:nvSpPr>
          <p:cNvPr id="9" name="Text Placeholder 8">
            <a:extLst>
              <a:ext uri="{FF2B5EF4-FFF2-40B4-BE49-F238E27FC236}">
                <a16:creationId xmlns:a16="http://schemas.microsoft.com/office/drawing/2014/main" id="{8A168BCC-209C-7C1E-E587-E1D35FAC6810}"/>
              </a:ext>
            </a:extLst>
          </p:cNvPr>
          <p:cNvSpPr>
            <a:spLocks noGrp="1"/>
          </p:cNvSpPr>
          <p:nvPr>
            <p:ph type="body" sz="quarter" idx="29"/>
          </p:nvPr>
        </p:nvSpPr>
        <p:spPr>
          <a:xfrm>
            <a:off x="11823911" y="528491"/>
            <a:ext cx="3316823" cy="3449958"/>
          </a:xfrm>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provident.  Excepteur sint occaecat, sunt in culpa.</a:t>
            </a:r>
          </a:p>
        </p:txBody>
      </p:sp>
      <p:sp>
        <p:nvSpPr>
          <p:cNvPr id="6" name="Text Placeholder 5">
            <a:extLst>
              <a:ext uri="{FF2B5EF4-FFF2-40B4-BE49-F238E27FC236}">
                <a16:creationId xmlns:a16="http://schemas.microsoft.com/office/drawing/2014/main" id="{89CAE432-0291-11F9-D89C-DAD064306376}"/>
              </a:ext>
            </a:extLst>
          </p:cNvPr>
          <p:cNvSpPr>
            <a:spLocks noGrp="1"/>
          </p:cNvSpPr>
          <p:nvPr>
            <p:ph type="body" sz="quarter" idx="26"/>
          </p:nvPr>
        </p:nvSpPr>
        <p:spPr>
          <a:xfrm>
            <a:off x="11833971" y="4104638"/>
            <a:ext cx="3306763" cy="574938"/>
          </a:xfrm>
        </p:spPr>
        <p:txBody>
          <a:bodyPr/>
          <a:lstStyle/>
          <a:p>
            <a:r>
              <a:rPr lang="en-US" dirty="0"/>
              <a:t>Left picture // “Caption here”</a:t>
            </a:r>
          </a:p>
          <a:p>
            <a:r>
              <a:rPr lang="en-US" dirty="0"/>
              <a:t>Bottom picture  // “Caption here”</a:t>
            </a:r>
          </a:p>
        </p:txBody>
      </p:sp>
      <p:sp>
        <p:nvSpPr>
          <p:cNvPr id="8" name="Text Placeholder 7">
            <a:extLst>
              <a:ext uri="{FF2B5EF4-FFF2-40B4-BE49-F238E27FC236}">
                <a16:creationId xmlns:a16="http://schemas.microsoft.com/office/drawing/2014/main" id="{34D0D88C-7FF1-E6AC-95E1-9F28BE850B85}"/>
              </a:ext>
            </a:extLst>
          </p:cNvPr>
          <p:cNvSpPr>
            <a:spLocks noGrp="1"/>
          </p:cNvSpPr>
          <p:nvPr>
            <p:ph type="body" sz="quarter" idx="28"/>
          </p:nvPr>
        </p:nvSpPr>
        <p:spPr>
          <a:xfrm>
            <a:off x="469900" y="5446712"/>
            <a:ext cx="6858363" cy="4219801"/>
          </a:xfrm>
        </p:spPr>
        <p:txBody>
          <a:bodyPr/>
          <a:lstStyle/>
          <a:p>
            <a:r>
              <a:rPr lang="en-US" dirty="0"/>
              <a:t>Lorem ipsum dolor sit amet, consectetur adipiscing elit, sed do eiusmod tempor incididunt ut labore et dolore magna aliqua. Ut enim ad minim veniam, quis nostrud exercitation ullamco laboris nisi ut.</a:t>
            </a:r>
          </a:p>
          <a:p>
            <a:r>
              <a:rPr lang="en-US" dirty="0"/>
              <a:t> 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Ut enim ad minim veniam, quis nostrud exercitation ullamco laboris nisi ut aliquip ex ea commodo consequat. </a:t>
            </a:r>
          </a:p>
          <a:p>
            <a:r>
              <a:rPr lang="en-US" dirty="0"/>
              <a:t>Duis aute irure dolor in reprehenderit in voluptate velit esse cillum dolore eu fugiat nulla pariatur. Excepteur sint occaecat cupidatat non proident, sunt in culpa qui officia deserunt mollit anim id est laborum. Lorem ipsum dolor sit amet, consectetur adipiscing. Excepteur sint occaecat cupidatat non proident, sunt,.</a:t>
            </a:r>
          </a:p>
        </p:txBody>
      </p:sp>
      <p:pic>
        <p:nvPicPr>
          <p:cNvPr id="13" name="Picture Placeholder 12" descr="A picture containing window, architecture, building, sky">
            <a:extLst>
              <a:ext uri="{FF2B5EF4-FFF2-40B4-BE49-F238E27FC236}">
                <a16:creationId xmlns:a16="http://schemas.microsoft.com/office/drawing/2014/main" id="{407F33DE-8C78-7AE1-0472-CB54D2B48C48}"/>
              </a:ext>
            </a:extLst>
          </p:cNvPr>
          <p:cNvPicPr>
            <a:picLocks noGrp="1" noChangeAspect="1"/>
          </p:cNvPicPr>
          <p:nvPr>
            <p:ph type="pic" sz="quarter" idx="25"/>
          </p:nvPr>
        </p:nvPicPr>
        <p:blipFill>
          <a:blip r:embed="rId3"/>
          <a:srcRect t="446" b="446"/>
          <a:stretch/>
        </p:blipFill>
        <p:spPr>
          <a:xfrm>
            <a:off x="7772400" y="5073650"/>
            <a:ext cx="7772400" cy="4933950"/>
          </a:xfrm>
        </p:spPr>
      </p:pic>
      <p:sp>
        <p:nvSpPr>
          <p:cNvPr id="7" name="Slide Number Placeholder 6">
            <a:extLst>
              <a:ext uri="{FF2B5EF4-FFF2-40B4-BE49-F238E27FC236}">
                <a16:creationId xmlns:a16="http://schemas.microsoft.com/office/drawing/2014/main" id="{73848E49-C96B-896F-9F8A-D774039F4151}"/>
              </a:ext>
            </a:extLst>
          </p:cNvPr>
          <p:cNvSpPr>
            <a:spLocks noGrp="1"/>
          </p:cNvSpPr>
          <p:nvPr>
            <p:ph type="sldNum" sz="quarter" idx="4"/>
          </p:nvPr>
        </p:nvSpPr>
        <p:spPr>
          <a:xfrm>
            <a:off x="14837015" y="9523584"/>
            <a:ext cx="426592" cy="275808"/>
          </a:xfrm>
        </p:spPr>
        <p:txBody>
          <a:bodyPr/>
          <a:lstStyle/>
          <a:p>
            <a:fld id="{CB2079F2-58AF-ED44-82D7-E04B2F6FD686}" type="slidenum">
              <a:rPr lang="en-US" smtClean="0"/>
              <a:pPr/>
              <a:t>12</a:t>
            </a:fld>
            <a:endParaRPr lang="en-US" dirty="0"/>
          </a:p>
        </p:txBody>
      </p:sp>
    </p:spTree>
    <p:extLst>
      <p:ext uri="{BB962C8B-B14F-4D97-AF65-F5344CB8AC3E}">
        <p14:creationId xmlns:p14="http://schemas.microsoft.com/office/powerpoint/2010/main" val="1630476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picture containing art, symmetry, black and white, grey">
            <a:extLst>
              <a:ext uri="{FF2B5EF4-FFF2-40B4-BE49-F238E27FC236}">
                <a16:creationId xmlns:a16="http://schemas.microsoft.com/office/drawing/2014/main" id="{D3273617-2DB1-264E-BA43-27546777B061}"/>
              </a:ext>
            </a:extLst>
          </p:cNvPr>
          <p:cNvPicPr>
            <a:picLocks noGrp="1" noChangeAspect="1"/>
          </p:cNvPicPr>
          <p:nvPr>
            <p:ph type="pic" sz="quarter" idx="10"/>
          </p:nvPr>
        </p:nvPicPr>
        <p:blipFill>
          <a:blip r:embed="rId2"/>
          <a:srcRect t="44" b="44"/>
          <a:stretch/>
        </p:blipFill>
        <p:spPr>
          <a:xfrm>
            <a:off x="7748588" y="-9525"/>
            <a:ext cx="7808912" cy="10052050"/>
          </a:xfrm>
        </p:spPr>
      </p:pic>
      <p:sp>
        <p:nvSpPr>
          <p:cNvPr id="13" name="Title 12">
            <a:extLst>
              <a:ext uri="{FF2B5EF4-FFF2-40B4-BE49-F238E27FC236}">
                <a16:creationId xmlns:a16="http://schemas.microsoft.com/office/drawing/2014/main" id="{E6C89B25-EF92-7223-AE3C-45872698A604}"/>
              </a:ext>
            </a:extLst>
          </p:cNvPr>
          <p:cNvSpPr>
            <a:spLocks noGrp="1"/>
          </p:cNvSpPr>
          <p:nvPr>
            <p:ph type="title"/>
          </p:nvPr>
        </p:nvSpPr>
        <p:spPr>
          <a:xfrm>
            <a:off x="8971384" y="5792830"/>
            <a:ext cx="5005874" cy="714772"/>
          </a:xfrm>
        </p:spPr>
        <p:txBody>
          <a:bodyPr/>
          <a:lstStyle/>
          <a:p>
            <a:r>
              <a:rPr lang="en-US" noProof="0" dirty="0"/>
              <a:t>About this title //</a:t>
            </a:r>
            <a:endParaRPr lang="en-US" dirty="0"/>
          </a:p>
        </p:txBody>
      </p:sp>
      <p:pic>
        <p:nvPicPr>
          <p:cNvPr id="10" name="Picture Placeholder 9" descr="House Diagram">
            <a:extLst>
              <a:ext uri="{FF2B5EF4-FFF2-40B4-BE49-F238E27FC236}">
                <a16:creationId xmlns:a16="http://schemas.microsoft.com/office/drawing/2014/main" id="{448859CC-9E33-5436-D4CB-1C4A730D1C61}"/>
              </a:ext>
            </a:extLst>
          </p:cNvPr>
          <p:cNvPicPr>
            <a:picLocks noGrp="1" noChangeAspect="1"/>
          </p:cNvPicPr>
          <p:nvPr>
            <p:ph type="pic" sz="quarter" idx="22"/>
          </p:nvPr>
        </p:nvPicPr>
        <p:blipFill>
          <a:blip>
            <a:extLst>
              <a:ext uri="{96DAC541-7B7A-43D3-8B79-37D633B846F1}">
                <asvg:svgBlip xmlns:asvg="http://schemas.microsoft.com/office/drawing/2016/SVG/main" r:embed="rId3"/>
              </a:ext>
            </a:extLst>
          </a:blip>
          <a:srcRect t="8799" b="8799"/>
          <a:stretch/>
        </p:blipFill>
        <p:spPr>
          <a:xfrm>
            <a:off x="8971384" y="3801291"/>
            <a:ext cx="5006554" cy="1307955"/>
          </a:xfrm>
        </p:spPr>
      </p:pic>
      <p:sp>
        <p:nvSpPr>
          <p:cNvPr id="14" name="Text Placeholder 13">
            <a:extLst>
              <a:ext uri="{FF2B5EF4-FFF2-40B4-BE49-F238E27FC236}">
                <a16:creationId xmlns:a16="http://schemas.microsoft.com/office/drawing/2014/main" id="{EA3CC698-6260-5A9E-1507-DC411DE7BA08}"/>
              </a:ext>
            </a:extLst>
          </p:cNvPr>
          <p:cNvSpPr>
            <a:spLocks noGrp="1"/>
          </p:cNvSpPr>
          <p:nvPr>
            <p:ph type="body" sz="quarter" idx="18"/>
          </p:nvPr>
        </p:nvSpPr>
        <p:spPr>
          <a:xfrm>
            <a:off x="8971384" y="6622869"/>
            <a:ext cx="5005873" cy="1888772"/>
          </a:xfrm>
        </p:spPr>
        <p:txBody>
          <a:bodyPr/>
          <a:lstStyle/>
          <a:p>
            <a:pPr lvl="0"/>
            <a:r>
              <a:rPr lang="en-US" noProof="0" dirty="0"/>
              <a:t>Don’t be shy! Let them know how great you are. This is the back cover of your booklet, so it’s one of the first and last things the recipient sees.</a:t>
            </a:r>
          </a:p>
          <a:p>
            <a:pPr lvl="0"/>
            <a:r>
              <a:rPr lang="en-US" noProof="0" dirty="0"/>
              <a:t>It’s a great place for your ‘elevator pitch.’ If you only had a few seconds to pitch your products or services to someone, what would you say?</a:t>
            </a:r>
          </a:p>
        </p:txBody>
      </p:sp>
      <p:sp>
        <p:nvSpPr>
          <p:cNvPr id="15" name="Text Placeholder 14">
            <a:extLst>
              <a:ext uri="{FF2B5EF4-FFF2-40B4-BE49-F238E27FC236}">
                <a16:creationId xmlns:a16="http://schemas.microsoft.com/office/drawing/2014/main" id="{D8E507EF-A3E6-2654-FBD5-39930713E961}"/>
              </a:ext>
            </a:extLst>
          </p:cNvPr>
          <p:cNvSpPr>
            <a:spLocks noGrp="1"/>
          </p:cNvSpPr>
          <p:nvPr>
            <p:ph type="body" sz="quarter" idx="21"/>
          </p:nvPr>
        </p:nvSpPr>
        <p:spPr>
          <a:xfrm>
            <a:off x="8984447" y="9276804"/>
            <a:ext cx="4992810" cy="275807"/>
          </a:xfrm>
        </p:spPr>
        <p:txBody>
          <a:bodyPr/>
          <a:lstStyle/>
          <a:p>
            <a:pPr lvl="0"/>
            <a:r>
              <a:rPr lang="en-US" noProof="0" dirty="0"/>
              <a:t>© Copyright, Contact or Publishing Information Here</a:t>
            </a:r>
          </a:p>
        </p:txBody>
      </p:sp>
    </p:spTree>
    <p:extLst>
      <p:ext uri="{BB962C8B-B14F-4D97-AF65-F5344CB8AC3E}">
        <p14:creationId xmlns:p14="http://schemas.microsoft.com/office/powerpoint/2010/main" val="2716223854"/>
      </p:ext>
    </p:extLst>
  </p:cSld>
  <p:clrMapOvr>
    <a:masterClrMapping/>
  </p:clrMapOvr>
</p:sld>
</file>

<file path=ppt/theme/theme1.xml><?xml version="1.0" encoding="utf-8"?>
<a:theme xmlns:a="http://schemas.openxmlformats.org/drawingml/2006/main" name="Office Theme">
  <a:themeElements>
    <a:clrScheme name="TM449343469">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FF5D00"/>
      </a:accent6>
      <a:hlink>
        <a:srgbClr val="6B9F25"/>
      </a:hlink>
      <a:folHlink>
        <a:srgbClr val="8C8C8C"/>
      </a:folHlink>
    </a:clrScheme>
    <a:fontScheme name="Custom 58">
      <a:majorFont>
        <a:latin typeface="Posterama"/>
        <a:ea typeface=""/>
        <a:cs typeface=""/>
      </a:majorFont>
      <a:minorFont>
        <a:latin typeface="Avenir Next LT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4934369_Win32_SD_SL_v4" id="{7D005757-61A9-4CA5-97C5-98204400E601}" vid="{7E7CEA95-3039-4DA8-A972-69FE74DE32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EDAFBC-E707-476E-9AC1-BBE921667A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C157A0-EAA7-4270-92F8-9D5AD4C2DAD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D4AE4463-7513-47F2-BFBF-69889A734C5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3370</Words>
  <Application>Microsoft Office PowerPoint</Application>
  <PresentationFormat>Custom</PresentationFormat>
  <Paragraphs>148</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 arch</vt:lpstr>
      <vt:lpstr>//ARCH</vt:lpstr>
      <vt:lpstr>The art  of building</vt:lpstr>
      <vt:lpstr>“Lorem ipsum dolor sit amet, consectetur adipiscing elit.”</vt:lpstr>
      <vt:lpstr>Innovative design</vt:lpstr>
      <vt:lpstr>Preserving the past</vt:lpstr>
      <vt:lpstr>“Lorem ipsum dolor sit amet, consectetur adipiscing elit.1”</vt:lpstr>
      <vt:lpstr>The power of natural light</vt:lpstr>
      <vt:lpstr>“Lorem ipsum dolor sit amet, consectetur adipiscing elit2.”</vt:lpstr>
      <vt:lpstr>The future  of sustainable  design</vt:lpstr>
      <vt:lpstr>The beauty of imperfection</vt:lpstr>
      <vt:lpstr>The role  of colors in architecture</vt:lpstr>
      <vt:lpstr>About this title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2026-07-16T05:50:59Z</dcterms:created>
  <dcterms:modified xsi:type="dcterms:W3CDTF">2026-07-16T05:51:04Z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