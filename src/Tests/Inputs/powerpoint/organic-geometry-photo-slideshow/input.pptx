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FAFB"/>
    <a:srgbClr val="FFF860"/>
    <a:srgbClr val="5F299F"/>
    <a:srgbClr val="E72EEA"/>
    <a:srgbClr val="FBB741"/>
    <a:srgbClr val="FB262C"/>
    <a:srgbClr val="1FC680"/>
    <a:srgbClr val="FA3580"/>
    <a:srgbClr val="FE7BB0"/>
    <a:srgbClr val="FED6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6"/>
    <p:restoredTop sz="94694"/>
  </p:normalViewPr>
  <p:slideViewPr>
    <p:cSldViewPr snapToGrid="0">
      <p:cViewPr>
        <p:scale>
          <a:sx n="100" d="100"/>
          <a:sy n="100" d="100"/>
        </p:scale>
        <p:origin x="5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15C7C4B-D1D2-EE2B-858E-27207BEB901A}"/>
              </a:ext>
            </a:extLst>
          </p:cNvPr>
          <p:cNvSpPr/>
          <p:nvPr/>
        </p:nvSpPr>
        <p:spPr>
          <a:xfrm rot="8927165">
            <a:off x="-47074" y="237763"/>
            <a:ext cx="2575112" cy="1186922"/>
          </a:xfrm>
          <a:custGeom>
            <a:avLst/>
            <a:gdLst>
              <a:gd name="connsiteX0" fmla="*/ 117828 w 2575112"/>
              <a:gd name="connsiteY0" fmla="*/ 795300 h 1186922"/>
              <a:gd name="connsiteX1" fmla="*/ 103946 w 2575112"/>
              <a:gd name="connsiteY1" fmla="*/ 771238 h 1186922"/>
              <a:gd name="connsiteX2" fmla="*/ 126726 w 2575112"/>
              <a:gd name="connsiteY2" fmla="*/ 727618 h 1186922"/>
              <a:gd name="connsiteX3" fmla="*/ 184628 w 2575112"/>
              <a:gd name="connsiteY3" fmla="*/ 695377 h 1186922"/>
              <a:gd name="connsiteX4" fmla="*/ 399148 w 2575112"/>
              <a:gd name="connsiteY4" fmla="*/ 645119 h 1186922"/>
              <a:gd name="connsiteX5" fmla="*/ 637398 w 2575112"/>
              <a:gd name="connsiteY5" fmla="*/ 609085 h 1186922"/>
              <a:gd name="connsiteX6" fmla="*/ 613668 w 2575112"/>
              <a:gd name="connsiteY6" fmla="*/ 592964 h 1186922"/>
              <a:gd name="connsiteX7" fmla="*/ 274802 w 2575112"/>
              <a:gd name="connsiteY7" fmla="*/ 473483 h 1186922"/>
              <a:gd name="connsiteX8" fmla="*/ 57435 w 2575112"/>
              <a:gd name="connsiteY8" fmla="*/ 357794 h 1186922"/>
              <a:gd name="connsiteX9" fmla="*/ 9025 w 2575112"/>
              <a:gd name="connsiteY9" fmla="*/ 312277 h 1186922"/>
              <a:gd name="connsiteX10" fmla="*/ 5228 w 2575112"/>
              <a:gd name="connsiteY10" fmla="*/ 263916 h 1186922"/>
              <a:gd name="connsiteX11" fmla="*/ 48892 w 2575112"/>
              <a:gd name="connsiteY11" fmla="*/ 244950 h 1186922"/>
              <a:gd name="connsiteX12" fmla="*/ 173237 w 2575112"/>
              <a:gd name="connsiteY12" fmla="*/ 276243 h 1186922"/>
              <a:gd name="connsiteX13" fmla="*/ 600379 w 2575112"/>
              <a:gd name="connsiteY13" fmla="*/ 500982 h 1186922"/>
              <a:gd name="connsiteX14" fmla="*/ 661128 w 2575112"/>
              <a:gd name="connsiteY14" fmla="*/ 539861 h 1186922"/>
              <a:gd name="connsiteX15" fmla="*/ 674417 w 2575112"/>
              <a:gd name="connsiteY15" fmla="*/ 541758 h 1186922"/>
              <a:gd name="connsiteX16" fmla="*/ 613668 w 2575112"/>
              <a:gd name="connsiteY16" fmla="*/ 427966 h 1186922"/>
              <a:gd name="connsiteX17" fmla="*/ 516849 w 2575112"/>
              <a:gd name="connsiteY17" fmla="*/ 141589 h 1186922"/>
              <a:gd name="connsiteX18" fmla="*/ 522545 w 2575112"/>
              <a:gd name="connsiteY18" fmla="*/ 44866 h 1186922"/>
              <a:gd name="connsiteX19" fmla="*/ 620313 w 2575112"/>
              <a:gd name="connsiteY19" fmla="*/ 26849 h 1186922"/>
              <a:gd name="connsiteX20" fmla="*/ 673468 w 2575112"/>
              <a:gd name="connsiteY20" fmla="*/ 148227 h 1186922"/>
              <a:gd name="connsiteX21" fmla="*/ 740861 w 2575112"/>
              <a:gd name="connsiteY21" fmla="*/ 470638 h 1186922"/>
              <a:gd name="connsiteX22" fmla="*/ 753201 w 2575112"/>
              <a:gd name="connsiteY22" fmla="*/ 561671 h 1186922"/>
              <a:gd name="connsiteX23" fmla="*/ 791169 w 2575112"/>
              <a:gd name="connsiteY23" fmla="*/ 605292 h 1186922"/>
              <a:gd name="connsiteX24" fmla="*/ 1022775 w 2575112"/>
              <a:gd name="connsiteY24" fmla="*/ 672619 h 1186922"/>
              <a:gd name="connsiteX25" fmla="*/ 1169902 w 2575112"/>
              <a:gd name="connsiteY25" fmla="*/ 696325 h 1186922"/>
              <a:gd name="connsiteX26" fmla="*/ 1178445 w 2575112"/>
              <a:gd name="connsiteY26" fmla="*/ 696325 h 1186922"/>
              <a:gd name="connsiteX27" fmla="*/ 1171800 w 2575112"/>
              <a:gd name="connsiteY27" fmla="*/ 692532 h 1186922"/>
              <a:gd name="connsiteX28" fmla="*/ 989553 w 2575112"/>
              <a:gd name="connsiteY28" fmla="*/ 535120 h 1186922"/>
              <a:gd name="connsiteX29" fmla="*/ 853817 w 2575112"/>
              <a:gd name="connsiteY29" fmla="*/ 297105 h 1186922"/>
              <a:gd name="connsiteX30" fmla="*/ 870903 w 2575112"/>
              <a:gd name="connsiteY30" fmla="*/ 211761 h 1186922"/>
              <a:gd name="connsiteX31" fmla="*/ 962975 w 2575112"/>
              <a:gd name="connsiteY31" fmla="*/ 236416 h 1186922"/>
              <a:gd name="connsiteX32" fmla="*/ 1120543 w 2575112"/>
              <a:gd name="connsiteY32" fmla="*/ 419431 h 1186922"/>
              <a:gd name="connsiteX33" fmla="*/ 1296146 w 2575112"/>
              <a:gd name="connsiteY33" fmla="*/ 690636 h 1186922"/>
              <a:gd name="connsiteX34" fmla="*/ 1337911 w 2575112"/>
              <a:gd name="connsiteY34" fmla="*/ 723825 h 1186922"/>
              <a:gd name="connsiteX35" fmla="*/ 1732780 w 2575112"/>
              <a:gd name="connsiteY35" fmla="*/ 741842 h 1186922"/>
              <a:gd name="connsiteX36" fmla="*/ 1758408 w 2575112"/>
              <a:gd name="connsiteY36" fmla="*/ 735204 h 1186922"/>
              <a:gd name="connsiteX37" fmla="*/ 1667285 w 2575112"/>
              <a:gd name="connsiteY37" fmla="*/ 689687 h 1186922"/>
              <a:gd name="connsiteX38" fmla="*/ 1391066 w 2575112"/>
              <a:gd name="connsiteY38" fmla="*/ 479172 h 1186922"/>
              <a:gd name="connsiteX39" fmla="*/ 1351200 w 2575112"/>
              <a:gd name="connsiteY39" fmla="*/ 397621 h 1186922"/>
              <a:gd name="connsiteX40" fmla="*/ 1379676 w 2575112"/>
              <a:gd name="connsiteY40" fmla="*/ 354949 h 1186922"/>
              <a:gd name="connsiteX41" fmla="*/ 1449917 w 2575112"/>
              <a:gd name="connsiteY41" fmla="*/ 358742 h 1186922"/>
              <a:gd name="connsiteX42" fmla="*/ 1602739 w 2575112"/>
              <a:gd name="connsiteY42" fmla="*/ 451672 h 1186922"/>
              <a:gd name="connsiteX43" fmla="*/ 1835294 w 2575112"/>
              <a:gd name="connsiteY43" fmla="*/ 690636 h 1186922"/>
              <a:gd name="connsiteX44" fmla="*/ 1915027 w 2575112"/>
              <a:gd name="connsiteY44" fmla="*/ 722877 h 1186922"/>
              <a:gd name="connsiteX45" fmla="*/ 2432343 w 2575112"/>
              <a:gd name="connsiteY45" fmla="*/ 573051 h 1186922"/>
              <a:gd name="connsiteX46" fmla="*/ 2525366 w 2575112"/>
              <a:gd name="connsiteY46" fmla="*/ 518051 h 1186922"/>
              <a:gd name="connsiteX47" fmla="*/ 2525366 w 2575112"/>
              <a:gd name="connsiteY47" fmla="*/ 519948 h 1186922"/>
              <a:gd name="connsiteX48" fmla="*/ 2569978 w 2575112"/>
              <a:gd name="connsiteY48" fmla="*/ 497189 h 1186922"/>
              <a:gd name="connsiteX49" fmla="*/ 2554791 w 2575112"/>
              <a:gd name="connsiteY49" fmla="*/ 539861 h 1186922"/>
              <a:gd name="connsiteX50" fmla="*/ 2369696 w 2575112"/>
              <a:gd name="connsiteY50" fmla="*/ 639429 h 1186922"/>
              <a:gd name="connsiteX51" fmla="*/ 1932113 w 2575112"/>
              <a:gd name="connsiteY51" fmla="*/ 752273 h 1186922"/>
              <a:gd name="connsiteX52" fmla="*/ 1847634 w 2575112"/>
              <a:gd name="connsiteY52" fmla="*/ 808221 h 1186922"/>
              <a:gd name="connsiteX53" fmla="*/ 1425238 w 2575112"/>
              <a:gd name="connsiteY53" fmla="*/ 1162873 h 1186922"/>
              <a:gd name="connsiteX54" fmla="*/ 1330317 w 2575112"/>
              <a:gd name="connsiteY54" fmla="*/ 1185631 h 1186922"/>
              <a:gd name="connsiteX55" fmla="*/ 1271467 w 2575112"/>
              <a:gd name="connsiteY55" fmla="*/ 1163821 h 1186922"/>
              <a:gd name="connsiteX56" fmla="*/ 1281908 w 2575112"/>
              <a:gd name="connsiteY56" fmla="*/ 1097442 h 1186922"/>
              <a:gd name="connsiteX57" fmla="*/ 1365438 w 2575112"/>
              <a:gd name="connsiteY57" fmla="*/ 1022529 h 1186922"/>
              <a:gd name="connsiteX58" fmla="*/ 1696710 w 2575112"/>
              <a:gd name="connsiteY58" fmla="*/ 815807 h 1186922"/>
              <a:gd name="connsiteX59" fmla="*/ 1746069 w 2575112"/>
              <a:gd name="connsiteY59" fmla="*/ 777876 h 1186922"/>
              <a:gd name="connsiteX60" fmla="*/ 1330317 w 2575112"/>
              <a:gd name="connsiteY60" fmla="*/ 757963 h 1186922"/>
              <a:gd name="connsiteX61" fmla="*/ 974366 w 2575112"/>
              <a:gd name="connsiteY61" fmla="*/ 1014943 h 1186922"/>
              <a:gd name="connsiteX62" fmla="*/ 756049 w 2575112"/>
              <a:gd name="connsiteY62" fmla="*/ 1067098 h 1186922"/>
              <a:gd name="connsiteX63" fmla="*/ 676316 w 2575112"/>
              <a:gd name="connsiteY63" fmla="*/ 1050029 h 1186922"/>
              <a:gd name="connsiteX64" fmla="*/ 658281 w 2575112"/>
              <a:gd name="connsiteY64" fmla="*/ 975116 h 1186922"/>
              <a:gd name="connsiteX65" fmla="*/ 722827 w 2575112"/>
              <a:gd name="connsiteY65" fmla="*/ 924858 h 1186922"/>
              <a:gd name="connsiteX66" fmla="*/ 933550 w 2575112"/>
              <a:gd name="connsiteY66" fmla="*/ 830979 h 1186922"/>
              <a:gd name="connsiteX67" fmla="*/ 1194581 w 2575112"/>
              <a:gd name="connsiteY67" fmla="*/ 748480 h 1186922"/>
              <a:gd name="connsiteX68" fmla="*/ 768388 w 2575112"/>
              <a:gd name="connsiteY68" fmla="*/ 632791 h 1186922"/>
              <a:gd name="connsiteX69" fmla="*/ 342196 w 2575112"/>
              <a:gd name="connsiteY69" fmla="*/ 807272 h 1186922"/>
              <a:gd name="connsiteX70" fmla="*/ 178933 w 2575112"/>
              <a:gd name="connsiteY70" fmla="*/ 812962 h 1186922"/>
              <a:gd name="connsiteX71" fmla="*/ 143812 w 2575112"/>
              <a:gd name="connsiteY71" fmla="*/ 807272 h 1186922"/>
              <a:gd name="connsiteX72" fmla="*/ 117828 w 2575112"/>
              <a:gd name="connsiteY72" fmla="*/ 795300 h 1186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2575112" h="1186922">
                <a:moveTo>
                  <a:pt x="117828" y="795300"/>
                </a:moveTo>
                <a:cubicBezTo>
                  <a:pt x="110590" y="789729"/>
                  <a:pt x="105370" y="782143"/>
                  <a:pt x="103946" y="771238"/>
                </a:cubicBezTo>
                <a:cubicBezTo>
                  <a:pt x="102047" y="752273"/>
                  <a:pt x="112488" y="738997"/>
                  <a:pt x="126726" y="727618"/>
                </a:cubicBezTo>
                <a:cubicBezTo>
                  <a:pt x="143812" y="713394"/>
                  <a:pt x="162796" y="702015"/>
                  <a:pt x="184628" y="695377"/>
                </a:cubicBezTo>
                <a:cubicBezTo>
                  <a:pt x="254869" y="674515"/>
                  <a:pt x="325110" y="654602"/>
                  <a:pt x="399148" y="645119"/>
                </a:cubicBezTo>
                <a:cubicBezTo>
                  <a:pt x="477932" y="634688"/>
                  <a:pt x="559564" y="629947"/>
                  <a:pt x="637398" y="609085"/>
                </a:cubicBezTo>
                <a:cubicBezTo>
                  <a:pt x="635500" y="592964"/>
                  <a:pt x="622211" y="594861"/>
                  <a:pt x="613668" y="592964"/>
                </a:cubicBezTo>
                <a:cubicBezTo>
                  <a:pt x="495018" y="569258"/>
                  <a:pt x="384910" y="519948"/>
                  <a:pt x="274802" y="473483"/>
                </a:cubicBezTo>
                <a:cubicBezTo>
                  <a:pt x="198866" y="441242"/>
                  <a:pt x="125777" y="405207"/>
                  <a:pt x="57435" y="357794"/>
                </a:cubicBezTo>
                <a:cubicBezTo>
                  <a:pt x="39400" y="344518"/>
                  <a:pt x="20416" y="332191"/>
                  <a:pt x="9025" y="312277"/>
                </a:cubicBezTo>
                <a:cubicBezTo>
                  <a:pt x="482" y="297105"/>
                  <a:pt x="-4264" y="280984"/>
                  <a:pt x="5228" y="263916"/>
                </a:cubicBezTo>
                <a:cubicBezTo>
                  <a:pt x="14720" y="245899"/>
                  <a:pt x="29908" y="244002"/>
                  <a:pt x="48892" y="244950"/>
                </a:cubicBezTo>
                <a:cubicBezTo>
                  <a:pt x="92555" y="246847"/>
                  <a:pt x="133371" y="261071"/>
                  <a:pt x="173237" y="276243"/>
                </a:cubicBezTo>
                <a:cubicBezTo>
                  <a:pt x="325110" y="333139"/>
                  <a:pt x="466542" y="409000"/>
                  <a:pt x="600379" y="500982"/>
                </a:cubicBezTo>
                <a:cubicBezTo>
                  <a:pt x="620313" y="514258"/>
                  <a:pt x="641195" y="527534"/>
                  <a:pt x="661128" y="539861"/>
                </a:cubicBezTo>
                <a:cubicBezTo>
                  <a:pt x="663027" y="541758"/>
                  <a:pt x="666824" y="540810"/>
                  <a:pt x="674417" y="541758"/>
                </a:cubicBezTo>
                <a:cubicBezTo>
                  <a:pt x="652586" y="502879"/>
                  <a:pt x="632652" y="465896"/>
                  <a:pt x="613668" y="427966"/>
                </a:cubicBezTo>
                <a:cubicBezTo>
                  <a:pt x="569056" y="335984"/>
                  <a:pt x="533935" y="242106"/>
                  <a:pt x="516849" y="141589"/>
                </a:cubicBezTo>
                <a:cubicBezTo>
                  <a:pt x="512103" y="108400"/>
                  <a:pt x="511154" y="76159"/>
                  <a:pt x="522545" y="44866"/>
                </a:cubicBezTo>
                <a:cubicBezTo>
                  <a:pt x="540579" y="-7289"/>
                  <a:pt x="584243" y="-14875"/>
                  <a:pt x="620313" y="26849"/>
                </a:cubicBezTo>
                <a:cubicBezTo>
                  <a:pt x="650687" y="61935"/>
                  <a:pt x="663027" y="105555"/>
                  <a:pt x="673468" y="148227"/>
                </a:cubicBezTo>
                <a:cubicBezTo>
                  <a:pt x="698147" y="255381"/>
                  <a:pt x="719979" y="362535"/>
                  <a:pt x="740861" y="470638"/>
                </a:cubicBezTo>
                <a:cubicBezTo>
                  <a:pt x="747506" y="500034"/>
                  <a:pt x="746557" y="531327"/>
                  <a:pt x="753201" y="561671"/>
                </a:cubicBezTo>
                <a:cubicBezTo>
                  <a:pt x="757947" y="584430"/>
                  <a:pt x="769338" y="596757"/>
                  <a:pt x="791169" y="605292"/>
                </a:cubicBezTo>
                <a:cubicBezTo>
                  <a:pt x="866156" y="633740"/>
                  <a:pt x="943042" y="658395"/>
                  <a:pt x="1022775" y="672619"/>
                </a:cubicBezTo>
                <a:cubicBezTo>
                  <a:pt x="1072134" y="682101"/>
                  <a:pt x="1119594" y="699170"/>
                  <a:pt x="1169902" y="696325"/>
                </a:cubicBezTo>
                <a:cubicBezTo>
                  <a:pt x="1172749" y="699170"/>
                  <a:pt x="1175597" y="702963"/>
                  <a:pt x="1178445" y="696325"/>
                </a:cubicBezTo>
                <a:cubicBezTo>
                  <a:pt x="1178445" y="696325"/>
                  <a:pt x="1173699" y="693480"/>
                  <a:pt x="1171800" y="692532"/>
                </a:cubicBezTo>
                <a:cubicBezTo>
                  <a:pt x="1107254" y="644171"/>
                  <a:pt x="1041759" y="596757"/>
                  <a:pt x="989553" y="535120"/>
                </a:cubicBezTo>
                <a:cubicBezTo>
                  <a:pt x="929753" y="464000"/>
                  <a:pt x="869953" y="392880"/>
                  <a:pt x="853817" y="297105"/>
                </a:cubicBezTo>
                <a:cubicBezTo>
                  <a:pt x="849071" y="265812"/>
                  <a:pt x="840528" y="234519"/>
                  <a:pt x="870903" y="211761"/>
                </a:cubicBezTo>
                <a:cubicBezTo>
                  <a:pt x="894633" y="194692"/>
                  <a:pt x="927855" y="203227"/>
                  <a:pt x="962975" y="236416"/>
                </a:cubicBezTo>
                <a:cubicBezTo>
                  <a:pt x="1021826" y="291415"/>
                  <a:pt x="1073083" y="354001"/>
                  <a:pt x="1120543" y="419431"/>
                </a:cubicBezTo>
                <a:cubicBezTo>
                  <a:pt x="1183191" y="506672"/>
                  <a:pt x="1247737" y="593912"/>
                  <a:pt x="1296146" y="690636"/>
                </a:cubicBezTo>
                <a:cubicBezTo>
                  <a:pt x="1304689" y="707704"/>
                  <a:pt x="1315130" y="721928"/>
                  <a:pt x="1337911" y="723825"/>
                </a:cubicBezTo>
                <a:cubicBezTo>
                  <a:pt x="1468901" y="737101"/>
                  <a:pt x="1600841" y="745635"/>
                  <a:pt x="1732780" y="741842"/>
                </a:cubicBezTo>
                <a:cubicBezTo>
                  <a:pt x="1739424" y="741842"/>
                  <a:pt x="1745120" y="738997"/>
                  <a:pt x="1758408" y="735204"/>
                </a:cubicBezTo>
                <a:cubicBezTo>
                  <a:pt x="1724237" y="718135"/>
                  <a:pt x="1695761" y="703911"/>
                  <a:pt x="1667285" y="689687"/>
                </a:cubicBezTo>
                <a:cubicBezTo>
                  <a:pt x="1560974" y="638481"/>
                  <a:pt x="1471749" y="564516"/>
                  <a:pt x="1391066" y="479172"/>
                </a:cubicBezTo>
                <a:cubicBezTo>
                  <a:pt x="1370184" y="456414"/>
                  <a:pt x="1354997" y="429862"/>
                  <a:pt x="1351200" y="397621"/>
                </a:cubicBezTo>
                <a:cubicBezTo>
                  <a:pt x="1349301" y="374863"/>
                  <a:pt x="1357844" y="361587"/>
                  <a:pt x="1379676" y="354949"/>
                </a:cubicBezTo>
                <a:cubicBezTo>
                  <a:pt x="1403406" y="347363"/>
                  <a:pt x="1426187" y="350208"/>
                  <a:pt x="1449917" y="358742"/>
                </a:cubicBezTo>
                <a:cubicBezTo>
                  <a:pt x="1506869" y="379604"/>
                  <a:pt x="1556228" y="413742"/>
                  <a:pt x="1602739" y="451672"/>
                </a:cubicBezTo>
                <a:cubicBezTo>
                  <a:pt x="1690066" y="521844"/>
                  <a:pt x="1769799" y="599602"/>
                  <a:pt x="1835294" y="690636"/>
                </a:cubicBezTo>
                <a:cubicBezTo>
                  <a:pt x="1857126" y="720032"/>
                  <a:pt x="1881805" y="729515"/>
                  <a:pt x="1915027" y="722877"/>
                </a:cubicBezTo>
                <a:cubicBezTo>
                  <a:pt x="2092528" y="689687"/>
                  <a:pt x="2269080" y="653653"/>
                  <a:pt x="2432343" y="573051"/>
                </a:cubicBezTo>
                <a:cubicBezTo>
                  <a:pt x="2464616" y="556930"/>
                  <a:pt x="2495940" y="538913"/>
                  <a:pt x="2525366" y="518051"/>
                </a:cubicBezTo>
                <a:lnTo>
                  <a:pt x="2525366" y="519948"/>
                </a:lnTo>
                <a:cubicBezTo>
                  <a:pt x="2538654" y="510465"/>
                  <a:pt x="2550994" y="498138"/>
                  <a:pt x="2569978" y="497189"/>
                </a:cubicBezTo>
                <a:cubicBezTo>
                  <a:pt x="2583267" y="519948"/>
                  <a:pt x="2568080" y="529430"/>
                  <a:pt x="2554791" y="539861"/>
                </a:cubicBezTo>
                <a:cubicBezTo>
                  <a:pt x="2497838" y="582533"/>
                  <a:pt x="2435191" y="612878"/>
                  <a:pt x="2369696" y="639429"/>
                </a:cubicBezTo>
                <a:cubicBezTo>
                  <a:pt x="2228264" y="696325"/>
                  <a:pt x="2080189" y="723825"/>
                  <a:pt x="1932113" y="752273"/>
                </a:cubicBezTo>
                <a:cubicBezTo>
                  <a:pt x="1894145" y="758911"/>
                  <a:pt x="1868516" y="773135"/>
                  <a:pt x="1847634" y="808221"/>
                </a:cubicBezTo>
                <a:cubicBezTo>
                  <a:pt x="1747018" y="974167"/>
                  <a:pt x="1600841" y="1087011"/>
                  <a:pt x="1425238" y="1162873"/>
                </a:cubicBezTo>
                <a:cubicBezTo>
                  <a:pt x="1395812" y="1176148"/>
                  <a:pt x="1362590" y="1180890"/>
                  <a:pt x="1330317" y="1185631"/>
                </a:cubicBezTo>
                <a:cubicBezTo>
                  <a:pt x="1307536" y="1189424"/>
                  <a:pt x="1284756" y="1185631"/>
                  <a:pt x="1271467" y="1163821"/>
                </a:cubicBezTo>
                <a:cubicBezTo>
                  <a:pt x="1257229" y="1140114"/>
                  <a:pt x="1266721" y="1117356"/>
                  <a:pt x="1281908" y="1097442"/>
                </a:cubicBezTo>
                <a:cubicBezTo>
                  <a:pt x="1304689" y="1068046"/>
                  <a:pt x="1336013" y="1045287"/>
                  <a:pt x="1365438" y="1022529"/>
                </a:cubicBezTo>
                <a:cubicBezTo>
                  <a:pt x="1468901" y="942875"/>
                  <a:pt x="1585653" y="883134"/>
                  <a:pt x="1696710" y="815807"/>
                </a:cubicBezTo>
                <a:cubicBezTo>
                  <a:pt x="1711897" y="806324"/>
                  <a:pt x="1730881" y="800635"/>
                  <a:pt x="1746069" y="777876"/>
                </a:cubicBezTo>
                <a:cubicBezTo>
                  <a:pt x="1602739" y="780721"/>
                  <a:pt x="1466054" y="773135"/>
                  <a:pt x="1330317" y="757963"/>
                </a:cubicBezTo>
                <a:cubicBezTo>
                  <a:pt x="1233499" y="876496"/>
                  <a:pt x="1113899" y="958995"/>
                  <a:pt x="974366" y="1014943"/>
                </a:cubicBezTo>
                <a:cubicBezTo>
                  <a:pt x="904125" y="1043391"/>
                  <a:pt x="832934" y="1068046"/>
                  <a:pt x="756049" y="1067098"/>
                </a:cubicBezTo>
                <a:cubicBezTo>
                  <a:pt x="728522" y="1067098"/>
                  <a:pt x="701944" y="1060460"/>
                  <a:pt x="676316" y="1050029"/>
                </a:cubicBezTo>
                <a:cubicBezTo>
                  <a:pt x="642144" y="1035805"/>
                  <a:pt x="635500" y="1005460"/>
                  <a:pt x="658281" y="975116"/>
                </a:cubicBezTo>
                <a:cubicBezTo>
                  <a:pt x="675366" y="952357"/>
                  <a:pt x="699097" y="938133"/>
                  <a:pt x="722827" y="924858"/>
                </a:cubicBezTo>
                <a:cubicBezTo>
                  <a:pt x="790220" y="886927"/>
                  <a:pt x="861410" y="856582"/>
                  <a:pt x="933550" y="830979"/>
                </a:cubicBezTo>
                <a:cubicBezTo>
                  <a:pt x="1018978" y="800635"/>
                  <a:pt x="1103458" y="768394"/>
                  <a:pt x="1194581" y="748480"/>
                </a:cubicBezTo>
                <a:cubicBezTo>
                  <a:pt x="1051251" y="710549"/>
                  <a:pt x="904125" y="691584"/>
                  <a:pt x="768388" y="632791"/>
                </a:cubicBezTo>
                <a:cubicBezTo>
                  <a:pt x="639297" y="727618"/>
                  <a:pt x="495967" y="780721"/>
                  <a:pt x="342196" y="807272"/>
                </a:cubicBezTo>
                <a:cubicBezTo>
                  <a:pt x="288091" y="816755"/>
                  <a:pt x="233986" y="818652"/>
                  <a:pt x="178933" y="812962"/>
                </a:cubicBezTo>
                <a:cubicBezTo>
                  <a:pt x="167542" y="812014"/>
                  <a:pt x="155203" y="810117"/>
                  <a:pt x="143812" y="807272"/>
                </a:cubicBezTo>
                <a:cubicBezTo>
                  <a:pt x="134320" y="804427"/>
                  <a:pt x="125065" y="800871"/>
                  <a:pt x="117828" y="795300"/>
                </a:cubicBezTo>
                <a:close/>
              </a:path>
            </a:pathLst>
          </a:custGeom>
          <a:solidFill>
            <a:schemeClr val="accent1"/>
          </a:solidFill>
          <a:ln w="94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00506030000020004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1361477-1D79-284E-16A1-39B23F15FA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9880808">
            <a:off x="9944086" y="5185645"/>
            <a:ext cx="1826517" cy="15506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E84439-B85D-C593-B879-ABFA1CFC6509}"/>
              </a:ext>
            </a:extLst>
          </p:cNvPr>
          <p:cNvSpPr/>
          <p:nvPr userDrawn="1"/>
        </p:nvSpPr>
        <p:spPr>
          <a:xfrm>
            <a:off x="370391" y="740779"/>
            <a:ext cx="11493660" cy="5347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FE43183-2A7F-1F04-60DE-FAF9931CDB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653" y="844953"/>
            <a:ext cx="11262731" cy="5116010"/>
          </a:xfrm>
          <a:custGeom>
            <a:avLst/>
            <a:gdLst>
              <a:gd name="connsiteX0" fmla="*/ 3333 w 11262731"/>
              <a:gd name="connsiteY0" fmla="*/ 4562632 h 5116010"/>
              <a:gd name="connsiteX1" fmla="*/ 6871 w 11262731"/>
              <a:gd name="connsiteY1" fmla="*/ 4722994 h 5116010"/>
              <a:gd name="connsiteX2" fmla="*/ 0 w 11262731"/>
              <a:gd name="connsiteY2" fmla="*/ 4761675 h 5116010"/>
              <a:gd name="connsiteX3" fmla="*/ 0 w 11262731"/>
              <a:gd name="connsiteY3" fmla="*/ 4600760 h 5116010"/>
              <a:gd name="connsiteX4" fmla="*/ 239467 w 11262731"/>
              <a:gd name="connsiteY4" fmla="*/ 4505452 h 5116010"/>
              <a:gd name="connsiteX5" fmla="*/ 233177 w 11262731"/>
              <a:gd name="connsiteY5" fmla="*/ 4540884 h 5116010"/>
              <a:gd name="connsiteX6" fmla="*/ 233661 w 11262731"/>
              <a:gd name="connsiteY6" fmla="*/ 4539662 h 5116010"/>
              <a:gd name="connsiteX7" fmla="*/ 341566 w 11262731"/>
              <a:gd name="connsiteY7" fmla="*/ 3807069 h 5116010"/>
              <a:gd name="connsiteX8" fmla="*/ 339631 w 11262731"/>
              <a:gd name="connsiteY8" fmla="*/ 3846655 h 5116010"/>
              <a:gd name="connsiteX9" fmla="*/ 144869 w 11262731"/>
              <a:gd name="connsiteY9" fmla="*/ 3713479 h 5116010"/>
              <a:gd name="connsiteX10" fmla="*/ 129626 w 11262731"/>
              <a:gd name="connsiteY10" fmla="*/ 3811223 h 5116010"/>
              <a:gd name="connsiteX11" fmla="*/ 144143 w 11262731"/>
              <a:gd name="connsiteY11" fmla="*/ 3811223 h 5116010"/>
              <a:gd name="connsiteX12" fmla="*/ 153095 w 11262731"/>
              <a:gd name="connsiteY12" fmla="*/ 3713479 h 5116010"/>
              <a:gd name="connsiteX13" fmla="*/ 144869 w 11262731"/>
              <a:gd name="connsiteY13" fmla="*/ 3713479 h 5116010"/>
              <a:gd name="connsiteX14" fmla="*/ 346405 w 11262731"/>
              <a:gd name="connsiteY14" fmla="*/ 3709080 h 5116010"/>
              <a:gd name="connsiteX15" fmla="*/ 343502 w 11262731"/>
              <a:gd name="connsiteY15" fmla="*/ 3767971 h 5116010"/>
              <a:gd name="connsiteX16" fmla="*/ 348582 w 11262731"/>
              <a:gd name="connsiteY16" fmla="*/ 3660208 h 5116010"/>
              <a:gd name="connsiteX17" fmla="*/ 330437 w 11262731"/>
              <a:gd name="connsiteY17" fmla="*/ 3684644 h 5116010"/>
              <a:gd name="connsiteX18" fmla="*/ 347373 w 11262731"/>
              <a:gd name="connsiteY18" fmla="*/ 3688554 h 5116010"/>
              <a:gd name="connsiteX19" fmla="*/ 162772 w 11262731"/>
              <a:gd name="connsiteY19" fmla="*/ 3634061 h 5116010"/>
              <a:gd name="connsiteX20" fmla="*/ 144143 w 11262731"/>
              <a:gd name="connsiteY20" fmla="*/ 3639682 h 5116010"/>
              <a:gd name="connsiteX21" fmla="*/ 166401 w 11262731"/>
              <a:gd name="connsiteY21" fmla="*/ 3648967 h 5116010"/>
              <a:gd name="connsiteX22" fmla="*/ 173902 w 11262731"/>
              <a:gd name="connsiteY22" fmla="*/ 3639926 h 5116010"/>
              <a:gd name="connsiteX23" fmla="*/ 162772 w 11262731"/>
              <a:gd name="connsiteY23" fmla="*/ 3634061 h 5116010"/>
              <a:gd name="connsiteX24" fmla="*/ 335034 w 11262731"/>
              <a:gd name="connsiteY24" fmla="*/ 3579813 h 5116010"/>
              <a:gd name="connsiteX25" fmla="*/ 326566 w 11262731"/>
              <a:gd name="connsiteY25" fmla="*/ 3585434 h 5116010"/>
              <a:gd name="connsiteX26" fmla="*/ 349308 w 11262731"/>
              <a:gd name="connsiteY26" fmla="*/ 3649945 h 5116010"/>
              <a:gd name="connsiteX27" fmla="*/ 351970 w 11262731"/>
              <a:gd name="connsiteY27" fmla="*/ 3591054 h 5116010"/>
              <a:gd name="connsiteX28" fmla="*/ 335034 w 11262731"/>
              <a:gd name="connsiteY28" fmla="*/ 3579813 h 5116010"/>
              <a:gd name="connsiteX29" fmla="*/ 219628 w 11262731"/>
              <a:gd name="connsiteY29" fmla="*/ 3559043 h 5116010"/>
              <a:gd name="connsiteX30" fmla="*/ 161805 w 11262731"/>
              <a:gd name="connsiteY30" fmla="*/ 4005245 h 5116010"/>
              <a:gd name="connsiteX31" fmla="*/ 236564 w 11262731"/>
              <a:gd name="connsiteY31" fmla="*/ 3607915 h 5116010"/>
              <a:gd name="connsiteX32" fmla="*/ 233661 w 11262731"/>
              <a:gd name="connsiteY32" fmla="*/ 3559043 h 5116010"/>
              <a:gd name="connsiteX33" fmla="*/ 219628 w 11262731"/>
              <a:gd name="connsiteY33" fmla="*/ 3559043 h 5116010"/>
              <a:gd name="connsiteX34" fmla="*/ 165434 w 11262731"/>
              <a:gd name="connsiteY34" fmla="*/ 3552445 h 5116010"/>
              <a:gd name="connsiteX35" fmla="*/ 160595 w 11262731"/>
              <a:gd name="connsiteY35" fmla="*/ 3574926 h 5116010"/>
              <a:gd name="connsiteX36" fmla="*/ 167369 w 11262731"/>
              <a:gd name="connsiteY36" fmla="*/ 3576637 h 5116010"/>
              <a:gd name="connsiteX37" fmla="*/ 168337 w 11262731"/>
              <a:gd name="connsiteY37" fmla="*/ 3576637 h 5116010"/>
              <a:gd name="connsiteX38" fmla="*/ 173418 w 11262731"/>
              <a:gd name="connsiteY38" fmla="*/ 3554400 h 5116010"/>
              <a:gd name="connsiteX39" fmla="*/ 165434 w 11262731"/>
              <a:gd name="connsiteY39" fmla="*/ 3552445 h 5116010"/>
              <a:gd name="connsiteX40" fmla="*/ 132530 w 11262731"/>
              <a:gd name="connsiteY40" fmla="*/ 3529964 h 5116010"/>
              <a:gd name="connsiteX41" fmla="*/ 124787 w 11262731"/>
              <a:gd name="connsiteY41" fmla="*/ 3531185 h 5116010"/>
              <a:gd name="connsiteX42" fmla="*/ 128659 w 11262731"/>
              <a:gd name="connsiteY42" fmla="*/ 3541449 h 5116010"/>
              <a:gd name="connsiteX43" fmla="*/ 135433 w 11262731"/>
              <a:gd name="connsiteY43" fmla="*/ 3537294 h 5116010"/>
              <a:gd name="connsiteX44" fmla="*/ 132530 w 11262731"/>
              <a:gd name="connsiteY44" fmla="*/ 3529964 h 5116010"/>
              <a:gd name="connsiteX45" fmla="*/ 39141 w 11262731"/>
              <a:gd name="connsiteY45" fmla="*/ 3509437 h 5116010"/>
              <a:gd name="connsiteX46" fmla="*/ 52447 w 11262731"/>
              <a:gd name="connsiteY46" fmla="*/ 3511148 h 5116010"/>
              <a:gd name="connsiteX47" fmla="*/ 45673 w 11262731"/>
              <a:gd name="connsiteY47" fmla="*/ 3550490 h 5116010"/>
              <a:gd name="connsiteX48" fmla="*/ 39141 w 11262731"/>
              <a:gd name="connsiteY48" fmla="*/ 3509437 h 5116010"/>
              <a:gd name="connsiteX49" fmla="*/ 175837 w 11262731"/>
              <a:gd name="connsiteY49" fmla="*/ 3486223 h 5116010"/>
              <a:gd name="connsiteX50" fmla="*/ 171966 w 11262731"/>
              <a:gd name="connsiteY50" fmla="*/ 3514325 h 5116010"/>
              <a:gd name="connsiteX51" fmla="*/ 178257 w 11262731"/>
              <a:gd name="connsiteY51" fmla="*/ 3514325 h 5116010"/>
              <a:gd name="connsiteX52" fmla="*/ 182369 w 11262731"/>
              <a:gd name="connsiteY52" fmla="*/ 3486467 h 5116010"/>
              <a:gd name="connsiteX53" fmla="*/ 175837 w 11262731"/>
              <a:gd name="connsiteY53" fmla="*/ 3486223 h 5116010"/>
              <a:gd name="connsiteX54" fmla="*/ 148498 w 11262731"/>
              <a:gd name="connsiteY54" fmla="*/ 3459832 h 5116010"/>
              <a:gd name="connsiteX55" fmla="*/ 135191 w 11262731"/>
              <a:gd name="connsiteY55" fmla="*/ 3460810 h 5116010"/>
              <a:gd name="connsiteX56" fmla="*/ 135191 w 11262731"/>
              <a:gd name="connsiteY56" fmla="*/ 3502351 h 5116010"/>
              <a:gd name="connsiteX57" fmla="*/ 148498 w 11262731"/>
              <a:gd name="connsiteY57" fmla="*/ 3459832 h 5116010"/>
              <a:gd name="connsiteX58" fmla="*/ 235596 w 11262731"/>
              <a:gd name="connsiteY58" fmla="*/ 3454945 h 5116010"/>
              <a:gd name="connsiteX59" fmla="*/ 234870 w 11262731"/>
              <a:gd name="connsiteY59" fmla="*/ 3455434 h 5116010"/>
              <a:gd name="connsiteX60" fmla="*/ 201241 w 11262731"/>
              <a:gd name="connsiteY60" fmla="*/ 3489155 h 5116010"/>
              <a:gd name="connsiteX61" fmla="*/ 233177 w 11262731"/>
              <a:gd name="connsiteY61" fmla="*/ 3532163 h 5116010"/>
              <a:gd name="connsiteX62" fmla="*/ 247693 w 11262731"/>
              <a:gd name="connsiteY62" fmla="*/ 3460565 h 5116010"/>
              <a:gd name="connsiteX63" fmla="*/ 235596 w 11262731"/>
              <a:gd name="connsiteY63" fmla="*/ 3454945 h 5116010"/>
              <a:gd name="connsiteX64" fmla="*/ 185273 w 11262731"/>
              <a:gd name="connsiteY64" fmla="*/ 3371373 h 5116010"/>
              <a:gd name="connsiteX65" fmla="*/ 177289 w 11262731"/>
              <a:gd name="connsiteY65" fmla="*/ 3414137 h 5116010"/>
              <a:gd name="connsiteX66" fmla="*/ 153095 w 11262731"/>
              <a:gd name="connsiteY66" fmla="*/ 3427332 h 5116010"/>
              <a:gd name="connsiteX67" fmla="*/ 179708 w 11262731"/>
              <a:gd name="connsiteY67" fmla="*/ 3438328 h 5116010"/>
              <a:gd name="connsiteX68" fmla="*/ 185273 w 11262731"/>
              <a:gd name="connsiteY68" fmla="*/ 3371373 h 5116010"/>
              <a:gd name="connsiteX69" fmla="*/ 224546 w 11262731"/>
              <a:gd name="connsiteY69" fmla="*/ 3333753 h 5116010"/>
              <a:gd name="connsiteX70" fmla="*/ 202934 w 11262731"/>
              <a:gd name="connsiteY70" fmla="*/ 3338629 h 5116010"/>
              <a:gd name="connsiteX71" fmla="*/ 223983 w 11262731"/>
              <a:gd name="connsiteY71" fmla="*/ 3438573 h 5116010"/>
              <a:gd name="connsiteX72" fmla="*/ 251322 w 11262731"/>
              <a:gd name="connsiteY72" fmla="*/ 3363065 h 5116010"/>
              <a:gd name="connsiteX73" fmla="*/ 224546 w 11262731"/>
              <a:gd name="connsiteY73" fmla="*/ 3333753 h 5116010"/>
              <a:gd name="connsiteX74" fmla="*/ 217935 w 11262731"/>
              <a:gd name="connsiteY74" fmla="*/ 3267032 h 5116010"/>
              <a:gd name="connsiteX75" fmla="*/ 217935 w 11262731"/>
              <a:gd name="connsiteY75" fmla="*/ 3288047 h 5116010"/>
              <a:gd name="connsiteX76" fmla="*/ 227128 w 11262731"/>
              <a:gd name="connsiteY76" fmla="*/ 3288047 h 5116010"/>
              <a:gd name="connsiteX77" fmla="*/ 229790 w 11262731"/>
              <a:gd name="connsiteY77" fmla="*/ 3267520 h 5116010"/>
              <a:gd name="connsiteX78" fmla="*/ 217935 w 11262731"/>
              <a:gd name="connsiteY78" fmla="*/ 3267032 h 5116010"/>
              <a:gd name="connsiteX79" fmla="*/ 11197345 w 11262731"/>
              <a:gd name="connsiteY79" fmla="*/ 3206342 h 5116010"/>
              <a:gd name="connsiteX80" fmla="*/ 11197647 w 11262731"/>
              <a:gd name="connsiteY80" fmla="*/ 3206601 h 5116010"/>
              <a:gd name="connsiteX81" fmla="*/ 11197279 w 11262731"/>
              <a:gd name="connsiteY81" fmla="*/ 3206601 h 5116010"/>
              <a:gd name="connsiteX82" fmla="*/ 11195617 w 11262731"/>
              <a:gd name="connsiteY82" fmla="*/ 3196741 h 5116010"/>
              <a:gd name="connsiteX83" fmla="*/ 11199127 w 11262731"/>
              <a:gd name="connsiteY83" fmla="*/ 3199346 h 5116010"/>
              <a:gd name="connsiteX84" fmla="*/ 11197345 w 11262731"/>
              <a:gd name="connsiteY84" fmla="*/ 3206342 h 5116010"/>
              <a:gd name="connsiteX85" fmla="*/ 11191553 w 11262731"/>
              <a:gd name="connsiteY85" fmla="*/ 3201393 h 5116010"/>
              <a:gd name="connsiteX86" fmla="*/ 11195617 w 11262731"/>
              <a:gd name="connsiteY86" fmla="*/ 3196741 h 5116010"/>
              <a:gd name="connsiteX87" fmla="*/ 236322 w 11262731"/>
              <a:gd name="connsiteY87" fmla="*/ 3135810 h 5116010"/>
              <a:gd name="connsiteX88" fmla="*/ 218419 w 11262731"/>
              <a:gd name="connsiteY88" fmla="*/ 3190546 h 5116010"/>
              <a:gd name="connsiteX89" fmla="*/ 247451 w 11262731"/>
              <a:gd name="connsiteY89" fmla="*/ 3229889 h 5116010"/>
              <a:gd name="connsiteX90" fmla="*/ 257129 w 11262731"/>
              <a:gd name="connsiteY90" fmla="*/ 3295622 h 5116010"/>
              <a:gd name="connsiteX91" fmla="*/ 264871 w 11262731"/>
              <a:gd name="connsiteY91" fmla="*/ 3263855 h 5116010"/>
              <a:gd name="connsiteX92" fmla="*/ 264871 w 11262731"/>
              <a:gd name="connsiteY92" fmla="*/ 3214983 h 5116010"/>
              <a:gd name="connsiteX93" fmla="*/ 236322 w 11262731"/>
              <a:gd name="connsiteY93" fmla="*/ 3135810 h 5116010"/>
              <a:gd name="connsiteX94" fmla="*/ 257371 w 11262731"/>
              <a:gd name="connsiteY94" fmla="*/ 2979908 h 5116010"/>
              <a:gd name="connsiteX95" fmla="*/ 259548 w 11262731"/>
              <a:gd name="connsiteY95" fmla="*/ 2987238 h 5116010"/>
              <a:gd name="connsiteX96" fmla="*/ 271645 w 11262731"/>
              <a:gd name="connsiteY96" fmla="*/ 2987238 h 5116010"/>
              <a:gd name="connsiteX97" fmla="*/ 269226 w 11262731"/>
              <a:gd name="connsiteY97" fmla="*/ 2979908 h 5116010"/>
              <a:gd name="connsiteX98" fmla="*/ 257371 w 11262731"/>
              <a:gd name="connsiteY98" fmla="*/ 2979908 h 5116010"/>
              <a:gd name="connsiteX99" fmla="*/ 11210025 w 11262731"/>
              <a:gd name="connsiteY99" fmla="*/ 2952665 h 5116010"/>
              <a:gd name="connsiteX100" fmla="*/ 11212795 w 11262731"/>
              <a:gd name="connsiteY100" fmla="*/ 2952665 h 5116010"/>
              <a:gd name="connsiteX101" fmla="*/ 11216305 w 11262731"/>
              <a:gd name="connsiteY101" fmla="*/ 2966431 h 5116010"/>
              <a:gd name="connsiteX102" fmla="*/ 11211317 w 11262731"/>
              <a:gd name="connsiteY102" fmla="*/ 2966431 h 5116010"/>
              <a:gd name="connsiteX103" fmla="*/ 294146 w 11262731"/>
              <a:gd name="connsiteY103" fmla="*/ 2929080 h 5116010"/>
              <a:gd name="connsiteX104" fmla="*/ 319792 w 11262731"/>
              <a:gd name="connsiteY104" fmla="*/ 2993347 h 5116010"/>
              <a:gd name="connsiteX105" fmla="*/ 294146 w 11262731"/>
              <a:gd name="connsiteY105" fmla="*/ 2929080 h 5116010"/>
              <a:gd name="connsiteX106" fmla="*/ 11201711 w 11262731"/>
              <a:gd name="connsiteY106" fmla="*/ 2886808 h 5116010"/>
              <a:gd name="connsiteX107" fmla="*/ 11207437 w 11262731"/>
              <a:gd name="connsiteY107" fmla="*/ 2927922 h 5116010"/>
              <a:gd name="connsiteX108" fmla="*/ 11251031 w 11262731"/>
              <a:gd name="connsiteY108" fmla="*/ 2733887 h 5116010"/>
              <a:gd name="connsiteX109" fmla="*/ 11253063 w 11262731"/>
              <a:gd name="connsiteY109" fmla="*/ 2742631 h 5116010"/>
              <a:gd name="connsiteX110" fmla="*/ 11247337 w 11262731"/>
              <a:gd name="connsiteY110" fmla="*/ 2739840 h 5116010"/>
              <a:gd name="connsiteX111" fmla="*/ 11247337 w 11262731"/>
              <a:gd name="connsiteY111" fmla="*/ 2735189 h 5116010"/>
              <a:gd name="connsiteX112" fmla="*/ 11251031 w 11262731"/>
              <a:gd name="connsiteY112" fmla="*/ 2733887 h 5116010"/>
              <a:gd name="connsiteX113" fmla="*/ 11262731 w 11262731"/>
              <a:gd name="connsiteY113" fmla="*/ 2693984 h 5116010"/>
              <a:gd name="connsiteX114" fmla="*/ 11262731 w 11262731"/>
              <a:gd name="connsiteY114" fmla="*/ 2702520 h 5116010"/>
              <a:gd name="connsiteX115" fmla="*/ 11255279 w 11262731"/>
              <a:gd name="connsiteY115" fmla="*/ 2707284 h 5116010"/>
              <a:gd name="connsiteX116" fmla="*/ 11251031 w 11262731"/>
              <a:gd name="connsiteY116" fmla="*/ 2698540 h 5116010"/>
              <a:gd name="connsiteX117" fmla="*/ 396487 w 11262731"/>
              <a:gd name="connsiteY117" fmla="*/ 2677389 h 5116010"/>
              <a:gd name="connsiteX118" fmla="*/ 394067 w 11262731"/>
              <a:gd name="connsiteY118" fmla="*/ 2726261 h 5116010"/>
              <a:gd name="connsiteX119" fmla="*/ 11224431 w 11262731"/>
              <a:gd name="connsiteY119" fmla="*/ 2640683 h 5116010"/>
              <a:gd name="connsiteX120" fmla="*/ 11228125 w 11262731"/>
              <a:gd name="connsiteY120" fmla="*/ 2643102 h 5116010"/>
              <a:gd name="connsiteX121" fmla="*/ 11226279 w 11262731"/>
              <a:gd name="connsiteY121" fmla="*/ 2647381 h 5116010"/>
              <a:gd name="connsiteX122" fmla="*/ 11222769 w 11262731"/>
              <a:gd name="connsiteY122" fmla="*/ 2644962 h 5116010"/>
              <a:gd name="connsiteX123" fmla="*/ 11224431 w 11262731"/>
              <a:gd name="connsiteY123" fmla="*/ 2640683 h 5116010"/>
              <a:gd name="connsiteX124" fmla="*/ 11262731 w 11262731"/>
              <a:gd name="connsiteY124" fmla="*/ 2506915 h 5116010"/>
              <a:gd name="connsiteX125" fmla="*/ 11262731 w 11262731"/>
              <a:gd name="connsiteY125" fmla="*/ 2540021 h 5116010"/>
              <a:gd name="connsiteX126" fmla="*/ 11234059 w 11262731"/>
              <a:gd name="connsiteY126" fmla="*/ 2546154 h 5116010"/>
              <a:gd name="connsiteX127" fmla="*/ 11204667 w 11262731"/>
              <a:gd name="connsiteY127" fmla="*/ 2537620 h 5116010"/>
              <a:gd name="connsiteX128" fmla="*/ 11241473 w 11262731"/>
              <a:gd name="connsiteY128" fmla="*/ 2508134 h 5116010"/>
              <a:gd name="connsiteX129" fmla="*/ 11157195 w 11262731"/>
              <a:gd name="connsiteY129" fmla="*/ 2505623 h 5116010"/>
              <a:gd name="connsiteX130" fmla="*/ 11187489 w 11262731"/>
              <a:gd name="connsiteY130" fmla="*/ 2527202 h 5116010"/>
              <a:gd name="connsiteX131" fmla="*/ 11180839 w 11262731"/>
              <a:gd name="connsiteY131" fmla="*/ 2552503 h 5116010"/>
              <a:gd name="connsiteX132" fmla="*/ 11157195 w 11262731"/>
              <a:gd name="connsiteY132" fmla="*/ 2505623 h 5116010"/>
              <a:gd name="connsiteX133" fmla="*/ 11214089 w 11262731"/>
              <a:gd name="connsiteY133" fmla="*/ 2461346 h 5116010"/>
              <a:gd name="connsiteX134" fmla="*/ 11220553 w 11262731"/>
              <a:gd name="connsiteY134" fmla="*/ 2464136 h 5116010"/>
              <a:gd name="connsiteX135" fmla="*/ 11217783 w 11262731"/>
              <a:gd name="connsiteY135" fmla="*/ 2467857 h 5116010"/>
              <a:gd name="connsiteX136" fmla="*/ 11214089 w 11262731"/>
              <a:gd name="connsiteY136" fmla="*/ 2465438 h 5116010"/>
              <a:gd name="connsiteX137" fmla="*/ 11214089 w 11262731"/>
              <a:gd name="connsiteY137" fmla="*/ 2461346 h 5116010"/>
              <a:gd name="connsiteX138" fmla="*/ 13011 w 11262731"/>
              <a:gd name="connsiteY138" fmla="*/ 2423498 h 5116010"/>
              <a:gd name="connsiteX139" fmla="*/ 8898 w 11262731"/>
              <a:gd name="connsiteY139" fmla="*/ 2471148 h 5116010"/>
              <a:gd name="connsiteX140" fmla="*/ 6479 w 11262731"/>
              <a:gd name="connsiteY140" fmla="*/ 2580622 h 5116010"/>
              <a:gd name="connsiteX141" fmla="*/ 10834 w 11262731"/>
              <a:gd name="connsiteY141" fmla="*/ 2598705 h 5116010"/>
              <a:gd name="connsiteX142" fmla="*/ 19060 w 11262731"/>
              <a:gd name="connsiteY142" fmla="*/ 2645622 h 5116010"/>
              <a:gd name="connsiteX143" fmla="*/ 27769 w 11262731"/>
              <a:gd name="connsiteY143" fmla="*/ 2700847 h 5116010"/>
              <a:gd name="connsiteX144" fmla="*/ 47367 w 11262731"/>
              <a:gd name="connsiteY144" fmla="*/ 2640979 h 5116010"/>
              <a:gd name="connsiteX145" fmla="*/ 42528 w 11262731"/>
              <a:gd name="connsiteY145" fmla="*/ 2486299 h 5116010"/>
              <a:gd name="connsiteX146" fmla="*/ 13011 w 11262731"/>
              <a:gd name="connsiteY146" fmla="*/ 2423498 h 5116010"/>
              <a:gd name="connsiteX147" fmla="*/ 11262731 w 11262731"/>
              <a:gd name="connsiteY147" fmla="*/ 2379098 h 5116010"/>
              <a:gd name="connsiteX148" fmla="*/ 11262731 w 11262731"/>
              <a:gd name="connsiteY148" fmla="*/ 2405451 h 5116010"/>
              <a:gd name="connsiteX149" fmla="*/ 11258719 w 11262731"/>
              <a:gd name="connsiteY149" fmla="*/ 2401512 h 5116010"/>
              <a:gd name="connsiteX150" fmla="*/ 11259713 w 11262731"/>
              <a:gd name="connsiteY150" fmla="*/ 2379677 h 5116010"/>
              <a:gd name="connsiteX151" fmla="*/ 11150545 w 11262731"/>
              <a:gd name="connsiteY151" fmla="*/ 2343028 h 5116010"/>
              <a:gd name="connsiteX152" fmla="*/ 11153687 w 11262731"/>
              <a:gd name="connsiteY152" fmla="*/ 2345447 h 5116010"/>
              <a:gd name="connsiteX153" fmla="*/ 11150361 w 11262731"/>
              <a:gd name="connsiteY153" fmla="*/ 2351213 h 5116010"/>
              <a:gd name="connsiteX154" fmla="*/ 11146667 w 11262731"/>
              <a:gd name="connsiteY154" fmla="*/ 2348422 h 5116010"/>
              <a:gd name="connsiteX155" fmla="*/ 11202635 w 11262731"/>
              <a:gd name="connsiteY155" fmla="*/ 2257266 h 5116010"/>
              <a:gd name="connsiteX156" fmla="*/ 11204483 w 11262731"/>
              <a:gd name="connsiteY156" fmla="*/ 2277729 h 5116010"/>
              <a:gd name="connsiteX157" fmla="*/ 11254725 w 11262731"/>
              <a:gd name="connsiteY157" fmla="*/ 2229361 h 5116010"/>
              <a:gd name="connsiteX158" fmla="*/ 11262731 w 11262731"/>
              <a:gd name="connsiteY158" fmla="*/ 2235771 h 5116010"/>
              <a:gd name="connsiteX159" fmla="*/ 11262731 w 11262731"/>
              <a:gd name="connsiteY159" fmla="*/ 2310815 h 5116010"/>
              <a:gd name="connsiteX160" fmla="*/ 11260081 w 11262731"/>
              <a:gd name="connsiteY160" fmla="*/ 2308053 h 5116010"/>
              <a:gd name="connsiteX161" fmla="*/ 11248075 w 11262731"/>
              <a:gd name="connsiteY161" fmla="*/ 2257638 h 5116010"/>
              <a:gd name="connsiteX162" fmla="*/ 11254725 w 11262731"/>
              <a:gd name="connsiteY162" fmla="*/ 2229361 h 5116010"/>
              <a:gd name="connsiteX163" fmla="*/ 11233299 w 11262731"/>
              <a:gd name="connsiteY163" fmla="*/ 2201455 h 5116010"/>
              <a:gd name="connsiteX164" fmla="*/ 11238285 w 11262731"/>
              <a:gd name="connsiteY164" fmla="*/ 2210013 h 5116010"/>
              <a:gd name="connsiteX165" fmla="*/ 11234591 w 11262731"/>
              <a:gd name="connsiteY165" fmla="*/ 2212059 h 5116010"/>
              <a:gd name="connsiteX166" fmla="*/ 11229789 w 11262731"/>
              <a:gd name="connsiteY166" fmla="*/ 2203502 h 5116010"/>
              <a:gd name="connsiteX167" fmla="*/ 11233299 w 11262731"/>
              <a:gd name="connsiteY167" fmla="*/ 2201455 h 5116010"/>
              <a:gd name="connsiteX168" fmla="*/ 11158165 w 11262731"/>
              <a:gd name="connsiteY168" fmla="*/ 2089788 h 5116010"/>
              <a:gd name="connsiteX169" fmla="*/ 11149623 w 11262731"/>
              <a:gd name="connsiteY169" fmla="*/ 2099694 h 5116010"/>
              <a:gd name="connsiteX170" fmla="*/ 11155533 w 11262731"/>
              <a:gd name="connsiteY170" fmla="*/ 2108996 h 5116010"/>
              <a:gd name="connsiteX171" fmla="*/ 11171973 w 11262731"/>
              <a:gd name="connsiteY171" fmla="*/ 2091881 h 5116010"/>
              <a:gd name="connsiteX172" fmla="*/ 11158165 w 11262731"/>
              <a:gd name="connsiteY172" fmla="*/ 2089788 h 5116010"/>
              <a:gd name="connsiteX173" fmla="*/ 11262483 w 11262731"/>
              <a:gd name="connsiteY173" fmla="*/ 1935984 h 5116010"/>
              <a:gd name="connsiteX174" fmla="*/ 11262731 w 11262731"/>
              <a:gd name="connsiteY174" fmla="*/ 1936671 h 5116010"/>
              <a:gd name="connsiteX175" fmla="*/ 11262731 w 11262731"/>
              <a:gd name="connsiteY175" fmla="*/ 1948107 h 5116010"/>
              <a:gd name="connsiteX176" fmla="*/ 11261005 w 11262731"/>
              <a:gd name="connsiteY176" fmla="*/ 1950122 h 5116010"/>
              <a:gd name="connsiteX177" fmla="*/ 11256573 w 11262731"/>
              <a:gd name="connsiteY177" fmla="*/ 1946401 h 5116010"/>
              <a:gd name="connsiteX178" fmla="*/ 11262483 w 11262731"/>
              <a:gd name="connsiteY178" fmla="*/ 1935984 h 5116010"/>
              <a:gd name="connsiteX179" fmla="*/ 11153871 w 11262731"/>
              <a:gd name="connsiteY179" fmla="*/ 1884266 h 5116010"/>
              <a:gd name="connsiteX180" fmla="*/ 11149991 w 11262731"/>
              <a:gd name="connsiteY180" fmla="*/ 1919799 h 5116010"/>
              <a:gd name="connsiteX181" fmla="*/ 11118959 w 11262731"/>
              <a:gd name="connsiteY181" fmla="*/ 1904915 h 5116010"/>
              <a:gd name="connsiteX182" fmla="*/ 11114341 w 11262731"/>
              <a:gd name="connsiteY182" fmla="*/ 1912171 h 5116010"/>
              <a:gd name="connsiteX183" fmla="*/ 11120991 w 11262731"/>
              <a:gd name="connsiteY183" fmla="*/ 1997747 h 5116010"/>
              <a:gd name="connsiteX184" fmla="*/ 11143897 w 11262731"/>
              <a:gd name="connsiteY184" fmla="*/ 2039233 h 5116010"/>
              <a:gd name="connsiteX185" fmla="*/ 11120437 w 11262731"/>
              <a:gd name="connsiteY185" fmla="*/ 2017839 h 5116010"/>
              <a:gd name="connsiteX186" fmla="*/ 11123393 w 11262731"/>
              <a:gd name="connsiteY186" fmla="*/ 2050767 h 5116010"/>
              <a:gd name="connsiteX187" fmla="*/ 11161629 w 11262731"/>
              <a:gd name="connsiteY187" fmla="*/ 2053930 h 5116010"/>
              <a:gd name="connsiteX188" fmla="*/ 11174005 w 11262731"/>
              <a:gd name="connsiteY188" fmla="*/ 1994771 h 5116010"/>
              <a:gd name="connsiteX189" fmla="*/ 11172527 w 11262731"/>
              <a:gd name="connsiteY189" fmla="*/ 1982306 h 5116010"/>
              <a:gd name="connsiteX190" fmla="*/ 11172527 w 11262731"/>
              <a:gd name="connsiteY190" fmla="*/ 1939146 h 5116010"/>
              <a:gd name="connsiteX191" fmla="*/ 11168279 w 11262731"/>
              <a:gd name="connsiteY191" fmla="*/ 1893940 h 5116010"/>
              <a:gd name="connsiteX192" fmla="*/ 11153871 w 11262731"/>
              <a:gd name="connsiteY192" fmla="*/ 1884266 h 5116010"/>
              <a:gd name="connsiteX193" fmla="*/ 11262731 w 11262731"/>
              <a:gd name="connsiteY193" fmla="*/ 1807441 h 5116010"/>
              <a:gd name="connsiteX194" fmla="*/ 11262731 w 11262731"/>
              <a:gd name="connsiteY194" fmla="*/ 1840305 h 5116010"/>
              <a:gd name="connsiteX195" fmla="*/ 11255777 w 11262731"/>
              <a:gd name="connsiteY195" fmla="*/ 1834970 h 5116010"/>
              <a:gd name="connsiteX196" fmla="*/ 11251771 w 11262731"/>
              <a:gd name="connsiteY196" fmla="*/ 1815433 h 5116010"/>
              <a:gd name="connsiteX197" fmla="*/ 11253799 w 11262731"/>
              <a:gd name="connsiteY197" fmla="*/ 1808708 h 5116010"/>
              <a:gd name="connsiteX198" fmla="*/ 39141 w 11262731"/>
              <a:gd name="connsiteY198" fmla="*/ 1722671 h 5116010"/>
              <a:gd name="connsiteX199" fmla="*/ 36237 w 11262731"/>
              <a:gd name="connsiteY199" fmla="*/ 1730735 h 5116010"/>
              <a:gd name="connsiteX200" fmla="*/ 58980 w 11262731"/>
              <a:gd name="connsiteY200" fmla="*/ 1739776 h 5116010"/>
              <a:gd name="connsiteX201" fmla="*/ 63335 w 11262731"/>
              <a:gd name="connsiteY201" fmla="*/ 1730246 h 5116010"/>
              <a:gd name="connsiteX202" fmla="*/ 39141 w 11262731"/>
              <a:gd name="connsiteY202" fmla="*/ 1722671 h 5116010"/>
              <a:gd name="connsiteX203" fmla="*/ 11148329 w 11262731"/>
              <a:gd name="connsiteY203" fmla="*/ 1713486 h 5116010"/>
              <a:gd name="connsiteX204" fmla="*/ 11145743 w 11262731"/>
              <a:gd name="connsiteY204" fmla="*/ 1776180 h 5116010"/>
              <a:gd name="connsiteX205" fmla="*/ 11149623 w 11262731"/>
              <a:gd name="connsiteY205" fmla="*/ 1839990 h 5116010"/>
              <a:gd name="connsiteX206" fmla="*/ 11123761 w 11262731"/>
              <a:gd name="connsiteY206" fmla="*/ 1858594 h 5116010"/>
              <a:gd name="connsiteX207" fmla="*/ 11124317 w 11262731"/>
              <a:gd name="connsiteY207" fmla="*/ 1857291 h 5116010"/>
              <a:gd name="connsiteX208" fmla="*/ 11158673 w 11262731"/>
              <a:gd name="connsiteY208" fmla="*/ 1866965 h 5116010"/>
              <a:gd name="connsiteX209" fmla="*/ 11165877 w 11262731"/>
              <a:gd name="connsiteY209" fmla="*/ 1848361 h 5116010"/>
              <a:gd name="connsiteX210" fmla="*/ 11174189 w 11262731"/>
              <a:gd name="connsiteY210" fmla="*/ 1799434 h 5116010"/>
              <a:gd name="connsiteX211" fmla="*/ 11169941 w 11262731"/>
              <a:gd name="connsiteY211" fmla="*/ 1773389 h 5116010"/>
              <a:gd name="connsiteX212" fmla="*/ 11160335 w 11262731"/>
              <a:gd name="connsiteY212" fmla="*/ 1719067 h 5116010"/>
              <a:gd name="connsiteX213" fmla="*/ 11148329 w 11262731"/>
              <a:gd name="connsiteY213" fmla="*/ 1713486 h 5116010"/>
              <a:gd name="connsiteX214" fmla="*/ 11203375 w 11262731"/>
              <a:gd name="connsiteY214" fmla="*/ 1630328 h 5116010"/>
              <a:gd name="connsiteX215" fmla="*/ 11217783 w 11262731"/>
              <a:gd name="connsiteY215" fmla="*/ 1671070 h 5116010"/>
              <a:gd name="connsiteX216" fmla="*/ 11217783 w 11262731"/>
              <a:gd name="connsiteY216" fmla="*/ 1670512 h 5116010"/>
              <a:gd name="connsiteX217" fmla="*/ 11243659 w 11262731"/>
              <a:gd name="connsiteY217" fmla="*/ 1666906 h 5116010"/>
              <a:gd name="connsiteX218" fmla="*/ 11244013 w 11262731"/>
              <a:gd name="connsiteY218" fmla="*/ 1666419 h 5116010"/>
              <a:gd name="connsiteX219" fmla="*/ 11203375 w 11262731"/>
              <a:gd name="connsiteY219" fmla="*/ 1630328 h 5116010"/>
              <a:gd name="connsiteX220" fmla="*/ 50270 w 11262731"/>
              <a:gd name="connsiteY220" fmla="*/ 1600735 h 5116010"/>
              <a:gd name="connsiteX221" fmla="*/ 72286 w 11262731"/>
              <a:gd name="connsiteY221" fmla="*/ 1655716 h 5116010"/>
              <a:gd name="connsiteX222" fmla="*/ 72286 w 11262731"/>
              <a:gd name="connsiteY222" fmla="*/ 1654983 h 5116010"/>
              <a:gd name="connsiteX223" fmla="*/ 327776 w 11262731"/>
              <a:gd name="connsiteY223" fmla="*/ 1521807 h 5116010"/>
              <a:gd name="connsiteX224" fmla="*/ 317614 w 11262731"/>
              <a:gd name="connsiteY224" fmla="*/ 1524006 h 5116010"/>
              <a:gd name="connsiteX225" fmla="*/ 320517 w 11262731"/>
              <a:gd name="connsiteY225" fmla="*/ 1548442 h 5116010"/>
              <a:gd name="connsiteX226" fmla="*/ 333340 w 11262731"/>
              <a:gd name="connsiteY226" fmla="*/ 1546243 h 5116010"/>
              <a:gd name="connsiteX227" fmla="*/ 170030 w 11262731"/>
              <a:gd name="connsiteY227" fmla="*/ 1405002 h 5116010"/>
              <a:gd name="connsiteX228" fmla="*/ 180676 w 11262731"/>
              <a:gd name="connsiteY228" fmla="*/ 1449720 h 5116010"/>
              <a:gd name="connsiteX229" fmla="*/ 180676 w 11262731"/>
              <a:gd name="connsiteY229" fmla="*/ 1505435 h 5116010"/>
              <a:gd name="connsiteX230" fmla="*/ 208499 w 11262731"/>
              <a:gd name="connsiteY230" fmla="*/ 1635679 h 5116010"/>
              <a:gd name="connsiteX231" fmla="*/ 232693 w 11262731"/>
              <a:gd name="connsiteY231" fmla="*/ 1708987 h 5116010"/>
              <a:gd name="connsiteX232" fmla="*/ 253742 w 11262731"/>
              <a:gd name="connsiteY232" fmla="*/ 1667690 h 5116010"/>
              <a:gd name="connsiteX233" fmla="*/ 240193 w 11262731"/>
              <a:gd name="connsiteY233" fmla="*/ 1640811 h 5116010"/>
              <a:gd name="connsiteX234" fmla="*/ 260032 w 11262731"/>
              <a:gd name="connsiteY234" fmla="*/ 1567502 h 5116010"/>
              <a:gd name="connsiteX235" fmla="*/ 240193 w 11262731"/>
              <a:gd name="connsiteY235" fmla="*/ 1503235 h 5116010"/>
              <a:gd name="connsiteX236" fmla="*/ 200273 w 11262731"/>
              <a:gd name="connsiteY236" fmla="*/ 1425040 h 5116010"/>
              <a:gd name="connsiteX237" fmla="*/ 170030 w 11262731"/>
              <a:gd name="connsiteY237" fmla="*/ 1405002 h 5116010"/>
              <a:gd name="connsiteX238" fmla="*/ 11182133 w 11262731"/>
              <a:gd name="connsiteY238" fmla="*/ 1341230 h 5116010"/>
              <a:gd name="connsiteX239" fmla="*/ 11186011 w 11262731"/>
              <a:gd name="connsiteY239" fmla="*/ 1344207 h 5116010"/>
              <a:gd name="connsiteX240" fmla="*/ 11183425 w 11262731"/>
              <a:gd name="connsiteY240" fmla="*/ 1350346 h 5116010"/>
              <a:gd name="connsiteX241" fmla="*/ 11179915 w 11262731"/>
              <a:gd name="connsiteY241" fmla="*/ 1347927 h 5116010"/>
              <a:gd name="connsiteX242" fmla="*/ 11182133 w 11262731"/>
              <a:gd name="connsiteY242" fmla="*/ 1341230 h 5116010"/>
              <a:gd name="connsiteX243" fmla="*/ 11262731 w 11262731"/>
              <a:gd name="connsiteY243" fmla="*/ 1300683 h 5116010"/>
              <a:gd name="connsiteX244" fmla="*/ 11262731 w 11262731"/>
              <a:gd name="connsiteY244" fmla="*/ 1338029 h 5116010"/>
              <a:gd name="connsiteX245" fmla="*/ 11258605 w 11262731"/>
              <a:gd name="connsiteY245" fmla="*/ 1315372 h 5116010"/>
              <a:gd name="connsiteX246" fmla="*/ 11260797 w 11262731"/>
              <a:gd name="connsiteY246" fmla="*/ 1301489 h 5116010"/>
              <a:gd name="connsiteX247" fmla="*/ 11171419 w 11262731"/>
              <a:gd name="connsiteY247" fmla="*/ 1270537 h 5116010"/>
              <a:gd name="connsiteX248" fmla="*/ 11158673 w 11262731"/>
              <a:gd name="connsiteY248" fmla="*/ 1306628 h 5116010"/>
              <a:gd name="connsiteX249" fmla="*/ 11171419 w 11262731"/>
              <a:gd name="connsiteY249" fmla="*/ 1270537 h 5116010"/>
              <a:gd name="connsiteX250" fmla="*/ 3333 w 11262731"/>
              <a:gd name="connsiteY250" fmla="*/ 1186544 h 5116010"/>
              <a:gd name="connsiteX251" fmla="*/ 10108 w 11262731"/>
              <a:gd name="connsiteY251" fmla="*/ 1192164 h 5116010"/>
              <a:gd name="connsiteX252" fmla="*/ 0 w 11262731"/>
              <a:gd name="connsiteY252" fmla="*/ 1204575 h 5116010"/>
              <a:gd name="connsiteX253" fmla="*/ 0 w 11262731"/>
              <a:gd name="connsiteY253" fmla="*/ 1190785 h 5116010"/>
              <a:gd name="connsiteX254" fmla="*/ 0 w 11262731"/>
              <a:gd name="connsiteY254" fmla="*/ 1079333 h 5116010"/>
              <a:gd name="connsiteX255" fmla="*/ 3575 w 11262731"/>
              <a:gd name="connsiteY255" fmla="*/ 1082446 h 5116010"/>
              <a:gd name="connsiteX256" fmla="*/ 430 w 11262731"/>
              <a:gd name="connsiteY256" fmla="*/ 1091243 h 5116010"/>
              <a:gd name="connsiteX257" fmla="*/ 0 w 11262731"/>
              <a:gd name="connsiteY257" fmla="*/ 1091222 h 5116010"/>
              <a:gd name="connsiteX258" fmla="*/ 11262731 w 11262731"/>
              <a:gd name="connsiteY258" fmla="*/ 1067173 h 5116010"/>
              <a:gd name="connsiteX259" fmla="*/ 11262731 w 11262731"/>
              <a:gd name="connsiteY259" fmla="*/ 1067936 h 5116010"/>
              <a:gd name="connsiteX260" fmla="*/ 11262299 w 11262731"/>
              <a:gd name="connsiteY260" fmla="*/ 1067759 h 5116010"/>
              <a:gd name="connsiteX261" fmla="*/ 11262731 w 11262731"/>
              <a:gd name="connsiteY261" fmla="*/ 1041663 h 5116010"/>
              <a:gd name="connsiteX262" fmla="*/ 11262731 w 11262731"/>
              <a:gd name="connsiteY262" fmla="*/ 1046150 h 5116010"/>
              <a:gd name="connsiteX263" fmla="*/ 11257497 w 11262731"/>
              <a:gd name="connsiteY263" fmla="*/ 1044319 h 5116010"/>
              <a:gd name="connsiteX264" fmla="*/ 233903 w 11262731"/>
              <a:gd name="connsiteY264" fmla="*/ 928254 h 5116010"/>
              <a:gd name="connsiteX265" fmla="*/ 248419 w 11262731"/>
              <a:gd name="connsiteY265" fmla="*/ 1080002 h 5116010"/>
              <a:gd name="connsiteX266" fmla="*/ 249145 w 11262731"/>
              <a:gd name="connsiteY266" fmla="*/ 1080980 h 5116010"/>
              <a:gd name="connsiteX267" fmla="*/ 273339 w 11262731"/>
              <a:gd name="connsiteY267" fmla="*/ 1099307 h 5116010"/>
              <a:gd name="connsiteX268" fmla="*/ 233903 w 11262731"/>
              <a:gd name="connsiteY268" fmla="*/ 928254 h 5116010"/>
              <a:gd name="connsiteX269" fmla="*/ 11258419 w 11262731"/>
              <a:gd name="connsiteY269" fmla="*/ 860888 h 5116010"/>
              <a:gd name="connsiteX270" fmla="*/ 11262731 w 11262731"/>
              <a:gd name="connsiteY270" fmla="*/ 860888 h 5116010"/>
              <a:gd name="connsiteX271" fmla="*/ 11262731 w 11262731"/>
              <a:gd name="connsiteY271" fmla="*/ 871317 h 5116010"/>
              <a:gd name="connsiteX272" fmla="*/ 11262113 w 11262731"/>
              <a:gd name="connsiteY272" fmla="*/ 870934 h 5116010"/>
              <a:gd name="connsiteX273" fmla="*/ 11258419 w 11262731"/>
              <a:gd name="connsiteY273" fmla="*/ 860888 h 5116010"/>
              <a:gd name="connsiteX274" fmla="*/ 11230897 w 11262731"/>
              <a:gd name="connsiteY274" fmla="*/ 716711 h 5116010"/>
              <a:gd name="connsiteX275" fmla="*/ 11226649 w 11262731"/>
              <a:gd name="connsiteY275" fmla="*/ 721362 h 5116010"/>
              <a:gd name="connsiteX276" fmla="*/ 11226649 w 11262731"/>
              <a:gd name="connsiteY276" fmla="*/ 752244 h 5116010"/>
              <a:gd name="connsiteX277" fmla="*/ 11249369 w 11262731"/>
              <a:gd name="connsiteY277" fmla="*/ 752244 h 5116010"/>
              <a:gd name="connsiteX278" fmla="*/ 11230897 w 11262731"/>
              <a:gd name="connsiteY278" fmla="*/ 716711 h 5116010"/>
              <a:gd name="connsiteX279" fmla="*/ 11194139 w 11262731"/>
              <a:gd name="connsiteY279" fmla="*/ 702945 h 5116010"/>
              <a:gd name="connsiteX280" fmla="*/ 11187119 w 11262731"/>
              <a:gd name="connsiteY280" fmla="*/ 788149 h 5116010"/>
              <a:gd name="connsiteX281" fmla="*/ 11194139 w 11262731"/>
              <a:gd name="connsiteY281" fmla="*/ 702945 h 5116010"/>
              <a:gd name="connsiteX282" fmla="*/ 11205037 w 11262731"/>
              <a:gd name="connsiteY282" fmla="*/ 654459 h 5116010"/>
              <a:gd name="connsiteX283" fmla="*/ 11196541 w 11262731"/>
              <a:gd name="connsiteY283" fmla="*/ 658296 h 5116010"/>
              <a:gd name="connsiteX284" fmla="*/ 11208389 w 11262731"/>
              <a:gd name="connsiteY284" fmla="*/ 660790 h 5116010"/>
              <a:gd name="connsiteX285" fmla="*/ 11208547 w 11262731"/>
              <a:gd name="connsiteY285" fmla="*/ 661087 h 5116010"/>
              <a:gd name="connsiteX286" fmla="*/ 11208915 w 11262731"/>
              <a:gd name="connsiteY286" fmla="*/ 660901 h 5116010"/>
              <a:gd name="connsiteX287" fmla="*/ 11208389 w 11262731"/>
              <a:gd name="connsiteY287" fmla="*/ 660790 h 5116010"/>
              <a:gd name="connsiteX288" fmla="*/ 11257127 w 11262731"/>
              <a:gd name="connsiteY288" fmla="*/ 635414 h 5116010"/>
              <a:gd name="connsiteX289" fmla="*/ 11252877 w 11262731"/>
              <a:gd name="connsiteY289" fmla="*/ 638762 h 5116010"/>
              <a:gd name="connsiteX290" fmla="*/ 11256757 w 11262731"/>
              <a:gd name="connsiteY290" fmla="*/ 644157 h 5116010"/>
              <a:gd name="connsiteX291" fmla="*/ 11259897 w 11262731"/>
              <a:gd name="connsiteY291" fmla="*/ 641367 h 5116010"/>
              <a:gd name="connsiteX292" fmla="*/ 11257127 w 11262731"/>
              <a:gd name="connsiteY292" fmla="*/ 635414 h 5116010"/>
              <a:gd name="connsiteX293" fmla="*/ 11225541 w 11262731"/>
              <a:gd name="connsiteY293" fmla="*/ 625926 h 5116010"/>
              <a:gd name="connsiteX294" fmla="*/ 11208547 w 11262731"/>
              <a:gd name="connsiteY294" fmla="*/ 660528 h 5116010"/>
              <a:gd name="connsiteX295" fmla="*/ 11208915 w 11262731"/>
              <a:gd name="connsiteY295" fmla="*/ 660343 h 5116010"/>
              <a:gd name="connsiteX296" fmla="*/ 11225725 w 11262731"/>
              <a:gd name="connsiteY296" fmla="*/ 675784 h 5116010"/>
              <a:gd name="connsiteX297" fmla="*/ 11237731 w 11262731"/>
              <a:gd name="connsiteY297" fmla="*/ 655878 h 5116010"/>
              <a:gd name="connsiteX298" fmla="*/ 11225541 w 11262731"/>
              <a:gd name="connsiteY298" fmla="*/ 625926 h 5116010"/>
              <a:gd name="connsiteX299" fmla="*/ 0 w 11262731"/>
              <a:gd name="connsiteY299" fmla="*/ 0 h 5116010"/>
              <a:gd name="connsiteX300" fmla="*/ 11262731 w 11262731"/>
              <a:gd name="connsiteY300" fmla="*/ 0 h 5116010"/>
              <a:gd name="connsiteX301" fmla="*/ 11262731 w 11262731"/>
              <a:gd name="connsiteY301" fmla="*/ 677299 h 5116010"/>
              <a:gd name="connsiteX302" fmla="*/ 11255095 w 11262731"/>
              <a:gd name="connsiteY302" fmla="*/ 679132 h 5116010"/>
              <a:gd name="connsiteX303" fmla="*/ 11262731 w 11262731"/>
              <a:gd name="connsiteY303" fmla="*/ 690056 h 5116010"/>
              <a:gd name="connsiteX304" fmla="*/ 11262731 w 11262731"/>
              <a:gd name="connsiteY304" fmla="*/ 758755 h 5116010"/>
              <a:gd name="connsiteX305" fmla="*/ 11260821 w 11262731"/>
              <a:gd name="connsiteY305" fmla="*/ 758755 h 5116010"/>
              <a:gd name="connsiteX306" fmla="*/ 11259897 w 11262731"/>
              <a:gd name="connsiteY306" fmla="*/ 763964 h 5116010"/>
              <a:gd name="connsiteX307" fmla="*/ 11262731 w 11262731"/>
              <a:gd name="connsiteY307" fmla="*/ 764561 h 5116010"/>
              <a:gd name="connsiteX308" fmla="*/ 11262731 w 11262731"/>
              <a:gd name="connsiteY308" fmla="*/ 842538 h 5116010"/>
              <a:gd name="connsiteX309" fmla="*/ 11246783 w 11262731"/>
              <a:gd name="connsiteY309" fmla="*/ 839681 h 5116010"/>
              <a:gd name="connsiteX310" fmla="*/ 11237547 w 11262731"/>
              <a:gd name="connsiteY310" fmla="*/ 884887 h 5116010"/>
              <a:gd name="connsiteX311" fmla="*/ 11219075 w 11262731"/>
              <a:gd name="connsiteY311" fmla="*/ 889723 h 5116010"/>
              <a:gd name="connsiteX312" fmla="*/ 11200605 w 11262731"/>
              <a:gd name="connsiteY312" fmla="*/ 868516 h 5116010"/>
              <a:gd name="connsiteX313" fmla="*/ 11194693 w 11262731"/>
              <a:gd name="connsiteY313" fmla="*/ 913164 h 5116010"/>
              <a:gd name="connsiteX314" fmla="*/ 11209101 w 11262731"/>
              <a:gd name="connsiteY314" fmla="*/ 907954 h 5116010"/>
              <a:gd name="connsiteX315" fmla="*/ 11241241 w 11262731"/>
              <a:gd name="connsiteY315" fmla="*/ 931396 h 5116010"/>
              <a:gd name="connsiteX316" fmla="*/ 11244751 w 11262731"/>
              <a:gd name="connsiteY316" fmla="*/ 964881 h 5116010"/>
              <a:gd name="connsiteX317" fmla="*/ 11247521 w 11262731"/>
              <a:gd name="connsiteY317" fmla="*/ 985532 h 5116010"/>
              <a:gd name="connsiteX318" fmla="*/ 11192107 w 11262731"/>
              <a:gd name="connsiteY318" fmla="*/ 952418 h 5116010"/>
              <a:gd name="connsiteX319" fmla="*/ 11192107 w 11262731"/>
              <a:gd name="connsiteY319" fmla="*/ 978462 h 5116010"/>
              <a:gd name="connsiteX320" fmla="*/ 11161629 w 11262731"/>
              <a:gd name="connsiteY320" fmla="*/ 959859 h 5116010"/>
              <a:gd name="connsiteX321" fmla="*/ 11124685 w 11262731"/>
              <a:gd name="connsiteY321" fmla="*/ 959859 h 5116010"/>
              <a:gd name="connsiteX322" fmla="*/ 11114895 w 11262731"/>
              <a:gd name="connsiteY322" fmla="*/ 917257 h 5116010"/>
              <a:gd name="connsiteX323" fmla="*/ 11106767 w 11262731"/>
              <a:gd name="connsiteY323" fmla="*/ 871678 h 5116010"/>
              <a:gd name="connsiteX324" fmla="*/ 11099195 w 11262731"/>
              <a:gd name="connsiteY324" fmla="*/ 901816 h 5116010"/>
              <a:gd name="connsiteX325" fmla="*/ 11101041 w 11262731"/>
              <a:gd name="connsiteY325" fmla="*/ 939023 h 5116010"/>
              <a:gd name="connsiteX326" fmla="*/ 11105105 w 11262731"/>
              <a:gd name="connsiteY326" fmla="*/ 1017529 h 5116010"/>
              <a:gd name="connsiteX327" fmla="*/ 11111571 w 11262731"/>
              <a:gd name="connsiteY327" fmla="*/ 1028506 h 5116010"/>
              <a:gd name="connsiteX328" fmla="*/ 11127271 w 11262731"/>
              <a:gd name="connsiteY328" fmla="*/ 977346 h 5116010"/>
              <a:gd name="connsiteX329" fmla="*/ 11177699 w 11262731"/>
              <a:gd name="connsiteY329" fmla="*/ 986089 h 5116010"/>
              <a:gd name="connsiteX330" fmla="*/ 11209839 w 11262731"/>
              <a:gd name="connsiteY330" fmla="*/ 1013623 h 5116010"/>
              <a:gd name="connsiteX331" fmla="*/ 11228311 w 11262731"/>
              <a:gd name="connsiteY331" fmla="*/ 1093617 h 5116010"/>
              <a:gd name="connsiteX332" fmla="*/ 11253201 w 11262731"/>
              <a:gd name="connsiteY332" fmla="*/ 1111407 h 5116010"/>
              <a:gd name="connsiteX333" fmla="*/ 11262731 w 11262731"/>
              <a:gd name="connsiteY333" fmla="*/ 1112264 h 5116010"/>
              <a:gd name="connsiteX334" fmla="*/ 11262731 w 11262731"/>
              <a:gd name="connsiteY334" fmla="*/ 1166634 h 5116010"/>
              <a:gd name="connsiteX335" fmla="*/ 11262299 w 11262731"/>
              <a:gd name="connsiteY335" fmla="*/ 1156497 h 5116010"/>
              <a:gd name="connsiteX336" fmla="*/ 11239025 w 11262731"/>
              <a:gd name="connsiteY336" fmla="*/ 1128965 h 5116010"/>
              <a:gd name="connsiteX337" fmla="*/ 11224987 w 11262731"/>
              <a:gd name="connsiteY337" fmla="*/ 1127848 h 5116010"/>
              <a:gd name="connsiteX338" fmla="*/ 11209469 w 11262731"/>
              <a:gd name="connsiteY338" fmla="*/ 1106268 h 5116010"/>
              <a:gd name="connsiteX339" fmla="*/ 11197095 w 11262731"/>
              <a:gd name="connsiteY339" fmla="*/ 1127104 h 5116010"/>
              <a:gd name="connsiteX340" fmla="*/ 11169941 w 11262731"/>
              <a:gd name="connsiteY340" fmla="*/ 1110175 h 5116010"/>
              <a:gd name="connsiteX341" fmla="*/ 11158119 w 11262731"/>
              <a:gd name="connsiteY341" fmla="*/ 1142173 h 5116010"/>
              <a:gd name="connsiteX342" fmla="*/ 11201897 w 11262731"/>
              <a:gd name="connsiteY342" fmla="*/ 1152032 h 5116010"/>
              <a:gd name="connsiteX343" fmla="*/ 11183425 w 11262731"/>
              <a:gd name="connsiteY343" fmla="*/ 1181984 h 5116010"/>
              <a:gd name="connsiteX344" fmla="*/ 11176407 w 11262731"/>
              <a:gd name="connsiteY344" fmla="*/ 1166171 h 5116010"/>
              <a:gd name="connsiteX345" fmla="*/ 11168463 w 11262731"/>
              <a:gd name="connsiteY345" fmla="*/ 1155939 h 5116010"/>
              <a:gd name="connsiteX346" fmla="*/ 11145743 w 11262731"/>
              <a:gd name="connsiteY346" fmla="*/ 1164311 h 5116010"/>
              <a:gd name="connsiteX347" fmla="*/ 11144635 w 11262731"/>
              <a:gd name="connsiteY347" fmla="*/ 1177519 h 5116010"/>
              <a:gd name="connsiteX348" fmla="*/ 11145929 w 11262731"/>
              <a:gd name="connsiteY348" fmla="*/ 1267189 h 5116010"/>
              <a:gd name="connsiteX349" fmla="*/ 11140203 w 11262731"/>
              <a:gd name="connsiteY349" fmla="*/ 1282815 h 5116010"/>
              <a:gd name="connsiteX350" fmla="*/ 11121731 w 11262731"/>
              <a:gd name="connsiteY350" fmla="*/ 1279094 h 5116010"/>
              <a:gd name="connsiteX351" fmla="*/ 11105661 w 11262731"/>
              <a:gd name="connsiteY351" fmla="*/ 1259560 h 5116010"/>
              <a:gd name="connsiteX352" fmla="*/ 11110647 w 11262731"/>
              <a:gd name="connsiteY352" fmla="*/ 1404482 h 5116010"/>
              <a:gd name="connsiteX353" fmla="*/ 11122283 w 11262731"/>
              <a:gd name="connsiteY353" fmla="*/ 1377879 h 5116010"/>
              <a:gd name="connsiteX354" fmla="*/ 11119699 w 11262731"/>
              <a:gd name="connsiteY354" fmla="*/ 1353322 h 5116010"/>
              <a:gd name="connsiteX355" fmla="*/ 11127457 w 11262731"/>
              <a:gd name="connsiteY355" fmla="*/ 1324673 h 5116010"/>
              <a:gd name="connsiteX356" fmla="*/ 11143897 w 11262731"/>
              <a:gd name="connsiteY356" fmla="*/ 1343277 h 5116010"/>
              <a:gd name="connsiteX357" fmla="*/ 11133737 w 11262731"/>
              <a:gd name="connsiteY357" fmla="*/ 1415272 h 5116010"/>
              <a:gd name="connsiteX358" fmla="*/ 11122653 w 11262731"/>
              <a:gd name="connsiteY358" fmla="*/ 1427922 h 5116010"/>
              <a:gd name="connsiteX359" fmla="*/ 11122653 w 11262731"/>
              <a:gd name="connsiteY359" fmla="*/ 1449316 h 5116010"/>
              <a:gd name="connsiteX360" fmla="*/ 11135399 w 11262731"/>
              <a:gd name="connsiteY360" fmla="*/ 1454153 h 5116010"/>
              <a:gd name="connsiteX361" fmla="*/ 11135399 w 11262731"/>
              <a:gd name="connsiteY361" fmla="*/ 1491360 h 5116010"/>
              <a:gd name="connsiteX362" fmla="*/ 11146481 w 11262731"/>
              <a:gd name="connsiteY362" fmla="*/ 1520940 h 5116010"/>
              <a:gd name="connsiteX363" fmla="*/ 11179361 w 11262731"/>
              <a:gd name="connsiteY363" fmla="*/ 1509406 h 5116010"/>
              <a:gd name="connsiteX364" fmla="*/ 11186935 w 11262731"/>
              <a:gd name="connsiteY364" fmla="*/ 1505499 h 5116010"/>
              <a:gd name="connsiteX365" fmla="*/ 11198387 w 11262731"/>
              <a:gd name="connsiteY365" fmla="*/ 1517963 h 5116010"/>
              <a:gd name="connsiteX366" fmla="*/ 11207623 w 11262731"/>
              <a:gd name="connsiteY366" fmla="*/ 1495267 h 5116010"/>
              <a:gd name="connsiteX367" fmla="*/ 11232189 w 11262731"/>
              <a:gd name="connsiteY367" fmla="*/ 1542706 h 5116010"/>
              <a:gd name="connsiteX368" fmla="*/ 11245489 w 11262731"/>
              <a:gd name="connsiteY368" fmla="*/ 1525033 h 5116010"/>
              <a:gd name="connsiteX369" fmla="*/ 11261579 w 11262731"/>
              <a:gd name="connsiteY369" fmla="*/ 1538643 h 5116010"/>
              <a:gd name="connsiteX370" fmla="*/ 11262731 w 11262731"/>
              <a:gd name="connsiteY370" fmla="*/ 1538785 h 5116010"/>
              <a:gd name="connsiteX371" fmla="*/ 11262731 w 11262731"/>
              <a:gd name="connsiteY371" fmla="*/ 1580027 h 5116010"/>
              <a:gd name="connsiteX372" fmla="*/ 11259713 w 11262731"/>
              <a:gd name="connsiteY372" fmla="*/ 1584564 h 5116010"/>
              <a:gd name="connsiteX373" fmla="*/ 11241241 w 11262731"/>
              <a:gd name="connsiteY373" fmla="*/ 1588285 h 5116010"/>
              <a:gd name="connsiteX374" fmla="*/ 11219445 w 11262731"/>
              <a:gd name="connsiteY374" fmla="*/ 1600191 h 5116010"/>
              <a:gd name="connsiteX375" fmla="*/ 11219445 w 11262731"/>
              <a:gd name="connsiteY375" fmla="*/ 1626608 h 5116010"/>
              <a:gd name="connsiteX376" fmla="*/ 11247775 w 11262731"/>
              <a:gd name="connsiteY376" fmla="*/ 1624282 h 5116010"/>
              <a:gd name="connsiteX377" fmla="*/ 11262731 w 11262731"/>
              <a:gd name="connsiteY377" fmla="*/ 1626240 h 5116010"/>
              <a:gd name="connsiteX378" fmla="*/ 11262731 w 11262731"/>
              <a:gd name="connsiteY378" fmla="*/ 1647032 h 5116010"/>
              <a:gd name="connsiteX379" fmla="*/ 11262021 w 11262731"/>
              <a:gd name="connsiteY379" fmla="*/ 1649164 h 5116010"/>
              <a:gd name="connsiteX380" fmla="*/ 11262731 w 11262731"/>
              <a:gd name="connsiteY380" fmla="*/ 1650436 h 5116010"/>
              <a:gd name="connsiteX381" fmla="*/ 11262731 w 11262731"/>
              <a:gd name="connsiteY381" fmla="*/ 1698129 h 5116010"/>
              <a:gd name="connsiteX382" fmla="*/ 11261559 w 11262731"/>
              <a:gd name="connsiteY382" fmla="*/ 1702510 h 5116010"/>
              <a:gd name="connsiteX383" fmla="*/ 11223693 w 11262731"/>
              <a:gd name="connsiteY383" fmla="*/ 1700278 h 5116010"/>
              <a:gd name="connsiteX384" fmla="*/ 11218337 w 11262731"/>
              <a:gd name="connsiteY384" fmla="*/ 1682976 h 5116010"/>
              <a:gd name="connsiteX385" fmla="*/ 11201527 w 11262731"/>
              <a:gd name="connsiteY385" fmla="*/ 1697859 h 5116010"/>
              <a:gd name="connsiteX386" fmla="*/ 11190999 w 11262731"/>
              <a:gd name="connsiteY386" fmla="*/ 1766506 h 5116010"/>
              <a:gd name="connsiteX387" fmla="*/ 11194323 w 11262731"/>
              <a:gd name="connsiteY387" fmla="*/ 1815805 h 5116010"/>
              <a:gd name="connsiteX388" fmla="*/ 11218337 w 11262731"/>
              <a:gd name="connsiteY388" fmla="*/ 1903800 h 5116010"/>
              <a:gd name="connsiteX389" fmla="*/ 11216305 w 11262731"/>
              <a:gd name="connsiteY389" fmla="*/ 1933379 h 5116010"/>
              <a:gd name="connsiteX390" fmla="*/ 11206145 w 11262731"/>
              <a:gd name="connsiteY390" fmla="*/ 1917008 h 5116010"/>
              <a:gd name="connsiteX391" fmla="*/ 11192477 w 11262731"/>
              <a:gd name="connsiteY391" fmla="*/ 1945471 h 5116010"/>
              <a:gd name="connsiteX392" fmla="*/ 11218705 w 11262731"/>
              <a:gd name="connsiteY392" fmla="*/ 1949564 h 5116010"/>
              <a:gd name="connsiteX393" fmla="*/ 11216859 w 11262731"/>
              <a:gd name="connsiteY393" fmla="*/ 1974307 h 5116010"/>
              <a:gd name="connsiteX394" fmla="*/ 11195617 w 11262731"/>
              <a:gd name="connsiteY394" fmla="*/ 1986027 h 5116010"/>
              <a:gd name="connsiteX395" fmla="*/ 11210579 w 11262731"/>
              <a:gd name="connsiteY395" fmla="*/ 2033094 h 5116010"/>
              <a:gd name="connsiteX396" fmla="*/ 11215011 w 11262731"/>
              <a:gd name="connsiteY396" fmla="*/ 2042024 h 5116010"/>
              <a:gd name="connsiteX397" fmla="*/ 11244013 w 11262731"/>
              <a:gd name="connsiteY397" fmla="*/ 2043884 h 5116010"/>
              <a:gd name="connsiteX398" fmla="*/ 11252323 w 11262731"/>
              <a:gd name="connsiteY398" fmla="*/ 2032536 h 5116010"/>
              <a:gd name="connsiteX399" fmla="*/ 11262731 w 11262731"/>
              <a:gd name="connsiteY399" fmla="*/ 2039340 h 5116010"/>
              <a:gd name="connsiteX400" fmla="*/ 11262731 w 11262731"/>
              <a:gd name="connsiteY400" fmla="*/ 2070549 h 5116010"/>
              <a:gd name="connsiteX401" fmla="*/ 11258235 w 11262731"/>
              <a:gd name="connsiteY401" fmla="*/ 2072905 h 5116010"/>
              <a:gd name="connsiteX402" fmla="*/ 11258235 w 11262731"/>
              <a:gd name="connsiteY402" fmla="*/ 2143413 h 5116010"/>
              <a:gd name="connsiteX403" fmla="*/ 11262731 w 11262731"/>
              <a:gd name="connsiteY403" fmla="*/ 2145433 h 5116010"/>
              <a:gd name="connsiteX404" fmla="*/ 11262731 w 11262731"/>
              <a:gd name="connsiteY404" fmla="*/ 2167446 h 5116010"/>
              <a:gd name="connsiteX405" fmla="*/ 11258973 w 11262731"/>
              <a:gd name="connsiteY405" fmla="*/ 2168527 h 5116010"/>
              <a:gd name="connsiteX406" fmla="*/ 11260637 w 11262731"/>
              <a:gd name="connsiteY406" fmla="*/ 2194200 h 5116010"/>
              <a:gd name="connsiteX407" fmla="*/ 11260637 w 11262731"/>
              <a:gd name="connsiteY407" fmla="*/ 2220617 h 5116010"/>
              <a:gd name="connsiteX408" fmla="*/ 11245859 w 11262731"/>
              <a:gd name="connsiteY408" fmla="*/ 2195502 h 5116010"/>
              <a:gd name="connsiteX409" fmla="*/ 11228681 w 11262731"/>
              <a:gd name="connsiteY409" fmla="*/ 2161086 h 5116010"/>
              <a:gd name="connsiteX410" fmla="*/ 11215197 w 11262731"/>
              <a:gd name="connsiteY410" fmla="*/ 2142482 h 5116010"/>
              <a:gd name="connsiteX411" fmla="*/ 11207623 w 11262731"/>
              <a:gd name="connsiteY411" fmla="*/ 2131506 h 5116010"/>
              <a:gd name="connsiteX412" fmla="*/ 11205037 w 11262731"/>
              <a:gd name="connsiteY412" fmla="*/ 2147878 h 5116010"/>
              <a:gd name="connsiteX413" fmla="*/ 11193215 w 11262731"/>
              <a:gd name="connsiteY413" fmla="*/ 2187689 h 5116010"/>
              <a:gd name="connsiteX414" fmla="*/ 11194509 w 11262731"/>
              <a:gd name="connsiteY414" fmla="*/ 2203502 h 5116010"/>
              <a:gd name="connsiteX415" fmla="*/ 11217783 w 11262731"/>
              <a:gd name="connsiteY415" fmla="*/ 2261359 h 5116010"/>
              <a:gd name="connsiteX416" fmla="*/ 11222585 w 11262731"/>
              <a:gd name="connsiteY416" fmla="*/ 2289450 h 5116010"/>
              <a:gd name="connsiteX417" fmla="*/ 11219165 w 11262731"/>
              <a:gd name="connsiteY417" fmla="*/ 2291699 h 5116010"/>
              <a:gd name="connsiteX418" fmla="*/ 11210947 w 11262731"/>
              <a:gd name="connsiteY418" fmla="*/ 2345260 h 5116010"/>
              <a:gd name="connsiteX419" fmla="*/ 11218337 w 11262731"/>
              <a:gd name="connsiteY419" fmla="*/ 2389165 h 5116010"/>
              <a:gd name="connsiteX420" fmla="*/ 11212611 w 11262731"/>
              <a:gd name="connsiteY420" fmla="*/ 2409628 h 5116010"/>
              <a:gd name="connsiteX421" fmla="*/ 11195617 w 11262731"/>
              <a:gd name="connsiteY421" fmla="*/ 2412047 h 5116010"/>
              <a:gd name="connsiteX422" fmla="*/ 11194139 w 11262731"/>
              <a:gd name="connsiteY422" fmla="*/ 2439022 h 5116010"/>
              <a:gd name="connsiteX423" fmla="*/ 11169017 w 11262731"/>
              <a:gd name="connsiteY423" fmla="*/ 2435487 h 5116010"/>
              <a:gd name="connsiteX424" fmla="*/ 11156271 w 11262731"/>
              <a:gd name="connsiteY424" fmla="*/ 2480880 h 5116010"/>
              <a:gd name="connsiteX425" fmla="*/ 11142419 w 11262731"/>
              <a:gd name="connsiteY425" fmla="*/ 2425069 h 5116010"/>
              <a:gd name="connsiteX426" fmla="*/ 11166985 w 11262731"/>
              <a:gd name="connsiteY426" fmla="*/ 2415581 h 5116010"/>
              <a:gd name="connsiteX427" fmla="*/ 11201711 w 11262731"/>
              <a:gd name="connsiteY427" fmla="*/ 2391025 h 5116010"/>
              <a:gd name="connsiteX428" fmla="*/ 11190075 w 11262731"/>
              <a:gd name="connsiteY428" fmla="*/ 2370933 h 5116010"/>
              <a:gd name="connsiteX429" fmla="*/ 11172711 w 11262731"/>
              <a:gd name="connsiteY429" fmla="*/ 2352330 h 5116010"/>
              <a:gd name="connsiteX430" fmla="*/ 11182501 w 11262731"/>
              <a:gd name="connsiteY430" fmla="*/ 2333726 h 5116010"/>
              <a:gd name="connsiteX431" fmla="*/ 11182133 w 11262731"/>
              <a:gd name="connsiteY431" fmla="*/ 2333912 h 5116010"/>
              <a:gd name="connsiteX432" fmla="*/ 11182983 w 11262731"/>
              <a:gd name="connsiteY432" fmla="*/ 2334169 h 5116010"/>
              <a:gd name="connsiteX433" fmla="*/ 11190999 w 11262731"/>
              <a:gd name="connsiteY433" fmla="*/ 2341539 h 5116010"/>
              <a:gd name="connsiteX434" fmla="*/ 11193215 w 11262731"/>
              <a:gd name="connsiteY434" fmla="*/ 2337261 h 5116010"/>
              <a:gd name="connsiteX435" fmla="*/ 11182983 w 11262731"/>
              <a:gd name="connsiteY435" fmla="*/ 2334169 h 5116010"/>
              <a:gd name="connsiteX436" fmla="*/ 11182501 w 11262731"/>
              <a:gd name="connsiteY436" fmla="*/ 2333726 h 5116010"/>
              <a:gd name="connsiteX437" fmla="*/ 11181209 w 11262731"/>
              <a:gd name="connsiteY437" fmla="*/ 2332982 h 5116010"/>
              <a:gd name="connsiteX438" fmla="*/ 11162737 w 11262731"/>
              <a:gd name="connsiteY438" fmla="*/ 2279218 h 5116010"/>
              <a:gd name="connsiteX439" fmla="*/ 11175483 w 11262731"/>
              <a:gd name="connsiteY439" fmla="*/ 2265451 h 5116010"/>
              <a:gd name="connsiteX440" fmla="*/ 11163291 w 11262731"/>
              <a:gd name="connsiteY440" fmla="*/ 2255033 h 5116010"/>
              <a:gd name="connsiteX441" fmla="*/ 11144819 w 11262731"/>
              <a:gd name="connsiteY441" fmla="*/ 2204059 h 5116010"/>
              <a:gd name="connsiteX442" fmla="*/ 11129487 w 11262731"/>
              <a:gd name="connsiteY442" fmla="*/ 2179875 h 5116010"/>
              <a:gd name="connsiteX443" fmla="*/ 11127087 w 11262731"/>
              <a:gd name="connsiteY443" fmla="*/ 2203315 h 5116010"/>
              <a:gd name="connsiteX444" fmla="*/ 11125979 w 11262731"/>
              <a:gd name="connsiteY444" fmla="*/ 2260428 h 5116010"/>
              <a:gd name="connsiteX445" fmla="*/ 11128011 w 11262731"/>
              <a:gd name="connsiteY445" fmla="*/ 2288520 h 5116010"/>
              <a:gd name="connsiteX446" fmla="*/ 11125979 w 11262731"/>
              <a:gd name="connsiteY446" fmla="*/ 2375212 h 5116010"/>
              <a:gd name="connsiteX447" fmla="*/ 11132075 w 11262731"/>
              <a:gd name="connsiteY447" fmla="*/ 2538923 h 5116010"/>
              <a:gd name="connsiteX448" fmla="*/ 11147591 w 11262731"/>
              <a:gd name="connsiteY448" fmla="*/ 2622452 h 5116010"/>
              <a:gd name="connsiteX449" fmla="*/ 11200419 w 11262731"/>
              <a:gd name="connsiteY449" fmla="*/ 2613522 h 5116010"/>
              <a:gd name="connsiteX450" fmla="*/ 11217413 w 11262731"/>
              <a:gd name="connsiteY450" fmla="*/ 2686076 h 5116010"/>
              <a:gd name="connsiteX451" fmla="*/ 11203559 w 11262731"/>
              <a:gd name="connsiteY451" fmla="*/ 2717888 h 5116010"/>
              <a:gd name="connsiteX452" fmla="*/ 11196355 w 11262731"/>
              <a:gd name="connsiteY452" fmla="*/ 2675100 h 5116010"/>
              <a:gd name="connsiteX453" fmla="*/ 11197003 w 11262731"/>
              <a:gd name="connsiteY453" fmla="*/ 2674263 h 5116010"/>
              <a:gd name="connsiteX454" fmla="*/ 11193399 w 11262731"/>
              <a:gd name="connsiteY454" fmla="*/ 2651660 h 5116010"/>
              <a:gd name="connsiteX455" fmla="*/ 11168833 w 11262731"/>
              <a:gd name="connsiteY455" fmla="*/ 2637149 h 5116010"/>
              <a:gd name="connsiteX456" fmla="*/ 11166431 w 11262731"/>
              <a:gd name="connsiteY456" fmla="*/ 2758816 h 5116010"/>
              <a:gd name="connsiteX457" fmla="*/ 11203375 w 11262731"/>
              <a:gd name="connsiteY457" fmla="*/ 2745421 h 5116010"/>
              <a:gd name="connsiteX458" fmla="*/ 11208915 w 11262731"/>
              <a:gd name="connsiteY458" fmla="*/ 2817230 h 5116010"/>
              <a:gd name="connsiteX459" fmla="*/ 11183425 w 11262731"/>
              <a:gd name="connsiteY459" fmla="*/ 2795093 h 5116010"/>
              <a:gd name="connsiteX460" fmla="*/ 11194877 w 11262731"/>
              <a:gd name="connsiteY460" fmla="*/ 2782628 h 5116010"/>
              <a:gd name="connsiteX461" fmla="*/ 11166617 w 11262731"/>
              <a:gd name="connsiteY461" fmla="*/ 2769977 h 5116010"/>
              <a:gd name="connsiteX462" fmla="*/ 11152947 w 11262731"/>
              <a:gd name="connsiteY462" fmla="*/ 2809045 h 5116010"/>
              <a:gd name="connsiteX463" fmla="*/ 11149991 w 11262731"/>
              <a:gd name="connsiteY463" fmla="*/ 2818719 h 5116010"/>
              <a:gd name="connsiteX464" fmla="*/ 11143897 w 11262731"/>
              <a:gd name="connsiteY464" fmla="*/ 2900760 h 5116010"/>
              <a:gd name="connsiteX465" fmla="*/ 11164029 w 11262731"/>
              <a:gd name="connsiteY465" fmla="*/ 2929782 h 5116010"/>
              <a:gd name="connsiteX466" fmla="*/ 11161259 w 11262731"/>
              <a:gd name="connsiteY466" fmla="*/ 2958245 h 5116010"/>
              <a:gd name="connsiteX467" fmla="*/ 11163661 w 11262731"/>
              <a:gd name="connsiteY467" fmla="*/ 2974616 h 5116010"/>
              <a:gd name="connsiteX468" fmla="*/ 11180285 w 11262731"/>
              <a:gd name="connsiteY468" fmla="*/ 2968105 h 5116010"/>
              <a:gd name="connsiteX469" fmla="*/ 11180285 w 11262731"/>
              <a:gd name="connsiteY469" fmla="*/ 3054239 h 5116010"/>
              <a:gd name="connsiteX470" fmla="*/ 11165877 w 11262731"/>
              <a:gd name="connsiteY470" fmla="*/ 3052564 h 5116010"/>
              <a:gd name="connsiteX471" fmla="*/ 11169571 w 11262731"/>
              <a:gd name="connsiteY471" fmla="*/ 3071168 h 5116010"/>
              <a:gd name="connsiteX472" fmla="*/ 11154795 w 11262731"/>
              <a:gd name="connsiteY472" fmla="*/ 3071168 h 5116010"/>
              <a:gd name="connsiteX473" fmla="*/ 11174743 w 11262731"/>
              <a:gd name="connsiteY473" fmla="*/ 3116188 h 5116010"/>
              <a:gd name="connsiteX474" fmla="*/ 11158489 w 11262731"/>
              <a:gd name="connsiteY474" fmla="*/ 3122514 h 5116010"/>
              <a:gd name="connsiteX475" fmla="*/ 11166985 w 11262731"/>
              <a:gd name="connsiteY475" fmla="*/ 3168278 h 5116010"/>
              <a:gd name="connsiteX476" fmla="*/ 11163845 w 11262731"/>
              <a:gd name="connsiteY476" fmla="*/ 3229111 h 5116010"/>
              <a:gd name="connsiteX477" fmla="*/ 11170679 w 11262731"/>
              <a:gd name="connsiteY477" fmla="*/ 3303525 h 5116010"/>
              <a:gd name="connsiteX478" fmla="*/ 11175483 w 11262731"/>
              <a:gd name="connsiteY478" fmla="*/ 3355430 h 5116010"/>
              <a:gd name="connsiteX479" fmla="*/ 11174375 w 11262731"/>
              <a:gd name="connsiteY479" fmla="*/ 3411240 h 5116010"/>
              <a:gd name="connsiteX480" fmla="*/ 11170679 w 11262731"/>
              <a:gd name="connsiteY480" fmla="*/ 3479142 h 5116010"/>
              <a:gd name="connsiteX481" fmla="*/ 11174375 w 11262731"/>
              <a:gd name="connsiteY481" fmla="*/ 3553556 h 5116010"/>
              <a:gd name="connsiteX482" fmla="*/ 11170495 w 11262731"/>
              <a:gd name="connsiteY482" fmla="*/ 3656062 h 5116010"/>
              <a:gd name="connsiteX483" fmla="*/ 11168649 w 11262731"/>
              <a:gd name="connsiteY483" fmla="*/ 3708896 h 5116010"/>
              <a:gd name="connsiteX484" fmla="*/ 11159965 w 11262731"/>
              <a:gd name="connsiteY484" fmla="*/ 3909627 h 5116010"/>
              <a:gd name="connsiteX485" fmla="*/ 11162553 w 11262731"/>
              <a:gd name="connsiteY485" fmla="*/ 3954462 h 5116010"/>
              <a:gd name="connsiteX486" fmla="*/ 11154055 w 11262731"/>
              <a:gd name="connsiteY486" fmla="*/ 4179006 h 5116010"/>
              <a:gd name="connsiteX487" fmla="*/ 11135583 w 11262731"/>
              <a:gd name="connsiteY487" fmla="*/ 4405410 h 5116010"/>
              <a:gd name="connsiteX488" fmla="*/ 11139277 w 11262731"/>
              <a:gd name="connsiteY488" fmla="*/ 4535634 h 5116010"/>
              <a:gd name="connsiteX489" fmla="*/ 11143897 w 11262731"/>
              <a:gd name="connsiteY489" fmla="*/ 4566888 h 5116010"/>
              <a:gd name="connsiteX490" fmla="*/ 11150177 w 11262731"/>
              <a:gd name="connsiteY490" fmla="*/ 4651348 h 5116010"/>
              <a:gd name="connsiteX491" fmla="*/ 11168649 w 11262731"/>
              <a:gd name="connsiteY491" fmla="*/ 4738598 h 5116010"/>
              <a:gd name="connsiteX492" fmla="*/ 11178991 w 11262731"/>
              <a:gd name="connsiteY492" fmla="*/ 4798316 h 5116010"/>
              <a:gd name="connsiteX493" fmla="*/ 11195431 w 11262731"/>
              <a:gd name="connsiteY493" fmla="*/ 4846870 h 5116010"/>
              <a:gd name="connsiteX494" fmla="*/ 11196725 w 11262731"/>
              <a:gd name="connsiteY494" fmla="*/ 4898961 h 5116010"/>
              <a:gd name="connsiteX495" fmla="*/ 11196725 w 11262731"/>
              <a:gd name="connsiteY495" fmla="*/ 4903983 h 5116010"/>
              <a:gd name="connsiteX496" fmla="*/ 11199679 w 11262731"/>
              <a:gd name="connsiteY496" fmla="*/ 4903983 h 5116010"/>
              <a:gd name="connsiteX497" fmla="*/ 11212611 w 11262731"/>
              <a:gd name="connsiteY497" fmla="*/ 4949376 h 5116010"/>
              <a:gd name="connsiteX498" fmla="*/ 11229419 w 11262731"/>
              <a:gd name="connsiteY498" fmla="*/ 4908448 h 5116010"/>
              <a:gd name="connsiteX499" fmla="*/ 11262731 w 11262731"/>
              <a:gd name="connsiteY499" fmla="*/ 4922253 h 5116010"/>
              <a:gd name="connsiteX500" fmla="*/ 11262731 w 11262731"/>
              <a:gd name="connsiteY500" fmla="*/ 5116010 h 5116010"/>
              <a:gd name="connsiteX501" fmla="*/ 0 w 11262731"/>
              <a:gd name="connsiteY501" fmla="*/ 5116010 h 5116010"/>
              <a:gd name="connsiteX502" fmla="*/ 0 w 11262731"/>
              <a:gd name="connsiteY502" fmla="*/ 4932246 h 5116010"/>
              <a:gd name="connsiteX503" fmla="*/ 54625 w 11262731"/>
              <a:gd name="connsiteY503" fmla="*/ 4917444 h 5116010"/>
              <a:gd name="connsiteX504" fmla="*/ 4301 w 11262731"/>
              <a:gd name="connsiteY504" fmla="*/ 4898384 h 5116010"/>
              <a:gd name="connsiteX505" fmla="*/ 38173 w 11262731"/>
              <a:gd name="connsiteY505" fmla="*/ 4810903 h 5116010"/>
              <a:gd name="connsiteX506" fmla="*/ 43496 w 11262731"/>
              <a:gd name="connsiteY506" fmla="*/ 4720001 h 5116010"/>
              <a:gd name="connsiteX507" fmla="*/ 50996 w 11262731"/>
              <a:gd name="connsiteY507" fmla="*/ 4720001 h 5116010"/>
              <a:gd name="connsiteX508" fmla="*/ 63093 w 11262731"/>
              <a:gd name="connsiteY508" fmla="*/ 4758854 h 5116010"/>
              <a:gd name="connsiteX509" fmla="*/ 82932 w 11262731"/>
              <a:gd name="connsiteY509" fmla="*/ 4618102 h 5116010"/>
              <a:gd name="connsiteX510" fmla="*/ 80754 w 11262731"/>
              <a:gd name="connsiteY510" fmla="*/ 4540884 h 5116010"/>
              <a:gd name="connsiteX511" fmla="*/ 77125 w 11262731"/>
              <a:gd name="connsiteY511" fmla="*/ 4351016 h 5116010"/>
              <a:gd name="connsiteX512" fmla="*/ 85351 w 11262731"/>
              <a:gd name="connsiteY512" fmla="*/ 4151373 h 5116010"/>
              <a:gd name="connsiteX513" fmla="*/ 87529 w 11262731"/>
              <a:gd name="connsiteY513" fmla="*/ 4132313 h 5116010"/>
              <a:gd name="connsiteX514" fmla="*/ 118255 w 11262731"/>
              <a:gd name="connsiteY514" fmla="*/ 4031392 h 5116010"/>
              <a:gd name="connsiteX515" fmla="*/ 74464 w 11262731"/>
              <a:gd name="connsiteY515" fmla="*/ 3968347 h 5116010"/>
              <a:gd name="connsiteX516" fmla="*/ 83658 w 11262731"/>
              <a:gd name="connsiteY516" fmla="*/ 3902614 h 5116010"/>
              <a:gd name="connsiteX517" fmla="*/ 88496 w 11262731"/>
              <a:gd name="connsiteY517" fmla="*/ 3832971 h 5116010"/>
              <a:gd name="connsiteX518" fmla="*/ 95997 w 11262731"/>
              <a:gd name="connsiteY518" fmla="*/ 3802181 h 5116010"/>
              <a:gd name="connsiteX519" fmla="*/ 47609 w 11262731"/>
              <a:gd name="connsiteY519" fmla="*/ 3822219 h 5116010"/>
              <a:gd name="connsiteX520" fmla="*/ 111965 w 11262731"/>
              <a:gd name="connsiteY520" fmla="*/ 3718121 h 5116010"/>
              <a:gd name="connsiteX521" fmla="*/ 117529 w 11262731"/>
              <a:gd name="connsiteY521" fmla="*/ 3628441 h 5116010"/>
              <a:gd name="connsiteX522" fmla="*/ 120433 w 11262731"/>
              <a:gd name="connsiteY522" fmla="*/ 3569061 h 5116010"/>
              <a:gd name="connsiteX523" fmla="*/ 108578 w 11262731"/>
              <a:gd name="connsiteY523" fmla="*/ 3477426 h 5116010"/>
              <a:gd name="connsiteX524" fmla="*/ 97690 w 11262731"/>
              <a:gd name="connsiteY524" fmla="*/ 3404118 h 5116010"/>
              <a:gd name="connsiteX525" fmla="*/ 63577 w 11262731"/>
              <a:gd name="connsiteY525" fmla="*/ 3326167 h 5116010"/>
              <a:gd name="connsiteX526" fmla="*/ 45189 w 11262731"/>
              <a:gd name="connsiteY526" fmla="*/ 3242351 h 5116010"/>
              <a:gd name="connsiteX527" fmla="*/ 14705 w 11262731"/>
              <a:gd name="connsiteY527" fmla="*/ 3192013 h 5116010"/>
              <a:gd name="connsiteX528" fmla="*/ 7446 w 11262731"/>
              <a:gd name="connsiteY528" fmla="*/ 3131656 h 5116010"/>
              <a:gd name="connsiteX529" fmla="*/ 61399 w 11262731"/>
              <a:gd name="connsiteY529" fmla="*/ 3009475 h 5116010"/>
              <a:gd name="connsiteX530" fmla="*/ 1398 w 11262731"/>
              <a:gd name="connsiteY530" fmla="*/ 2968423 h 5116010"/>
              <a:gd name="connsiteX531" fmla="*/ 0 w 11262731"/>
              <a:gd name="connsiteY531" fmla="*/ 2970484 h 5116010"/>
              <a:gd name="connsiteX532" fmla="*/ 0 w 11262731"/>
              <a:gd name="connsiteY532" fmla="*/ 2864298 h 5116010"/>
              <a:gd name="connsiteX533" fmla="*/ 38415 w 11262731"/>
              <a:gd name="connsiteY533" fmla="*/ 2825716 h 5116010"/>
              <a:gd name="connsiteX534" fmla="*/ 32124 w 11262731"/>
              <a:gd name="connsiteY534" fmla="*/ 2815697 h 5116010"/>
              <a:gd name="connsiteX535" fmla="*/ 12043 w 11262731"/>
              <a:gd name="connsiteY535" fmla="*/ 2802746 h 5116010"/>
              <a:gd name="connsiteX536" fmla="*/ 0 w 11262731"/>
              <a:gd name="connsiteY536" fmla="*/ 2794453 h 5116010"/>
              <a:gd name="connsiteX537" fmla="*/ 0 w 11262731"/>
              <a:gd name="connsiteY537" fmla="*/ 2035960 h 5116010"/>
              <a:gd name="connsiteX538" fmla="*/ 8746 w 11262731"/>
              <a:gd name="connsiteY538" fmla="*/ 2037621 h 5116010"/>
              <a:gd name="connsiteX539" fmla="*/ 52689 w 11262731"/>
              <a:gd name="connsiteY539" fmla="*/ 2076994 h 5116010"/>
              <a:gd name="connsiteX540" fmla="*/ 69867 w 11262731"/>
              <a:gd name="connsiteY540" fmla="*/ 2024945 h 5116010"/>
              <a:gd name="connsiteX541" fmla="*/ 15188 w 11262731"/>
              <a:gd name="connsiteY541" fmla="*/ 2014682 h 5116010"/>
              <a:gd name="connsiteX542" fmla="*/ 0 w 11262731"/>
              <a:gd name="connsiteY542" fmla="*/ 1998022 h 5116010"/>
              <a:gd name="connsiteX543" fmla="*/ 0 w 11262731"/>
              <a:gd name="connsiteY543" fmla="*/ 1893416 h 5116010"/>
              <a:gd name="connsiteX544" fmla="*/ 793 w 11262731"/>
              <a:gd name="connsiteY544" fmla="*/ 1892876 h 5116010"/>
              <a:gd name="connsiteX545" fmla="*/ 14947 w 11262731"/>
              <a:gd name="connsiteY545" fmla="*/ 1846074 h 5116010"/>
              <a:gd name="connsiteX546" fmla="*/ 21479 w 11262731"/>
              <a:gd name="connsiteY546" fmla="*/ 1876374 h 5116010"/>
              <a:gd name="connsiteX547" fmla="*/ 39141 w 11262731"/>
              <a:gd name="connsiteY547" fmla="*/ 1899344 h 5116010"/>
              <a:gd name="connsiteX548" fmla="*/ 59222 w 11262731"/>
              <a:gd name="connsiteY548" fmla="*/ 1872220 h 5116010"/>
              <a:gd name="connsiteX549" fmla="*/ 45431 w 11262731"/>
              <a:gd name="connsiteY549" fmla="*/ 1800134 h 5116010"/>
              <a:gd name="connsiteX550" fmla="*/ 35995 w 11262731"/>
              <a:gd name="connsiteY550" fmla="*/ 1795246 h 5116010"/>
              <a:gd name="connsiteX551" fmla="*/ 28253 w 11262731"/>
              <a:gd name="connsiteY551" fmla="*/ 1812352 h 5116010"/>
              <a:gd name="connsiteX552" fmla="*/ 11801 w 11262731"/>
              <a:gd name="connsiteY552" fmla="*/ 1828968 h 5116010"/>
              <a:gd name="connsiteX553" fmla="*/ 0 w 11262731"/>
              <a:gd name="connsiteY553" fmla="*/ 1781333 h 5116010"/>
              <a:gd name="connsiteX554" fmla="*/ 0 w 11262731"/>
              <a:gd name="connsiteY554" fmla="*/ 1663879 h 5116010"/>
              <a:gd name="connsiteX555" fmla="*/ 6963 w 11262731"/>
              <a:gd name="connsiteY555" fmla="*/ 1664758 h 5116010"/>
              <a:gd name="connsiteX556" fmla="*/ 12285 w 11262731"/>
              <a:gd name="connsiteY556" fmla="*/ 1634946 h 5116010"/>
              <a:gd name="connsiteX557" fmla="*/ 672 w 11262731"/>
              <a:gd name="connsiteY557" fmla="*/ 1632747 h 5116010"/>
              <a:gd name="connsiteX558" fmla="*/ 0 w 11262731"/>
              <a:gd name="connsiteY558" fmla="*/ 1638851 h 5116010"/>
              <a:gd name="connsiteX559" fmla="*/ 0 w 11262731"/>
              <a:gd name="connsiteY559" fmla="*/ 1592028 h 5116010"/>
              <a:gd name="connsiteX560" fmla="*/ 13011 w 11262731"/>
              <a:gd name="connsiteY560" fmla="*/ 1594382 h 5116010"/>
              <a:gd name="connsiteX561" fmla="*/ 15188 w 11262731"/>
              <a:gd name="connsiteY561" fmla="*/ 1547954 h 5116010"/>
              <a:gd name="connsiteX562" fmla="*/ 0 w 11262731"/>
              <a:gd name="connsiteY562" fmla="*/ 1549329 h 5116010"/>
              <a:gd name="connsiteX563" fmla="*/ 0 w 11262731"/>
              <a:gd name="connsiteY563" fmla="*/ 1520191 h 5116010"/>
              <a:gd name="connsiteX564" fmla="*/ 11952 w 11262731"/>
              <a:gd name="connsiteY564" fmla="*/ 1515529 h 5116010"/>
              <a:gd name="connsiteX565" fmla="*/ 20995 w 11262731"/>
              <a:gd name="connsiteY565" fmla="*/ 1502258 h 5116010"/>
              <a:gd name="connsiteX566" fmla="*/ 33576 w 11262731"/>
              <a:gd name="connsiteY566" fmla="*/ 1418931 h 5116010"/>
              <a:gd name="connsiteX567" fmla="*/ 49302 w 11262731"/>
              <a:gd name="connsiteY567" fmla="*/ 1457784 h 5116010"/>
              <a:gd name="connsiteX568" fmla="*/ 85351 w 11262731"/>
              <a:gd name="connsiteY568" fmla="*/ 1422841 h 5116010"/>
              <a:gd name="connsiteX569" fmla="*/ 22931 w 11262731"/>
              <a:gd name="connsiteY569" fmla="*/ 1382032 h 5116010"/>
              <a:gd name="connsiteX570" fmla="*/ 20995 w 11262731"/>
              <a:gd name="connsiteY570" fmla="*/ 1309946 h 5116010"/>
              <a:gd name="connsiteX571" fmla="*/ 45431 w 11262731"/>
              <a:gd name="connsiteY571" fmla="*/ 1345867 h 5116010"/>
              <a:gd name="connsiteX572" fmla="*/ 71595 w 11262731"/>
              <a:gd name="connsiteY572" fmla="*/ 1310386 h 5116010"/>
              <a:gd name="connsiteX573" fmla="*/ 69625 w 11262731"/>
              <a:gd name="connsiteY573" fmla="*/ 1303104 h 5116010"/>
              <a:gd name="connsiteX574" fmla="*/ 56076 w 11262731"/>
              <a:gd name="connsiteY574" fmla="*/ 1280379 h 5116010"/>
              <a:gd name="connsiteX575" fmla="*/ 2608 w 11262731"/>
              <a:gd name="connsiteY575" fmla="*/ 1293574 h 5116010"/>
              <a:gd name="connsiteX576" fmla="*/ 22447 w 11262731"/>
              <a:gd name="connsiteY576" fmla="*/ 1264984 h 5116010"/>
              <a:gd name="connsiteX577" fmla="*/ 46641 w 11262731"/>
              <a:gd name="connsiteY577" fmla="*/ 1211957 h 5116010"/>
              <a:gd name="connsiteX578" fmla="*/ 16156 w 11262731"/>
              <a:gd name="connsiteY578" fmla="*/ 1034551 h 5116010"/>
              <a:gd name="connsiteX579" fmla="*/ 7446 w 11262731"/>
              <a:gd name="connsiteY579" fmla="*/ 1006939 h 5116010"/>
              <a:gd name="connsiteX580" fmla="*/ 0 w 11262731"/>
              <a:gd name="connsiteY580" fmla="*/ 982521 h 5116010"/>
              <a:gd name="connsiteX581" fmla="*/ 0 w 11262731"/>
              <a:gd name="connsiteY581" fmla="*/ 838072 h 5116010"/>
              <a:gd name="connsiteX582" fmla="*/ 1730 w 11262731"/>
              <a:gd name="connsiteY582" fmla="*/ 837321 h 5116010"/>
              <a:gd name="connsiteX583" fmla="*/ 7205 w 11262731"/>
              <a:gd name="connsiteY583" fmla="*/ 816337 h 5116010"/>
              <a:gd name="connsiteX584" fmla="*/ 0 w 11262731"/>
              <a:gd name="connsiteY584" fmla="*/ 810927 h 5116010"/>
              <a:gd name="connsiteX585" fmla="*/ 0 w 11262731"/>
              <a:gd name="connsiteY585" fmla="*/ 430824 h 5116010"/>
              <a:gd name="connsiteX586" fmla="*/ 7205 w 11262731"/>
              <a:gd name="connsiteY586" fmla="*/ 481563 h 5116010"/>
              <a:gd name="connsiteX587" fmla="*/ 22931 w 11262731"/>
              <a:gd name="connsiteY587" fmla="*/ 612540 h 5116010"/>
              <a:gd name="connsiteX588" fmla="*/ 39867 w 11262731"/>
              <a:gd name="connsiteY588" fmla="*/ 692691 h 5116010"/>
              <a:gd name="connsiteX589" fmla="*/ 51238 w 11262731"/>
              <a:gd name="connsiteY589" fmla="*/ 753048 h 5116010"/>
              <a:gd name="connsiteX590" fmla="*/ 66722 w 11262731"/>
              <a:gd name="connsiteY590" fmla="*/ 873029 h 5116010"/>
              <a:gd name="connsiteX591" fmla="*/ 74948 w 11262731"/>
              <a:gd name="connsiteY591" fmla="*/ 1001563 h 5116010"/>
              <a:gd name="connsiteX592" fmla="*/ 74948 w 11262731"/>
              <a:gd name="connsiteY592" fmla="*/ 1020378 h 5116010"/>
              <a:gd name="connsiteX593" fmla="*/ 155756 w 11262731"/>
              <a:gd name="connsiteY593" fmla="*/ 1255454 h 5116010"/>
              <a:gd name="connsiteX594" fmla="*/ 173902 w 11262731"/>
              <a:gd name="connsiteY594" fmla="*/ 1266450 h 5116010"/>
              <a:gd name="connsiteX595" fmla="*/ 218661 w 11262731"/>
              <a:gd name="connsiteY595" fmla="*/ 1112014 h 5116010"/>
              <a:gd name="connsiteX596" fmla="*/ 217209 w 11262731"/>
              <a:gd name="connsiteY596" fmla="*/ 1097352 h 5116010"/>
              <a:gd name="connsiteX597" fmla="*/ 206805 w 11262731"/>
              <a:gd name="connsiteY597" fmla="*/ 1028198 h 5116010"/>
              <a:gd name="connsiteX598" fmla="*/ 149949 w 11262731"/>
              <a:gd name="connsiteY598" fmla="*/ 950491 h 5116010"/>
              <a:gd name="connsiteX599" fmla="*/ 114142 w 11262731"/>
              <a:gd name="connsiteY599" fmla="*/ 844927 h 5116010"/>
              <a:gd name="connsiteX600" fmla="*/ 106158 w 11262731"/>
              <a:gd name="connsiteY600" fmla="*/ 783837 h 5116010"/>
              <a:gd name="connsiteX601" fmla="*/ 102771 w 11262731"/>
              <a:gd name="connsiteY601" fmla="*/ 741563 h 5116010"/>
              <a:gd name="connsiteX602" fmla="*/ 97932 w 11262731"/>
              <a:gd name="connsiteY602" fmla="*/ 642352 h 5116010"/>
              <a:gd name="connsiteX603" fmla="*/ 95755 w 11262731"/>
              <a:gd name="connsiteY603" fmla="*/ 617916 h 5116010"/>
              <a:gd name="connsiteX604" fmla="*/ 71561 w 11262731"/>
              <a:gd name="connsiteY604" fmla="*/ 525059 h 5116010"/>
              <a:gd name="connsiteX605" fmla="*/ 71561 w 11262731"/>
              <a:gd name="connsiteY605" fmla="*/ 443443 h 5116010"/>
              <a:gd name="connsiteX606" fmla="*/ 63093 w 11262731"/>
              <a:gd name="connsiteY606" fmla="*/ 335435 h 5116010"/>
              <a:gd name="connsiteX607" fmla="*/ 38899 w 11262731"/>
              <a:gd name="connsiteY607" fmla="*/ 191995 h 5116010"/>
              <a:gd name="connsiteX608" fmla="*/ 12285 w 11262731"/>
              <a:gd name="connsiteY608" fmla="*/ 147522 h 5116010"/>
              <a:gd name="connsiteX609" fmla="*/ 0 w 11262731"/>
              <a:gd name="connsiteY609" fmla="*/ 140624 h 511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</a:cxnLst>
            <a:rect l="l" t="t" r="r" b="b"/>
            <a:pathLst>
              <a:path w="11262731" h="5116010">
                <a:moveTo>
                  <a:pt x="3333" y="4562632"/>
                </a:moveTo>
                <a:cubicBezTo>
                  <a:pt x="6357" y="4615903"/>
                  <a:pt x="9321" y="4669234"/>
                  <a:pt x="6871" y="4722994"/>
                </a:cubicBezTo>
                <a:lnTo>
                  <a:pt x="0" y="4761675"/>
                </a:lnTo>
                <a:lnTo>
                  <a:pt x="0" y="4600760"/>
                </a:lnTo>
                <a:close/>
                <a:moveTo>
                  <a:pt x="239467" y="4505452"/>
                </a:moveTo>
                <a:cubicBezTo>
                  <a:pt x="223257" y="4525001"/>
                  <a:pt x="223257" y="4525001"/>
                  <a:pt x="233177" y="4540884"/>
                </a:cubicBezTo>
                <a:lnTo>
                  <a:pt x="233661" y="4539662"/>
                </a:lnTo>
                <a:close/>
                <a:moveTo>
                  <a:pt x="341566" y="3807069"/>
                </a:moveTo>
                <a:cubicBezTo>
                  <a:pt x="315679" y="3831505"/>
                  <a:pt x="315195" y="3837858"/>
                  <a:pt x="339631" y="3846655"/>
                </a:cubicBezTo>
                <a:close/>
                <a:moveTo>
                  <a:pt x="144869" y="3713479"/>
                </a:moveTo>
                <a:lnTo>
                  <a:pt x="129626" y="3811223"/>
                </a:lnTo>
                <a:cubicBezTo>
                  <a:pt x="134465" y="3810490"/>
                  <a:pt x="139062" y="3810978"/>
                  <a:pt x="144143" y="3811223"/>
                </a:cubicBezTo>
                <a:lnTo>
                  <a:pt x="153095" y="3713479"/>
                </a:lnTo>
                <a:cubicBezTo>
                  <a:pt x="150433" y="3713479"/>
                  <a:pt x="147772" y="3713479"/>
                  <a:pt x="144869" y="3713479"/>
                </a:cubicBezTo>
                <a:close/>
                <a:moveTo>
                  <a:pt x="346405" y="3709080"/>
                </a:moveTo>
                <a:cubicBezTo>
                  <a:pt x="322211" y="3727652"/>
                  <a:pt x="332372" y="3747689"/>
                  <a:pt x="343502" y="3767971"/>
                </a:cubicBezTo>
                <a:close/>
                <a:moveTo>
                  <a:pt x="348582" y="3660208"/>
                </a:moveTo>
                <a:lnTo>
                  <a:pt x="330437" y="3684644"/>
                </a:lnTo>
                <a:cubicBezTo>
                  <a:pt x="336002" y="3685866"/>
                  <a:pt x="341566" y="3687332"/>
                  <a:pt x="347373" y="3688554"/>
                </a:cubicBezTo>
                <a:close/>
                <a:moveTo>
                  <a:pt x="162772" y="3634061"/>
                </a:moveTo>
                <a:cubicBezTo>
                  <a:pt x="156361" y="3635173"/>
                  <a:pt x="150107" y="3637060"/>
                  <a:pt x="144143" y="3639682"/>
                </a:cubicBezTo>
                <a:cubicBezTo>
                  <a:pt x="158659" y="3646035"/>
                  <a:pt x="162772" y="3649456"/>
                  <a:pt x="166401" y="3648967"/>
                </a:cubicBezTo>
                <a:cubicBezTo>
                  <a:pt x="169305" y="3648967"/>
                  <a:pt x="171240" y="3643103"/>
                  <a:pt x="173902" y="3639926"/>
                </a:cubicBezTo>
                <a:cubicBezTo>
                  <a:pt x="170541" y="3637358"/>
                  <a:pt x="166781" y="3635376"/>
                  <a:pt x="162772" y="3634061"/>
                </a:cubicBezTo>
                <a:close/>
                <a:moveTo>
                  <a:pt x="335034" y="3579813"/>
                </a:moveTo>
                <a:lnTo>
                  <a:pt x="326566" y="3585434"/>
                </a:lnTo>
                <a:lnTo>
                  <a:pt x="349308" y="3649945"/>
                </a:lnTo>
                <a:lnTo>
                  <a:pt x="351970" y="3591054"/>
                </a:lnTo>
                <a:cubicBezTo>
                  <a:pt x="346405" y="3587389"/>
                  <a:pt x="340840" y="3583479"/>
                  <a:pt x="335034" y="3579813"/>
                </a:cubicBezTo>
                <a:close/>
                <a:moveTo>
                  <a:pt x="219628" y="3559043"/>
                </a:moveTo>
                <a:cubicBezTo>
                  <a:pt x="193499" y="3705659"/>
                  <a:pt x="175111" y="3855452"/>
                  <a:pt x="161805" y="4005245"/>
                </a:cubicBezTo>
                <a:cubicBezTo>
                  <a:pt x="193871" y="3874275"/>
                  <a:pt x="218830" y="3741634"/>
                  <a:pt x="236564" y="3607915"/>
                </a:cubicBezTo>
                <a:cubicBezTo>
                  <a:pt x="237333" y="3591567"/>
                  <a:pt x="236361" y="3575180"/>
                  <a:pt x="233661" y="3559043"/>
                </a:cubicBezTo>
                <a:cubicBezTo>
                  <a:pt x="229064" y="3559043"/>
                  <a:pt x="224225" y="3559043"/>
                  <a:pt x="219628" y="3559043"/>
                </a:cubicBezTo>
                <a:close/>
                <a:moveTo>
                  <a:pt x="165434" y="3552445"/>
                </a:moveTo>
                <a:lnTo>
                  <a:pt x="160595" y="3574926"/>
                </a:lnTo>
                <a:cubicBezTo>
                  <a:pt x="162879" y="3575385"/>
                  <a:pt x="165138" y="3575957"/>
                  <a:pt x="167369" y="3576637"/>
                </a:cubicBezTo>
                <a:lnTo>
                  <a:pt x="168337" y="3576637"/>
                </a:lnTo>
                <a:lnTo>
                  <a:pt x="173418" y="3554400"/>
                </a:lnTo>
                <a:cubicBezTo>
                  <a:pt x="170756" y="3554400"/>
                  <a:pt x="168095" y="3554400"/>
                  <a:pt x="165434" y="3552445"/>
                </a:cubicBezTo>
                <a:close/>
                <a:moveTo>
                  <a:pt x="132530" y="3529964"/>
                </a:moveTo>
                <a:cubicBezTo>
                  <a:pt x="130594" y="3529964"/>
                  <a:pt x="127207" y="3529964"/>
                  <a:pt x="124787" y="3531185"/>
                </a:cubicBezTo>
                <a:lnTo>
                  <a:pt x="128659" y="3541449"/>
                </a:lnTo>
                <a:lnTo>
                  <a:pt x="135433" y="3537294"/>
                </a:lnTo>
                <a:cubicBezTo>
                  <a:pt x="134465" y="3534606"/>
                  <a:pt x="134223" y="3530941"/>
                  <a:pt x="132530" y="3529964"/>
                </a:cubicBezTo>
                <a:close/>
                <a:moveTo>
                  <a:pt x="39141" y="3509437"/>
                </a:moveTo>
                <a:cubicBezTo>
                  <a:pt x="43737" y="3509437"/>
                  <a:pt x="48092" y="3509437"/>
                  <a:pt x="52447" y="3511148"/>
                </a:cubicBezTo>
                <a:lnTo>
                  <a:pt x="45673" y="3550490"/>
                </a:lnTo>
                <a:cubicBezTo>
                  <a:pt x="25108" y="3534851"/>
                  <a:pt x="32850" y="3522144"/>
                  <a:pt x="39141" y="3509437"/>
                </a:cubicBezTo>
                <a:close/>
                <a:moveTo>
                  <a:pt x="175837" y="3486223"/>
                </a:moveTo>
                <a:lnTo>
                  <a:pt x="171966" y="3514325"/>
                </a:lnTo>
                <a:cubicBezTo>
                  <a:pt x="173902" y="3514325"/>
                  <a:pt x="176079" y="3514325"/>
                  <a:pt x="178257" y="3514325"/>
                </a:cubicBezTo>
                <a:lnTo>
                  <a:pt x="182369" y="3486467"/>
                </a:lnTo>
                <a:cubicBezTo>
                  <a:pt x="180192" y="3486956"/>
                  <a:pt x="178740" y="3486712"/>
                  <a:pt x="175837" y="3486223"/>
                </a:cubicBezTo>
                <a:close/>
                <a:moveTo>
                  <a:pt x="148498" y="3459832"/>
                </a:moveTo>
                <a:cubicBezTo>
                  <a:pt x="144385" y="3460321"/>
                  <a:pt x="139788" y="3460565"/>
                  <a:pt x="135191" y="3460810"/>
                </a:cubicBezTo>
                <a:lnTo>
                  <a:pt x="135191" y="3502351"/>
                </a:lnTo>
                <a:cubicBezTo>
                  <a:pt x="159385" y="3485734"/>
                  <a:pt x="163740" y="3473761"/>
                  <a:pt x="148498" y="3459832"/>
                </a:cubicBezTo>
                <a:close/>
                <a:moveTo>
                  <a:pt x="235596" y="3454945"/>
                </a:moveTo>
                <a:lnTo>
                  <a:pt x="234870" y="3455434"/>
                </a:lnTo>
                <a:cubicBezTo>
                  <a:pt x="219870" y="3463009"/>
                  <a:pt x="199063" y="3467652"/>
                  <a:pt x="201241" y="3489155"/>
                </a:cubicBezTo>
                <a:cubicBezTo>
                  <a:pt x="202934" y="3501618"/>
                  <a:pt x="217935" y="3513591"/>
                  <a:pt x="233177" y="3532163"/>
                </a:cubicBezTo>
                <a:lnTo>
                  <a:pt x="247693" y="3460565"/>
                </a:lnTo>
                <a:cubicBezTo>
                  <a:pt x="244064" y="3458610"/>
                  <a:pt x="239709" y="3456655"/>
                  <a:pt x="235596" y="3454945"/>
                </a:cubicBezTo>
                <a:close/>
                <a:moveTo>
                  <a:pt x="185273" y="3371373"/>
                </a:moveTo>
                <a:cubicBezTo>
                  <a:pt x="149708" y="3381148"/>
                  <a:pt x="170998" y="3398498"/>
                  <a:pt x="177289" y="3414137"/>
                </a:cubicBezTo>
                <a:lnTo>
                  <a:pt x="153095" y="3427332"/>
                </a:lnTo>
                <a:cubicBezTo>
                  <a:pt x="162288" y="3437351"/>
                  <a:pt x="174869" y="3442483"/>
                  <a:pt x="179708" y="3438328"/>
                </a:cubicBezTo>
                <a:cubicBezTo>
                  <a:pt x="201483" y="3419268"/>
                  <a:pt x="195434" y="3396298"/>
                  <a:pt x="185273" y="3371373"/>
                </a:cubicBezTo>
                <a:close/>
                <a:moveTo>
                  <a:pt x="224546" y="3333753"/>
                </a:moveTo>
                <a:cubicBezTo>
                  <a:pt x="218554" y="3334276"/>
                  <a:pt x="211402" y="3335941"/>
                  <a:pt x="202934" y="3338629"/>
                </a:cubicBezTo>
                <a:lnTo>
                  <a:pt x="223983" y="3438573"/>
                </a:lnTo>
                <a:cubicBezTo>
                  <a:pt x="246515" y="3420661"/>
                  <a:pt x="257098" y="3391433"/>
                  <a:pt x="251322" y="3363065"/>
                </a:cubicBezTo>
                <a:cubicBezTo>
                  <a:pt x="250052" y="3340890"/>
                  <a:pt x="242522" y="3332184"/>
                  <a:pt x="224546" y="3333753"/>
                </a:cubicBezTo>
                <a:close/>
                <a:moveTo>
                  <a:pt x="217935" y="3267032"/>
                </a:moveTo>
                <a:lnTo>
                  <a:pt x="217935" y="3288047"/>
                </a:lnTo>
                <a:lnTo>
                  <a:pt x="227128" y="3288047"/>
                </a:lnTo>
                <a:lnTo>
                  <a:pt x="229790" y="3267520"/>
                </a:lnTo>
                <a:cubicBezTo>
                  <a:pt x="225435" y="3267276"/>
                  <a:pt x="221806" y="3267032"/>
                  <a:pt x="217935" y="3267032"/>
                </a:cubicBezTo>
                <a:close/>
                <a:moveTo>
                  <a:pt x="11197345" y="3206342"/>
                </a:moveTo>
                <a:lnTo>
                  <a:pt x="11197647" y="3206601"/>
                </a:lnTo>
                <a:lnTo>
                  <a:pt x="11197279" y="3206601"/>
                </a:lnTo>
                <a:close/>
                <a:moveTo>
                  <a:pt x="11195617" y="3196741"/>
                </a:moveTo>
                <a:cubicBezTo>
                  <a:pt x="11195985" y="3196370"/>
                  <a:pt x="11199127" y="3198230"/>
                  <a:pt x="11199127" y="3199346"/>
                </a:cubicBezTo>
                <a:lnTo>
                  <a:pt x="11197345" y="3206342"/>
                </a:lnTo>
                <a:lnTo>
                  <a:pt x="11191553" y="3201393"/>
                </a:lnTo>
                <a:cubicBezTo>
                  <a:pt x="11191553" y="3199718"/>
                  <a:pt x="11195247" y="3197114"/>
                  <a:pt x="11195617" y="3196741"/>
                </a:cubicBezTo>
                <a:close/>
                <a:moveTo>
                  <a:pt x="236322" y="3135810"/>
                </a:moveTo>
                <a:cubicBezTo>
                  <a:pt x="227005" y="3152759"/>
                  <a:pt x="220932" y="3171328"/>
                  <a:pt x="218419" y="3190546"/>
                </a:cubicBezTo>
                <a:cubicBezTo>
                  <a:pt x="218419" y="3204231"/>
                  <a:pt x="236806" y="3216693"/>
                  <a:pt x="247451" y="3229889"/>
                </a:cubicBezTo>
                <a:cubicBezTo>
                  <a:pt x="247451" y="3250171"/>
                  <a:pt x="228580" y="3272407"/>
                  <a:pt x="257129" y="3295622"/>
                </a:cubicBezTo>
                <a:cubicBezTo>
                  <a:pt x="260461" y="3285234"/>
                  <a:pt x="263047" y="3274616"/>
                  <a:pt x="264871" y="3263855"/>
                </a:cubicBezTo>
                <a:cubicBezTo>
                  <a:pt x="263124" y="3247612"/>
                  <a:pt x="263124" y="3231225"/>
                  <a:pt x="264871" y="3214983"/>
                </a:cubicBezTo>
                <a:cubicBezTo>
                  <a:pt x="275033" y="3182727"/>
                  <a:pt x="264871" y="3160001"/>
                  <a:pt x="236322" y="3135810"/>
                </a:cubicBezTo>
                <a:close/>
                <a:moveTo>
                  <a:pt x="257371" y="2979908"/>
                </a:moveTo>
                <a:cubicBezTo>
                  <a:pt x="257371" y="2982351"/>
                  <a:pt x="257371" y="2986750"/>
                  <a:pt x="259548" y="2987238"/>
                </a:cubicBezTo>
                <a:cubicBezTo>
                  <a:pt x="263565" y="2987727"/>
                  <a:pt x="267629" y="2987727"/>
                  <a:pt x="271645" y="2987238"/>
                </a:cubicBezTo>
                <a:cubicBezTo>
                  <a:pt x="270678" y="2984795"/>
                  <a:pt x="269952" y="2979908"/>
                  <a:pt x="269226" y="2979908"/>
                </a:cubicBezTo>
                <a:cubicBezTo>
                  <a:pt x="265283" y="2979541"/>
                  <a:pt x="261315" y="2979541"/>
                  <a:pt x="257371" y="2979908"/>
                </a:cubicBezTo>
                <a:close/>
                <a:moveTo>
                  <a:pt x="11210025" y="2952665"/>
                </a:moveTo>
                <a:cubicBezTo>
                  <a:pt x="11210947" y="2952665"/>
                  <a:pt x="11211871" y="2952665"/>
                  <a:pt x="11212795" y="2952665"/>
                </a:cubicBezTo>
                <a:lnTo>
                  <a:pt x="11216305" y="2966431"/>
                </a:lnTo>
                <a:cubicBezTo>
                  <a:pt x="11214643" y="2966542"/>
                  <a:pt x="11212977" y="2966542"/>
                  <a:pt x="11211317" y="2966431"/>
                </a:cubicBezTo>
                <a:close/>
                <a:moveTo>
                  <a:pt x="294146" y="2929080"/>
                </a:moveTo>
                <a:cubicBezTo>
                  <a:pt x="279871" y="2960114"/>
                  <a:pt x="300678" y="2974776"/>
                  <a:pt x="319792" y="2993347"/>
                </a:cubicBezTo>
                <a:cubicBezTo>
                  <a:pt x="334792" y="2944964"/>
                  <a:pt x="333098" y="2940565"/>
                  <a:pt x="294146" y="2929080"/>
                </a:cubicBezTo>
                <a:close/>
                <a:moveTo>
                  <a:pt x="11201711" y="2886808"/>
                </a:moveTo>
                <a:cubicBezTo>
                  <a:pt x="11214089" y="2897597"/>
                  <a:pt x="11214089" y="2897597"/>
                  <a:pt x="11207437" y="2927922"/>
                </a:cubicBezTo>
                <a:close/>
                <a:moveTo>
                  <a:pt x="11251031" y="2733887"/>
                </a:moveTo>
                <a:lnTo>
                  <a:pt x="11253063" y="2742631"/>
                </a:lnTo>
                <a:cubicBezTo>
                  <a:pt x="11250977" y="2742129"/>
                  <a:pt x="11249025" y="2741180"/>
                  <a:pt x="11247337" y="2739840"/>
                </a:cubicBezTo>
                <a:cubicBezTo>
                  <a:pt x="11246045" y="2739096"/>
                  <a:pt x="11246045" y="2736492"/>
                  <a:pt x="11247337" y="2735189"/>
                </a:cubicBezTo>
                <a:cubicBezTo>
                  <a:pt x="11248629" y="2733887"/>
                  <a:pt x="11249739" y="2733887"/>
                  <a:pt x="11251031" y="2733887"/>
                </a:cubicBezTo>
                <a:close/>
                <a:moveTo>
                  <a:pt x="11262731" y="2693984"/>
                </a:moveTo>
                <a:lnTo>
                  <a:pt x="11262731" y="2702520"/>
                </a:lnTo>
                <a:lnTo>
                  <a:pt x="11255279" y="2707284"/>
                </a:lnTo>
                <a:lnTo>
                  <a:pt x="11251031" y="2698540"/>
                </a:lnTo>
                <a:close/>
                <a:moveTo>
                  <a:pt x="396487" y="2677389"/>
                </a:moveTo>
                <a:cubicBezTo>
                  <a:pt x="386567" y="2693517"/>
                  <a:pt x="367938" y="2708911"/>
                  <a:pt x="394067" y="2726261"/>
                </a:cubicBezTo>
                <a:close/>
                <a:moveTo>
                  <a:pt x="11224431" y="2640683"/>
                </a:moveTo>
                <a:lnTo>
                  <a:pt x="11228125" y="2643102"/>
                </a:lnTo>
                <a:lnTo>
                  <a:pt x="11226279" y="2647381"/>
                </a:lnTo>
                <a:cubicBezTo>
                  <a:pt x="11224987" y="2646636"/>
                  <a:pt x="11222955" y="2646265"/>
                  <a:pt x="11222769" y="2644962"/>
                </a:cubicBezTo>
                <a:cubicBezTo>
                  <a:pt x="11222585" y="2643660"/>
                  <a:pt x="11224431" y="2642171"/>
                  <a:pt x="11224431" y="2640683"/>
                </a:cubicBezTo>
                <a:close/>
                <a:moveTo>
                  <a:pt x="11262731" y="2506915"/>
                </a:moveTo>
                <a:lnTo>
                  <a:pt x="11262731" y="2540021"/>
                </a:lnTo>
                <a:lnTo>
                  <a:pt x="11234059" y="2546154"/>
                </a:lnTo>
                <a:cubicBezTo>
                  <a:pt x="11223831" y="2544643"/>
                  <a:pt x="11213903" y="2540597"/>
                  <a:pt x="11204667" y="2537620"/>
                </a:cubicBezTo>
                <a:cubicBezTo>
                  <a:pt x="11214181" y="2520691"/>
                  <a:pt x="11226973" y="2512180"/>
                  <a:pt x="11241473" y="2508134"/>
                </a:cubicBezTo>
                <a:close/>
                <a:moveTo>
                  <a:pt x="11157195" y="2505623"/>
                </a:moveTo>
                <a:cubicBezTo>
                  <a:pt x="11168463" y="2513621"/>
                  <a:pt x="11177145" y="2520133"/>
                  <a:pt x="11187489" y="2527202"/>
                </a:cubicBezTo>
                <a:lnTo>
                  <a:pt x="11180839" y="2552503"/>
                </a:lnTo>
                <a:cubicBezTo>
                  <a:pt x="11165323" y="2541899"/>
                  <a:pt x="11145373" y="2534643"/>
                  <a:pt x="11157195" y="2505623"/>
                </a:cubicBezTo>
                <a:close/>
                <a:moveTo>
                  <a:pt x="11214089" y="2461346"/>
                </a:moveTo>
                <a:cubicBezTo>
                  <a:pt x="11216119" y="2462276"/>
                  <a:pt x="11218151" y="2464136"/>
                  <a:pt x="11220553" y="2464136"/>
                </a:cubicBezTo>
                <a:cubicBezTo>
                  <a:pt x="11219075" y="2465811"/>
                  <a:pt x="11218151" y="2467857"/>
                  <a:pt x="11217783" y="2467857"/>
                </a:cubicBezTo>
                <a:cubicBezTo>
                  <a:pt x="11216271" y="2467597"/>
                  <a:pt x="11214935" y="2466722"/>
                  <a:pt x="11214089" y="2465438"/>
                </a:cubicBezTo>
                <a:cubicBezTo>
                  <a:pt x="11212795" y="2464509"/>
                  <a:pt x="11212057" y="2460416"/>
                  <a:pt x="11214089" y="2461346"/>
                </a:cubicBezTo>
                <a:close/>
                <a:moveTo>
                  <a:pt x="13011" y="2423498"/>
                </a:moveTo>
                <a:cubicBezTo>
                  <a:pt x="11076" y="2443780"/>
                  <a:pt x="8898" y="2457464"/>
                  <a:pt x="8898" y="2471148"/>
                </a:cubicBezTo>
                <a:cubicBezTo>
                  <a:pt x="8898" y="2507314"/>
                  <a:pt x="29463" y="2544457"/>
                  <a:pt x="6479" y="2580622"/>
                </a:cubicBezTo>
                <a:cubicBezTo>
                  <a:pt x="4301" y="2584287"/>
                  <a:pt x="9624" y="2592596"/>
                  <a:pt x="10834" y="2598705"/>
                </a:cubicBezTo>
                <a:lnTo>
                  <a:pt x="19060" y="2645622"/>
                </a:lnTo>
                <a:lnTo>
                  <a:pt x="27769" y="2700847"/>
                </a:lnTo>
                <a:cubicBezTo>
                  <a:pt x="46292" y="2687163"/>
                  <a:pt x="54167" y="2663118"/>
                  <a:pt x="47367" y="2640979"/>
                </a:cubicBezTo>
                <a:cubicBezTo>
                  <a:pt x="32826" y="2590665"/>
                  <a:pt x="31161" y="2537443"/>
                  <a:pt x="42528" y="2486299"/>
                </a:cubicBezTo>
                <a:cubicBezTo>
                  <a:pt x="50001" y="2460836"/>
                  <a:pt x="37278" y="2433761"/>
                  <a:pt x="13011" y="2423498"/>
                </a:cubicBezTo>
                <a:close/>
                <a:moveTo>
                  <a:pt x="11262731" y="2379098"/>
                </a:moveTo>
                <a:lnTo>
                  <a:pt x="11262731" y="2405451"/>
                </a:lnTo>
                <a:lnTo>
                  <a:pt x="11258719" y="2401512"/>
                </a:lnTo>
                <a:cubicBezTo>
                  <a:pt x="11256895" y="2396001"/>
                  <a:pt x="11257403" y="2388978"/>
                  <a:pt x="11259713" y="2379677"/>
                </a:cubicBezTo>
                <a:close/>
                <a:moveTo>
                  <a:pt x="11150545" y="2343028"/>
                </a:moveTo>
                <a:cubicBezTo>
                  <a:pt x="11151655" y="2343958"/>
                  <a:pt x="11153687" y="2345447"/>
                  <a:pt x="11153687" y="2345447"/>
                </a:cubicBezTo>
                <a:cubicBezTo>
                  <a:pt x="11152689" y="2347437"/>
                  <a:pt x="11151577" y="2349353"/>
                  <a:pt x="11150361" y="2351213"/>
                </a:cubicBezTo>
                <a:lnTo>
                  <a:pt x="11146667" y="2348422"/>
                </a:lnTo>
                <a:close/>
                <a:moveTo>
                  <a:pt x="11202635" y="2257266"/>
                </a:moveTo>
                <a:cubicBezTo>
                  <a:pt x="11198203" y="2263219"/>
                  <a:pt x="11192291" y="2269358"/>
                  <a:pt x="11204483" y="2277729"/>
                </a:cubicBezTo>
                <a:close/>
                <a:moveTo>
                  <a:pt x="11254725" y="2229361"/>
                </a:moveTo>
                <a:lnTo>
                  <a:pt x="11262731" y="2235771"/>
                </a:lnTo>
                <a:lnTo>
                  <a:pt x="11262731" y="2310815"/>
                </a:lnTo>
                <a:lnTo>
                  <a:pt x="11260081" y="2308053"/>
                </a:lnTo>
                <a:cubicBezTo>
                  <a:pt x="11254027" y="2291813"/>
                  <a:pt x="11249995" y="2274877"/>
                  <a:pt x="11248075" y="2257638"/>
                </a:cubicBezTo>
                <a:cubicBezTo>
                  <a:pt x="11248903" y="2247934"/>
                  <a:pt x="11251145" y="2238408"/>
                  <a:pt x="11254725" y="2229361"/>
                </a:cubicBezTo>
                <a:close/>
                <a:moveTo>
                  <a:pt x="11233299" y="2201455"/>
                </a:moveTo>
                <a:cubicBezTo>
                  <a:pt x="11235145" y="2204246"/>
                  <a:pt x="11236809" y="2207223"/>
                  <a:pt x="11238285" y="2210013"/>
                </a:cubicBezTo>
                <a:cubicBezTo>
                  <a:pt x="11237117" y="2210806"/>
                  <a:pt x="11235881" y="2211490"/>
                  <a:pt x="11234591" y="2212059"/>
                </a:cubicBezTo>
                <a:lnTo>
                  <a:pt x="11229789" y="2203502"/>
                </a:lnTo>
                <a:cubicBezTo>
                  <a:pt x="11230915" y="2202748"/>
                  <a:pt x="11232089" y="2202063"/>
                  <a:pt x="11233299" y="2201455"/>
                </a:cubicBezTo>
                <a:close/>
                <a:moveTo>
                  <a:pt x="11158165" y="2089788"/>
                </a:moveTo>
                <a:cubicBezTo>
                  <a:pt x="11154333" y="2090718"/>
                  <a:pt x="11151378" y="2093648"/>
                  <a:pt x="11149623" y="2099694"/>
                </a:cubicBezTo>
                <a:cubicBezTo>
                  <a:pt x="11149623" y="2102113"/>
                  <a:pt x="11152947" y="2108623"/>
                  <a:pt x="11155533" y="2108996"/>
                </a:cubicBezTo>
                <a:cubicBezTo>
                  <a:pt x="11167171" y="2110856"/>
                  <a:pt x="11172157" y="2104531"/>
                  <a:pt x="11171973" y="2091881"/>
                </a:cubicBezTo>
                <a:cubicBezTo>
                  <a:pt x="11166708" y="2089927"/>
                  <a:pt x="11161998" y="2088857"/>
                  <a:pt x="11158165" y="2089788"/>
                </a:cubicBezTo>
                <a:close/>
                <a:moveTo>
                  <a:pt x="11262483" y="1935984"/>
                </a:moveTo>
                <a:lnTo>
                  <a:pt x="11262731" y="1936671"/>
                </a:lnTo>
                <a:lnTo>
                  <a:pt x="11262731" y="1948107"/>
                </a:lnTo>
                <a:lnTo>
                  <a:pt x="11261005" y="1950122"/>
                </a:lnTo>
                <a:cubicBezTo>
                  <a:pt x="11260451" y="1950494"/>
                  <a:pt x="11256573" y="1946401"/>
                  <a:pt x="11256573" y="1946401"/>
                </a:cubicBezTo>
                <a:cubicBezTo>
                  <a:pt x="11258241" y="1942763"/>
                  <a:pt x="11260219" y="1939279"/>
                  <a:pt x="11262483" y="1935984"/>
                </a:cubicBezTo>
                <a:close/>
                <a:moveTo>
                  <a:pt x="11153871" y="1884266"/>
                </a:moveTo>
                <a:lnTo>
                  <a:pt x="11149991" y="1919799"/>
                </a:lnTo>
                <a:cubicBezTo>
                  <a:pt x="11137431" y="1913660"/>
                  <a:pt x="11128381" y="1909380"/>
                  <a:pt x="11118959" y="1904915"/>
                </a:cubicBezTo>
                <a:cubicBezTo>
                  <a:pt x="11116927" y="1908078"/>
                  <a:pt x="11114157" y="1910125"/>
                  <a:pt x="11114341" y="1912171"/>
                </a:cubicBezTo>
                <a:cubicBezTo>
                  <a:pt x="11116373" y="1940820"/>
                  <a:pt x="11118775" y="1969470"/>
                  <a:pt x="11120991" y="1997747"/>
                </a:cubicBezTo>
                <a:cubicBezTo>
                  <a:pt x="11150177" y="2000538"/>
                  <a:pt x="11154425" y="2007793"/>
                  <a:pt x="11143897" y="2039233"/>
                </a:cubicBezTo>
                <a:cubicBezTo>
                  <a:pt x="11142233" y="2024723"/>
                  <a:pt x="11138723" y="2014119"/>
                  <a:pt x="11120437" y="2017839"/>
                </a:cubicBezTo>
                <a:lnTo>
                  <a:pt x="11123393" y="2050767"/>
                </a:lnTo>
                <a:cubicBezTo>
                  <a:pt x="11137245" y="2052069"/>
                  <a:pt x="11148329" y="2052813"/>
                  <a:pt x="11161629" y="2053930"/>
                </a:cubicBezTo>
                <a:cubicBezTo>
                  <a:pt x="11164585" y="2032350"/>
                  <a:pt x="11155903" y="2010769"/>
                  <a:pt x="11174005" y="1994771"/>
                </a:cubicBezTo>
                <a:cubicBezTo>
                  <a:pt x="11175667" y="1993097"/>
                  <a:pt x="11172527" y="1986585"/>
                  <a:pt x="11172527" y="1982306"/>
                </a:cubicBezTo>
                <a:cubicBezTo>
                  <a:pt x="11170115" y="1968023"/>
                  <a:pt x="11170115" y="1953430"/>
                  <a:pt x="11172527" y="1939146"/>
                </a:cubicBezTo>
                <a:cubicBezTo>
                  <a:pt x="11176113" y="1924019"/>
                  <a:pt x="11174619" y="1908121"/>
                  <a:pt x="11168279" y="1893940"/>
                </a:cubicBezTo>
                <a:cubicBezTo>
                  <a:pt x="11167171" y="1890219"/>
                  <a:pt x="11159965" y="1888173"/>
                  <a:pt x="11153871" y="1884266"/>
                </a:cubicBezTo>
                <a:close/>
                <a:moveTo>
                  <a:pt x="11262731" y="1807441"/>
                </a:moveTo>
                <a:lnTo>
                  <a:pt x="11262731" y="1840305"/>
                </a:lnTo>
                <a:lnTo>
                  <a:pt x="11255777" y="1834970"/>
                </a:lnTo>
                <a:cubicBezTo>
                  <a:pt x="11252253" y="1829330"/>
                  <a:pt x="11250687" y="1822449"/>
                  <a:pt x="11251771" y="1815433"/>
                </a:cubicBezTo>
                <a:cubicBezTo>
                  <a:pt x="11251637" y="1813020"/>
                  <a:pt x="11252355" y="1810639"/>
                  <a:pt x="11253799" y="1808708"/>
                </a:cubicBezTo>
                <a:close/>
                <a:moveTo>
                  <a:pt x="39141" y="1722671"/>
                </a:moveTo>
                <a:lnTo>
                  <a:pt x="36237" y="1730735"/>
                </a:lnTo>
                <a:cubicBezTo>
                  <a:pt x="43979" y="1733667"/>
                  <a:pt x="51480" y="1736844"/>
                  <a:pt x="58980" y="1739776"/>
                </a:cubicBezTo>
                <a:lnTo>
                  <a:pt x="63335" y="1730246"/>
                </a:lnTo>
                <a:cubicBezTo>
                  <a:pt x="54867" y="1727803"/>
                  <a:pt x="46641" y="1725115"/>
                  <a:pt x="39141" y="1722671"/>
                </a:cubicBezTo>
                <a:close/>
                <a:moveTo>
                  <a:pt x="11148329" y="1713486"/>
                </a:moveTo>
                <a:cubicBezTo>
                  <a:pt x="11140031" y="1733395"/>
                  <a:pt x="11139113" y="1755645"/>
                  <a:pt x="11145743" y="1776180"/>
                </a:cubicBezTo>
                <a:cubicBezTo>
                  <a:pt x="11154425" y="1797016"/>
                  <a:pt x="11148513" y="1820456"/>
                  <a:pt x="11149623" y="1839990"/>
                </a:cubicBezTo>
                <a:cubicBezTo>
                  <a:pt x="11139833" y="1849105"/>
                  <a:pt x="11120437" y="1835896"/>
                  <a:pt x="11123761" y="1858594"/>
                </a:cubicBezTo>
                <a:lnTo>
                  <a:pt x="11124317" y="1857291"/>
                </a:lnTo>
                <a:lnTo>
                  <a:pt x="11158673" y="1866965"/>
                </a:lnTo>
                <a:cubicBezTo>
                  <a:pt x="11161443" y="1859151"/>
                  <a:pt x="11161813" y="1851523"/>
                  <a:pt x="11165877" y="1848361"/>
                </a:cubicBezTo>
                <a:cubicBezTo>
                  <a:pt x="11181763" y="1833851"/>
                  <a:pt x="11177145" y="1816735"/>
                  <a:pt x="11174189" y="1799434"/>
                </a:cubicBezTo>
                <a:lnTo>
                  <a:pt x="11169941" y="1773389"/>
                </a:lnTo>
                <a:cubicBezTo>
                  <a:pt x="11166801" y="1754785"/>
                  <a:pt x="11164215" y="1736182"/>
                  <a:pt x="11160335" y="1719067"/>
                </a:cubicBezTo>
                <a:cubicBezTo>
                  <a:pt x="11160335" y="1716835"/>
                  <a:pt x="11153501" y="1715905"/>
                  <a:pt x="11148329" y="1713486"/>
                </a:cubicBezTo>
                <a:close/>
                <a:moveTo>
                  <a:pt x="11203375" y="1630328"/>
                </a:moveTo>
                <a:cubicBezTo>
                  <a:pt x="11197819" y="1645632"/>
                  <a:pt x="11203871" y="1662750"/>
                  <a:pt x="11217783" y="1671070"/>
                </a:cubicBezTo>
                <a:lnTo>
                  <a:pt x="11217783" y="1670512"/>
                </a:lnTo>
                <a:cubicBezTo>
                  <a:pt x="11225917" y="1676712"/>
                  <a:pt x="11237503" y="1675097"/>
                  <a:pt x="11243659" y="1666906"/>
                </a:cubicBezTo>
                <a:cubicBezTo>
                  <a:pt x="11243779" y="1666745"/>
                  <a:pt x="11243897" y="1666582"/>
                  <a:pt x="11244013" y="1666419"/>
                </a:cubicBezTo>
                <a:cubicBezTo>
                  <a:pt x="11231267" y="1654884"/>
                  <a:pt x="11218337" y="1643723"/>
                  <a:pt x="11203375" y="1630328"/>
                </a:cubicBezTo>
                <a:close/>
                <a:moveTo>
                  <a:pt x="50270" y="1600735"/>
                </a:moveTo>
                <a:cubicBezTo>
                  <a:pt x="31640" y="1644476"/>
                  <a:pt x="33576" y="1646186"/>
                  <a:pt x="72286" y="1655716"/>
                </a:cubicBezTo>
                <a:lnTo>
                  <a:pt x="72286" y="1654983"/>
                </a:lnTo>
                <a:close/>
                <a:moveTo>
                  <a:pt x="327776" y="1521807"/>
                </a:moveTo>
                <a:cubicBezTo>
                  <a:pt x="324388" y="1521807"/>
                  <a:pt x="321001" y="1523273"/>
                  <a:pt x="317614" y="1524006"/>
                </a:cubicBezTo>
                <a:lnTo>
                  <a:pt x="320517" y="1548442"/>
                </a:lnTo>
                <a:cubicBezTo>
                  <a:pt x="323905" y="1547220"/>
                  <a:pt x="328985" y="1546732"/>
                  <a:pt x="333340" y="1546243"/>
                </a:cubicBezTo>
                <a:close/>
                <a:moveTo>
                  <a:pt x="170030" y="1405002"/>
                </a:moveTo>
                <a:cubicBezTo>
                  <a:pt x="174552" y="1419664"/>
                  <a:pt x="178109" y="1434594"/>
                  <a:pt x="180676" y="1449720"/>
                </a:cubicBezTo>
                <a:cubicBezTo>
                  <a:pt x="185275" y="1467999"/>
                  <a:pt x="185275" y="1487156"/>
                  <a:pt x="180676" y="1505435"/>
                </a:cubicBezTo>
                <a:cubicBezTo>
                  <a:pt x="156482" y="1557728"/>
                  <a:pt x="175837" y="1597559"/>
                  <a:pt x="208499" y="1635679"/>
                </a:cubicBezTo>
                <a:cubicBezTo>
                  <a:pt x="193499" y="1689927"/>
                  <a:pt x="193499" y="1689927"/>
                  <a:pt x="232693" y="1708987"/>
                </a:cubicBezTo>
                <a:cubicBezTo>
                  <a:pt x="240193" y="1695303"/>
                  <a:pt x="252774" y="1682107"/>
                  <a:pt x="253742" y="1667690"/>
                </a:cubicBezTo>
                <a:cubicBezTo>
                  <a:pt x="254710" y="1653273"/>
                  <a:pt x="241403" y="1643254"/>
                  <a:pt x="240193" y="1640811"/>
                </a:cubicBezTo>
                <a:cubicBezTo>
                  <a:pt x="245528" y="1616032"/>
                  <a:pt x="252150" y="1591572"/>
                  <a:pt x="260032" y="1567502"/>
                </a:cubicBezTo>
                <a:cubicBezTo>
                  <a:pt x="270312" y="1544092"/>
                  <a:pt x="261827" y="1516602"/>
                  <a:pt x="240193" y="1503235"/>
                </a:cubicBezTo>
                <a:cubicBezTo>
                  <a:pt x="213106" y="1487083"/>
                  <a:pt x="197585" y="1456685"/>
                  <a:pt x="200273" y="1425040"/>
                </a:cubicBezTo>
                <a:cubicBezTo>
                  <a:pt x="201967" y="1411600"/>
                  <a:pt x="195434" y="1398893"/>
                  <a:pt x="170030" y="1405002"/>
                </a:cubicBezTo>
                <a:close/>
                <a:moveTo>
                  <a:pt x="11182133" y="1341230"/>
                </a:moveTo>
                <a:cubicBezTo>
                  <a:pt x="11183979" y="1342533"/>
                  <a:pt x="11186011" y="1344207"/>
                  <a:pt x="11186011" y="1344207"/>
                </a:cubicBezTo>
                <a:cubicBezTo>
                  <a:pt x="11185387" y="1346346"/>
                  <a:pt x="11184519" y="1348405"/>
                  <a:pt x="11183425" y="1350346"/>
                </a:cubicBezTo>
                <a:cubicBezTo>
                  <a:pt x="11182133" y="1349416"/>
                  <a:pt x="11179915" y="1347927"/>
                  <a:pt x="11179915" y="1347927"/>
                </a:cubicBezTo>
                <a:cubicBezTo>
                  <a:pt x="11180343" y="1345602"/>
                  <a:pt x="11181089" y="1343349"/>
                  <a:pt x="11182133" y="1341230"/>
                </a:cubicBezTo>
                <a:close/>
                <a:moveTo>
                  <a:pt x="11262731" y="1300683"/>
                </a:moveTo>
                <a:lnTo>
                  <a:pt x="11262731" y="1338029"/>
                </a:lnTo>
                <a:lnTo>
                  <a:pt x="11258605" y="1315372"/>
                </a:lnTo>
                <a:cubicBezTo>
                  <a:pt x="11257589" y="1308861"/>
                  <a:pt x="11257911" y="1304628"/>
                  <a:pt x="11260797" y="1301489"/>
                </a:cubicBezTo>
                <a:close/>
                <a:moveTo>
                  <a:pt x="11171419" y="1270537"/>
                </a:moveTo>
                <a:cubicBezTo>
                  <a:pt x="11173821" y="1283932"/>
                  <a:pt x="11177145" y="1295651"/>
                  <a:pt x="11158673" y="1306628"/>
                </a:cubicBezTo>
                <a:cubicBezTo>
                  <a:pt x="11164029" y="1292117"/>
                  <a:pt x="11149069" y="1276676"/>
                  <a:pt x="11171419" y="1270537"/>
                </a:cubicBezTo>
                <a:close/>
                <a:moveTo>
                  <a:pt x="3333" y="1186544"/>
                </a:moveTo>
                <a:lnTo>
                  <a:pt x="10108" y="1192164"/>
                </a:lnTo>
                <a:lnTo>
                  <a:pt x="0" y="1204575"/>
                </a:lnTo>
                <a:lnTo>
                  <a:pt x="0" y="1190785"/>
                </a:lnTo>
                <a:close/>
                <a:moveTo>
                  <a:pt x="0" y="1079333"/>
                </a:moveTo>
                <a:lnTo>
                  <a:pt x="3575" y="1082446"/>
                </a:lnTo>
                <a:lnTo>
                  <a:pt x="430" y="1091243"/>
                </a:lnTo>
                <a:lnTo>
                  <a:pt x="0" y="1091222"/>
                </a:lnTo>
                <a:close/>
                <a:moveTo>
                  <a:pt x="11262731" y="1067173"/>
                </a:moveTo>
                <a:lnTo>
                  <a:pt x="11262731" y="1067936"/>
                </a:lnTo>
                <a:lnTo>
                  <a:pt x="11262299" y="1067759"/>
                </a:lnTo>
                <a:close/>
                <a:moveTo>
                  <a:pt x="11262731" y="1041663"/>
                </a:moveTo>
                <a:lnTo>
                  <a:pt x="11262731" y="1046150"/>
                </a:lnTo>
                <a:lnTo>
                  <a:pt x="11257497" y="1044319"/>
                </a:lnTo>
                <a:close/>
                <a:moveTo>
                  <a:pt x="233903" y="928254"/>
                </a:moveTo>
                <a:cubicBezTo>
                  <a:pt x="229432" y="979301"/>
                  <a:pt x="234353" y="1030764"/>
                  <a:pt x="248419" y="1080002"/>
                </a:cubicBezTo>
                <a:lnTo>
                  <a:pt x="249145" y="1080980"/>
                </a:lnTo>
                <a:cubicBezTo>
                  <a:pt x="252048" y="1086844"/>
                  <a:pt x="260274" y="1089777"/>
                  <a:pt x="273339" y="1099307"/>
                </a:cubicBezTo>
                <a:cubicBezTo>
                  <a:pt x="273339" y="1033330"/>
                  <a:pt x="247210" y="982258"/>
                  <a:pt x="233903" y="928254"/>
                </a:cubicBezTo>
                <a:close/>
                <a:moveTo>
                  <a:pt x="11258419" y="860888"/>
                </a:moveTo>
                <a:lnTo>
                  <a:pt x="11262731" y="860888"/>
                </a:lnTo>
                <a:lnTo>
                  <a:pt x="11262731" y="871317"/>
                </a:lnTo>
                <a:lnTo>
                  <a:pt x="11262113" y="870934"/>
                </a:lnTo>
                <a:cubicBezTo>
                  <a:pt x="11260451" y="870375"/>
                  <a:pt x="11260081" y="865539"/>
                  <a:pt x="11258419" y="860888"/>
                </a:cubicBezTo>
                <a:close/>
                <a:moveTo>
                  <a:pt x="11230897" y="716711"/>
                </a:moveTo>
                <a:cubicBezTo>
                  <a:pt x="11228681" y="718944"/>
                  <a:pt x="11226649" y="720059"/>
                  <a:pt x="11226649" y="721362"/>
                </a:cubicBezTo>
                <a:cubicBezTo>
                  <a:pt x="11226649" y="730850"/>
                  <a:pt x="11226649" y="739966"/>
                  <a:pt x="11226649" y="752244"/>
                </a:cubicBezTo>
                <a:lnTo>
                  <a:pt x="11249369" y="752244"/>
                </a:lnTo>
                <a:cubicBezTo>
                  <a:pt x="11238839" y="740524"/>
                  <a:pt x="11248261" y="722292"/>
                  <a:pt x="11230897" y="716711"/>
                </a:cubicBezTo>
                <a:close/>
                <a:moveTo>
                  <a:pt x="11194139" y="702945"/>
                </a:moveTo>
                <a:cubicBezTo>
                  <a:pt x="11173451" y="720990"/>
                  <a:pt x="11170865" y="748337"/>
                  <a:pt x="11187119" y="788149"/>
                </a:cubicBezTo>
                <a:cubicBezTo>
                  <a:pt x="11198203" y="758011"/>
                  <a:pt x="11205591" y="732338"/>
                  <a:pt x="11194139" y="702945"/>
                </a:cubicBezTo>
                <a:close/>
                <a:moveTo>
                  <a:pt x="11205037" y="654459"/>
                </a:moveTo>
                <a:cubicBezTo>
                  <a:pt x="11203329" y="653320"/>
                  <a:pt x="11200789" y="653924"/>
                  <a:pt x="11196541" y="658296"/>
                </a:cubicBezTo>
                <a:lnTo>
                  <a:pt x="11208389" y="660790"/>
                </a:lnTo>
                <a:lnTo>
                  <a:pt x="11208547" y="661087"/>
                </a:lnTo>
                <a:lnTo>
                  <a:pt x="11208915" y="660901"/>
                </a:lnTo>
                <a:lnTo>
                  <a:pt x="11208389" y="660790"/>
                </a:lnTo>
                <a:close/>
                <a:moveTo>
                  <a:pt x="11257127" y="635414"/>
                </a:moveTo>
                <a:lnTo>
                  <a:pt x="11252877" y="638762"/>
                </a:lnTo>
                <a:lnTo>
                  <a:pt x="11256757" y="644157"/>
                </a:lnTo>
                <a:cubicBezTo>
                  <a:pt x="11257865" y="644157"/>
                  <a:pt x="11260081" y="642111"/>
                  <a:pt x="11259897" y="641367"/>
                </a:cubicBezTo>
                <a:cubicBezTo>
                  <a:pt x="11259127" y="639313"/>
                  <a:pt x="11258199" y="637325"/>
                  <a:pt x="11257127" y="635414"/>
                </a:cubicBezTo>
                <a:close/>
                <a:moveTo>
                  <a:pt x="11225541" y="625926"/>
                </a:moveTo>
                <a:lnTo>
                  <a:pt x="11208547" y="660528"/>
                </a:lnTo>
                <a:lnTo>
                  <a:pt x="11208915" y="660343"/>
                </a:lnTo>
                <a:lnTo>
                  <a:pt x="11225725" y="675784"/>
                </a:lnTo>
                <a:cubicBezTo>
                  <a:pt x="11230527" y="667598"/>
                  <a:pt x="11234037" y="661645"/>
                  <a:pt x="11237731" y="655878"/>
                </a:cubicBezTo>
                <a:cubicBezTo>
                  <a:pt x="11248629" y="638391"/>
                  <a:pt x="11246597" y="633367"/>
                  <a:pt x="11225541" y="625926"/>
                </a:cubicBezTo>
                <a:close/>
                <a:moveTo>
                  <a:pt x="0" y="0"/>
                </a:moveTo>
                <a:lnTo>
                  <a:pt x="11262731" y="0"/>
                </a:lnTo>
                <a:lnTo>
                  <a:pt x="11262731" y="677299"/>
                </a:lnTo>
                <a:lnTo>
                  <a:pt x="11255095" y="679132"/>
                </a:lnTo>
                <a:lnTo>
                  <a:pt x="11262731" y="690056"/>
                </a:lnTo>
                <a:lnTo>
                  <a:pt x="11262731" y="758755"/>
                </a:lnTo>
                <a:lnTo>
                  <a:pt x="11260821" y="758755"/>
                </a:lnTo>
                <a:lnTo>
                  <a:pt x="11259897" y="763964"/>
                </a:lnTo>
                <a:lnTo>
                  <a:pt x="11262731" y="764561"/>
                </a:lnTo>
                <a:lnTo>
                  <a:pt x="11262731" y="842538"/>
                </a:lnTo>
                <a:lnTo>
                  <a:pt x="11246783" y="839681"/>
                </a:lnTo>
                <a:cubicBezTo>
                  <a:pt x="11243457" y="855679"/>
                  <a:pt x="11241057" y="870375"/>
                  <a:pt x="11237547" y="884887"/>
                </a:cubicBezTo>
                <a:cubicBezTo>
                  <a:pt x="11235145" y="896235"/>
                  <a:pt x="11225355" y="896235"/>
                  <a:pt x="11219075" y="889723"/>
                </a:cubicBezTo>
                <a:cubicBezTo>
                  <a:pt x="11212795" y="883213"/>
                  <a:pt x="11207069" y="875957"/>
                  <a:pt x="11200605" y="868516"/>
                </a:cubicBezTo>
                <a:cubicBezTo>
                  <a:pt x="11191737" y="880049"/>
                  <a:pt x="11191737" y="880049"/>
                  <a:pt x="11194693" y="913164"/>
                </a:cubicBezTo>
                <a:lnTo>
                  <a:pt x="11209101" y="907954"/>
                </a:lnTo>
                <a:cubicBezTo>
                  <a:pt x="11231821" y="899583"/>
                  <a:pt x="11242165" y="907397"/>
                  <a:pt x="11241241" y="931396"/>
                </a:cubicBezTo>
                <a:cubicBezTo>
                  <a:pt x="11241679" y="942623"/>
                  <a:pt x="11242853" y="953808"/>
                  <a:pt x="11244751" y="964881"/>
                </a:cubicBezTo>
                <a:lnTo>
                  <a:pt x="11247521" y="985532"/>
                </a:lnTo>
                <a:cubicBezTo>
                  <a:pt x="11218337" y="988322"/>
                  <a:pt x="11204667" y="972323"/>
                  <a:pt x="11192107" y="952418"/>
                </a:cubicBezTo>
                <a:lnTo>
                  <a:pt x="11192107" y="978462"/>
                </a:lnTo>
                <a:cubicBezTo>
                  <a:pt x="11182863" y="970852"/>
                  <a:pt x="11172605" y="964590"/>
                  <a:pt x="11161629" y="959859"/>
                </a:cubicBezTo>
                <a:cubicBezTo>
                  <a:pt x="11149361" y="958315"/>
                  <a:pt x="11136953" y="958315"/>
                  <a:pt x="11124685" y="959859"/>
                </a:cubicBezTo>
                <a:cubicBezTo>
                  <a:pt x="11121915" y="947394"/>
                  <a:pt x="11118405" y="931767"/>
                  <a:pt x="11114895" y="917257"/>
                </a:cubicBezTo>
                <a:cubicBezTo>
                  <a:pt x="11111387" y="902746"/>
                  <a:pt x="11120067" y="885631"/>
                  <a:pt x="11106767" y="871678"/>
                </a:cubicBezTo>
                <a:cubicBezTo>
                  <a:pt x="11096239" y="880794"/>
                  <a:pt x="11099195" y="891397"/>
                  <a:pt x="11099195" y="901816"/>
                </a:cubicBezTo>
                <a:lnTo>
                  <a:pt x="11101041" y="939023"/>
                </a:lnTo>
                <a:cubicBezTo>
                  <a:pt x="11102335" y="965254"/>
                  <a:pt x="11103259" y="991298"/>
                  <a:pt x="11105105" y="1017529"/>
                </a:cubicBezTo>
                <a:cubicBezTo>
                  <a:pt x="11105291" y="1021250"/>
                  <a:pt x="11108985" y="1024599"/>
                  <a:pt x="11111571" y="1028506"/>
                </a:cubicBezTo>
                <a:cubicBezTo>
                  <a:pt x="11137245" y="1016599"/>
                  <a:pt x="11114157" y="992787"/>
                  <a:pt x="11127271" y="977346"/>
                </a:cubicBezTo>
                <a:cubicBezTo>
                  <a:pt x="11143341" y="981067"/>
                  <a:pt x="11162183" y="971393"/>
                  <a:pt x="11177699" y="986089"/>
                </a:cubicBezTo>
                <a:cubicBezTo>
                  <a:pt x="11200049" y="981997"/>
                  <a:pt x="11206883" y="996880"/>
                  <a:pt x="11209839" y="1013623"/>
                </a:cubicBezTo>
                <a:cubicBezTo>
                  <a:pt x="11248629" y="1024041"/>
                  <a:pt x="11255095" y="1053993"/>
                  <a:pt x="11228311" y="1093617"/>
                </a:cubicBezTo>
                <a:cubicBezTo>
                  <a:pt x="11233391" y="1108221"/>
                  <a:pt x="11242719" y="1111059"/>
                  <a:pt x="11253201" y="1111407"/>
                </a:cubicBezTo>
                <a:lnTo>
                  <a:pt x="11262731" y="1112264"/>
                </a:lnTo>
                <a:lnTo>
                  <a:pt x="11262731" y="1166634"/>
                </a:lnTo>
                <a:lnTo>
                  <a:pt x="11262299" y="1156497"/>
                </a:lnTo>
                <a:cubicBezTo>
                  <a:pt x="11261375" y="1135475"/>
                  <a:pt x="11258973" y="1132127"/>
                  <a:pt x="11239025" y="1128965"/>
                </a:cubicBezTo>
                <a:cubicBezTo>
                  <a:pt x="11234037" y="1127848"/>
                  <a:pt x="11229051" y="1127848"/>
                  <a:pt x="11224987" y="1127848"/>
                </a:cubicBezTo>
                <a:cubicBezTo>
                  <a:pt x="11219629" y="1119848"/>
                  <a:pt x="11225355" y="1106268"/>
                  <a:pt x="11209469" y="1106268"/>
                </a:cubicBezTo>
                <a:lnTo>
                  <a:pt x="11197095" y="1127104"/>
                </a:lnTo>
                <a:cubicBezTo>
                  <a:pt x="11189521" y="1118732"/>
                  <a:pt x="11171973" y="1128778"/>
                  <a:pt x="11169941" y="1110175"/>
                </a:cubicBezTo>
                <a:cubicBezTo>
                  <a:pt x="11154425" y="1123569"/>
                  <a:pt x="11154425" y="1123569"/>
                  <a:pt x="11158119" y="1142173"/>
                </a:cubicBezTo>
                <a:cubicBezTo>
                  <a:pt x="11172527" y="1141243"/>
                  <a:pt x="11188967" y="1133430"/>
                  <a:pt x="11201897" y="1152032"/>
                </a:cubicBezTo>
                <a:lnTo>
                  <a:pt x="11183425" y="1181984"/>
                </a:lnTo>
                <a:cubicBezTo>
                  <a:pt x="11179731" y="1173799"/>
                  <a:pt x="11178437" y="1169706"/>
                  <a:pt x="11176407" y="1166171"/>
                </a:cubicBezTo>
                <a:cubicBezTo>
                  <a:pt x="11174331" y="1162346"/>
                  <a:pt x="11171649" y="1158890"/>
                  <a:pt x="11168463" y="1155939"/>
                </a:cubicBezTo>
                <a:cubicBezTo>
                  <a:pt x="11157749" y="1147382"/>
                  <a:pt x="11148145" y="1150917"/>
                  <a:pt x="11145743" y="1164311"/>
                </a:cubicBezTo>
                <a:cubicBezTo>
                  <a:pt x="11144909" y="1168663"/>
                  <a:pt x="11144537" y="1173090"/>
                  <a:pt x="11144635" y="1177519"/>
                </a:cubicBezTo>
                <a:cubicBezTo>
                  <a:pt x="11145929" y="1207471"/>
                  <a:pt x="11145929" y="1237237"/>
                  <a:pt x="11145929" y="1267189"/>
                </a:cubicBezTo>
                <a:cubicBezTo>
                  <a:pt x="11145929" y="1272584"/>
                  <a:pt x="11143527" y="1282815"/>
                  <a:pt x="11140203" y="1282815"/>
                </a:cubicBezTo>
                <a:cubicBezTo>
                  <a:pt x="11133799" y="1284229"/>
                  <a:pt x="11127101" y="1282879"/>
                  <a:pt x="11121731" y="1279094"/>
                </a:cubicBezTo>
                <a:cubicBezTo>
                  <a:pt x="11115621" y="1273249"/>
                  <a:pt x="11110229" y="1266691"/>
                  <a:pt x="11105661" y="1259560"/>
                </a:cubicBezTo>
                <a:cubicBezTo>
                  <a:pt x="11092175" y="1285606"/>
                  <a:pt x="11096055" y="1376205"/>
                  <a:pt x="11110647" y="1404482"/>
                </a:cubicBezTo>
                <a:cubicBezTo>
                  <a:pt x="11125793" y="1400389"/>
                  <a:pt x="11124317" y="1389599"/>
                  <a:pt x="11122283" y="1377879"/>
                </a:cubicBezTo>
                <a:cubicBezTo>
                  <a:pt x="11120807" y="1369321"/>
                  <a:pt x="11116557" y="1355369"/>
                  <a:pt x="11119699" y="1353322"/>
                </a:cubicBezTo>
                <a:cubicBezTo>
                  <a:pt x="11131889" y="1345323"/>
                  <a:pt x="11122839" y="1333230"/>
                  <a:pt x="11127457" y="1324673"/>
                </a:cubicBezTo>
                <a:cubicBezTo>
                  <a:pt x="11143897" y="1331185"/>
                  <a:pt x="11145189" y="1331370"/>
                  <a:pt x="11143897" y="1343277"/>
                </a:cubicBezTo>
                <a:cubicBezTo>
                  <a:pt x="11141679" y="1367275"/>
                  <a:pt x="11137985" y="1391460"/>
                  <a:pt x="11133737" y="1415272"/>
                </a:cubicBezTo>
                <a:cubicBezTo>
                  <a:pt x="11132813" y="1420109"/>
                  <a:pt x="11127087" y="1424574"/>
                  <a:pt x="11122653" y="1427922"/>
                </a:cubicBezTo>
                <a:cubicBezTo>
                  <a:pt x="11112495" y="1436108"/>
                  <a:pt x="11111941" y="1442433"/>
                  <a:pt x="11122653" y="1449316"/>
                </a:cubicBezTo>
                <a:cubicBezTo>
                  <a:pt x="11126745" y="1451320"/>
                  <a:pt x="11131013" y="1452941"/>
                  <a:pt x="11135399" y="1454153"/>
                </a:cubicBezTo>
                <a:cubicBezTo>
                  <a:pt x="11135399" y="1466803"/>
                  <a:pt x="11135029" y="1480384"/>
                  <a:pt x="11135399" y="1491360"/>
                </a:cubicBezTo>
                <a:cubicBezTo>
                  <a:pt x="11135769" y="1502336"/>
                  <a:pt x="11132629" y="1515545"/>
                  <a:pt x="11146481" y="1520940"/>
                </a:cubicBezTo>
                <a:cubicBezTo>
                  <a:pt x="11158771" y="1525453"/>
                  <a:pt x="11172515" y="1520631"/>
                  <a:pt x="11179361" y="1509406"/>
                </a:cubicBezTo>
                <a:cubicBezTo>
                  <a:pt x="11180655" y="1507732"/>
                  <a:pt x="11183611" y="1507173"/>
                  <a:pt x="11186935" y="1505499"/>
                </a:cubicBezTo>
                <a:lnTo>
                  <a:pt x="11198387" y="1517963"/>
                </a:lnTo>
                <a:lnTo>
                  <a:pt x="11207623" y="1495267"/>
                </a:lnTo>
                <a:cubicBezTo>
                  <a:pt x="11214827" y="1514429"/>
                  <a:pt x="11217043" y="1531358"/>
                  <a:pt x="11232189" y="1542706"/>
                </a:cubicBezTo>
                <a:lnTo>
                  <a:pt x="11245489" y="1525033"/>
                </a:lnTo>
                <a:cubicBezTo>
                  <a:pt x="11249517" y="1531172"/>
                  <a:pt x="11255151" y="1535827"/>
                  <a:pt x="11261579" y="1538643"/>
                </a:cubicBezTo>
                <a:lnTo>
                  <a:pt x="11262731" y="1538785"/>
                </a:lnTo>
                <a:lnTo>
                  <a:pt x="11262731" y="1580027"/>
                </a:lnTo>
                <a:lnTo>
                  <a:pt x="11259713" y="1584564"/>
                </a:lnTo>
                <a:cubicBezTo>
                  <a:pt x="11255579" y="1590647"/>
                  <a:pt x="11247381" y="1592299"/>
                  <a:pt x="11241241" y="1588285"/>
                </a:cubicBezTo>
                <a:cubicBezTo>
                  <a:pt x="11222769" y="1579726"/>
                  <a:pt x="11220923" y="1581587"/>
                  <a:pt x="11219445" y="1600191"/>
                </a:cubicBezTo>
                <a:cubicBezTo>
                  <a:pt x="11219445" y="1607818"/>
                  <a:pt x="11219445" y="1615446"/>
                  <a:pt x="11219445" y="1626608"/>
                </a:cubicBezTo>
                <a:cubicBezTo>
                  <a:pt x="11229973" y="1626422"/>
                  <a:pt x="11239163" y="1624887"/>
                  <a:pt x="11247775" y="1624282"/>
                </a:cubicBezTo>
                <a:lnTo>
                  <a:pt x="11262731" y="1626240"/>
                </a:lnTo>
                <a:lnTo>
                  <a:pt x="11262731" y="1647032"/>
                </a:lnTo>
                <a:lnTo>
                  <a:pt x="11262021" y="1649164"/>
                </a:lnTo>
                <a:lnTo>
                  <a:pt x="11262731" y="1650436"/>
                </a:lnTo>
                <a:lnTo>
                  <a:pt x="11262731" y="1698129"/>
                </a:lnTo>
                <a:lnTo>
                  <a:pt x="11261559" y="1702510"/>
                </a:lnTo>
                <a:cubicBezTo>
                  <a:pt x="11249183" y="1701766"/>
                  <a:pt x="11236993" y="1700278"/>
                  <a:pt x="11223693" y="1700278"/>
                </a:cubicBezTo>
                <a:lnTo>
                  <a:pt x="11218337" y="1682976"/>
                </a:lnTo>
                <a:cubicBezTo>
                  <a:pt x="11210947" y="1689301"/>
                  <a:pt x="11203189" y="1692464"/>
                  <a:pt x="11201527" y="1697859"/>
                </a:cubicBezTo>
                <a:cubicBezTo>
                  <a:pt x="11191499" y="1719234"/>
                  <a:pt x="11187841" y="1743081"/>
                  <a:pt x="11190999" y="1766506"/>
                </a:cubicBezTo>
                <a:cubicBezTo>
                  <a:pt x="11194127" y="1782737"/>
                  <a:pt x="11195243" y="1799296"/>
                  <a:pt x="11194323" y="1815805"/>
                </a:cubicBezTo>
                <a:cubicBezTo>
                  <a:pt x="11193953" y="1846687"/>
                  <a:pt x="11190075" y="1879615"/>
                  <a:pt x="11218337" y="1903800"/>
                </a:cubicBezTo>
                <a:cubicBezTo>
                  <a:pt x="11227019" y="1911055"/>
                  <a:pt x="11225355" y="1922589"/>
                  <a:pt x="11216305" y="1933379"/>
                </a:cubicBezTo>
                <a:lnTo>
                  <a:pt x="11206145" y="1917008"/>
                </a:lnTo>
                <a:lnTo>
                  <a:pt x="11192477" y="1945471"/>
                </a:lnTo>
                <a:lnTo>
                  <a:pt x="11218705" y="1949564"/>
                </a:lnTo>
                <a:lnTo>
                  <a:pt x="11216859" y="1974307"/>
                </a:lnTo>
                <a:cubicBezTo>
                  <a:pt x="11202451" y="1967423"/>
                  <a:pt x="11196541" y="1975237"/>
                  <a:pt x="11195617" y="1986027"/>
                </a:cubicBezTo>
                <a:cubicBezTo>
                  <a:pt x="11194323" y="2003328"/>
                  <a:pt x="11185457" y="2023792"/>
                  <a:pt x="11210579" y="2033094"/>
                </a:cubicBezTo>
                <a:cubicBezTo>
                  <a:pt x="11212979" y="2033838"/>
                  <a:pt x="11213533" y="2039047"/>
                  <a:pt x="11215011" y="2042024"/>
                </a:cubicBezTo>
                <a:cubicBezTo>
                  <a:pt x="11223325" y="2057464"/>
                  <a:pt x="11233113" y="2058208"/>
                  <a:pt x="11244013" y="2043884"/>
                </a:cubicBezTo>
                <a:cubicBezTo>
                  <a:pt x="11246597" y="2040721"/>
                  <a:pt x="11248815" y="2037186"/>
                  <a:pt x="11252323" y="2032536"/>
                </a:cubicBezTo>
                <a:lnTo>
                  <a:pt x="11262731" y="2039340"/>
                </a:lnTo>
                <a:lnTo>
                  <a:pt x="11262731" y="2070549"/>
                </a:lnTo>
                <a:lnTo>
                  <a:pt x="11258235" y="2072905"/>
                </a:lnTo>
                <a:lnTo>
                  <a:pt x="11258235" y="2143413"/>
                </a:lnTo>
                <a:lnTo>
                  <a:pt x="11262731" y="2145433"/>
                </a:lnTo>
                <a:lnTo>
                  <a:pt x="11262731" y="2167446"/>
                </a:lnTo>
                <a:lnTo>
                  <a:pt x="11258973" y="2168527"/>
                </a:lnTo>
                <a:cubicBezTo>
                  <a:pt x="11259529" y="2177084"/>
                  <a:pt x="11260637" y="2186387"/>
                  <a:pt x="11260637" y="2194200"/>
                </a:cubicBezTo>
                <a:cubicBezTo>
                  <a:pt x="11260637" y="2202014"/>
                  <a:pt x="11260637" y="2210571"/>
                  <a:pt x="11260637" y="2220617"/>
                </a:cubicBezTo>
                <a:cubicBezTo>
                  <a:pt x="11242903" y="2217083"/>
                  <a:pt x="11245859" y="2205176"/>
                  <a:pt x="11245859" y="2195502"/>
                </a:cubicBezTo>
                <a:cubicBezTo>
                  <a:pt x="11245675" y="2181178"/>
                  <a:pt x="11246045" y="2167783"/>
                  <a:pt x="11228681" y="2161086"/>
                </a:cubicBezTo>
                <a:cubicBezTo>
                  <a:pt x="11222769" y="2158481"/>
                  <a:pt x="11219629" y="2148808"/>
                  <a:pt x="11215197" y="2142482"/>
                </a:cubicBezTo>
                <a:lnTo>
                  <a:pt x="11207623" y="2131506"/>
                </a:lnTo>
                <a:cubicBezTo>
                  <a:pt x="11205551" y="2136699"/>
                  <a:pt x="11204665" y="2142294"/>
                  <a:pt x="11205037" y="2147878"/>
                </a:cubicBezTo>
                <a:cubicBezTo>
                  <a:pt x="11202451" y="2161458"/>
                  <a:pt x="11211687" y="2178387"/>
                  <a:pt x="11193215" y="2187689"/>
                </a:cubicBezTo>
                <a:cubicBezTo>
                  <a:pt x="11191281" y="2192891"/>
                  <a:pt x="11191755" y="2198689"/>
                  <a:pt x="11194509" y="2203502"/>
                </a:cubicBezTo>
                <a:cubicBezTo>
                  <a:pt x="11216489" y="2217454"/>
                  <a:pt x="11217783" y="2239034"/>
                  <a:pt x="11217783" y="2261359"/>
                </a:cubicBezTo>
                <a:cubicBezTo>
                  <a:pt x="11218725" y="2270824"/>
                  <a:pt x="11220329" y="2280211"/>
                  <a:pt x="11222585" y="2289450"/>
                </a:cubicBezTo>
                <a:cubicBezTo>
                  <a:pt x="11221407" y="2290137"/>
                  <a:pt x="11220265" y="2290887"/>
                  <a:pt x="11219165" y="2291699"/>
                </a:cubicBezTo>
                <a:cubicBezTo>
                  <a:pt x="11202211" y="2304202"/>
                  <a:pt x="11198531" y="2328182"/>
                  <a:pt x="11210947" y="2345260"/>
                </a:cubicBezTo>
                <a:cubicBezTo>
                  <a:pt x="11221455" y="2357316"/>
                  <a:pt x="11224311" y="2374301"/>
                  <a:pt x="11218337" y="2389165"/>
                </a:cubicBezTo>
                <a:cubicBezTo>
                  <a:pt x="11217043" y="2395675"/>
                  <a:pt x="11214827" y="2402187"/>
                  <a:pt x="11212611" y="2409628"/>
                </a:cubicBezTo>
                <a:cubicBezTo>
                  <a:pt x="11208177" y="2410187"/>
                  <a:pt x="11202451" y="2411117"/>
                  <a:pt x="11195617" y="2412047"/>
                </a:cubicBezTo>
                <a:lnTo>
                  <a:pt x="11194139" y="2439022"/>
                </a:lnTo>
                <a:cubicBezTo>
                  <a:pt x="11184349" y="2437719"/>
                  <a:pt x="11176037" y="2436604"/>
                  <a:pt x="11169017" y="2435487"/>
                </a:cubicBezTo>
                <a:cubicBezTo>
                  <a:pt x="11153687" y="2448696"/>
                  <a:pt x="11161259" y="2465811"/>
                  <a:pt x="11156271" y="2480880"/>
                </a:cubicBezTo>
                <a:cubicBezTo>
                  <a:pt x="11148387" y="2463262"/>
                  <a:pt x="11143695" y="2444361"/>
                  <a:pt x="11142419" y="2425069"/>
                </a:cubicBezTo>
                <a:cubicBezTo>
                  <a:pt x="11150885" y="2422688"/>
                  <a:pt x="11159113" y="2419526"/>
                  <a:pt x="11166985" y="2415581"/>
                </a:cubicBezTo>
                <a:cubicBezTo>
                  <a:pt x="11178253" y="2409628"/>
                  <a:pt x="11188597" y="2400327"/>
                  <a:pt x="11201711" y="2391025"/>
                </a:cubicBezTo>
                <a:cubicBezTo>
                  <a:pt x="11199495" y="2386188"/>
                  <a:pt x="11201527" y="2376514"/>
                  <a:pt x="11190075" y="2370933"/>
                </a:cubicBezTo>
                <a:cubicBezTo>
                  <a:pt x="11182987" y="2366115"/>
                  <a:pt x="11177055" y="2359753"/>
                  <a:pt x="11172711" y="2352330"/>
                </a:cubicBezTo>
                <a:cubicBezTo>
                  <a:pt x="11164029" y="2340238"/>
                  <a:pt x="11169941" y="2335029"/>
                  <a:pt x="11182501" y="2333726"/>
                </a:cubicBezTo>
                <a:lnTo>
                  <a:pt x="11182133" y="2333912"/>
                </a:lnTo>
                <a:lnTo>
                  <a:pt x="11182983" y="2334169"/>
                </a:lnTo>
                <a:lnTo>
                  <a:pt x="11190999" y="2341539"/>
                </a:lnTo>
                <a:lnTo>
                  <a:pt x="11193215" y="2337261"/>
                </a:lnTo>
                <a:lnTo>
                  <a:pt x="11182983" y="2334169"/>
                </a:lnTo>
                <a:lnTo>
                  <a:pt x="11182501" y="2333726"/>
                </a:lnTo>
                <a:lnTo>
                  <a:pt x="11181209" y="2332982"/>
                </a:lnTo>
                <a:cubicBezTo>
                  <a:pt x="11171503" y="2316499"/>
                  <a:pt x="11165217" y="2298213"/>
                  <a:pt x="11162737" y="2279218"/>
                </a:cubicBezTo>
                <a:lnTo>
                  <a:pt x="11175483" y="2265451"/>
                </a:lnTo>
                <a:cubicBezTo>
                  <a:pt x="11170125" y="2261172"/>
                  <a:pt x="11163291" y="2258568"/>
                  <a:pt x="11163291" y="2255033"/>
                </a:cubicBezTo>
                <a:cubicBezTo>
                  <a:pt x="11160335" y="2236802"/>
                  <a:pt x="11141309" y="2225081"/>
                  <a:pt x="11144819" y="2204059"/>
                </a:cubicBezTo>
                <a:cubicBezTo>
                  <a:pt x="11145743" y="2198479"/>
                  <a:pt x="11136877" y="2191037"/>
                  <a:pt x="11129487" y="2179875"/>
                </a:cubicBezTo>
                <a:cubicBezTo>
                  <a:pt x="11128381" y="2191967"/>
                  <a:pt x="11129857" y="2198850"/>
                  <a:pt x="11127087" y="2203315"/>
                </a:cubicBezTo>
                <a:cubicBezTo>
                  <a:pt x="11117147" y="2220938"/>
                  <a:pt x="11116733" y="2242428"/>
                  <a:pt x="11125979" y="2260428"/>
                </a:cubicBezTo>
                <a:cubicBezTo>
                  <a:pt x="11129499" y="2269362"/>
                  <a:pt x="11130209" y="2279168"/>
                  <a:pt x="11128011" y="2288520"/>
                </a:cubicBezTo>
                <a:cubicBezTo>
                  <a:pt x="11122817" y="2317131"/>
                  <a:pt x="11122129" y="2346396"/>
                  <a:pt x="11125979" y="2375212"/>
                </a:cubicBezTo>
                <a:cubicBezTo>
                  <a:pt x="11128565" y="2429720"/>
                  <a:pt x="11132075" y="2484414"/>
                  <a:pt x="11132075" y="2538923"/>
                </a:cubicBezTo>
                <a:cubicBezTo>
                  <a:pt x="11132259" y="2568874"/>
                  <a:pt x="11131519" y="2598082"/>
                  <a:pt x="11147591" y="2622452"/>
                </a:cubicBezTo>
                <a:cubicBezTo>
                  <a:pt x="11165693" y="2622080"/>
                  <a:pt x="11183055" y="2630823"/>
                  <a:pt x="11200419" y="2613522"/>
                </a:cubicBezTo>
                <a:cubicBezTo>
                  <a:pt x="11206883" y="2640497"/>
                  <a:pt x="11212979" y="2663193"/>
                  <a:pt x="11217413" y="2686076"/>
                </a:cubicBezTo>
                <a:cubicBezTo>
                  <a:pt x="11218295" y="2698335"/>
                  <a:pt x="11213111" y="2710242"/>
                  <a:pt x="11203559" y="2717888"/>
                </a:cubicBezTo>
                <a:cubicBezTo>
                  <a:pt x="11184533" y="2698540"/>
                  <a:pt x="11184163" y="2697052"/>
                  <a:pt x="11196355" y="2675100"/>
                </a:cubicBezTo>
                <a:cubicBezTo>
                  <a:pt x="11196581" y="2674821"/>
                  <a:pt x="11196795" y="2674541"/>
                  <a:pt x="11197003" y="2674263"/>
                </a:cubicBezTo>
                <a:cubicBezTo>
                  <a:pt x="11202203" y="2667007"/>
                  <a:pt x="11200591" y="2656906"/>
                  <a:pt x="11193399" y="2651660"/>
                </a:cubicBezTo>
                <a:cubicBezTo>
                  <a:pt x="11185465" y="2646395"/>
                  <a:pt x="11177265" y="2641558"/>
                  <a:pt x="11168833" y="2637149"/>
                </a:cubicBezTo>
                <a:cubicBezTo>
                  <a:pt x="11164929" y="2677574"/>
                  <a:pt x="11164125" y="2718261"/>
                  <a:pt x="11166431" y="2758816"/>
                </a:cubicBezTo>
                <a:cubicBezTo>
                  <a:pt x="11178991" y="2753979"/>
                  <a:pt x="11189337" y="2750444"/>
                  <a:pt x="11203375" y="2745421"/>
                </a:cubicBezTo>
                <a:lnTo>
                  <a:pt x="11208915" y="2817230"/>
                </a:lnTo>
                <a:cubicBezTo>
                  <a:pt x="11185827" y="2817417"/>
                  <a:pt x="11185827" y="2817417"/>
                  <a:pt x="11183425" y="2795093"/>
                </a:cubicBezTo>
                <a:cubicBezTo>
                  <a:pt x="11188413" y="2789698"/>
                  <a:pt x="11194877" y="2785046"/>
                  <a:pt x="11194877" y="2782628"/>
                </a:cubicBezTo>
                <a:cubicBezTo>
                  <a:pt x="11190999" y="2769977"/>
                  <a:pt x="11180285" y="2767932"/>
                  <a:pt x="11166617" y="2769977"/>
                </a:cubicBezTo>
                <a:cubicBezTo>
                  <a:pt x="11168279" y="2785977"/>
                  <a:pt x="11169201" y="2800860"/>
                  <a:pt x="11152947" y="2809045"/>
                </a:cubicBezTo>
                <a:cubicBezTo>
                  <a:pt x="11149991" y="2809976"/>
                  <a:pt x="11149991" y="2815556"/>
                  <a:pt x="11149991" y="2818719"/>
                </a:cubicBezTo>
                <a:cubicBezTo>
                  <a:pt x="11151011" y="2846215"/>
                  <a:pt x="11148967" y="2873729"/>
                  <a:pt x="11143897" y="2900760"/>
                </a:cubicBezTo>
                <a:cubicBezTo>
                  <a:pt x="11141679" y="2918992"/>
                  <a:pt x="11145559" y="2923457"/>
                  <a:pt x="11164029" y="2929782"/>
                </a:cubicBezTo>
                <a:cubicBezTo>
                  <a:pt x="11163107" y="2939641"/>
                  <a:pt x="11161259" y="2948757"/>
                  <a:pt x="11161259" y="2958245"/>
                </a:cubicBezTo>
                <a:cubicBezTo>
                  <a:pt x="11161515" y="2963770"/>
                  <a:pt x="11162319" y="2969258"/>
                  <a:pt x="11163661" y="2974616"/>
                </a:cubicBezTo>
                <a:cubicBezTo>
                  <a:pt x="11169017" y="2972570"/>
                  <a:pt x="11174375" y="2970337"/>
                  <a:pt x="11180285" y="2968105"/>
                </a:cubicBezTo>
                <a:lnTo>
                  <a:pt x="11180285" y="3054239"/>
                </a:lnTo>
                <a:cubicBezTo>
                  <a:pt x="11175297" y="3053681"/>
                  <a:pt x="11171233" y="3052564"/>
                  <a:pt x="11165877" y="3052564"/>
                </a:cubicBezTo>
                <a:lnTo>
                  <a:pt x="11169571" y="3071168"/>
                </a:lnTo>
                <a:lnTo>
                  <a:pt x="11154795" y="3071168"/>
                </a:lnTo>
                <a:cubicBezTo>
                  <a:pt x="11153133" y="3089213"/>
                  <a:pt x="11151469" y="3106329"/>
                  <a:pt x="11174743" y="3116188"/>
                </a:cubicBezTo>
                <a:lnTo>
                  <a:pt x="11158489" y="3122514"/>
                </a:lnTo>
                <a:cubicBezTo>
                  <a:pt x="11158673" y="3140560"/>
                  <a:pt x="11154795" y="3158791"/>
                  <a:pt x="11166985" y="3168278"/>
                </a:cubicBezTo>
                <a:cubicBezTo>
                  <a:pt x="11165693" y="3191905"/>
                  <a:pt x="11163845" y="3210509"/>
                  <a:pt x="11163845" y="3229111"/>
                </a:cubicBezTo>
                <a:cubicBezTo>
                  <a:pt x="11164953" y="3254412"/>
                  <a:pt x="11168093" y="3278969"/>
                  <a:pt x="11170679" y="3303525"/>
                </a:cubicBezTo>
                <a:cubicBezTo>
                  <a:pt x="11172527" y="3320826"/>
                  <a:pt x="11171973" y="3337942"/>
                  <a:pt x="11175483" y="3355430"/>
                </a:cubicBezTo>
                <a:cubicBezTo>
                  <a:pt x="11179687" y="3373847"/>
                  <a:pt x="11179305" y="3393009"/>
                  <a:pt x="11174375" y="3411240"/>
                </a:cubicBezTo>
                <a:cubicBezTo>
                  <a:pt x="11167897" y="3433266"/>
                  <a:pt x="11166631" y="3456521"/>
                  <a:pt x="11170679" y="3479142"/>
                </a:cubicBezTo>
                <a:cubicBezTo>
                  <a:pt x="11176743" y="3503457"/>
                  <a:pt x="11177999" y="3528739"/>
                  <a:pt x="11174375" y="3553556"/>
                </a:cubicBezTo>
                <a:cubicBezTo>
                  <a:pt x="11170667" y="3587583"/>
                  <a:pt x="11169371" y="3621850"/>
                  <a:pt x="11170495" y="3656062"/>
                </a:cubicBezTo>
                <a:lnTo>
                  <a:pt x="11168649" y="3708896"/>
                </a:lnTo>
                <a:cubicBezTo>
                  <a:pt x="11165693" y="3775682"/>
                  <a:pt x="11162367" y="3842655"/>
                  <a:pt x="11159965" y="3909627"/>
                </a:cubicBezTo>
                <a:cubicBezTo>
                  <a:pt x="11159597" y="3924510"/>
                  <a:pt x="11162553" y="3939579"/>
                  <a:pt x="11162553" y="3954462"/>
                </a:cubicBezTo>
                <a:cubicBezTo>
                  <a:pt x="11160089" y="4029750"/>
                  <a:pt x="11157257" y="4104592"/>
                  <a:pt x="11154055" y="4179006"/>
                </a:cubicBezTo>
                <a:cubicBezTo>
                  <a:pt x="11152419" y="4254778"/>
                  <a:pt x="11146249" y="4330383"/>
                  <a:pt x="11135583" y="4405410"/>
                </a:cubicBezTo>
                <a:cubicBezTo>
                  <a:pt x="11128749" y="4448198"/>
                  <a:pt x="11123023" y="4492288"/>
                  <a:pt x="11139277" y="4535634"/>
                </a:cubicBezTo>
                <a:cubicBezTo>
                  <a:pt x="11142309" y="4545774"/>
                  <a:pt x="11143865" y="4556302"/>
                  <a:pt x="11143897" y="4566888"/>
                </a:cubicBezTo>
                <a:cubicBezTo>
                  <a:pt x="11146113" y="4595538"/>
                  <a:pt x="11146667" y="4621955"/>
                  <a:pt x="11150177" y="4651348"/>
                </a:cubicBezTo>
                <a:cubicBezTo>
                  <a:pt x="11153687" y="4680741"/>
                  <a:pt x="11162367" y="4709391"/>
                  <a:pt x="11168649" y="4738598"/>
                </a:cubicBezTo>
                <a:cubicBezTo>
                  <a:pt x="11173913" y="4758132"/>
                  <a:pt x="11177375" y="4778131"/>
                  <a:pt x="11178991" y="4798316"/>
                </a:cubicBezTo>
                <a:cubicBezTo>
                  <a:pt x="11179303" y="4815841"/>
                  <a:pt x="11185053" y="4832807"/>
                  <a:pt x="11195431" y="4846870"/>
                </a:cubicBezTo>
                <a:cubicBezTo>
                  <a:pt x="11214089" y="4873288"/>
                  <a:pt x="11213719" y="4873660"/>
                  <a:pt x="11196725" y="4898961"/>
                </a:cubicBezTo>
                <a:cubicBezTo>
                  <a:pt x="11196725" y="4900262"/>
                  <a:pt x="11196725" y="4902309"/>
                  <a:pt x="11196725" y="4903983"/>
                </a:cubicBezTo>
                <a:cubicBezTo>
                  <a:pt x="11197707" y="4904095"/>
                  <a:pt x="11198697" y="4904095"/>
                  <a:pt x="11199679" y="4903983"/>
                </a:cubicBezTo>
                <a:lnTo>
                  <a:pt x="11212611" y="4949376"/>
                </a:lnTo>
                <a:cubicBezTo>
                  <a:pt x="11233853" y="4942493"/>
                  <a:pt x="11210947" y="4913286"/>
                  <a:pt x="11229419" y="4908448"/>
                </a:cubicBezTo>
                <a:lnTo>
                  <a:pt x="11262731" y="4922253"/>
                </a:lnTo>
                <a:lnTo>
                  <a:pt x="11262731" y="5116010"/>
                </a:lnTo>
                <a:lnTo>
                  <a:pt x="0" y="5116010"/>
                </a:lnTo>
                <a:lnTo>
                  <a:pt x="0" y="4932246"/>
                </a:lnTo>
                <a:lnTo>
                  <a:pt x="54625" y="4917444"/>
                </a:lnTo>
                <a:cubicBezTo>
                  <a:pt x="32366" y="4908891"/>
                  <a:pt x="20511" y="4904493"/>
                  <a:pt x="4301" y="4898384"/>
                </a:cubicBezTo>
                <a:cubicBezTo>
                  <a:pt x="17768" y="4870131"/>
                  <a:pt x="29090" y="4840886"/>
                  <a:pt x="38173" y="4810903"/>
                </a:cubicBezTo>
                <a:cubicBezTo>
                  <a:pt x="42496" y="4780810"/>
                  <a:pt x="44277" y="4750399"/>
                  <a:pt x="43496" y="4720001"/>
                </a:cubicBezTo>
                <a:lnTo>
                  <a:pt x="50996" y="4720001"/>
                </a:lnTo>
                <a:lnTo>
                  <a:pt x="63093" y="4758854"/>
                </a:lnTo>
                <a:cubicBezTo>
                  <a:pt x="73220" y="4712511"/>
                  <a:pt x="79852" y="4665459"/>
                  <a:pt x="82932" y="4618102"/>
                </a:cubicBezTo>
                <a:cubicBezTo>
                  <a:pt x="86832" y="4592442"/>
                  <a:pt x="86094" y="4566278"/>
                  <a:pt x="80754" y="4540884"/>
                </a:cubicBezTo>
                <a:cubicBezTo>
                  <a:pt x="61157" y="4477350"/>
                  <a:pt x="69625" y="4414305"/>
                  <a:pt x="77125" y="4351016"/>
                </a:cubicBezTo>
                <a:cubicBezTo>
                  <a:pt x="84625" y="4287726"/>
                  <a:pt x="98416" y="4218817"/>
                  <a:pt x="85351" y="4151373"/>
                </a:cubicBezTo>
                <a:cubicBezTo>
                  <a:pt x="84647" y="4144934"/>
                  <a:pt x="85390" y="4138420"/>
                  <a:pt x="87529" y="4132313"/>
                </a:cubicBezTo>
                <a:cubicBezTo>
                  <a:pt x="97448" y="4098836"/>
                  <a:pt x="107852" y="4065358"/>
                  <a:pt x="118255" y="4031392"/>
                </a:cubicBezTo>
                <a:cubicBezTo>
                  <a:pt x="67448" y="4020640"/>
                  <a:pt x="61883" y="4009644"/>
                  <a:pt x="74464" y="3968347"/>
                </a:cubicBezTo>
                <a:cubicBezTo>
                  <a:pt x="80996" y="3946843"/>
                  <a:pt x="90916" y="3919475"/>
                  <a:pt x="83658" y="3902614"/>
                </a:cubicBezTo>
                <a:cubicBezTo>
                  <a:pt x="74897" y="3879834"/>
                  <a:pt x="76673" y="3854291"/>
                  <a:pt x="88496" y="3832971"/>
                </a:cubicBezTo>
                <a:cubicBezTo>
                  <a:pt x="91591" y="3822864"/>
                  <a:pt x="94095" y="3812584"/>
                  <a:pt x="95997" y="3802181"/>
                </a:cubicBezTo>
                <a:cubicBezTo>
                  <a:pt x="77609" y="3810001"/>
                  <a:pt x="63335" y="3815866"/>
                  <a:pt x="47609" y="3822219"/>
                </a:cubicBezTo>
                <a:cubicBezTo>
                  <a:pt x="43737" y="3766261"/>
                  <a:pt x="43737" y="3766261"/>
                  <a:pt x="111965" y="3718121"/>
                </a:cubicBezTo>
                <a:cubicBezTo>
                  <a:pt x="96577" y="3689636"/>
                  <a:pt x="98740" y="3654761"/>
                  <a:pt x="117529" y="3628441"/>
                </a:cubicBezTo>
                <a:cubicBezTo>
                  <a:pt x="127928" y="3610280"/>
                  <a:pt x="129010" y="3588168"/>
                  <a:pt x="120433" y="3569061"/>
                </a:cubicBezTo>
                <a:cubicBezTo>
                  <a:pt x="99019" y="3543513"/>
                  <a:pt x="94380" y="3507673"/>
                  <a:pt x="108578" y="3477426"/>
                </a:cubicBezTo>
                <a:cubicBezTo>
                  <a:pt x="117375" y="3452694"/>
                  <a:pt x="113286" y="3425155"/>
                  <a:pt x="97690" y="3404118"/>
                </a:cubicBezTo>
                <a:cubicBezTo>
                  <a:pt x="82206" y="3379682"/>
                  <a:pt x="58980" y="3359644"/>
                  <a:pt x="63577" y="3326167"/>
                </a:cubicBezTo>
                <a:cubicBezTo>
                  <a:pt x="68861" y="3296868"/>
                  <a:pt x="62231" y="3266655"/>
                  <a:pt x="45189" y="3242351"/>
                </a:cubicBezTo>
                <a:cubicBezTo>
                  <a:pt x="33818" y="3226468"/>
                  <a:pt x="24866" y="3208874"/>
                  <a:pt x="14705" y="3192013"/>
                </a:cubicBezTo>
                <a:cubicBezTo>
                  <a:pt x="7761" y="3172716"/>
                  <a:pt x="5279" y="3152069"/>
                  <a:pt x="7446" y="3131656"/>
                </a:cubicBezTo>
                <a:cubicBezTo>
                  <a:pt x="13979" y="3088404"/>
                  <a:pt x="-7312" y="3033911"/>
                  <a:pt x="61399" y="3009475"/>
                </a:cubicBezTo>
                <a:lnTo>
                  <a:pt x="1398" y="2968423"/>
                </a:lnTo>
                <a:lnTo>
                  <a:pt x="0" y="2970484"/>
                </a:lnTo>
                <a:lnTo>
                  <a:pt x="0" y="2864298"/>
                </a:lnTo>
                <a:lnTo>
                  <a:pt x="38415" y="2825716"/>
                </a:lnTo>
                <a:cubicBezTo>
                  <a:pt x="35512" y="2820829"/>
                  <a:pt x="34544" y="2817408"/>
                  <a:pt x="32124" y="2815697"/>
                </a:cubicBezTo>
                <a:cubicBezTo>
                  <a:pt x="25921" y="2810663"/>
                  <a:pt x="19185" y="2806314"/>
                  <a:pt x="12043" y="2802746"/>
                </a:cubicBezTo>
                <a:lnTo>
                  <a:pt x="0" y="2794453"/>
                </a:lnTo>
                <a:lnTo>
                  <a:pt x="0" y="2035960"/>
                </a:lnTo>
                <a:lnTo>
                  <a:pt x="8746" y="2037621"/>
                </a:lnTo>
                <a:cubicBezTo>
                  <a:pt x="25410" y="2043089"/>
                  <a:pt x="40592" y="2054024"/>
                  <a:pt x="52689" y="2076994"/>
                </a:cubicBezTo>
                <a:lnTo>
                  <a:pt x="69867" y="2024945"/>
                </a:lnTo>
                <a:cubicBezTo>
                  <a:pt x="51223" y="2024432"/>
                  <a:pt x="32775" y="2020963"/>
                  <a:pt x="15188" y="2014682"/>
                </a:cubicBezTo>
                <a:lnTo>
                  <a:pt x="0" y="1998022"/>
                </a:lnTo>
                <a:lnTo>
                  <a:pt x="0" y="1893416"/>
                </a:lnTo>
                <a:lnTo>
                  <a:pt x="793" y="1892876"/>
                </a:lnTo>
                <a:cubicBezTo>
                  <a:pt x="8096" y="1879200"/>
                  <a:pt x="-3925" y="1858169"/>
                  <a:pt x="14947" y="1846074"/>
                </a:cubicBezTo>
                <a:cubicBezTo>
                  <a:pt x="16040" y="1856386"/>
                  <a:pt x="18232" y="1866551"/>
                  <a:pt x="21479" y="1876374"/>
                </a:cubicBezTo>
                <a:cubicBezTo>
                  <a:pt x="25592" y="1885416"/>
                  <a:pt x="32850" y="1899344"/>
                  <a:pt x="39141" y="1899344"/>
                </a:cubicBezTo>
                <a:cubicBezTo>
                  <a:pt x="54141" y="1899344"/>
                  <a:pt x="61641" y="1887371"/>
                  <a:pt x="59222" y="1872220"/>
                </a:cubicBezTo>
                <a:cubicBezTo>
                  <a:pt x="55593" y="1847784"/>
                  <a:pt x="50512" y="1823348"/>
                  <a:pt x="45431" y="1800134"/>
                </a:cubicBezTo>
                <a:cubicBezTo>
                  <a:pt x="45431" y="1798179"/>
                  <a:pt x="40592" y="1797446"/>
                  <a:pt x="35995" y="1795246"/>
                </a:cubicBezTo>
                <a:cubicBezTo>
                  <a:pt x="33903" y="1801160"/>
                  <a:pt x="31314" y="1806878"/>
                  <a:pt x="28253" y="1812352"/>
                </a:cubicBezTo>
                <a:cubicBezTo>
                  <a:pt x="23141" y="1818241"/>
                  <a:pt x="17644" y="1823812"/>
                  <a:pt x="11801" y="1828968"/>
                </a:cubicBezTo>
                <a:lnTo>
                  <a:pt x="0" y="1781333"/>
                </a:lnTo>
                <a:lnTo>
                  <a:pt x="0" y="1663879"/>
                </a:lnTo>
                <a:lnTo>
                  <a:pt x="6963" y="1664758"/>
                </a:lnTo>
                <a:lnTo>
                  <a:pt x="12285" y="1634946"/>
                </a:lnTo>
                <a:cubicBezTo>
                  <a:pt x="9382" y="1633968"/>
                  <a:pt x="4543" y="1633235"/>
                  <a:pt x="672" y="1632747"/>
                </a:cubicBezTo>
                <a:lnTo>
                  <a:pt x="0" y="1638851"/>
                </a:lnTo>
                <a:lnTo>
                  <a:pt x="0" y="1592028"/>
                </a:lnTo>
                <a:lnTo>
                  <a:pt x="13011" y="1594382"/>
                </a:lnTo>
                <a:lnTo>
                  <a:pt x="15188" y="1547954"/>
                </a:lnTo>
                <a:lnTo>
                  <a:pt x="0" y="1549329"/>
                </a:lnTo>
                <a:lnTo>
                  <a:pt x="0" y="1520191"/>
                </a:lnTo>
                <a:lnTo>
                  <a:pt x="11952" y="1515529"/>
                </a:lnTo>
                <a:cubicBezTo>
                  <a:pt x="16625" y="1512811"/>
                  <a:pt x="20148" y="1508916"/>
                  <a:pt x="20995" y="1502258"/>
                </a:cubicBezTo>
                <a:cubicBezTo>
                  <a:pt x="24382" y="1475623"/>
                  <a:pt x="28253" y="1454852"/>
                  <a:pt x="33576" y="1418931"/>
                </a:cubicBezTo>
                <a:lnTo>
                  <a:pt x="49302" y="1457784"/>
                </a:lnTo>
                <a:cubicBezTo>
                  <a:pt x="73496" y="1457784"/>
                  <a:pt x="87771" y="1447765"/>
                  <a:pt x="85351" y="1422841"/>
                </a:cubicBezTo>
                <a:cubicBezTo>
                  <a:pt x="81722" y="1385942"/>
                  <a:pt x="44947" y="1398404"/>
                  <a:pt x="22931" y="1382032"/>
                </a:cubicBezTo>
                <a:lnTo>
                  <a:pt x="20995" y="1309946"/>
                </a:lnTo>
                <a:lnTo>
                  <a:pt x="45431" y="1345867"/>
                </a:lnTo>
                <a:cubicBezTo>
                  <a:pt x="62355" y="1343374"/>
                  <a:pt x="74067" y="1327491"/>
                  <a:pt x="71595" y="1310386"/>
                </a:cubicBezTo>
                <a:cubicBezTo>
                  <a:pt x="71232" y="1307893"/>
                  <a:pt x="70571" y="1305450"/>
                  <a:pt x="69625" y="1303104"/>
                </a:cubicBezTo>
                <a:cubicBezTo>
                  <a:pt x="66153" y="1294942"/>
                  <a:pt x="61595" y="1287294"/>
                  <a:pt x="56076" y="1280379"/>
                </a:cubicBezTo>
                <a:cubicBezTo>
                  <a:pt x="39867" y="1284288"/>
                  <a:pt x="27044" y="1287465"/>
                  <a:pt x="2608" y="1293574"/>
                </a:cubicBezTo>
                <a:cubicBezTo>
                  <a:pt x="13495" y="1277691"/>
                  <a:pt x="16882" y="1266206"/>
                  <a:pt x="22447" y="1264984"/>
                </a:cubicBezTo>
                <a:cubicBezTo>
                  <a:pt x="55834" y="1258142"/>
                  <a:pt x="52205" y="1235660"/>
                  <a:pt x="46641" y="1211957"/>
                </a:cubicBezTo>
                <a:cubicBezTo>
                  <a:pt x="28764" y="1154435"/>
                  <a:pt x="18513" y="1094787"/>
                  <a:pt x="16156" y="1034551"/>
                </a:cubicBezTo>
                <a:cubicBezTo>
                  <a:pt x="15638" y="1024752"/>
                  <a:pt x="12638" y="1015247"/>
                  <a:pt x="7446" y="1006939"/>
                </a:cubicBezTo>
                <a:lnTo>
                  <a:pt x="0" y="982521"/>
                </a:lnTo>
                <a:lnTo>
                  <a:pt x="0" y="838072"/>
                </a:lnTo>
                <a:lnTo>
                  <a:pt x="1730" y="837321"/>
                </a:lnTo>
                <a:cubicBezTo>
                  <a:pt x="7748" y="833503"/>
                  <a:pt x="11196" y="827700"/>
                  <a:pt x="7205" y="816337"/>
                </a:cubicBezTo>
                <a:lnTo>
                  <a:pt x="0" y="810927"/>
                </a:lnTo>
                <a:lnTo>
                  <a:pt x="0" y="430824"/>
                </a:lnTo>
                <a:lnTo>
                  <a:pt x="7205" y="481563"/>
                </a:lnTo>
                <a:cubicBezTo>
                  <a:pt x="14961" y="524888"/>
                  <a:pt x="20211" y="568604"/>
                  <a:pt x="22931" y="612540"/>
                </a:cubicBezTo>
                <a:cubicBezTo>
                  <a:pt x="23013" y="640153"/>
                  <a:pt x="28781" y="667448"/>
                  <a:pt x="39867" y="692691"/>
                </a:cubicBezTo>
                <a:cubicBezTo>
                  <a:pt x="47076" y="711995"/>
                  <a:pt x="50923" y="732424"/>
                  <a:pt x="51238" y="753048"/>
                </a:cubicBezTo>
                <a:cubicBezTo>
                  <a:pt x="50662" y="793587"/>
                  <a:pt x="55878" y="834004"/>
                  <a:pt x="66722" y="873029"/>
                </a:cubicBezTo>
                <a:cubicBezTo>
                  <a:pt x="80271" y="913104"/>
                  <a:pt x="95755" y="957089"/>
                  <a:pt x="74948" y="1001563"/>
                </a:cubicBezTo>
                <a:cubicBezTo>
                  <a:pt x="73126" y="1007696"/>
                  <a:pt x="73126" y="1014245"/>
                  <a:pt x="74948" y="1020378"/>
                </a:cubicBezTo>
                <a:cubicBezTo>
                  <a:pt x="90674" y="1102728"/>
                  <a:pt x="125997" y="1178236"/>
                  <a:pt x="155756" y="1255454"/>
                </a:cubicBezTo>
                <a:cubicBezTo>
                  <a:pt x="155756" y="1258875"/>
                  <a:pt x="163256" y="1260341"/>
                  <a:pt x="173902" y="1266450"/>
                </a:cubicBezTo>
                <a:cubicBezTo>
                  <a:pt x="189386" y="1213424"/>
                  <a:pt x="204386" y="1162841"/>
                  <a:pt x="218661" y="1112014"/>
                </a:cubicBezTo>
                <a:cubicBezTo>
                  <a:pt x="219108" y="1107078"/>
                  <a:pt x="218615" y="1102093"/>
                  <a:pt x="217209" y="1097352"/>
                </a:cubicBezTo>
                <a:lnTo>
                  <a:pt x="206805" y="1028198"/>
                </a:lnTo>
                <a:cubicBezTo>
                  <a:pt x="173176" y="1020623"/>
                  <a:pt x="158175" y="990322"/>
                  <a:pt x="149949" y="950491"/>
                </a:cubicBezTo>
                <a:cubicBezTo>
                  <a:pt x="141073" y="914326"/>
                  <a:pt x="129092" y="878991"/>
                  <a:pt x="114142" y="844927"/>
                </a:cubicBezTo>
                <a:cubicBezTo>
                  <a:pt x="102464" y="826845"/>
                  <a:pt x="99529" y="804363"/>
                  <a:pt x="106158" y="783837"/>
                </a:cubicBezTo>
                <a:cubicBezTo>
                  <a:pt x="109064" y="769713"/>
                  <a:pt x="107888" y="755027"/>
                  <a:pt x="102771" y="741563"/>
                </a:cubicBezTo>
                <a:cubicBezTo>
                  <a:pt x="94545" y="708574"/>
                  <a:pt x="78577" y="677052"/>
                  <a:pt x="97932" y="642352"/>
                </a:cubicBezTo>
                <a:cubicBezTo>
                  <a:pt x="101077" y="636732"/>
                  <a:pt x="97932" y="626713"/>
                  <a:pt x="95755" y="617916"/>
                </a:cubicBezTo>
                <a:cubicBezTo>
                  <a:pt x="90086" y="586369"/>
                  <a:pt x="81995" y="555335"/>
                  <a:pt x="71561" y="525059"/>
                </a:cubicBezTo>
                <a:cubicBezTo>
                  <a:pt x="59947" y="495980"/>
                  <a:pt x="77367" y="469345"/>
                  <a:pt x="71561" y="443443"/>
                </a:cubicBezTo>
                <a:cubicBezTo>
                  <a:pt x="62636" y="408206"/>
                  <a:pt x="59771" y="371674"/>
                  <a:pt x="63093" y="335435"/>
                </a:cubicBezTo>
                <a:cubicBezTo>
                  <a:pt x="68657" y="289251"/>
                  <a:pt x="50996" y="239401"/>
                  <a:pt x="38899" y="191995"/>
                </a:cubicBezTo>
                <a:cubicBezTo>
                  <a:pt x="35199" y="174572"/>
                  <a:pt x="25829" y="158933"/>
                  <a:pt x="12285" y="147522"/>
                </a:cubicBezTo>
                <a:lnTo>
                  <a:pt x="0" y="140624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952F80D5-60CF-9EB8-01BF-3F6D4F80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5749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endParaRPr lang="en-US" dirty="0">
              <a:latin typeface="Sagona Book" panose="02020503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643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D41C-CF5D-79AD-B6D6-5CFA8F38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FF14410-4325-2B57-22CD-915D82958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076" y="3929901"/>
            <a:ext cx="2438400" cy="2362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CA2E7C1-3859-6C01-461E-91BBCAD128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8430" y="98204"/>
            <a:ext cx="4361817" cy="11131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0F35FE1-AD4C-7D52-85C2-0375E6624543}"/>
              </a:ext>
            </a:extLst>
          </p:cNvPr>
          <p:cNvSpPr/>
          <p:nvPr/>
        </p:nvSpPr>
        <p:spPr>
          <a:xfrm>
            <a:off x="713295" y="565899"/>
            <a:ext cx="6160309" cy="582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63FCD3A-5C37-DEDF-96F2-22484B6F05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343488">
            <a:off x="9352493" y="2288044"/>
            <a:ext cx="3260423" cy="41234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35B281-4B3B-62F7-EC14-B2F54E565E49}"/>
              </a:ext>
            </a:extLst>
          </p:cNvPr>
          <p:cNvSpPr/>
          <p:nvPr/>
        </p:nvSpPr>
        <p:spPr>
          <a:xfrm rot="21374125">
            <a:off x="8033358" y="321644"/>
            <a:ext cx="3231309" cy="3855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335231-5ECC-162E-98AD-F41B33BDA02F}"/>
              </a:ext>
            </a:extLst>
          </p:cNvPr>
          <p:cNvSpPr/>
          <p:nvPr userDrawn="1"/>
        </p:nvSpPr>
        <p:spPr>
          <a:xfrm rot="225875" flipH="1">
            <a:off x="6455445" y="2759246"/>
            <a:ext cx="3231309" cy="3855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7EA09FE-0C94-C212-682F-DC42F9BCBD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0205" y="716249"/>
            <a:ext cx="5850426" cy="4930375"/>
          </a:xfrm>
          <a:custGeom>
            <a:avLst/>
            <a:gdLst>
              <a:gd name="connsiteX0" fmla="*/ 38567 w 5850426"/>
              <a:gd name="connsiteY0" fmla="*/ 4298301 h 4930375"/>
              <a:gd name="connsiteX1" fmla="*/ 16226 w 5850426"/>
              <a:gd name="connsiteY1" fmla="*/ 4582623 h 4930375"/>
              <a:gd name="connsiteX2" fmla="*/ 26226 w 5850426"/>
              <a:gd name="connsiteY2" fmla="*/ 4439495 h 4930375"/>
              <a:gd name="connsiteX3" fmla="*/ 38567 w 5850426"/>
              <a:gd name="connsiteY3" fmla="*/ 4298301 h 4930375"/>
              <a:gd name="connsiteX4" fmla="*/ 246238 w 5850426"/>
              <a:gd name="connsiteY4" fmla="*/ 4248013 h 4930375"/>
              <a:gd name="connsiteX5" fmla="*/ 240706 w 5850426"/>
              <a:gd name="connsiteY5" fmla="*/ 4279174 h 4930375"/>
              <a:gd name="connsiteX6" fmla="*/ 241132 w 5850426"/>
              <a:gd name="connsiteY6" fmla="*/ 4278100 h 4930375"/>
              <a:gd name="connsiteX7" fmla="*/ 336031 w 5850426"/>
              <a:gd name="connsiteY7" fmla="*/ 3633808 h 4930375"/>
              <a:gd name="connsiteX8" fmla="*/ 334328 w 5850426"/>
              <a:gd name="connsiteY8" fmla="*/ 3668623 h 4930375"/>
              <a:gd name="connsiteX9" fmla="*/ 163042 w 5850426"/>
              <a:gd name="connsiteY9" fmla="*/ 3551499 h 4930375"/>
              <a:gd name="connsiteX10" fmla="*/ 149637 w 5850426"/>
              <a:gd name="connsiteY10" fmla="*/ 3637462 h 4930375"/>
              <a:gd name="connsiteX11" fmla="*/ 162404 w 5850426"/>
              <a:gd name="connsiteY11" fmla="*/ 3637462 h 4930375"/>
              <a:gd name="connsiteX12" fmla="*/ 170277 w 5850426"/>
              <a:gd name="connsiteY12" fmla="*/ 3551499 h 4930375"/>
              <a:gd name="connsiteX13" fmla="*/ 163042 w 5850426"/>
              <a:gd name="connsiteY13" fmla="*/ 3551499 h 4930375"/>
              <a:gd name="connsiteX14" fmla="*/ 340286 w 5850426"/>
              <a:gd name="connsiteY14" fmla="*/ 3547631 h 4930375"/>
              <a:gd name="connsiteX15" fmla="*/ 337733 w 5850426"/>
              <a:gd name="connsiteY15" fmla="*/ 3599423 h 4930375"/>
              <a:gd name="connsiteX16" fmla="*/ 342201 w 5850426"/>
              <a:gd name="connsiteY16" fmla="*/ 3504649 h 4930375"/>
              <a:gd name="connsiteX17" fmla="*/ 326243 w 5850426"/>
              <a:gd name="connsiteY17" fmla="*/ 3526140 h 4930375"/>
              <a:gd name="connsiteX18" fmla="*/ 341137 w 5850426"/>
              <a:gd name="connsiteY18" fmla="*/ 3529578 h 4930375"/>
              <a:gd name="connsiteX19" fmla="*/ 178788 w 5850426"/>
              <a:gd name="connsiteY19" fmla="*/ 3481654 h 4930375"/>
              <a:gd name="connsiteX20" fmla="*/ 162404 w 5850426"/>
              <a:gd name="connsiteY20" fmla="*/ 3486597 h 4930375"/>
              <a:gd name="connsiteX21" fmla="*/ 181979 w 5850426"/>
              <a:gd name="connsiteY21" fmla="*/ 3494763 h 4930375"/>
              <a:gd name="connsiteX22" fmla="*/ 188576 w 5850426"/>
              <a:gd name="connsiteY22" fmla="*/ 3486812 h 4930375"/>
              <a:gd name="connsiteX23" fmla="*/ 178788 w 5850426"/>
              <a:gd name="connsiteY23" fmla="*/ 3481654 h 4930375"/>
              <a:gd name="connsiteX24" fmla="*/ 330285 w 5850426"/>
              <a:gd name="connsiteY24" fmla="*/ 3433945 h 4930375"/>
              <a:gd name="connsiteX25" fmla="*/ 322838 w 5850426"/>
              <a:gd name="connsiteY25" fmla="*/ 3438888 h 4930375"/>
              <a:gd name="connsiteX26" fmla="*/ 342839 w 5850426"/>
              <a:gd name="connsiteY26" fmla="*/ 3495623 h 4930375"/>
              <a:gd name="connsiteX27" fmla="*/ 345180 w 5850426"/>
              <a:gd name="connsiteY27" fmla="*/ 3443830 h 4930375"/>
              <a:gd name="connsiteX28" fmla="*/ 330285 w 5850426"/>
              <a:gd name="connsiteY28" fmla="*/ 3433945 h 4930375"/>
              <a:gd name="connsiteX29" fmla="*/ 228791 w 5850426"/>
              <a:gd name="connsiteY29" fmla="*/ 3415678 h 4930375"/>
              <a:gd name="connsiteX30" fmla="*/ 177937 w 5850426"/>
              <a:gd name="connsiteY30" fmla="*/ 3808098 h 4930375"/>
              <a:gd name="connsiteX31" fmla="*/ 243685 w 5850426"/>
              <a:gd name="connsiteY31" fmla="*/ 3458659 h 4930375"/>
              <a:gd name="connsiteX32" fmla="*/ 241132 w 5850426"/>
              <a:gd name="connsiteY32" fmla="*/ 3415678 h 4930375"/>
              <a:gd name="connsiteX33" fmla="*/ 228791 w 5850426"/>
              <a:gd name="connsiteY33" fmla="*/ 3415678 h 4930375"/>
              <a:gd name="connsiteX34" fmla="*/ 181128 w 5850426"/>
              <a:gd name="connsiteY34" fmla="*/ 3409875 h 4930375"/>
              <a:gd name="connsiteX35" fmla="*/ 176873 w 5850426"/>
              <a:gd name="connsiteY35" fmla="*/ 3429647 h 4930375"/>
              <a:gd name="connsiteX36" fmla="*/ 182830 w 5850426"/>
              <a:gd name="connsiteY36" fmla="*/ 3431151 h 4930375"/>
              <a:gd name="connsiteX37" fmla="*/ 183682 w 5850426"/>
              <a:gd name="connsiteY37" fmla="*/ 3431151 h 4930375"/>
              <a:gd name="connsiteX38" fmla="*/ 188150 w 5850426"/>
              <a:gd name="connsiteY38" fmla="*/ 3411594 h 4930375"/>
              <a:gd name="connsiteX39" fmla="*/ 181128 w 5850426"/>
              <a:gd name="connsiteY39" fmla="*/ 3409875 h 4930375"/>
              <a:gd name="connsiteX40" fmla="*/ 152190 w 5850426"/>
              <a:gd name="connsiteY40" fmla="*/ 3390104 h 4930375"/>
              <a:gd name="connsiteX41" fmla="*/ 145382 w 5850426"/>
              <a:gd name="connsiteY41" fmla="*/ 3391178 h 4930375"/>
              <a:gd name="connsiteX42" fmla="*/ 148786 w 5850426"/>
              <a:gd name="connsiteY42" fmla="*/ 3400204 h 4930375"/>
              <a:gd name="connsiteX43" fmla="*/ 154744 w 5850426"/>
              <a:gd name="connsiteY43" fmla="*/ 3396551 h 4930375"/>
              <a:gd name="connsiteX44" fmla="*/ 152190 w 5850426"/>
              <a:gd name="connsiteY44" fmla="*/ 3390104 h 4930375"/>
              <a:gd name="connsiteX45" fmla="*/ 70058 w 5850426"/>
              <a:gd name="connsiteY45" fmla="*/ 3372052 h 4930375"/>
              <a:gd name="connsiteX46" fmla="*/ 81761 w 5850426"/>
              <a:gd name="connsiteY46" fmla="*/ 3373556 h 4930375"/>
              <a:gd name="connsiteX47" fmla="*/ 75803 w 5850426"/>
              <a:gd name="connsiteY47" fmla="*/ 3408156 h 4930375"/>
              <a:gd name="connsiteX48" fmla="*/ 70058 w 5850426"/>
              <a:gd name="connsiteY48" fmla="*/ 3372052 h 4930375"/>
              <a:gd name="connsiteX49" fmla="*/ 190278 w 5850426"/>
              <a:gd name="connsiteY49" fmla="*/ 3351635 h 4930375"/>
              <a:gd name="connsiteX50" fmla="*/ 186873 w 5850426"/>
              <a:gd name="connsiteY50" fmla="*/ 3376350 h 4930375"/>
              <a:gd name="connsiteX51" fmla="*/ 192406 w 5850426"/>
              <a:gd name="connsiteY51" fmla="*/ 3376350 h 4930375"/>
              <a:gd name="connsiteX52" fmla="*/ 196023 w 5850426"/>
              <a:gd name="connsiteY52" fmla="*/ 3351850 h 4930375"/>
              <a:gd name="connsiteX53" fmla="*/ 190278 w 5850426"/>
              <a:gd name="connsiteY53" fmla="*/ 3351635 h 4930375"/>
              <a:gd name="connsiteX54" fmla="*/ 166234 w 5850426"/>
              <a:gd name="connsiteY54" fmla="*/ 3328425 h 4930375"/>
              <a:gd name="connsiteX55" fmla="*/ 154531 w 5850426"/>
              <a:gd name="connsiteY55" fmla="*/ 3329285 h 4930375"/>
              <a:gd name="connsiteX56" fmla="*/ 154531 w 5850426"/>
              <a:gd name="connsiteY56" fmla="*/ 3365819 h 4930375"/>
              <a:gd name="connsiteX57" fmla="*/ 166234 w 5850426"/>
              <a:gd name="connsiteY57" fmla="*/ 3328425 h 4930375"/>
              <a:gd name="connsiteX58" fmla="*/ 242834 w 5850426"/>
              <a:gd name="connsiteY58" fmla="*/ 3324127 h 4930375"/>
              <a:gd name="connsiteX59" fmla="*/ 242195 w 5850426"/>
              <a:gd name="connsiteY59" fmla="*/ 3324557 h 4930375"/>
              <a:gd name="connsiteX60" fmla="*/ 212619 w 5850426"/>
              <a:gd name="connsiteY60" fmla="*/ 3354214 h 4930375"/>
              <a:gd name="connsiteX61" fmla="*/ 240706 w 5850426"/>
              <a:gd name="connsiteY61" fmla="*/ 3392038 h 4930375"/>
              <a:gd name="connsiteX62" fmla="*/ 253473 w 5850426"/>
              <a:gd name="connsiteY62" fmla="*/ 3329070 h 4930375"/>
              <a:gd name="connsiteX63" fmla="*/ 242834 w 5850426"/>
              <a:gd name="connsiteY63" fmla="*/ 3324127 h 4930375"/>
              <a:gd name="connsiteX64" fmla="*/ 198576 w 5850426"/>
              <a:gd name="connsiteY64" fmla="*/ 3250629 h 4930375"/>
              <a:gd name="connsiteX65" fmla="*/ 191554 w 5850426"/>
              <a:gd name="connsiteY65" fmla="*/ 3288238 h 4930375"/>
              <a:gd name="connsiteX66" fmla="*/ 170277 w 5850426"/>
              <a:gd name="connsiteY66" fmla="*/ 3299843 h 4930375"/>
              <a:gd name="connsiteX67" fmla="*/ 193682 w 5850426"/>
              <a:gd name="connsiteY67" fmla="*/ 3309514 h 4930375"/>
              <a:gd name="connsiteX68" fmla="*/ 198576 w 5850426"/>
              <a:gd name="connsiteY68" fmla="*/ 3250629 h 4930375"/>
              <a:gd name="connsiteX69" fmla="*/ 245999 w 5850426"/>
              <a:gd name="connsiteY69" fmla="*/ 3219279 h 4930375"/>
              <a:gd name="connsiteX70" fmla="*/ 214109 w 5850426"/>
              <a:gd name="connsiteY70" fmla="*/ 3221832 h 4930375"/>
              <a:gd name="connsiteX71" fmla="*/ 232621 w 5850426"/>
              <a:gd name="connsiteY71" fmla="*/ 3309728 h 4930375"/>
              <a:gd name="connsiteX72" fmla="*/ 256664 w 5850426"/>
              <a:gd name="connsiteY72" fmla="*/ 3243322 h 4930375"/>
              <a:gd name="connsiteX73" fmla="*/ 245999 w 5850426"/>
              <a:gd name="connsiteY73" fmla="*/ 3219279 h 4930375"/>
              <a:gd name="connsiteX74" fmla="*/ 227301 w 5850426"/>
              <a:gd name="connsiteY74" fmla="*/ 3158864 h 4930375"/>
              <a:gd name="connsiteX75" fmla="*/ 227301 w 5850426"/>
              <a:gd name="connsiteY75" fmla="*/ 3177346 h 4930375"/>
              <a:gd name="connsiteX76" fmla="*/ 235387 w 5850426"/>
              <a:gd name="connsiteY76" fmla="*/ 3177346 h 4930375"/>
              <a:gd name="connsiteX77" fmla="*/ 237727 w 5850426"/>
              <a:gd name="connsiteY77" fmla="*/ 3159294 h 4930375"/>
              <a:gd name="connsiteX78" fmla="*/ 227301 w 5850426"/>
              <a:gd name="connsiteY78" fmla="*/ 3158864 h 4930375"/>
              <a:gd name="connsiteX79" fmla="*/ 243472 w 5850426"/>
              <a:gd name="connsiteY79" fmla="*/ 3043459 h 4930375"/>
              <a:gd name="connsiteX80" fmla="*/ 227727 w 5850426"/>
              <a:gd name="connsiteY80" fmla="*/ 3091598 h 4930375"/>
              <a:gd name="connsiteX81" fmla="*/ 253260 w 5850426"/>
              <a:gd name="connsiteY81" fmla="*/ 3126198 h 4930375"/>
              <a:gd name="connsiteX82" fmla="*/ 261771 w 5850426"/>
              <a:gd name="connsiteY82" fmla="*/ 3184008 h 4930375"/>
              <a:gd name="connsiteX83" fmla="*/ 268580 w 5850426"/>
              <a:gd name="connsiteY83" fmla="*/ 3156070 h 4930375"/>
              <a:gd name="connsiteX84" fmla="*/ 268580 w 5850426"/>
              <a:gd name="connsiteY84" fmla="*/ 3113088 h 4930375"/>
              <a:gd name="connsiteX85" fmla="*/ 243472 w 5850426"/>
              <a:gd name="connsiteY85" fmla="*/ 3043459 h 4930375"/>
              <a:gd name="connsiteX86" fmla="*/ 261984 w 5850426"/>
              <a:gd name="connsiteY86" fmla="*/ 2906348 h 4930375"/>
              <a:gd name="connsiteX87" fmla="*/ 263899 w 5850426"/>
              <a:gd name="connsiteY87" fmla="*/ 2912795 h 4930375"/>
              <a:gd name="connsiteX88" fmla="*/ 274538 w 5850426"/>
              <a:gd name="connsiteY88" fmla="*/ 2912795 h 4930375"/>
              <a:gd name="connsiteX89" fmla="*/ 272410 w 5850426"/>
              <a:gd name="connsiteY89" fmla="*/ 2906348 h 4930375"/>
              <a:gd name="connsiteX90" fmla="*/ 261984 w 5850426"/>
              <a:gd name="connsiteY90" fmla="*/ 2906348 h 4930375"/>
              <a:gd name="connsiteX91" fmla="*/ 294326 w 5850426"/>
              <a:gd name="connsiteY91" fmla="*/ 2861647 h 4930375"/>
              <a:gd name="connsiteX92" fmla="*/ 316880 w 5850426"/>
              <a:gd name="connsiteY92" fmla="*/ 2918168 h 4930375"/>
              <a:gd name="connsiteX93" fmla="*/ 294326 w 5850426"/>
              <a:gd name="connsiteY93" fmla="*/ 2861647 h 4930375"/>
              <a:gd name="connsiteX94" fmla="*/ 384331 w 5850426"/>
              <a:gd name="connsiteY94" fmla="*/ 2640293 h 4930375"/>
              <a:gd name="connsiteX95" fmla="*/ 382203 w 5850426"/>
              <a:gd name="connsiteY95" fmla="*/ 2683274 h 4930375"/>
              <a:gd name="connsiteX96" fmla="*/ 47078 w 5850426"/>
              <a:gd name="connsiteY96" fmla="*/ 2417004 h 4930375"/>
              <a:gd name="connsiteX97" fmla="*/ 43461 w 5850426"/>
              <a:gd name="connsiteY97" fmla="*/ 2458911 h 4930375"/>
              <a:gd name="connsiteX98" fmla="*/ 41333 w 5850426"/>
              <a:gd name="connsiteY98" fmla="*/ 2555190 h 4930375"/>
              <a:gd name="connsiteX99" fmla="*/ 45163 w 5850426"/>
              <a:gd name="connsiteY99" fmla="*/ 2571093 h 4930375"/>
              <a:gd name="connsiteX100" fmla="*/ 52398 w 5850426"/>
              <a:gd name="connsiteY100" fmla="*/ 2612355 h 4930375"/>
              <a:gd name="connsiteX101" fmla="*/ 60058 w 5850426"/>
              <a:gd name="connsiteY101" fmla="*/ 2660924 h 4930375"/>
              <a:gd name="connsiteX102" fmla="*/ 77293 w 5850426"/>
              <a:gd name="connsiteY102" fmla="*/ 2608272 h 4930375"/>
              <a:gd name="connsiteX103" fmla="*/ 73037 w 5850426"/>
              <a:gd name="connsiteY103" fmla="*/ 2472235 h 4930375"/>
              <a:gd name="connsiteX104" fmla="*/ 47078 w 5850426"/>
              <a:gd name="connsiteY104" fmla="*/ 2417004 h 4930375"/>
              <a:gd name="connsiteX105" fmla="*/ 70058 w 5850426"/>
              <a:gd name="connsiteY105" fmla="*/ 1800651 h 4930375"/>
              <a:gd name="connsiteX106" fmla="*/ 67505 w 5850426"/>
              <a:gd name="connsiteY106" fmla="*/ 1807743 h 4930375"/>
              <a:gd name="connsiteX107" fmla="*/ 87506 w 5850426"/>
              <a:gd name="connsiteY107" fmla="*/ 1815694 h 4930375"/>
              <a:gd name="connsiteX108" fmla="*/ 91336 w 5850426"/>
              <a:gd name="connsiteY108" fmla="*/ 1807313 h 4930375"/>
              <a:gd name="connsiteX109" fmla="*/ 70058 w 5850426"/>
              <a:gd name="connsiteY109" fmla="*/ 1800651 h 4930375"/>
              <a:gd name="connsiteX110" fmla="*/ 36227 w 5850426"/>
              <a:gd name="connsiteY110" fmla="*/ 1721565 h 4930375"/>
              <a:gd name="connsiteX111" fmla="*/ 33248 w 5850426"/>
              <a:gd name="connsiteY111" fmla="*/ 1748643 h 4930375"/>
              <a:gd name="connsiteX112" fmla="*/ 41759 w 5850426"/>
              <a:gd name="connsiteY112" fmla="*/ 1749718 h 4930375"/>
              <a:gd name="connsiteX113" fmla="*/ 46440 w 5850426"/>
              <a:gd name="connsiteY113" fmla="*/ 1723499 h 4930375"/>
              <a:gd name="connsiteX114" fmla="*/ 36227 w 5850426"/>
              <a:gd name="connsiteY114" fmla="*/ 1721565 h 4930375"/>
              <a:gd name="connsiteX115" fmla="*/ 79846 w 5850426"/>
              <a:gd name="connsiteY115" fmla="*/ 1693412 h 4930375"/>
              <a:gd name="connsiteX116" fmla="*/ 99209 w 5850426"/>
              <a:gd name="connsiteY116" fmla="*/ 1741766 h 4930375"/>
              <a:gd name="connsiteX117" fmla="*/ 99209 w 5850426"/>
              <a:gd name="connsiteY117" fmla="*/ 1741121 h 4930375"/>
              <a:gd name="connsiteX118" fmla="*/ 323902 w 5850426"/>
              <a:gd name="connsiteY118" fmla="*/ 1623997 h 4930375"/>
              <a:gd name="connsiteX119" fmla="*/ 314965 w 5850426"/>
              <a:gd name="connsiteY119" fmla="*/ 1625931 h 4930375"/>
              <a:gd name="connsiteX120" fmla="*/ 317519 w 5850426"/>
              <a:gd name="connsiteY120" fmla="*/ 1647422 h 4930375"/>
              <a:gd name="connsiteX121" fmla="*/ 328796 w 5850426"/>
              <a:gd name="connsiteY121" fmla="*/ 1645488 h 4930375"/>
              <a:gd name="connsiteX122" fmla="*/ 30482 w 5850426"/>
              <a:gd name="connsiteY122" fmla="*/ 1522991 h 4930375"/>
              <a:gd name="connsiteX123" fmla="*/ 30269 w 5850426"/>
              <a:gd name="connsiteY123" fmla="*/ 1523421 h 4930375"/>
              <a:gd name="connsiteX124" fmla="*/ 480 w 5850426"/>
              <a:gd name="connsiteY124" fmla="*/ 1530298 h 4930375"/>
              <a:gd name="connsiteX125" fmla="*/ 30482 w 5850426"/>
              <a:gd name="connsiteY125" fmla="*/ 1522991 h 4930375"/>
              <a:gd name="connsiteX126" fmla="*/ 185171 w 5850426"/>
              <a:gd name="connsiteY126" fmla="*/ 1521272 h 4930375"/>
              <a:gd name="connsiteX127" fmla="*/ 194533 w 5850426"/>
              <a:gd name="connsiteY127" fmla="*/ 1560600 h 4930375"/>
              <a:gd name="connsiteX128" fmla="*/ 194533 w 5850426"/>
              <a:gd name="connsiteY128" fmla="*/ 1609598 h 4930375"/>
              <a:gd name="connsiteX129" fmla="*/ 219003 w 5850426"/>
              <a:gd name="connsiteY129" fmla="*/ 1724144 h 4930375"/>
              <a:gd name="connsiteX130" fmla="*/ 240281 w 5850426"/>
              <a:gd name="connsiteY130" fmla="*/ 1788616 h 4930375"/>
              <a:gd name="connsiteX131" fmla="*/ 258792 w 5850426"/>
              <a:gd name="connsiteY131" fmla="*/ 1752297 h 4930375"/>
              <a:gd name="connsiteX132" fmla="*/ 246877 w 5850426"/>
              <a:gd name="connsiteY132" fmla="*/ 1728657 h 4930375"/>
              <a:gd name="connsiteX133" fmla="*/ 264324 w 5850426"/>
              <a:gd name="connsiteY133" fmla="*/ 1664185 h 4930375"/>
              <a:gd name="connsiteX134" fmla="*/ 246877 w 5850426"/>
              <a:gd name="connsiteY134" fmla="*/ 1607664 h 4930375"/>
              <a:gd name="connsiteX135" fmla="*/ 211768 w 5850426"/>
              <a:gd name="connsiteY135" fmla="*/ 1538894 h 4930375"/>
              <a:gd name="connsiteX136" fmla="*/ 185171 w 5850426"/>
              <a:gd name="connsiteY136" fmla="*/ 1521272 h 4930375"/>
              <a:gd name="connsiteX137" fmla="*/ 38567 w 5850426"/>
              <a:gd name="connsiteY137" fmla="*/ 1329145 h 4930375"/>
              <a:gd name="connsiteX138" fmla="*/ 44525 w 5850426"/>
              <a:gd name="connsiteY138" fmla="*/ 1334088 h 4930375"/>
              <a:gd name="connsiteX139" fmla="*/ 33673 w 5850426"/>
              <a:gd name="connsiteY139" fmla="*/ 1347412 h 4930375"/>
              <a:gd name="connsiteX140" fmla="*/ 27928 w 5850426"/>
              <a:gd name="connsiteY140" fmla="*/ 1342684 h 4930375"/>
              <a:gd name="connsiteX141" fmla="*/ 0 w 5850426"/>
              <a:gd name="connsiteY141" fmla="*/ 1203829 h 4930375"/>
              <a:gd name="connsiteX142" fmla="*/ 38780 w 5850426"/>
              <a:gd name="connsiteY142" fmla="*/ 1237594 h 4930375"/>
              <a:gd name="connsiteX143" fmla="*/ 36014 w 5850426"/>
              <a:gd name="connsiteY143" fmla="*/ 1245331 h 4930375"/>
              <a:gd name="connsiteX144" fmla="*/ 0 w 5850426"/>
              <a:gd name="connsiteY144" fmla="*/ 1243563 h 4930375"/>
              <a:gd name="connsiteX145" fmla="*/ 241344 w 5850426"/>
              <a:gd name="connsiteY145" fmla="*/ 1101988 h 4930375"/>
              <a:gd name="connsiteX146" fmla="*/ 254111 w 5850426"/>
              <a:gd name="connsiteY146" fmla="*/ 1235445 h 4930375"/>
              <a:gd name="connsiteX147" fmla="*/ 254749 w 5850426"/>
              <a:gd name="connsiteY147" fmla="*/ 1236305 h 4930375"/>
              <a:gd name="connsiteX148" fmla="*/ 276027 w 5850426"/>
              <a:gd name="connsiteY148" fmla="*/ 1252423 h 4930375"/>
              <a:gd name="connsiteX149" fmla="*/ 241344 w 5850426"/>
              <a:gd name="connsiteY149" fmla="*/ 1101988 h 4930375"/>
              <a:gd name="connsiteX150" fmla="*/ 19204 w 5850426"/>
              <a:gd name="connsiteY150" fmla="*/ 991311 h 4930375"/>
              <a:gd name="connsiteX151" fmla="*/ 8353 w 5850426"/>
              <a:gd name="connsiteY151" fmla="*/ 1025911 h 4930375"/>
              <a:gd name="connsiteX152" fmla="*/ 18779 w 5850426"/>
              <a:gd name="connsiteY152" fmla="*/ 1029994 h 4930375"/>
              <a:gd name="connsiteX153" fmla="*/ 41972 w 5850426"/>
              <a:gd name="connsiteY153" fmla="*/ 1003561 h 4930375"/>
              <a:gd name="connsiteX154" fmla="*/ 19204 w 5850426"/>
              <a:gd name="connsiteY154" fmla="*/ 991311 h 4930375"/>
              <a:gd name="connsiteX155" fmla="*/ 8140 w 5850426"/>
              <a:gd name="connsiteY155" fmla="*/ 875046 h 4930375"/>
              <a:gd name="connsiteX156" fmla="*/ 20694 w 5850426"/>
              <a:gd name="connsiteY156" fmla="*/ 918028 h 4930375"/>
              <a:gd name="connsiteX157" fmla="*/ 20694 w 5850426"/>
              <a:gd name="connsiteY157" fmla="*/ 875046 h 4930375"/>
              <a:gd name="connsiteX158" fmla="*/ 0 w 5850426"/>
              <a:gd name="connsiteY158" fmla="*/ 0 h 4930375"/>
              <a:gd name="connsiteX159" fmla="*/ 5850426 w 5850426"/>
              <a:gd name="connsiteY159" fmla="*/ 0 h 4930375"/>
              <a:gd name="connsiteX160" fmla="*/ 5850426 w 5850426"/>
              <a:gd name="connsiteY160" fmla="*/ 1949969 h 4930375"/>
              <a:gd name="connsiteX161" fmla="*/ 5715300 w 5850426"/>
              <a:gd name="connsiteY161" fmla="*/ 1941078 h 4930375"/>
              <a:gd name="connsiteX162" fmla="*/ 5518607 w 5850426"/>
              <a:gd name="connsiteY162" fmla="*/ 4930375 h 4930375"/>
              <a:gd name="connsiteX163" fmla="*/ 0 w 5850426"/>
              <a:gd name="connsiteY163" fmla="*/ 4930375 h 4930375"/>
              <a:gd name="connsiteX164" fmla="*/ 0 w 5850426"/>
              <a:gd name="connsiteY164" fmla="*/ 4665751 h 4930375"/>
              <a:gd name="connsiteX165" fmla="*/ 55 w 5850426"/>
              <a:gd name="connsiteY165" fmla="*/ 4665792 h 4930375"/>
              <a:gd name="connsiteX166" fmla="*/ 480 w 5850426"/>
              <a:gd name="connsiteY166" fmla="*/ 4665577 h 4930375"/>
              <a:gd name="connsiteX167" fmla="*/ 9629 w 5850426"/>
              <a:gd name="connsiteY167" fmla="*/ 4653543 h 4930375"/>
              <a:gd name="connsiteX168" fmla="*/ 2608 w 5850426"/>
              <a:gd name="connsiteY168" fmla="*/ 4646451 h 4930375"/>
              <a:gd name="connsiteX169" fmla="*/ 0 w 5850426"/>
              <a:gd name="connsiteY169" fmla="*/ 4647123 h 4930375"/>
              <a:gd name="connsiteX170" fmla="*/ 0 w 5850426"/>
              <a:gd name="connsiteY170" fmla="*/ 4631593 h 4930375"/>
              <a:gd name="connsiteX171" fmla="*/ 22609 w 5850426"/>
              <a:gd name="connsiteY171" fmla="*/ 4626894 h 4930375"/>
              <a:gd name="connsiteX172" fmla="*/ 83676 w 5850426"/>
              <a:gd name="connsiteY172" fmla="*/ 4610346 h 4930375"/>
              <a:gd name="connsiteX173" fmla="*/ 39418 w 5850426"/>
              <a:gd name="connsiteY173" fmla="*/ 4593583 h 4930375"/>
              <a:gd name="connsiteX174" fmla="*/ 69207 w 5850426"/>
              <a:gd name="connsiteY174" fmla="*/ 4516647 h 4930375"/>
              <a:gd name="connsiteX175" fmla="*/ 73888 w 5850426"/>
              <a:gd name="connsiteY175" fmla="*/ 4436701 h 4930375"/>
              <a:gd name="connsiteX176" fmla="*/ 80484 w 5850426"/>
              <a:gd name="connsiteY176" fmla="*/ 4436701 h 4930375"/>
              <a:gd name="connsiteX177" fmla="*/ 91123 w 5850426"/>
              <a:gd name="connsiteY177" fmla="*/ 4470872 h 4930375"/>
              <a:gd name="connsiteX178" fmla="*/ 108571 w 5850426"/>
              <a:gd name="connsiteY178" fmla="*/ 4347085 h 4930375"/>
              <a:gd name="connsiteX179" fmla="*/ 106656 w 5850426"/>
              <a:gd name="connsiteY179" fmla="*/ 4279174 h 4930375"/>
              <a:gd name="connsiteX180" fmla="*/ 103464 w 5850426"/>
              <a:gd name="connsiteY180" fmla="*/ 4112192 h 4930375"/>
              <a:gd name="connsiteX181" fmla="*/ 110699 w 5850426"/>
              <a:gd name="connsiteY181" fmla="*/ 3936613 h 4930375"/>
              <a:gd name="connsiteX182" fmla="*/ 112614 w 5850426"/>
              <a:gd name="connsiteY182" fmla="*/ 3919850 h 4930375"/>
              <a:gd name="connsiteX183" fmla="*/ 139637 w 5850426"/>
              <a:gd name="connsiteY183" fmla="*/ 3831093 h 4930375"/>
              <a:gd name="connsiteX184" fmla="*/ 101124 w 5850426"/>
              <a:gd name="connsiteY184" fmla="*/ 3775647 h 4930375"/>
              <a:gd name="connsiteX185" fmla="*/ 109209 w 5850426"/>
              <a:gd name="connsiteY185" fmla="*/ 3717837 h 4930375"/>
              <a:gd name="connsiteX186" fmla="*/ 113465 w 5850426"/>
              <a:gd name="connsiteY186" fmla="*/ 3656588 h 4930375"/>
              <a:gd name="connsiteX187" fmla="*/ 120061 w 5850426"/>
              <a:gd name="connsiteY187" fmla="*/ 3629510 h 4930375"/>
              <a:gd name="connsiteX188" fmla="*/ 77506 w 5850426"/>
              <a:gd name="connsiteY188" fmla="*/ 3647133 h 4930375"/>
              <a:gd name="connsiteX189" fmla="*/ 134104 w 5850426"/>
              <a:gd name="connsiteY189" fmla="*/ 3555582 h 4930375"/>
              <a:gd name="connsiteX190" fmla="*/ 138998 w 5850426"/>
              <a:gd name="connsiteY190" fmla="*/ 3476711 h 4930375"/>
              <a:gd name="connsiteX191" fmla="*/ 141552 w 5850426"/>
              <a:gd name="connsiteY191" fmla="*/ 3424489 h 4930375"/>
              <a:gd name="connsiteX192" fmla="*/ 131125 w 5850426"/>
              <a:gd name="connsiteY192" fmla="*/ 3343899 h 4930375"/>
              <a:gd name="connsiteX193" fmla="*/ 121551 w 5850426"/>
              <a:gd name="connsiteY193" fmla="*/ 3279427 h 4930375"/>
              <a:gd name="connsiteX194" fmla="*/ 91549 w 5850426"/>
              <a:gd name="connsiteY194" fmla="*/ 3210871 h 4930375"/>
              <a:gd name="connsiteX195" fmla="*/ 75378 w 5850426"/>
              <a:gd name="connsiteY195" fmla="*/ 3137158 h 4930375"/>
              <a:gd name="connsiteX196" fmla="*/ 48568 w 5850426"/>
              <a:gd name="connsiteY196" fmla="*/ 3092887 h 4930375"/>
              <a:gd name="connsiteX197" fmla="*/ 42184 w 5850426"/>
              <a:gd name="connsiteY197" fmla="*/ 3039805 h 4930375"/>
              <a:gd name="connsiteX198" fmla="*/ 89634 w 5850426"/>
              <a:gd name="connsiteY198" fmla="*/ 2932352 h 4930375"/>
              <a:gd name="connsiteX199" fmla="*/ 36865 w 5850426"/>
              <a:gd name="connsiteY199" fmla="*/ 2896247 h 4930375"/>
              <a:gd name="connsiteX200" fmla="*/ 20694 w 5850426"/>
              <a:gd name="connsiteY200" fmla="*/ 2920102 h 4930375"/>
              <a:gd name="connsiteX201" fmla="*/ 21971 w 5850426"/>
              <a:gd name="connsiteY201" fmla="*/ 2771386 h 4930375"/>
              <a:gd name="connsiteX202" fmla="*/ 31333 w 5850426"/>
              <a:gd name="connsiteY202" fmla="*/ 2808995 h 4930375"/>
              <a:gd name="connsiteX203" fmla="*/ 69420 w 5850426"/>
              <a:gd name="connsiteY203" fmla="*/ 2770741 h 4930375"/>
              <a:gd name="connsiteX204" fmla="*/ 63888 w 5850426"/>
              <a:gd name="connsiteY204" fmla="*/ 2761930 h 4930375"/>
              <a:gd name="connsiteX205" fmla="*/ 46227 w 5850426"/>
              <a:gd name="connsiteY205" fmla="*/ 2750540 h 4930375"/>
              <a:gd name="connsiteX206" fmla="*/ 19204 w 5850426"/>
              <a:gd name="connsiteY206" fmla="*/ 2698963 h 4930375"/>
              <a:gd name="connsiteX207" fmla="*/ 19204 w 5850426"/>
              <a:gd name="connsiteY207" fmla="*/ 2677472 h 4930375"/>
              <a:gd name="connsiteX208" fmla="*/ 19204 w 5850426"/>
              <a:gd name="connsiteY208" fmla="*/ 2567439 h 4930375"/>
              <a:gd name="connsiteX209" fmla="*/ 19204 w 5850426"/>
              <a:gd name="connsiteY209" fmla="*/ 2550677 h 4930375"/>
              <a:gd name="connsiteX210" fmla="*/ 16864 w 5850426"/>
              <a:gd name="connsiteY210" fmla="*/ 2499529 h 4930375"/>
              <a:gd name="connsiteX211" fmla="*/ 4097 w 5850426"/>
              <a:gd name="connsiteY211" fmla="*/ 2421517 h 4930375"/>
              <a:gd name="connsiteX212" fmla="*/ 1757 w 5850426"/>
              <a:gd name="connsiteY212" fmla="*/ 2409698 h 4930375"/>
              <a:gd name="connsiteX213" fmla="*/ 6889 w 5850426"/>
              <a:gd name="connsiteY213" fmla="*/ 2383102 h 4930375"/>
              <a:gd name="connsiteX214" fmla="*/ 0 w 5850426"/>
              <a:gd name="connsiteY214" fmla="*/ 2369775 h 4930375"/>
              <a:gd name="connsiteX215" fmla="*/ 0 w 5850426"/>
              <a:gd name="connsiteY215" fmla="*/ 2202350 h 4930375"/>
              <a:gd name="connsiteX216" fmla="*/ 693 w 5850426"/>
              <a:gd name="connsiteY216" fmla="*/ 2202527 h 4930375"/>
              <a:gd name="connsiteX217" fmla="*/ 3033 w 5850426"/>
              <a:gd name="connsiteY217" fmla="*/ 2195650 h 4930375"/>
              <a:gd name="connsiteX218" fmla="*/ 0 w 5850426"/>
              <a:gd name="connsiteY218" fmla="*/ 2194394 h 4930375"/>
              <a:gd name="connsiteX219" fmla="*/ 0 w 5850426"/>
              <a:gd name="connsiteY219" fmla="*/ 2072253 h 4930375"/>
              <a:gd name="connsiteX220" fmla="*/ 43328 w 5850426"/>
              <a:gd name="connsiteY220" fmla="*/ 2077639 h 4930375"/>
              <a:gd name="connsiteX221" fmla="*/ 81974 w 5850426"/>
              <a:gd name="connsiteY221" fmla="*/ 2112266 h 4930375"/>
              <a:gd name="connsiteX222" fmla="*/ 97081 w 5850426"/>
              <a:gd name="connsiteY222" fmla="*/ 2066491 h 4930375"/>
              <a:gd name="connsiteX223" fmla="*/ 48993 w 5850426"/>
              <a:gd name="connsiteY223" fmla="*/ 2057465 h 4930375"/>
              <a:gd name="connsiteX224" fmla="*/ 19630 w 5850426"/>
              <a:gd name="connsiteY224" fmla="*/ 2018352 h 4930375"/>
              <a:gd name="connsiteX225" fmla="*/ 9629 w 5850426"/>
              <a:gd name="connsiteY225" fmla="*/ 2039843 h 4930375"/>
              <a:gd name="connsiteX226" fmla="*/ 34737 w 5850426"/>
              <a:gd name="connsiteY226" fmla="*/ 1987620 h 4930375"/>
              <a:gd name="connsiteX227" fmla="*/ 0 w 5850426"/>
              <a:gd name="connsiteY227" fmla="*/ 1972024 h 4930375"/>
              <a:gd name="connsiteX228" fmla="*/ 0 w 5850426"/>
              <a:gd name="connsiteY228" fmla="*/ 1933095 h 4930375"/>
              <a:gd name="connsiteX229" fmla="*/ 22609 w 5850426"/>
              <a:gd name="connsiteY229" fmla="*/ 1959682 h 4930375"/>
              <a:gd name="connsiteX230" fmla="*/ 48781 w 5850426"/>
              <a:gd name="connsiteY230" fmla="*/ 1909179 h 4930375"/>
              <a:gd name="connsiteX231" fmla="*/ 54526 w 5850426"/>
              <a:gd name="connsiteY231" fmla="*/ 1935828 h 4930375"/>
              <a:gd name="connsiteX232" fmla="*/ 70058 w 5850426"/>
              <a:gd name="connsiteY232" fmla="*/ 1956029 h 4930375"/>
              <a:gd name="connsiteX233" fmla="*/ 87719 w 5850426"/>
              <a:gd name="connsiteY233" fmla="*/ 1932174 h 4930375"/>
              <a:gd name="connsiteX234" fmla="*/ 75591 w 5850426"/>
              <a:gd name="connsiteY234" fmla="*/ 1868776 h 4930375"/>
              <a:gd name="connsiteX235" fmla="*/ 67292 w 5850426"/>
              <a:gd name="connsiteY235" fmla="*/ 1864478 h 4930375"/>
              <a:gd name="connsiteX236" fmla="*/ 60483 w 5850426"/>
              <a:gd name="connsiteY236" fmla="*/ 1879522 h 4930375"/>
              <a:gd name="connsiteX237" fmla="*/ 46014 w 5850426"/>
              <a:gd name="connsiteY237" fmla="*/ 1894136 h 4930375"/>
              <a:gd name="connsiteX238" fmla="*/ 18566 w 5850426"/>
              <a:gd name="connsiteY238" fmla="*/ 1682667 h 4930375"/>
              <a:gd name="connsiteX239" fmla="*/ 47078 w 5850426"/>
              <a:gd name="connsiteY239" fmla="*/ 1687825 h 4930375"/>
              <a:gd name="connsiteX240" fmla="*/ 48993 w 5850426"/>
              <a:gd name="connsiteY240" fmla="*/ 1646992 h 4930375"/>
              <a:gd name="connsiteX241" fmla="*/ 18141 w 5850426"/>
              <a:gd name="connsiteY241" fmla="*/ 1649786 h 4930375"/>
              <a:gd name="connsiteX242" fmla="*/ 54100 w 5850426"/>
              <a:gd name="connsiteY242" fmla="*/ 1606805 h 4930375"/>
              <a:gd name="connsiteX243" fmla="*/ 65164 w 5850426"/>
              <a:gd name="connsiteY243" fmla="*/ 1533521 h 4930375"/>
              <a:gd name="connsiteX244" fmla="*/ 78995 w 5850426"/>
              <a:gd name="connsiteY244" fmla="*/ 1567692 h 4930375"/>
              <a:gd name="connsiteX245" fmla="*/ 110699 w 5850426"/>
              <a:gd name="connsiteY245" fmla="*/ 1536960 h 4930375"/>
              <a:gd name="connsiteX246" fmla="*/ 55802 w 5850426"/>
              <a:gd name="connsiteY246" fmla="*/ 1501070 h 4930375"/>
              <a:gd name="connsiteX247" fmla="*/ 54100 w 5850426"/>
              <a:gd name="connsiteY247" fmla="*/ 1437673 h 4930375"/>
              <a:gd name="connsiteX248" fmla="*/ 75591 w 5850426"/>
              <a:gd name="connsiteY248" fmla="*/ 1469264 h 4930375"/>
              <a:gd name="connsiteX249" fmla="*/ 98600 w 5850426"/>
              <a:gd name="connsiteY249" fmla="*/ 1438060 h 4930375"/>
              <a:gd name="connsiteX250" fmla="*/ 96868 w 5850426"/>
              <a:gd name="connsiteY250" fmla="*/ 1431655 h 4930375"/>
              <a:gd name="connsiteX251" fmla="*/ 84953 w 5850426"/>
              <a:gd name="connsiteY251" fmla="*/ 1411669 h 4930375"/>
              <a:gd name="connsiteX252" fmla="*/ 37929 w 5850426"/>
              <a:gd name="connsiteY252" fmla="*/ 1423274 h 4930375"/>
              <a:gd name="connsiteX253" fmla="*/ 55377 w 5850426"/>
              <a:gd name="connsiteY253" fmla="*/ 1398130 h 4930375"/>
              <a:gd name="connsiteX254" fmla="*/ 76654 w 5850426"/>
              <a:gd name="connsiteY254" fmla="*/ 1351495 h 4930375"/>
              <a:gd name="connsiteX255" fmla="*/ 49844 w 5850426"/>
              <a:gd name="connsiteY255" fmla="*/ 1195472 h 4930375"/>
              <a:gd name="connsiteX256" fmla="*/ 42184 w 5850426"/>
              <a:gd name="connsiteY256" fmla="*/ 1171188 h 4930375"/>
              <a:gd name="connsiteX257" fmla="*/ 30907 w 5850426"/>
              <a:gd name="connsiteY257" fmla="*/ 1055998 h 4930375"/>
              <a:gd name="connsiteX258" fmla="*/ 117 w 5850426"/>
              <a:gd name="connsiteY258" fmla="*/ 1033634 h 4930375"/>
              <a:gd name="connsiteX259" fmla="*/ 0 w 5850426"/>
              <a:gd name="connsiteY259" fmla="*/ 1033116 h 4930375"/>
              <a:gd name="connsiteX260" fmla="*/ 0 w 5850426"/>
              <a:gd name="connsiteY260" fmla="*/ 513401 h 4930375"/>
              <a:gd name="connsiteX261" fmla="*/ 13805 w 5850426"/>
              <a:gd name="connsiteY261" fmla="*/ 554941 h 4930375"/>
              <a:gd name="connsiteX262" fmla="*/ 26226 w 5850426"/>
              <a:gd name="connsiteY262" fmla="*/ 598246 h 4930375"/>
              <a:gd name="connsiteX263" fmla="*/ 41972 w 5850426"/>
              <a:gd name="connsiteY263" fmla="*/ 709138 h 4930375"/>
              <a:gd name="connsiteX264" fmla="*/ 55802 w 5850426"/>
              <a:gd name="connsiteY264" fmla="*/ 824328 h 4930375"/>
              <a:gd name="connsiteX265" fmla="*/ 70697 w 5850426"/>
              <a:gd name="connsiteY265" fmla="*/ 894818 h 4930375"/>
              <a:gd name="connsiteX266" fmla="*/ 80697 w 5850426"/>
              <a:gd name="connsiteY266" fmla="*/ 947900 h 4930375"/>
              <a:gd name="connsiteX267" fmla="*/ 94315 w 5850426"/>
              <a:gd name="connsiteY267" fmla="*/ 1053419 h 4930375"/>
              <a:gd name="connsiteX268" fmla="*/ 101549 w 5850426"/>
              <a:gd name="connsiteY268" fmla="*/ 1166460 h 4930375"/>
              <a:gd name="connsiteX269" fmla="*/ 101549 w 5850426"/>
              <a:gd name="connsiteY269" fmla="*/ 1183008 h 4930375"/>
              <a:gd name="connsiteX270" fmla="*/ 172617 w 5850426"/>
              <a:gd name="connsiteY270" fmla="*/ 1389749 h 4930375"/>
              <a:gd name="connsiteX271" fmla="*/ 188576 w 5850426"/>
              <a:gd name="connsiteY271" fmla="*/ 1399419 h 4930375"/>
              <a:gd name="connsiteX272" fmla="*/ 227939 w 5850426"/>
              <a:gd name="connsiteY272" fmla="*/ 1263598 h 4930375"/>
              <a:gd name="connsiteX273" fmla="*/ 226663 w 5850426"/>
              <a:gd name="connsiteY273" fmla="*/ 1250704 h 4930375"/>
              <a:gd name="connsiteX274" fmla="*/ 217513 w 5850426"/>
              <a:gd name="connsiteY274" fmla="*/ 1189885 h 4930375"/>
              <a:gd name="connsiteX275" fmla="*/ 167510 w 5850426"/>
              <a:gd name="connsiteY275" fmla="*/ 1121545 h 4930375"/>
              <a:gd name="connsiteX276" fmla="*/ 136019 w 5850426"/>
              <a:gd name="connsiteY276" fmla="*/ 1028705 h 4930375"/>
              <a:gd name="connsiteX277" fmla="*/ 128998 w 5850426"/>
              <a:gd name="connsiteY277" fmla="*/ 974978 h 4930375"/>
              <a:gd name="connsiteX278" fmla="*/ 126019 w 5850426"/>
              <a:gd name="connsiteY278" fmla="*/ 937799 h 4930375"/>
              <a:gd name="connsiteX279" fmla="*/ 121763 w 5850426"/>
              <a:gd name="connsiteY279" fmla="*/ 850547 h 4930375"/>
              <a:gd name="connsiteX280" fmla="*/ 119848 w 5850426"/>
              <a:gd name="connsiteY280" fmla="*/ 829056 h 4930375"/>
              <a:gd name="connsiteX281" fmla="*/ 98571 w 5850426"/>
              <a:gd name="connsiteY281" fmla="*/ 747391 h 4930375"/>
              <a:gd name="connsiteX282" fmla="*/ 98571 w 5850426"/>
              <a:gd name="connsiteY282" fmla="*/ 675612 h 4930375"/>
              <a:gd name="connsiteX283" fmla="*/ 91123 w 5850426"/>
              <a:gd name="connsiteY283" fmla="*/ 580623 h 4930375"/>
              <a:gd name="connsiteX284" fmla="*/ 69846 w 5850426"/>
              <a:gd name="connsiteY284" fmla="*/ 454473 h 4930375"/>
              <a:gd name="connsiteX285" fmla="*/ 46440 w 5850426"/>
              <a:gd name="connsiteY285" fmla="*/ 415360 h 4930375"/>
              <a:gd name="connsiteX286" fmla="*/ 0 w 5850426"/>
              <a:gd name="connsiteY286" fmla="*/ 389286 h 493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5850426" h="4930375">
                <a:moveTo>
                  <a:pt x="38567" y="4298301"/>
                </a:moveTo>
                <a:cubicBezTo>
                  <a:pt x="43887" y="4392001"/>
                  <a:pt x="48993" y="4485915"/>
                  <a:pt x="16226" y="4582623"/>
                </a:cubicBezTo>
                <a:cubicBezTo>
                  <a:pt x="-584" y="4529111"/>
                  <a:pt x="26439" y="4485485"/>
                  <a:pt x="26226" y="4439495"/>
                </a:cubicBezTo>
                <a:cubicBezTo>
                  <a:pt x="26013" y="4393505"/>
                  <a:pt x="34099" y="4345366"/>
                  <a:pt x="38567" y="4298301"/>
                </a:cubicBezTo>
                <a:close/>
                <a:moveTo>
                  <a:pt x="246238" y="4248013"/>
                </a:moveTo>
                <a:cubicBezTo>
                  <a:pt x="231982" y="4265205"/>
                  <a:pt x="231982" y="4265205"/>
                  <a:pt x="240706" y="4279174"/>
                </a:cubicBezTo>
                <a:lnTo>
                  <a:pt x="241132" y="4278100"/>
                </a:lnTo>
                <a:close/>
                <a:moveTo>
                  <a:pt x="336031" y="3633808"/>
                </a:moveTo>
                <a:cubicBezTo>
                  <a:pt x="313263" y="3655299"/>
                  <a:pt x="312838" y="3660887"/>
                  <a:pt x="334328" y="3668623"/>
                </a:cubicBezTo>
                <a:close/>
                <a:moveTo>
                  <a:pt x="163042" y="3551499"/>
                </a:moveTo>
                <a:lnTo>
                  <a:pt x="149637" y="3637462"/>
                </a:lnTo>
                <a:cubicBezTo>
                  <a:pt x="153893" y="3636817"/>
                  <a:pt x="157936" y="3637247"/>
                  <a:pt x="162404" y="3637462"/>
                </a:cubicBezTo>
                <a:lnTo>
                  <a:pt x="170277" y="3551499"/>
                </a:lnTo>
                <a:cubicBezTo>
                  <a:pt x="167936" y="3551499"/>
                  <a:pt x="165596" y="3551499"/>
                  <a:pt x="163042" y="3551499"/>
                </a:cubicBezTo>
                <a:close/>
                <a:moveTo>
                  <a:pt x="340286" y="3547631"/>
                </a:moveTo>
                <a:cubicBezTo>
                  <a:pt x="319008" y="3563964"/>
                  <a:pt x="327945" y="3581586"/>
                  <a:pt x="337733" y="3599423"/>
                </a:cubicBezTo>
                <a:close/>
                <a:moveTo>
                  <a:pt x="342201" y="3504649"/>
                </a:moveTo>
                <a:lnTo>
                  <a:pt x="326243" y="3526140"/>
                </a:lnTo>
                <a:cubicBezTo>
                  <a:pt x="331137" y="3527214"/>
                  <a:pt x="336031" y="3528504"/>
                  <a:pt x="341137" y="3529578"/>
                </a:cubicBezTo>
                <a:close/>
                <a:moveTo>
                  <a:pt x="178788" y="3481654"/>
                </a:moveTo>
                <a:cubicBezTo>
                  <a:pt x="173149" y="3482632"/>
                  <a:pt x="167649" y="3484291"/>
                  <a:pt x="162404" y="3486597"/>
                </a:cubicBezTo>
                <a:cubicBezTo>
                  <a:pt x="175170" y="3492185"/>
                  <a:pt x="178788" y="3495193"/>
                  <a:pt x="181979" y="3494763"/>
                </a:cubicBezTo>
                <a:cubicBezTo>
                  <a:pt x="184533" y="3494763"/>
                  <a:pt x="186235" y="3489606"/>
                  <a:pt x="188576" y="3486812"/>
                </a:cubicBezTo>
                <a:cubicBezTo>
                  <a:pt x="185620" y="3484553"/>
                  <a:pt x="182313" y="3482810"/>
                  <a:pt x="178788" y="3481654"/>
                </a:cubicBezTo>
                <a:close/>
                <a:moveTo>
                  <a:pt x="330285" y="3433945"/>
                </a:moveTo>
                <a:lnTo>
                  <a:pt x="322838" y="3438888"/>
                </a:lnTo>
                <a:lnTo>
                  <a:pt x="342839" y="3495623"/>
                </a:lnTo>
                <a:lnTo>
                  <a:pt x="345180" y="3443830"/>
                </a:lnTo>
                <a:cubicBezTo>
                  <a:pt x="340286" y="3440607"/>
                  <a:pt x="335392" y="3437168"/>
                  <a:pt x="330285" y="3433945"/>
                </a:cubicBezTo>
                <a:close/>
                <a:moveTo>
                  <a:pt x="228791" y="3415678"/>
                </a:moveTo>
                <a:cubicBezTo>
                  <a:pt x="205811" y="3544622"/>
                  <a:pt x="189639" y="3676360"/>
                  <a:pt x="177937" y="3808098"/>
                </a:cubicBezTo>
                <a:cubicBezTo>
                  <a:pt x="206138" y="3692914"/>
                  <a:pt x="228088" y="3576261"/>
                  <a:pt x="243685" y="3458659"/>
                </a:cubicBezTo>
                <a:cubicBezTo>
                  <a:pt x="244362" y="3444282"/>
                  <a:pt x="243506" y="3429870"/>
                  <a:pt x="241132" y="3415678"/>
                </a:cubicBezTo>
                <a:cubicBezTo>
                  <a:pt x="237089" y="3415678"/>
                  <a:pt x="232833" y="3415678"/>
                  <a:pt x="228791" y="3415678"/>
                </a:cubicBezTo>
                <a:close/>
                <a:moveTo>
                  <a:pt x="181128" y="3409875"/>
                </a:moveTo>
                <a:lnTo>
                  <a:pt x="176873" y="3429647"/>
                </a:lnTo>
                <a:cubicBezTo>
                  <a:pt x="178881" y="3430051"/>
                  <a:pt x="180869" y="3430554"/>
                  <a:pt x="182830" y="3431151"/>
                </a:cubicBezTo>
                <a:lnTo>
                  <a:pt x="183682" y="3431151"/>
                </a:lnTo>
                <a:lnTo>
                  <a:pt x="188150" y="3411594"/>
                </a:lnTo>
                <a:cubicBezTo>
                  <a:pt x="185809" y="3411594"/>
                  <a:pt x="183469" y="3411594"/>
                  <a:pt x="181128" y="3409875"/>
                </a:cubicBezTo>
                <a:close/>
                <a:moveTo>
                  <a:pt x="152190" y="3390104"/>
                </a:moveTo>
                <a:cubicBezTo>
                  <a:pt x="150488" y="3390104"/>
                  <a:pt x="147509" y="3390104"/>
                  <a:pt x="145382" y="3391178"/>
                </a:cubicBezTo>
                <a:lnTo>
                  <a:pt x="148786" y="3400204"/>
                </a:lnTo>
                <a:lnTo>
                  <a:pt x="154744" y="3396551"/>
                </a:lnTo>
                <a:cubicBezTo>
                  <a:pt x="153893" y="3394187"/>
                  <a:pt x="153680" y="3390963"/>
                  <a:pt x="152190" y="3390104"/>
                </a:cubicBezTo>
                <a:close/>
                <a:moveTo>
                  <a:pt x="70058" y="3372052"/>
                </a:moveTo>
                <a:cubicBezTo>
                  <a:pt x="74101" y="3372052"/>
                  <a:pt x="77931" y="3372052"/>
                  <a:pt x="81761" y="3373556"/>
                </a:cubicBezTo>
                <a:lnTo>
                  <a:pt x="75803" y="3408156"/>
                </a:lnTo>
                <a:cubicBezTo>
                  <a:pt x="57717" y="3394402"/>
                  <a:pt x="64526" y="3383227"/>
                  <a:pt x="70058" y="3372052"/>
                </a:cubicBezTo>
                <a:close/>
                <a:moveTo>
                  <a:pt x="190278" y="3351635"/>
                </a:moveTo>
                <a:lnTo>
                  <a:pt x="186873" y="3376350"/>
                </a:lnTo>
                <a:cubicBezTo>
                  <a:pt x="188576" y="3376350"/>
                  <a:pt x="190490" y="3376350"/>
                  <a:pt x="192406" y="3376350"/>
                </a:cubicBezTo>
                <a:lnTo>
                  <a:pt x="196023" y="3351850"/>
                </a:lnTo>
                <a:cubicBezTo>
                  <a:pt x="194108" y="3352280"/>
                  <a:pt x="192831" y="3352065"/>
                  <a:pt x="190278" y="3351635"/>
                </a:cubicBezTo>
                <a:close/>
                <a:moveTo>
                  <a:pt x="166234" y="3328425"/>
                </a:moveTo>
                <a:cubicBezTo>
                  <a:pt x="162617" y="3328855"/>
                  <a:pt x="158574" y="3329070"/>
                  <a:pt x="154531" y="3329285"/>
                </a:cubicBezTo>
                <a:lnTo>
                  <a:pt x="154531" y="3365819"/>
                </a:lnTo>
                <a:cubicBezTo>
                  <a:pt x="175809" y="3351206"/>
                  <a:pt x="179639" y="3340675"/>
                  <a:pt x="166234" y="3328425"/>
                </a:cubicBezTo>
                <a:close/>
                <a:moveTo>
                  <a:pt x="242834" y="3324127"/>
                </a:moveTo>
                <a:lnTo>
                  <a:pt x="242195" y="3324557"/>
                </a:lnTo>
                <a:cubicBezTo>
                  <a:pt x="229003" y="3331219"/>
                  <a:pt x="210704" y="3335302"/>
                  <a:pt x="212619" y="3354214"/>
                </a:cubicBezTo>
                <a:cubicBezTo>
                  <a:pt x="214109" y="3365175"/>
                  <a:pt x="227301" y="3375705"/>
                  <a:pt x="240706" y="3392038"/>
                </a:cubicBezTo>
                <a:lnTo>
                  <a:pt x="253473" y="3329070"/>
                </a:lnTo>
                <a:cubicBezTo>
                  <a:pt x="250281" y="3327351"/>
                  <a:pt x="246451" y="3325632"/>
                  <a:pt x="242834" y="3324127"/>
                </a:cubicBezTo>
                <a:close/>
                <a:moveTo>
                  <a:pt x="198576" y="3250629"/>
                </a:moveTo>
                <a:cubicBezTo>
                  <a:pt x="167298" y="3259225"/>
                  <a:pt x="186022" y="3274484"/>
                  <a:pt x="191554" y="3288238"/>
                </a:cubicBezTo>
                <a:lnTo>
                  <a:pt x="170277" y="3299843"/>
                </a:lnTo>
                <a:cubicBezTo>
                  <a:pt x="178362" y="3308654"/>
                  <a:pt x="189427" y="3313167"/>
                  <a:pt x="193682" y="3309514"/>
                </a:cubicBezTo>
                <a:cubicBezTo>
                  <a:pt x="212832" y="3292751"/>
                  <a:pt x="207513" y="3272550"/>
                  <a:pt x="198576" y="3250629"/>
                </a:cubicBezTo>
                <a:close/>
                <a:moveTo>
                  <a:pt x="245999" y="3219279"/>
                </a:moveTo>
                <a:cubicBezTo>
                  <a:pt x="239270" y="3215975"/>
                  <a:pt x="229003" y="3217104"/>
                  <a:pt x="214109" y="3221832"/>
                </a:cubicBezTo>
                <a:lnTo>
                  <a:pt x="232621" y="3309728"/>
                </a:lnTo>
                <a:cubicBezTo>
                  <a:pt x="252436" y="3293976"/>
                  <a:pt x="261743" y="3268271"/>
                  <a:pt x="256664" y="3243322"/>
                </a:cubicBezTo>
                <a:cubicBezTo>
                  <a:pt x="255919" y="3230320"/>
                  <a:pt x="252728" y="3222583"/>
                  <a:pt x="245999" y="3219279"/>
                </a:cubicBezTo>
                <a:close/>
                <a:moveTo>
                  <a:pt x="227301" y="3158864"/>
                </a:moveTo>
                <a:lnTo>
                  <a:pt x="227301" y="3177346"/>
                </a:lnTo>
                <a:lnTo>
                  <a:pt x="235387" y="3177346"/>
                </a:lnTo>
                <a:lnTo>
                  <a:pt x="237727" y="3159294"/>
                </a:lnTo>
                <a:cubicBezTo>
                  <a:pt x="233897" y="3159079"/>
                  <a:pt x="230705" y="3158864"/>
                  <a:pt x="227301" y="3158864"/>
                </a:cubicBezTo>
                <a:close/>
                <a:moveTo>
                  <a:pt x="243472" y="3043459"/>
                </a:moveTo>
                <a:cubicBezTo>
                  <a:pt x="235278" y="3058365"/>
                  <a:pt x="229937" y="3074695"/>
                  <a:pt x="227727" y="3091598"/>
                </a:cubicBezTo>
                <a:cubicBezTo>
                  <a:pt x="227727" y="3103633"/>
                  <a:pt x="243898" y="3114593"/>
                  <a:pt x="253260" y="3126198"/>
                </a:cubicBezTo>
                <a:cubicBezTo>
                  <a:pt x="253260" y="3144035"/>
                  <a:pt x="236663" y="3163592"/>
                  <a:pt x="261771" y="3184008"/>
                </a:cubicBezTo>
                <a:cubicBezTo>
                  <a:pt x="264701" y="3174872"/>
                  <a:pt x="266975" y="3165534"/>
                  <a:pt x="268580" y="3156070"/>
                </a:cubicBezTo>
                <a:cubicBezTo>
                  <a:pt x="267044" y="3141785"/>
                  <a:pt x="267044" y="3127373"/>
                  <a:pt x="268580" y="3113088"/>
                </a:cubicBezTo>
                <a:cubicBezTo>
                  <a:pt x="277517" y="3084721"/>
                  <a:pt x="268580" y="3064734"/>
                  <a:pt x="243472" y="3043459"/>
                </a:cubicBezTo>
                <a:close/>
                <a:moveTo>
                  <a:pt x="261984" y="2906348"/>
                </a:moveTo>
                <a:cubicBezTo>
                  <a:pt x="261984" y="2908497"/>
                  <a:pt x="261984" y="2912365"/>
                  <a:pt x="263899" y="2912795"/>
                </a:cubicBezTo>
                <a:cubicBezTo>
                  <a:pt x="267431" y="2913225"/>
                  <a:pt x="271006" y="2913225"/>
                  <a:pt x="274538" y="2912795"/>
                </a:cubicBezTo>
                <a:cubicBezTo>
                  <a:pt x="273687" y="2910646"/>
                  <a:pt x="273048" y="2906348"/>
                  <a:pt x="272410" y="2906348"/>
                </a:cubicBezTo>
                <a:cubicBezTo>
                  <a:pt x="268942" y="2906026"/>
                  <a:pt x="265452" y="2906026"/>
                  <a:pt x="261984" y="2906348"/>
                </a:cubicBezTo>
                <a:close/>
                <a:moveTo>
                  <a:pt x="294326" y="2861647"/>
                </a:moveTo>
                <a:cubicBezTo>
                  <a:pt x="281772" y="2888940"/>
                  <a:pt x="300071" y="2901835"/>
                  <a:pt x="316880" y="2918168"/>
                </a:cubicBezTo>
                <a:cubicBezTo>
                  <a:pt x="330073" y="2875616"/>
                  <a:pt x="328583" y="2871748"/>
                  <a:pt x="294326" y="2861647"/>
                </a:cubicBezTo>
                <a:close/>
                <a:moveTo>
                  <a:pt x="384331" y="2640293"/>
                </a:moveTo>
                <a:cubicBezTo>
                  <a:pt x="375607" y="2654477"/>
                  <a:pt x="359223" y="2668016"/>
                  <a:pt x="382203" y="2683274"/>
                </a:cubicBezTo>
                <a:close/>
                <a:moveTo>
                  <a:pt x="47078" y="2417004"/>
                </a:moveTo>
                <a:cubicBezTo>
                  <a:pt x="45376" y="2434842"/>
                  <a:pt x="43461" y="2446876"/>
                  <a:pt x="43461" y="2458911"/>
                </a:cubicBezTo>
                <a:cubicBezTo>
                  <a:pt x="43461" y="2490717"/>
                  <a:pt x="61547" y="2523383"/>
                  <a:pt x="41333" y="2555190"/>
                </a:cubicBezTo>
                <a:cubicBezTo>
                  <a:pt x="39418" y="2558413"/>
                  <a:pt x="44100" y="2565720"/>
                  <a:pt x="45163" y="2571093"/>
                </a:cubicBezTo>
                <a:lnTo>
                  <a:pt x="52398" y="2612355"/>
                </a:lnTo>
                <a:lnTo>
                  <a:pt x="60058" y="2660924"/>
                </a:lnTo>
                <a:cubicBezTo>
                  <a:pt x="76348" y="2648889"/>
                  <a:pt x="83274" y="2627742"/>
                  <a:pt x="77293" y="2608272"/>
                </a:cubicBezTo>
                <a:cubicBezTo>
                  <a:pt x="64505" y="2564022"/>
                  <a:pt x="63041" y="2517216"/>
                  <a:pt x="73037" y="2472235"/>
                </a:cubicBezTo>
                <a:cubicBezTo>
                  <a:pt x="79610" y="2449842"/>
                  <a:pt x="68420" y="2426030"/>
                  <a:pt x="47078" y="2417004"/>
                </a:cubicBezTo>
                <a:close/>
                <a:moveTo>
                  <a:pt x="70058" y="1800651"/>
                </a:moveTo>
                <a:lnTo>
                  <a:pt x="67505" y="1807743"/>
                </a:lnTo>
                <a:cubicBezTo>
                  <a:pt x="74314" y="1810322"/>
                  <a:pt x="80910" y="1813115"/>
                  <a:pt x="87506" y="1815694"/>
                </a:cubicBezTo>
                <a:lnTo>
                  <a:pt x="91336" y="1807313"/>
                </a:lnTo>
                <a:cubicBezTo>
                  <a:pt x="83889" y="1805164"/>
                  <a:pt x="76654" y="1802800"/>
                  <a:pt x="70058" y="1800651"/>
                </a:cubicBezTo>
                <a:close/>
                <a:moveTo>
                  <a:pt x="36227" y="1721565"/>
                </a:moveTo>
                <a:lnTo>
                  <a:pt x="33248" y="1748643"/>
                </a:lnTo>
                <a:cubicBezTo>
                  <a:pt x="36014" y="1748643"/>
                  <a:pt x="38993" y="1748643"/>
                  <a:pt x="41759" y="1749718"/>
                </a:cubicBezTo>
                <a:lnTo>
                  <a:pt x="46440" y="1723499"/>
                </a:lnTo>
                <a:cubicBezTo>
                  <a:pt x="43887" y="1722639"/>
                  <a:pt x="39631" y="1721995"/>
                  <a:pt x="36227" y="1721565"/>
                </a:cubicBezTo>
                <a:close/>
                <a:moveTo>
                  <a:pt x="79846" y="1693412"/>
                </a:moveTo>
                <a:cubicBezTo>
                  <a:pt x="63462" y="1731881"/>
                  <a:pt x="65164" y="1733385"/>
                  <a:pt x="99209" y="1741766"/>
                </a:cubicBezTo>
                <a:lnTo>
                  <a:pt x="99209" y="1741121"/>
                </a:lnTo>
                <a:close/>
                <a:moveTo>
                  <a:pt x="323902" y="1623997"/>
                </a:moveTo>
                <a:cubicBezTo>
                  <a:pt x="320923" y="1623997"/>
                  <a:pt x="317944" y="1625287"/>
                  <a:pt x="314965" y="1625931"/>
                </a:cubicBezTo>
                <a:lnTo>
                  <a:pt x="317519" y="1647422"/>
                </a:lnTo>
                <a:cubicBezTo>
                  <a:pt x="320498" y="1646348"/>
                  <a:pt x="324966" y="1645918"/>
                  <a:pt x="328796" y="1645488"/>
                </a:cubicBezTo>
                <a:close/>
                <a:moveTo>
                  <a:pt x="30482" y="1522991"/>
                </a:moveTo>
                <a:lnTo>
                  <a:pt x="30269" y="1523421"/>
                </a:lnTo>
                <a:cubicBezTo>
                  <a:pt x="19843" y="1539968"/>
                  <a:pt x="19843" y="1539968"/>
                  <a:pt x="480" y="1530298"/>
                </a:cubicBezTo>
                <a:cubicBezTo>
                  <a:pt x="9629" y="1527719"/>
                  <a:pt x="18353" y="1525785"/>
                  <a:pt x="30482" y="1522991"/>
                </a:cubicBezTo>
                <a:close/>
                <a:moveTo>
                  <a:pt x="185171" y="1521272"/>
                </a:moveTo>
                <a:cubicBezTo>
                  <a:pt x="189148" y="1534166"/>
                  <a:pt x="192276" y="1547297"/>
                  <a:pt x="194533" y="1560600"/>
                </a:cubicBezTo>
                <a:cubicBezTo>
                  <a:pt x="198578" y="1576675"/>
                  <a:pt x="198578" y="1593523"/>
                  <a:pt x="194533" y="1609598"/>
                </a:cubicBezTo>
                <a:cubicBezTo>
                  <a:pt x="173256" y="1655589"/>
                  <a:pt x="190278" y="1690618"/>
                  <a:pt x="219003" y="1724144"/>
                </a:cubicBezTo>
                <a:cubicBezTo>
                  <a:pt x="205811" y="1771853"/>
                  <a:pt x="205811" y="1771853"/>
                  <a:pt x="240281" y="1788616"/>
                </a:cubicBezTo>
                <a:cubicBezTo>
                  <a:pt x="246877" y="1776581"/>
                  <a:pt x="257941" y="1764976"/>
                  <a:pt x="258792" y="1752297"/>
                </a:cubicBezTo>
                <a:cubicBezTo>
                  <a:pt x="259643" y="1739617"/>
                  <a:pt x="247940" y="1730806"/>
                  <a:pt x="246877" y="1728657"/>
                </a:cubicBezTo>
                <a:cubicBezTo>
                  <a:pt x="251568" y="1706865"/>
                  <a:pt x="257392" y="1685353"/>
                  <a:pt x="264324" y="1664185"/>
                </a:cubicBezTo>
                <a:cubicBezTo>
                  <a:pt x="273365" y="1643597"/>
                  <a:pt x="265903" y="1619420"/>
                  <a:pt x="246877" y="1607664"/>
                </a:cubicBezTo>
                <a:cubicBezTo>
                  <a:pt x="223054" y="1593459"/>
                  <a:pt x="209404" y="1566725"/>
                  <a:pt x="211768" y="1538894"/>
                </a:cubicBezTo>
                <a:cubicBezTo>
                  <a:pt x="213258" y="1527074"/>
                  <a:pt x="207513" y="1515899"/>
                  <a:pt x="185171" y="1521272"/>
                </a:cubicBezTo>
                <a:close/>
                <a:moveTo>
                  <a:pt x="38567" y="1329145"/>
                </a:moveTo>
                <a:lnTo>
                  <a:pt x="44525" y="1334088"/>
                </a:lnTo>
                <a:lnTo>
                  <a:pt x="33673" y="1347412"/>
                </a:lnTo>
                <a:cubicBezTo>
                  <a:pt x="31758" y="1345907"/>
                  <a:pt x="30056" y="1344188"/>
                  <a:pt x="27928" y="1342684"/>
                </a:cubicBezTo>
                <a:close/>
                <a:moveTo>
                  <a:pt x="0" y="1203829"/>
                </a:moveTo>
                <a:lnTo>
                  <a:pt x="38780" y="1237594"/>
                </a:lnTo>
                <a:lnTo>
                  <a:pt x="36014" y="1245331"/>
                </a:lnTo>
                <a:lnTo>
                  <a:pt x="0" y="1243563"/>
                </a:lnTo>
                <a:close/>
                <a:moveTo>
                  <a:pt x="241344" y="1101988"/>
                </a:moveTo>
                <a:cubicBezTo>
                  <a:pt x="237412" y="1146882"/>
                  <a:pt x="241740" y="1192141"/>
                  <a:pt x="254111" y="1235445"/>
                </a:cubicBezTo>
                <a:lnTo>
                  <a:pt x="254749" y="1236305"/>
                </a:lnTo>
                <a:cubicBezTo>
                  <a:pt x="257303" y="1241462"/>
                  <a:pt x="264537" y="1244042"/>
                  <a:pt x="276027" y="1252423"/>
                </a:cubicBezTo>
                <a:cubicBezTo>
                  <a:pt x="276027" y="1194398"/>
                  <a:pt x="253047" y="1149482"/>
                  <a:pt x="241344" y="1101988"/>
                </a:cubicBezTo>
                <a:close/>
                <a:moveTo>
                  <a:pt x="19204" y="991311"/>
                </a:moveTo>
                <a:lnTo>
                  <a:pt x="8353" y="1025911"/>
                </a:lnTo>
                <a:cubicBezTo>
                  <a:pt x="11757" y="1027200"/>
                  <a:pt x="15162" y="1028705"/>
                  <a:pt x="18779" y="1029994"/>
                </a:cubicBezTo>
                <a:cubicBezTo>
                  <a:pt x="29843" y="1023977"/>
                  <a:pt x="48993" y="1023547"/>
                  <a:pt x="41972" y="1003561"/>
                </a:cubicBezTo>
                <a:cubicBezTo>
                  <a:pt x="39844" y="997543"/>
                  <a:pt x="27077" y="995179"/>
                  <a:pt x="19204" y="991311"/>
                </a:cubicBezTo>
                <a:close/>
                <a:moveTo>
                  <a:pt x="8140" y="875046"/>
                </a:moveTo>
                <a:cubicBezTo>
                  <a:pt x="-2924" y="891379"/>
                  <a:pt x="4948" y="904703"/>
                  <a:pt x="20694" y="918028"/>
                </a:cubicBezTo>
                <a:lnTo>
                  <a:pt x="20694" y="875046"/>
                </a:lnTo>
                <a:close/>
                <a:moveTo>
                  <a:pt x="0" y="0"/>
                </a:moveTo>
                <a:lnTo>
                  <a:pt x="5850426" y="0"/>
                </a:lnTo>
                <a:lnTo>
                  <a:pt x="5850426" y="1949969"/>
                </a:lnTo>
                <a:lnTo>
                  <a:pt x="5715300" y="1941078"/>
                </a:lnTo>
                <a:lnTo>
                  <a:pt x="5518607" y="4930375"/>
                </a:lnTo>
                <a:lnTo>
                  <a:pt x="0" y="4930375"/>
                </a:lnTo>
                <a:lnTo>
                  <a:pt x="0" y="4665751"/>
                </a:lnTo>
                <a:lnTo>
                  <a:pt x="55" y="4665792"/>
                </a:lnTo>
                <a:lnTo>
                  <a:pt x="480" y="4665577"/>
                </a:lnTo>
                <a:cubicBezTo>
                  <a:pt x="4459" y="4662382"/>
                  <a:pt x="7600" y="4658249"/>
                  <a:pt x="9629" y="4653543"/>
                </a:cubicBezTo>
                <a:cubicBezTo>
                  <a:pt x="9629" y="4652253"/>
                  <a:pt x="4948" y="4646451"/>
                  <a:pt x="2608" y="4646451"/>
                </a:cubicBezTo>
                <a:lnTo>
                  <a:pt x="0" y="4647123"/>
                </a:lnTo>
                <a:lnTo>
                  <a:pt x="0" y="4631593"/>
                </a:lnTo>
                <a:lnTo>
                  <a:pt x="22609" y="4626894"/>
                </a:lnTo>
                <a:cubicBezTo>
                  <a:pt x="43674" y="4624519"/>
                  <a:pt x="64262" y="4618940"/>
                  <a:pt x="83676" y="4610346"/>
                </a:cubicBezTo>
                <a:cubicBezTo>
                  <a:pt x="64100" y="4602824"/>
                  <a:pt x="53674" y="4598956"/>
                  <a:pt x="39418" y="4593583"/>
                </a:cubicBezTo>
                <a:cubicBezTo>
                  <a:pt x="51262" y="4568736"/>
                  <a:pt x="61220" y="4543016"/>
                  <a:pt x="69207" y="4516647"/>
                </a:cubicBezTo>
                <a:cubicBezTo>
                  <a:pt x="73010" y="4490181"/>
                  <a:pt x="74576" y="4463436"/>
                  <a:pt x="73888" y="4436701"/>
                </a:cubicBezTo>
                <a:lnTo>
                  <a:pt x="80484" y="4436701"/>
                </a:lnTo>
                <a:lnTo>
                  <a:pt x="91123" y="4470872"/>
                </a:lnTo>
                <a:cubicBezTo>
                  <a:pt x="100030" y="4430114"/>
                  <a:pt x="105862" y="4388734"/>
                  <a:pt x="108571" y="4347085"/>
                </a:cubicBezTo>
                <a:cubicBezTo>
                  <a:pt x="112001" y="4324518"/>
                  <a:pt x="111352" y="4301508"/>
                  <a:pt x="106656" y="4279174"/>
                </a:cubicBezTo>
                <a:cubicBezTo>
                  <a:pt x="89421" y="4223299"/>
                  <a:pt x="96868" y="4167852"/>
                  <a:pt x="103464" y="4112192"/>
                </a:cubicBezTo>
                <a:cubicBezTo>
                  <a:pt x="110061" y="4056531"/>
                  <a:pt x="122189" y="3995927"/>
                  <a:pt x="110699" y="3936613"/>
                </a:cubicBezTo>
                <a:cubicBezTo>
                  <a:pt x="110080" y="3930950"/>
                  <a:pt x="110733" y="3925220"/>
                  <a:pt x="112614" y="3919850"/>
                </a:cubicBezTo>
                <a:cubicBezTo>
                  <a:pt x="121338" y="3890407"/>
                  <a:pt x="130487" y="3860965"/>
                  <a:pt x="139637" y="3831093"/>
                </a:cubicBezTo>
                <a:cubicBezTo>
                  <a:pt x="94953" y="3821637"/>
                  <a:pt x="90059" y="3811966"/>
                  <a:pt x="101124" y="3775647"/>
                </a:cubicBezTo>
                <a:cubicBezTo>
                  <a:pt x="106869" y="3756735"/>
                  <a:pt x="115593" y="3732666"/>
                  <a:pt x="109209" y="3717837"/>
                </a:cubicBezTo>
                <a:cubicBezTo>
                  <a:pt x="101505" y="3697803"/>
                  <a:pt x="103067" y="3675339"/>
                  <a:pt x="113465" y="3656588"/>
                </a:cubicBezTo>
                <a:cubicBezTo>
                  <a:pt x="116186" y="3647700"/>
                  <a:pt x="118389" y="3638659"/>
                  <a:pt x="120061" y="3629510"/>
                </a:cubicBezTo>
                <a:cubicBezTo>
                  <a:pt x="103890" y="3636387"/>
                  <a:pt x="91336" y="3641545"/>
                  <a:pt x="77506" y="3647133"/>
                </a:cubicBezTo>
                <a:cubicBezTo>
                  <a:pt x="74101" y="3597919"/>
                  <a:pt x="74101" y="3597919"/>
                  <a:pt x="134104" y="3555582"/>
                </a:cubicBezTo>
                <a:cubicBezTo>
                  <a:pt x="120572" y="3530530"/>
                  <a:pt x="122474" y="3499859"/>
                  <a:pt x="138998" y="3476711"/>
                </a:cubicBezTo>
                <a:cubicBezTo>
                  <a:pt x="148144" y="3460739"/>
                  <a:pt x="149095" y="3441292"/>
                  <a:pt x="141552" y="3424489"/>
                </a:cubicBezTo>
                <a:cubicBezTo>
                  <a:pt x="122719" y="3402020"/>
                  <a:pt x="118640" y="3370500"/>
                  <a:pt x="131125" y="3343899"/>
                </a:cubicBezTo>
                <a:cubicBezTo>
                  <a:pt x="138862" y="3322148"/>
                  <a:pt x="135266" y="3297928"/>
                  <a:pt x="121551" y="3279427"/>
                </a:cubicBezTo>
                <a:cubicBezTo>
                  <a:pt x="107933" y="3257936"/>
                  <a:pt x="87506" y="3240314"/>
                  <a:pt x="91549" y="3210871"/>
                </a:cubicBezTo>
                <a:cubicBezTo>
                  <a:pt x="96196" y="3185104"/>
                  <a:pt x="90366" y="3158533"/>
                  <a:pt x="75378" y="3137158"/>
                </a:cubicBezTo>
                <a:cubicBezTo>
                  <a:pt x="65377" y="3123189"/>
                  <a:pt x="57504" y="3107716"/>
                  <a:pt x="48568" y="3092887"/>
                </a:cubicBezTo>
                <a:cubicBezTo>
                  <a:pt x="42461" y="3075916"/>
                  <a:pt x="40278" y="3057758"/>
                  <a:pt x="42184" y="3039805"/>
                </a:cubicBezTo>
                <a:cubicBezTo>
                  <a:pt x="47930" y="3001767"/>
                  <a:pt x="29205" y="2953842"/>
                  <a:pt x="89634" y="2932352"/>
                </a:cubicBezTo>
                <a:lnTo>
                  <a:pt x="36865" y="2896247"/>
                </a:lnTo>
                <a:lnTo>
                  <a:pt x="20694" y="2920102"/>
                </a:lnTo>
                <a:cubicBezTo>
                  <a:pt x="20694" y="2868739"/>
                  <a:pt x="3459" y="2820600"/>
                  <a:pt x="21971" y="2771386"/>
                </a:cubicBezTo>
                <a:lnTo>
                  <a:pt x="31333" y="2808995"/>
                </a:lnTo>
                <a:lnTo>
                  <a:pt x="69420" y="2770741"/>
                </a:lnTo>
                <a:cubicBezTo>
                  <a:pt x="66867" y="2766443"/>
                  <a:pt x="66016" y="2763435"/>
                  <a:pt x="63888" y="2761930"/>
                </a:cubicBezTo>
                <a:cubicBezTo>
                  <a:pt x="58432" y="2757503"/>
                  <a:pt x="52508" y="2753678"/>
                  <a:pt x="46227" y="2750540"/>
                </a:cubicBezTo>
                <a:cubicBezTo>
                  <a:pt x="14736" y="2734422"/>
                  <a:pt x="14949" y="2734422"/>
                  <a:pt x="19204" y="2698963"/>
                </a:cubicBezTo>
                <a:cubicBezTo>
                  <a:pt x="20330" y="2691849"/>
                  <a:pt x="20330" y="2684585"/>
                  <a:pt x="19204" y="2677472"/>
                </a:cubicBezTo>
                <a:cubicBezTo>
                  <a:pt x="7606" y="2641733"/>
                  <a:pt x="7606" y="2603178"/>
                  <a:pt x="19204" y="2567439"/>
                </a:cubicBezTo>
                <a:cubicBezTo>
                  <a:pt x="20370" y="2561916"/>
                  <a:pt x="20370" y="2556200"/>
                  <a:pt x="19204" y="2550677"/>
                </a:cubicBezTo>
                <a:lnTo>
                  <a:pt x="16864" y="2499529"/>
                </a:lnTo>
                <a:cubicBezTo>
                  <a:pt x="16864" y="2473095"/>
                  <a:pt x="26439" y="2444727"/>
                  <a:pt x="4097" y="2421517"/>
                </a:cubicBezTo>
                <a:cubicBezTo>
                  <a:pt x="1429" y="2418208"/>
                  <a:pt x="552" y="2413781"/>
                  <a:pt x="1757" y="2409698"/>
                </a:cubicBezTo>
                <a:cubicBezTo>
                  <a:pt x="8672" y="2399812"/>
                  <a:pt x="9257" y="2391269"/>
                  <a:pt x="6889" y="2383102"/>
                </a:cubicBezTo>
                <a:lnTo>
                  <a:pt x="0" y="2369775"/>
                </a:lnTo>
                <a:lnTo>
                  <a:pt x="0" y="2202350"/>
                </a:lnTo>
                <a:lnTo>
                  <a:pt x="693" y="2202527"/>
                </a:lnTo>
                <a:lnTo>
                  <a:pt x="3033" y="2195650"/>
                </a:lnTo>
                <a:lnTo>
                  <a:pt x="0" y="2194394"/>
                </a:lnTo>
                <a:lnTo>
                  <a:pt x="0" y="2072253"/>
                </a:lnTo>
                <a:lnTo>
                  <a:pt x="43328" y="2077639"/>
                </a:lnTo>
                <a:cubicBezTo>
                  <a:pt x="57983" y="2082447"/>
                  <a:pt x="71335" y="2092064"/>
                  <a:pt x="81974" y="2112266"/>
                </a:cubicBezTo>
                <a:lnTo>
                  <a:pt x="97081" y="2066491"/>
                </a:lnTo>
                <a:cubicBezTo>
                  <a:pt x="80684" y="2066040"/>
                  <a:pt x="64460" y="2062988"/>
                  <a:pt x="48993" y="2057465"/>
                </a:cubicBezTo>
                <a:cubicBezTo>
                  <a:pt x="37716" y="2050588"/>
                  <a:pt x="31333" y="2034900"/>
                  <a:pt x="19630" y="2018352"/>
                </a:cubicBezTo>
                <a:lnTo>
                  <a:pt x="9629" y="2039843"/>
                </a:lnTo>
                <a:cubicBezTo>
                  <a:pt x="-17606" y="2001374"/>
                  <a:pt x="28992" y="2005887"/>
                  <a:pt x="34737" y="1987620"/>
                </a:cubicBezTo>
                <a:lnTo>
                  <a:pt x="0" y="1972024"/>
                </a:lnTo>
                <a:lnTo>
                  <a:pt x="0" y="1933095"/>
                </a:lnTo>
                <a:lnTo>
                  <a:pt x="22609" y="1959682"/>
                </a:lnTo>
                <a:cubicBezTo>
                  <a:pt x="52823" y="1951516"/>
                  <a:pt x="26652" y="1923363"/>
                  <a:pt x="48781" y="1909179"/>
                </a:cubicBezTo>
                <a:cubicBezTo>
                  <a:pt x="49742" y="1918248"/>
                  <a:pt x="51670" y="1927188"/>
                  <a:pt x="54526" y="1935828"/>
                </a:cubicBezTo>
                <a:cubicBezTo>
                  <a:pt x="58143" y="1943779"/>
                  <a:pt x="64526" y="1956029"/>
                  <a:pt x="70058" y="1956029"/>
                </a:cubicBezTo>
                <a:cubicBezTo>
                  <a:pt x="83251" y="1956029"/>
                  <a:pt x="89847" y="1945498"/>
                  <a:pt x="87719" y="1932174"/>
                </a:cubicBezTo>
                <a:cubicBezTo>
                  <a:pt x="84527" y="1910683"/>
                  <a:pt x="80059" y="1889192"/>
                  <a:pt x="75591" y="1868776"/>
                </a:cubicBezTo>
                <a:cubicBezTo>
                  <a:pt x="75591" y="1867057"/>
                  <a:pt x="71335" y="1866412"/>
                  <a:pt x="67292" y="1864478"/>
                </a:cubicBezTo>
                <a:cubicBezTo>
                  <a:pt x="65452" y="1869679"/>
                  <a:pt x="63175" y="1874708"/>
                  <a:pt x="60483" y="1879522"/>
                </a:cubicBezTo>
                <a:cubicBezTo>
                  <a:pt x="55987" y="1884701"/>
                  <a:pt x="51153" y="1889601"/>
                  <a:pt x="46014" y="1894136"/>
                </a:cubicBezTo>
                <a:cubicBezTo>
                  <a:pt x="20890" y="1826719"/>
                  <a:pt x="11498" y="1754360"/>
                  <a:pt x="18566" y="1682667"/>
                </a:cubicBezTo>
                <a:cubicBezTo>
                  <a:pt x="28354" y="1684386"/>
                  <a:pt x="36014" y="1685676"/>
                  <a:pt x="47078" y="1687825"/>
                </a:cubicBezTo>
                <a:lnTo>
                  <a:pt x="48993" y="1646992"/>
                </a:lnTo>
                <a:cubicBezTo>
                  <a:pt x="35588" y="1646992"/>
                  <a:pt x="27716" y="1648926"/>
                  <a:pt x="18141" y="1649786"/>
                </a:cubicBezTo>
                <a:cubicBezTo>
                  <a:pt x="10481" y="1614756"/>
                  <a:pt x="51121" y="1630230"/>
                  <a:pt x="54100" y="1606805"/>
                </a:cubicBezTo>
                <a:cubicBezTo>
                  <a:pt x="57079" y="1583380"/>
                  <a:pt x="60483" y="1565113"/>
                  <a:pt x="65164" y="1533521"/>
                </a:cubicBezTo>
                <a:lnTo>
                  <a:pt x="78995" y="1567692"/>
                </a:lnTo>
                <a:cubicBezTo>
                  <a:pt x="100273" y="1567692"/>
                  <a:pt x="112827" y="1558880"/>
                  <a:pt x="110699" y="1536960"/>
                </a:cubicBezTo>
                <a:cubicBezTo>
                  <a:pt x="107507" y="1504509"/>
                  <a:pt x="75165" y="1515469"/>
                  <a:pt x="55802" y="1501070"/>
                </a:cubicBezTo>
                <a:lnTo>
                  <a:pt x="54100" y="1437673"/>
                </a:lnTo>
                <a:lnTo>
                  <a:pt x="75591" y="1469264"/>
                </a:lnTo>
                <a:cubicBezTo>
                  <a:pt x="90474" y="1467072"/>
                  <a:pt x="100775" y="1453103"/>
                  <a:pt x="98600" y="1438060"/>
                </a:cubicBezTo>
                <a:cubicBezTo>
                  <a:pt x="98281" y="1435868"/>
                  <a:pt x="97700" y="1433718"/>
                  <a:pt x="96868" y="1431655"/>
                </a:cubicBezTo>
                <a:cubicBezTo>
                  <a:pt x="93815" y="1424478"/>
                  <a:pt x="89806" y="1417751"/>
                  <a:pt x="84953" y="1411669"/>
                </a:cubicBezTo>
                <a:cubicBezTo>
                  <a:pt x="70697" y="1415107"/>
                  <a:pt x="59420" y="1417901"/>
                  <a:pt x="37929" y="1423274"/>
                </a:cubicBezTo>
                <a:cubicBezTo>
                  <a:pt x="47504" y="1409305"/>
                  <a:pt x="50483" y="1399205"/>
                  <a:pt x="55377" y="1398130"/>
                </a:cubicBezTo>
                <a:cubicBezTo>
                  <a:pt x="84740" y="1392113"/>
                  <a:pt x="81548" y="1372341"/>
                  <a:pt x="76654" y="1351495"/>
                </a:cubicBezTo>
                <a:cubicBezTo>
                  <a:pt x="60932" y="1300906"/>
                  <a:pt x="51917" y="1248447"/>
                  <a:pt x="49844" y="1195472"/>
                </a:cubicBezTo>
                <a:cubicBezTo>
                  <a:pt x="49389" y="1186855"/>
                  <a:pt x="46751" y="1178495"/>
                  <a:pt x="42184" y="1171188"/>
                </a:cubicBezTo>
                <a:cubicBezTo>
                  <a:pt x="23154" y="1135922"/>
                  <a:pt x="19085" y="1094359"/>
                  <a:pt x="30907" y="1055998"/>
                </a:cubicBezTo>
                <a:cubicBezTo>
                  <a:pt x="8884" y="1048422"/>
                  <a:pt x="3858" y="1046528"/>
                  <a:pt x="117" y="1033634"/>
                </a:cubicBezTo>
                <a:lnTo>
                  <a:pt x="0" y="1033116"/>
                </a:lnTo>
                <a:lnTo>
                  <a:pt x="0" y="513401"/>
                </a:lnTo>
                <a:lnTo>
                  <a:pt x="13805" y="554941"/>
                </a:lnTo>
                <a:cubicBezTo>
                  <a:pt x="18832" y="569125"/>
                  <a:pt x="23566" y="583417"/>
                  <a:pt x="26226" y="598246"/>
                </a:cubicBezTo>
                <a:cubicBezTo>
                  <a:pt x="33886" y="634565"/>
                  <a:pt x="37078" y="672174"/>
                  <a:pt x="41972" y="709138"/>
                </a:cubicBezTo>
                <a:cubicBezTo>
                  <a:pt x="48793" y="747241"/>
                  <a:pt x="53411" y="785688"/>
                  <a:pt x="55802" y="824328"/>
                </a:cubicBezTo>
                <a:cubicBezTo>
                  <a:pt x="55875" y="848612"/>
                  <a:pt x="60947" y="872618"/>
                  <a:pt x="70697" y="894818"/>
                </a:cubicBezTo>
                <a:cubicBezTo>
                  <a:pt x="77037" y="911795"/>
                  <a:pt x="80421" y="929761"/>
                  <a:pt x="80697" y="947900"/>
                </a:cubicBezTo>
                <a:cubicBezTo>
                  <a:pt x="80191" y="983553"/>
                  <a:pt x="84778" y="1019098"/>
                  <a:pt x="94315" y="1053419"/>
                </a:cubicBezTo>
                <a:cubicBezTo>
                  <a:pt x="106231" y="1088664"/>
                  <a:pt x="119848" y="1127347"/>
                  <a:pt x="101549" y="1166460"/>
                </a:cubicBezTo>
                <a:cubicBezTo>
                  <a:pt x="99947" y="1171854"/>
                  <a:pt x="99947" y="1177614"/>
                  <a:pt x="101549" y="1183008"/>
                </a:cubicBezTo>
                <a:cubicBezTo>
                  <a:pt x="115380" y="1255432"/>
                  <a:pt x="146446" y="1321838"/>
                  <a:pt x="172617" y="1389749"/>
                </a:cubicBezTo>
                <a:cubicBezTo>
                  <a:pt x="172617" y="1392757"/>
                  <a:pt x="179213" y="1394047"/>
                  <a:pt x="188576" y="1399419"/>
                </a:cubicBezTo>
                <a:cubicBezTo>
                  <a:pt x="202193" y="1352785"/>
                  <a:pt x="215385" y="1308299"/>
                  <a:pt x="227939" y="1263598"/>
                </a:cubicBezTo>
                <a:cubicBezTo>
                  <a:pt x="228333" y="1259257"/>
                  <a:pt x="227899" y="1254873"/>
                  <a:pt x="226663" y="1250704"/>
                </a:cubicBezTo>
                <a:lnTo>
                  <a:pt x="217513" y="1189885"/>
                </a:lnTo>
                <a:cubicBezTo>
                  <a:pt x="187937" y="1183223"/>
                  <a:pt x="174745" y="1156574"/>
                  <a:pt x="167510" y="1121545"/>
                </a:cubicBezTo>
                <a:cubicBezTo>
                  <a:pt x="159704" y="1089738"/>
                  <a:pt x="149167" y="1058663"/>
                  <a:pt x="136019" y="1028705"/>
                </a:cubicBezTo>
                <a:cubicBezTo>
                  <a:pt x="125749" y="1012801"/>
                  <a:pt x="123168" y="993030"/>
                  <a:pt x="128998" y="974978"/>
                </a:cubicBezTo>
                <a:cubicBezTo>
                  <a:pt x="131553" y="962556"/>
                  <a:pt x="130519" y="949640"/>
                  <a:pt x="126019" y="937799"/>
                </a:cubicBezTo>
                <a:cubicBezTo>
                  <a:pt x="118784" y="908786"/>
                  <a:pt x="104741" y="881064"/>
                  <a:pt x="121763" y="850547"/>
                </a:cubicBezTo>
                <a:cubicBezTo>
                  <a:pt x="124529" y="845604"/>
                  <a:pt x="121763" y="836793"/>
                  <a:pt x="119848" y="829056"/>
                </a:cubicBezTo>
                <a:cubicBezTo>
                  <a:pt x="114863" y="801312"/>
                  <a:pt x="107748" y="774018"/>
                  <a:pt x="98571" y="747391"/>
                </a:cubicBezTo>
                <a:cubicBezTo>
                  <a:pt x="88357" y="721817"/>
                  <a:pt x="103677" y="698393"/>
                  <a:pt x="98571" y="675612"/>
                </a:cubicBezTo>
                <a:cubicBezTo>
                  <a:pt x="90721" y="644623"/>
                  <a:pt x="88202" y="612494"/>
                  <a:pt x="91123" y="580623"/>
                </a:cubicBezTo>
                <a:cubicBezTo>
                  <a:pt x="96017" y="540006"/>
                  <a:pt x="80484" y="496165"/>
                  <a:pt x="69846" y="454473"/>
                </a:cubicBezTo>
                <a:cubicBezTo>
                  <a:pt x="66592" y="439150"/>
                  <a:pt x="58351" y="425396"/>
                  <a:pt x="46440" y="415360"/>
                </a:cubicBezTo>
                <a:lnTo>
                  <a:pt x="0" y="389286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2284C43-D854-4372-C2D7-96E64FC98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49751" y="2746908"/>
            <a:ext cx="3260422" cy="3457439"/>
          </a:xfrm>
          <a:custGeom>
            <a:avLst/>
            <a:gdLst>
              <a:gd name="connsiteX0" fmla="*/ 214308 w 3260422"/>
              <a:gd name="connsiteY0" fmla="*/ 0 h 3457439"/>
              <a:gd name="connsiteX1" fmla="*/ 3260422 w 3260422"/>
              <a:gd name="connsiteY1" fmla="*/ 200431 h 3457439"/>
              <a:gd name="connsiteX2" fmla="*/ 3046113 w 3260422"/>
              <a:gd name="connsiteY2" fmla="*/ 3457439 h 3457439"/>
              <a:gd name="connsiteX3" fmla="*/ 0 w 3260422"/>
              <a:gd name="connsiteY3" fmla="*/ 3257008 h 3457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0422" h="3457439">
                <a:moveTo>
                  <a:pt x="214308" y="0"/>
                </a:moveTo>
                <a:lnTo>
                  <a:pt x="3260422" y="200431"/>
                </a:lnTo>
                <a:lnTo>
                  <a:pt x="3046113" y="3457439"/>
                </a:lnTo>
                <a:lnTo>
                  <a:pt x="0" y="3257008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9E85F23-9996-986C-6989-EF19484E5C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09940" y="309306"/>
            <a:ext cx="3260422" cy="3356557"/>
          </a:xfrm>
          <a:custGeom>
            <a:avLst/>
            <a:gdLst>
              <a:gd name="connsiteX0" fmla="*/ 268053 w 3260422"/>
              <a:gd name="connsiteY0" fmla="*/ 2405243 h 3356557"/>
              <a:gd name="connsiteX1" fmla="*/ 244688 w 3260422"/>
              <a:gd name="connsiteY1" fmla="*/ 2440771 h 3356557"/>
              <a:gd name="connsiteX2" fmla="*/ 268053 w 3260422"/>
              <a:gd name="connsiteY2" fmla="*/ 2405243 h 3356557"/>
              <a:gd name="connsiteX3" fmla="*/ 488585 w 3260422"/>
              <a:gd name="connsiteY3" fmla="*/ 2394932 h 3356557"/>
              <a:gd name="connsiteX4" fmla="*/ 466225 w 3260422"/>
              <a:gd name="connsiteY4" fmla="*/ 2410958 h 3356557"/>
              <a:gd name="connsiteX5" fmla="*/ 518535 w 3260422"/>
              <a:gd name="connsiteY5" fmla="*/ 2419340 h 3356557"/>
              <a:gd name="connsiteX6" fmla="*/ 488585 w 3260422"/>
              <a:gd name="connsiteY6" fmla="*/ 2394932 h 3356557"/>
              <a:gd name="connsiteX7" fmla="*/ 263430 w 3260422"/>
              <a:gd name="connsiteY7" fmla="*/ 2351403 h 3356557"/>
              <a:gd name="connsiteX8" fmla="*/ 238162 w 3260422"/>
              <a:gd name="connsiteY8" fmla="*/ 2359427 h 3356557"/>
              <a:gd name="connsiteX9" fmla="*/ 276566 w 3260422"/>
              <a:gd name="connsiteY9" fmla="*/ 2366381 h 3356557"/>
              <a:gd name="connsiteX10" fmla="*/ 263430 w 3260422"/>
              <a:gd name="connsiteY10" fmla="*/ 2351403 h 3356557"/>
              <a:gd name="connsiteX11" fmla="*/ 374710 w 3260422"/>
              <a:gd name="connsiteY11" fmla="*/ 2341321 h 3356557"/>
              <a:gd name="connsiteX12" fmla="*/ 389555 w 3260422"/>
              <a:gd name="connsiteY12" fmla="*/ 2370300 h 3356557"/>
              <a:gd name="connsiteX13" fmla="*/ 398060 w 3260422"/>
              <a:gd name="connsiteY13" fmla="*/ 2351057 h 3356557"/>
              <a:gd name="connsiteX14" fmla="*/ 399632 w 3260422"/>
              <a:gd name="connsiteY14" fmla="*/ 2351712 h 3356557"/>
              <a:gd name="connsiteX15" fmla="*/ 398402 w 3260422"/>
              <a:gd name="connsiteY15" fmla="*/ 2350283 h 3356557"/>
              <a:gd name="connsiteX16" fmla="*/ 398060 w 3260422"/>
              <a:gd name="connsiteY16" fmla="*/ 2351057 h 3356557"/>
              <a:gd name="connsiteX17" fmla="*/ 462536 w 3260422"/>
              <a:gd name="connsiteY17" fmla="*/ 2318374 h 3356557"/>
              <a:gd name="connsiteX18" fmla="*/ 459036 w 3260422"/>
              <a:gd name="connsiteY18" fmla="*/ 2331138 h 3356557"/>
              <a:gd name="connsiteX19" fmla="*/ 510400 w 3260422"/>
              <a:gd name="connsiteY19" fmla="*/ 2329709 h 3356557"/>
              <a:gd name="connsiteX20" fmla="*/ 462536 w 3260422"/>
              <a:gd name="connsiteY20" fmla="*/ 2318374 h 3356557"/>
              <a:gd name="connsiteX21" fmla="*/ 417794 w 3260422"/>
              <a:gd name="connsiteY21" fmla="*/ 2289228 h 3356557"/>
              <a:gd name="connsiteX22" fmla="*/ 390404 w 3260422"/>
              <a:gd name="connsiteY22" fmla="*/ 2330456 h 3356557"/>
              <a:gd name="connsiteX23" fmla="*/ 399217 w 3260422"/>
              <a:gd name="connsiteY23" fmla="*/ 2350642 h 3356557"/>
              <a:gd name="connsiteX24" fmla="*/ 398497 w 3260422"/>
              <a:gd name="connsiteY24" fmla="*/ 2350379 h 3356557"/>
              <a:gd name="connsiteX25" fmla="*/ 399726 w 3260422"/>
              <a:gd name="connsiteY25" fmla="*/ 2351807 h 3356557"/>
              <a:gd name="connsiteX26" fmla="*/ 399217 w 3260422"/>
              <a:gd name="connsiteY26" fmla="*/ 2350642 h 3356557"/>
              <a:gd name="connsiteX27" fmla="*/ 419032 w 3260422"/>
              <a:gd name="connsiteY27" fmla="*/ 2357878 h 3356557"/>
              <a:gd name="connsiteX28" fmla="*/ 417794 w 3260422"/>
              <a:gd name="connsiteY28" fmla="*/ 2289228 h 3356557"/>
              <a:gd name="connsiteX29" fmla="*/ 195304 w 3260422"/>
              <a:gd name="connsiteY29" fmla="*/ 2267785 h 3356557"/>
              <a:gd name="connsiteX30" fmla="*/ 175541 w 3260422"/>
              <a:gd name="connsiteY30" fmla="*/ 2280274 h 3356557"/>
              <a:gd name="connsiteX31" fmla="*/ 185403 w 3260422"/>
              <a:gd name="connsiteY31" fmla="*/ 2306063 h 3356557"/>
              <a:gd name="connsiteX32" fmla="*/ 212320 w 3260422"/>
              <a:gd name="connsiteY32" fmla="*/ 2317581 h 3356557"/>
              <a:gd name="connsiteX33" fmla="*/ 211865 w 3260422"/>
              <a:gd name="connsiteY33" fmla="*/ 2319327 h 3356557"/>
              <a:gd name="connsiteX34" fmla="*/ 213284 w 3260422"/>
              <a:gd name="connsiteY34" fmla="*/ 2317993 h 3356557"/>
              <a:gd name="connsiteX35" fmla="*/ 235891 w 3260422"/>
              <a:gd name="connsiteY35" fmla="*/ 2345140 h 3356557"/>
              <a:gd name="connsiteX36" fmla="*/ 213284 w 3260422"/>
              <a:gd name="connsiteY36" fmla="*/ 2317993 h 3356557"/>
              <a:gd name="connsiteX37" fmla="*/ 212320 w 3260422"/>
              <a:gd name="connsiteY37" fmla="*/ 2317581 h 3356557"/>
              <a:gd name="connsiteX38" fmla="*/ 218015 w 3260422"/>
              <a:gd name="connsiteY38" fmla="*/ 2295705 h 3356557"/>
              <a:gd name="connsiteX39" fmla="*/ 195304 w 3260422"/>
              <a:gd name="connsiteY39" fmla="*/ 2267785 h 3356557"/>
              <a:gd name="connsiteX40" fmla="*/ 201270 w 3260422"/>
              <a:gd name="connsiteY40" fmla="*/ 2213790 h 3356557"/>
              <a:gd name="connsiteX41" fmla="*/ 189257 w 3260422"/>
              <a:gd name="connsiteY41" fmla="*/ 2267320 h 3356557"/>
              <a:gd name="connsiteX42" fmla="*/ 201270 w 3260422"/>
              <a:gd name="connsiteY42" fmla="*/ 2213790 h 3356557"/>
              <a:gd name="connsiteX43" fmla="*/ 281332 w 3260422"/>
              <a:gd name="connsiteY43" fmla="*/ 2187084 h 3356557"/>
              <a:gd name="connsiteX44" fmla="*/ 251783 w 3260422"/>
              <a:gd name="connsiteY44" fmla="*/ 2201407 h 3356557"/>
              <a:gd name="connsiteX45" fmla="*/ 300593 w 3260422"/>
              <a:gd name="connsiteY45" fmla="*/ 2207694 h 3356557"/>
              <a:gd name="connsiteX46" fmla="*/ 281332 w 3260422"/>
              <a:gd name="connsiteY46" fmla="*/ 2187084 h 3356557"/>
              <a:gd name="connsiteX47" fmla="*/ 336727 w 3260422"/>
              <a:gd name="connsiteY47" fmla="*/ 2154259 h 3356557"/>
              <a:gd name="connsiteX48" fmla="*/ 310620 w 3260422"/>
              <a:gd name="connsiteY48" fmla="*/ 2162926 h 3356557"/>
              <a:gd name="connsiteX49" fmla="*/ 341646 w 3260422"/>
              <a:gd name="connsiteY49" fmla="*/ 2234840 h 3356557"/>
              <a:gd name="connsiteX50" fmla="*/ 350254 w 3260422"/>
              <a:gd name="connsiteY50" fmla="*/ 2260939 h 3356557"/>
              <a:gd name="connsiteX51" fmla="*/ 376078 w 3260422"/>
              <a:gd name="connsiteY51" fmla="*/ 2254176 h 3356557"/>
              <a:gd name="connsiteX52" fmla="*/ 429807 w 3260422"/>
              <a:gd name="connsiteY52" fmla="*/ 2233221 h 3356557"/>
              <a:gd name="connsiteX53" fmla="*/ 436145 w 3260422"/>
              <a:gd name="connsiteY53" fmla="*/ 2182167 h 3356557"/>
              <a:gd name="connsiteX54" fmla="*/ 336727 w 3260422"/>
              <a:gd name="connsiteY54" fmla="*/ 2154259 h 3356557"/>
              <a:gd name="connsiteX55" fmla="*/ 468259 w 3260422"/>
              <a:gd name="connsiteY55" fmla="*/ 2130125 h 3356557"/>
              <a:gd name="connsiteX56" fmla="*/ 434442 w 3260422"/>
              <a:gd name="connsiteY56" fmla="*/ 2142352 h 3356557"/>
              <a:gd name="connsiteX57" fmla="*/ 486468 w 3260422"/>
              <a:gd name="connsiteY57" fmla="*/ 2155116 h 3356557"/>
              <a:gd name="connsiteX58" fmla="*/ 468259 w 3260422"/>
              <a:gd name="connsiteY58" fmla="*/ 2130125 h 3356557"/>
              <a:gd name="connsiteX59" fmla="*/ 543449 w 3260422"/>
              <a:gd name="connsiteY59" fmla="*/ 2121540 h 3356557"/>
              <a:gd name="connsiteX60" fmla="*/ 507562 w 3260422"/>
              <a:gd name="connsiteY60" fmla="*/ 2135780 h 3356557"/>
              <a:gd name="connsiteX61" fmla="*/ 571886 w 3260422"/>
              <a:gd name="connsiteY61" fmla="*/ 2141590 h 3356557"/>
              <a:gd name="connsiteX62" fmla="*/ 543449 w 3260422"/>
              <a:gd name="connsiteY62" fmla="*/ 2121540 h 3356557"/>
              <a:gd name="connsiteX63" fmla="*/ 202405 w 3260422"/>
              <a:gd name="connsiteY63" fmla="*/ 2060913 h 3356557"/>
              <a:gd name="connsiteX64" fmla="*/ 176676 w 3260422"/>
              <a:gd name="connsiteY64" fmla="*/ 2153592 h 3356557"/>
              <a:gd name="connsiteX65" fmla="*/ 245824 w 3260422"/>
              <a:gd name="connsiteY65" fmla="*/ 2116635 h 3356557"/>
              <a:gd name="connsiteX66" fmla="*/ 202405 w 3260422"/>
              <a:gd name="connsiteY66" fmla="*/ 2060913 h 3356557"/>
              <a:gd name="connsiteX67" fmla="*/ 343787 w 3260422"/>
              <a:gd name="connsiteY67" fmla="*/ 2026766 h 3356557"/>
              <a:gd name="connsiteX68" fmla="*/ 318376 w 3260422"/>
              <a:gd name="connsiteY68" fmla="*/ 2094441 h 3356557"/>
              <a:gd name="connsiteX69" fmla="*/ 406064 w 3260422"/>
              <a:gd name="connsiteY69" fmla="*/ 2121207 h 3356557"/>
              <a:gd name="connsiteX70" fmla="*/ 368038 w 3260422"/>
              <a:gd name="connsiteY70" fmla="*/ 2078154 h 3356557"/>
              <a:gd name="connsiteX71" fmla="*/ 343787 w 3260422"/>
              <a:gd name="connsiteY71" fmla="*/ 2026766 h 3356557"/>
              <a:gd name="connsiteX72" fmla="*/ 198716 w 3260422"/>
              <a:gd name="connsiteY72" fmla="*/ 1985761 h 3356557"/>
              <a:gd name="connsiteX73" fmla="*/ 193703 w 3260422"/>
              <a:gd name="connsiteY73" fmla="*/ 2023385 h 3356557"/>
              <a:gd name="connsiteX74" fmla="*/ 198716 w 3260422"/>
              <a:gd name="connsiteY74" fmla="*/ 1985761 h 3356557"/>
              <a:gd name="connsiteX75" fmla="*/ 462536 w 3260422"/>
              <a:gd name="connsiteY75" fmla="*/ 1938422 h 3356557"/>
              <a:gd name="connsiteX76" fmla="*/ 445699 w 3260422"/>
              <a:gd name="connsiteY76" fmla="*/ 1980237 h 3356557"/>
              <a:gd name="connsiteX77" fmla="*/ 478806 w 3260422"/>
              <a:gd name="connsiteY77" fmla="*/ 1983094 h 3356557"/>
              <a:gd name="connsiteX78" fmla="*/ 462536 w 3260422"/>
              <a:gd name="connsiteY78" fmla="*/ 1938422 h 3356557"/>
              <a:gd name="connsiteX79" fmla="*/ 283803 w 3260422"/>
              <a:gd name="connsiteY79" fmla="*/ 1936624 h 3356557"/>
              <a:gd name="connsiteX80" fmla="*/ 270607 w 3260422"/>
              <a:gd name="connsiteY80" fmla="*/ 1955376 h 3356557"/>
              <a:gd name="connsiteX81" fmla="*/ 304566 w 3260422"/>
              <a:gd name="connsiteY81" fmla="*/ 2009478 h 3356557"/>
              <a:gd name="connsiteX82" fmla="*/ 316295 w 3260422"/>
              <a:gd name="connsiteY82" fmla="*/ 1994143 h 3356557"/>
              <a:gd name="connsiteX83" fmla="*/ 304660 w 3260422"/>
              <a:gd name="connsiteY83" fmla="*/ 1945089 h 3356557"/>
              <a:gd name="connsiteX84" fmla="*/ 283803 w 3260422"/>
              <a:gd name="connsiteY84" fmla="*/ 1936624 h 3356557"/>
              <a:gd name="connsiteX85" fmla="*/ 188311 w 3260422"/>
              <a:gd name="connsiteY85" fmla="*/ 1913466 h 3356557"/>
              <a:gd name="connsiteX86" fmla="*/ 178946 w 3260422"/>
              <a:gd name="connsiteY86" fmla="*/ 1974045 h 3356557"/>
              <a:gd name="connsiteX87" fmla="*/ 188311 w 3260422"/>
              <a:gd name="connsiteY87" fmla="*/ 1913466 h 3356557"/>
              <a:gd name="connsiteX88" fmla="*/ 478901 w 3260422"/>
              <a:gd name="connsiteY88" fmla="*/ 1882796 h 3356557"/>
              <a:gd name="connsiteX89" fmla="*/ 454239 w 3260422"/>
              <a:gd name="connsiteY89" fmla="*/ 1921479 h 3356557"/>
              <a:gd name="connsiteX90" fmla="*/ 462629 w 3260422"/>
              <a:gd name="connsiteY90" fmla="*/ 1938418 h 3356557"/>
              <a:gd name="connsiteX91" fmla="*/ 461969 w 3260422"/>
              <a:gd name="connsiteY91" fmla="*/ 1938327 h 3356557"/>
              <a:gd name="connsiteX92" fmla="*/ 462631 w 3260422"/>
              <a:gd name="connsiteY92" fmla="*/ 1938422 h 3356557"/>
              <a:gd name="connsiteX93" fmla="*/ 462629 w 3260422"/>
              <a:gd name="connsiteY93" fmla="*/ 1938418 h 3356557"/>
              <a:gd name="connsiteX94" fmla="*/ 479205 w 3260422"/>
              <a:gd name="connsiteY94" fmla="*/ 1940699 h 3356557"/>
              <a:gd name="connsiteX95" fmla="*/ 478901 w 3260422"/>
              <a:gd name="connsiteY95" fmla="*/ 1882796 h 3356557"/>
              <a:gd name="connsiteX96" fmla="*/ 274391 w 3260422"/>
              <a:gd name="connsiteY96" fmla="*/ 1830313 h 3356557"/>
              <a:gd name="connsiteX97" fmla="*/ 255567 w 3260422"/>
              <a:gd name="connsiteY97" fmla="*/ 1887749 h 3356557"/>
              <a:gd name="connsiteX98" fmla="*/ 274391 w 3260422"/>
              <a:gd name="connsiteY98" fmla="*/ 1830313 h 3356557"/>
              <a:gd name="connsiteX99" fmla="*/ 391541 w 3260422"/>
              <a:gd name="connsiteY99" fmla="*/ 1816518 h 3356557"/>
              <a:gd name="connsiteX100" fmla="*/ 406253 w 3260422"/>
              <a:gd name="connsiteY100" fmla="*/ 1831265 h 3356557"/>
              <a:gd name="connsiteX101" fmla="*/ 408524 w 3260422"/>
              <a:gd name="connsiteY101" fmla="*/ 1818502 h 3356557"/>
              <a:gd name="connsiteX102" fmla="*/ 391541 w 3260422"/>
              <a:gd name="connsiteY102" fmla="*/ 1816518 h 3356557"/>
              <a:gd name="connsiteX103" fmla="*/ 183676 w 3260422"/>
              <a:gd name="connsiteY103" fmla="*/ 1802881 h 3356557"/>
              <a:gd name="connsiteX104" fmla="*/ 183865 w 3260422"/>
              <a:gd name="connsiteY104" fmla="*/ 1835933 h 3356557"/>
              <a:gd name="connsiteX105" fmla="*/ 183676 w 3260422"/>
              <a:gd name="connsiteY105" fmla="*/ 1802881 h 3356557"/>
              <a:gd name="connsiteX106" fmla="*/ 300782 w 3260422"/>
              <a:gd name="connsiteY106" fmla="*/ 1733634 h 3356557"/>
              <a:gd name="connsiteX107" fmla="*/ 274674 w 3260422"/>
              <a:gd name="connsiteY107" fmla="*/ 1752303 h 3356557"/>
              <a:gd name="connsiteX108" fmla="*/ 316012 w 3260422"/>
              <a:gd name="connsiteY108" fmla="*/ 1758875 h 3356557"/>
              <a:gd name="connsiteX109" fmla="*/ 300782 w 3260422"/>
              <a:gd name="connsiteY109" fmla="*/ 1733634 h 3356557"/>
              <a:gd name="connsiteX110" fmla="*/ 3046113 w 3260422"/>
              <a:gd name="connsiteY110" fmla="*/ 0 h 3356557"/>
              <a:gd name="connsiteX111" fmla="*/ 3260422 w 3260422"/>
              <a:gd name="connsiteY111" fmla="*/ 3257008 h 3356557"/>
              <a:gd name="connsiteX112" fmla="*/ 1747501 w 3260422"/>
              <a:gd name="connsiteY112" fmla="*/ 3356557 h 3356557"/>
              <a:gd name="connsiteX113" fmla="*/ 1799902 w 3260422"/>
              <a:gd name="connsiteY113" fmla="*/ 2560179 h 3356557"/>
              <a:gd name="connsiteX114" fmla="*/ 156412 w 3260422"/>
              <a:gd name="connsiteY114" fmla="*/ 2452039 h 3356557"/>
              <a:gd name="connsiteX115" fmla="*/ 160146 w 3260422"/>
              <a:gd name="connsiteY115" fmla="*/ 2444319 h 3356557"/>
              <a:gd name="connsiteX116" fmla="*/ 151325 w 3260422"/>
              <a:gd name="connsiteY116" fmla="*/ 2410958 h 3356557"/>
              <a:gd name="connsiteX117" fmla="*/ 145491 w 3260422"/>
              <a:gd name="connsiteY117" fmla="*/ 2411564 h 3356557"/>
              <a:gd name="connsiteX118" fmla="*/ 131799 w 3260422"/>
              <a:gd name="connsiteY118" fmla="*/ 2203473 h 3356557"/>
              <a:gd name="connsiteX119" fmla="*/ 143190 w 3260422"/>
              <a:gd name="connsiteY119" fmla="*/ 2194549 h 3356557"/>
              <a:gd name="connsiteX120" fmla="*/ 135867 w 3260422"/>
              <a:gd name="connsiteY120" fmla="*/ 2181045 h 3356557"/>
              <a:gd name="connsiteX121" fmla="*/ 130060 w 3260422"/>
              <a:gd name="connsiteY121" fmla="*/ 2177045 h 3356557"/>
              <a:gd name="connsiteX122" fmla="*/ 102999 w 3260422"/>
              <a:gd name="connsiteY122" fmla="*/ 1765783 h 3356557"/>
              <a:gd name="connsiteX123" fmla="*/ 105731 w 3260422"/>
              <a:gd name="connsiteY123" fmla="*/ 1769924 h 3356557"/>
              <a:gd name="connsiteX124" fmla="*/ 128150 w 3260422"/>
              <a:gd name="connsiteY124" fmla="*/ 1751065 h 3356557"/>
              <a:gd name="connsiteX125" fmla="*/ 109267 w 3260422"/>
              <a:gd name="connsiteY125" fmla="*/ 1735301 h 3356557"/>
              <a:gd name="connsiteX126" fmla="*/ 100953 w 3260422"/>
              <a:gd name="connsiteY126" fmla="*/ 1734679 h 3356557"/>
              <a:gd name="connsiteX127" fmla="*/ 0 w 3260422"/>
              <a:gd name="connsiteY127" fmla="*/ 200431 h 3356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3260422" h="3356557">
                <a:moveTo>
                  <a:pt x="268053" y="2405243"/>
                </a:moveTo>
                <a:cubicBezTo>
                  <a:pt x="259729" y="2417911"/>
                  <a:pt x="253296" y="2427722"/>
                  <a:pt x="244688" y="2440771"/>
                </a:cubicBezTo>
                <a:cubicBezTo>
                  <a:pt x="274201" y="2450867"/>
                  <a:pt x="301350" y="2430008"/>
                  <a:pt x="268053" y="2405243"/>
                </a:cubicBezTo>
                <a:close/>
                <a:moveTo>
                  <a:pt x="488585" y="2394932"/>
                </a:moveTo>
                <a:cubicBezTo>
                  <a:pt x="478381" y="2391384"/>
                  <a:pt x="469442" y="2394575"/>
                  <a:pt x="466225" y="2410958"/>
                </a:cubicBezTo>
                <a:cubicBezTo>
                  <a:pt x="474739" y="2436770"/>
                  <a:pt x="492806" y="2433722"/>
                  <a:pt x="518535" y="2419340"/>
                </a:cubicBezTo>
                <a:cubicBezTo>
                  <a:pt x="510259" y="2408767"/>
                  <a:pt x="498789" y="2398480"/>
                  <a:pt x="488585" y="2394932"/>
                </a:cubicBezTo>
                <a:close/>
                <a:moveTo>
                  <a:pt x="263430" y="2351403"/>
                </a:moveTo>
                <a:cubicBezTo>
                  <a:pt x="256655" y="2351069"/>
                  <a:pt x="247858" y="2354570"/>
                  <a:pt x="238162" y="2359427"/>
                </a:cubicBezTo>
                <a:cubicBezTo>
                  <a:pt x="253391" y="2381335"/>
                  <a:pt x="262188" y="2387907"/>
                  <a:pt x="276566" y="2366381"/>
                </a:cubicBezTo>
                <a:cubicBezTo>
                  <a:pt x="274958" y="2355904"/>
                  <a:pt x="270205" y="2351736"/>
                  <a:pt x="263430" y="2351403"/>
                </a:cubicBezTo>
                <a:close/>
                <a:moveTo>
                  <a:pt x="374710" y="2341321"/>
                </a:moveTo>
                <a:cubicBezTo>
                  <a:pt x="337198" y="2333474"/>
                  <a:pt x="369176" y="2394649"/>
                  <a:pt x="389555" y="2370300"/>
                </a:cubicBezTo>
                <a:lnTo>
                  <a:pt x="398060" y="2351057"/>
                </a:lnTo>
                <a:lnTo>
                  <a:pt x="399632" y="2351712"/>
                </a:lnTo>
                <a:cubicBezTo>
                  <a:pt x="399632" y="2351712"/>
                  <a:pt x="398497" y="2350379"/>
                  <a:pt x="398402" y="2350283"/>
                </a:cubicBezTo>
                <a:lnTo>
                  <a:pt x="398060" y="2351057"/>
                </a:lnTo>
                <a:close/>
                <a:moveTo>
                  <a:pt x="462536" y="2318374"/>
                </a:moveTo>
                <a:cubicBezTo>
                  <a:pt x="461401" y="2322661"/>
                  <a:pt x="460171" y="2326852"/>
                  <a:pt x="459036" y="2331138"/>
                </a:cubicBezTo>
                <a:cubicBezTo>
                  <a:pt x="471239" y="2354665"/>
                  <a:pt x="486657" y="2347712"/>
                  <a:pt x="510400" y="2329709"/>
                </a:cubicBezTo>
                <a:cubicBezTo>
                  <a:pt x="490157" y="2324947"/>
                  <a:pt x="476347" y="2321708"/>
                  <a:pt x="462536" y="2318374"/>
                </a:cubicBezTo>
                <a:close/>
                <a:moveTo>
                  <a:pt x="417794" y="2289228"/>
                </a:moveTo>
                <a:cubicBezTo>
                  <a:pt x="384733" y="2281727"/>
                  <a:pt x="383173" y="2307123"/>
                  <a:pt x="390404" y="2330456"/>
                </a:cubicBezTo>
                <a:lnTo>
                  <a:pt x="399217" y="2350642"/>
                </a:lnTo>
                <a:lnTo>
                  <a:pt x="398497" y="2350379"/>
                </a:lnTo>
                <a:cubicBezTo>
                  <a:pt x="398497" y="2350379"/>
                  <a:pt x="399632" y="2351712"/>
                  <a:pt x="399726" y="2351807"/>
                </a:cubicBezTo>
                <a:lnTo>
                  <a:pt x="399217" y="2350642"/>
                </a:lnTo>
                <a:lnTo>
                  <a:pt x="419032" y="2357878"/>
                </a:lnTo>
                <a:cubicBezTo>
                  <a:pt x="460606" y="2364237"/>
                  <a:pt x="458103" y="2298729"/>
                  <a:pt x="417794" y="2289228"/>
                </a:cubicBezTo>
                <a:close/>
                <a:moveTo>
                  <a:pt x="195304" y="2267785"/>
                </a:moveTo>
                <a:cubicBezTo>
                  <a:pt x="189145" y="2268076"/>
                  <a:pt x="182305" y="2271773"/>
                  <a:pt x="175541" y="2280274"/>
                </a:cubicBezTo>
                <a:cubicBezTo>
                  <a:pt x="173224" y="2291133"/>
                  <a:pt x="177812" y="2299753"/>
                  <a:pt x="185403" y="2306063"/>
                </a:cubicBezTo>
                <a:lnTo>
                  <a:pt x="212320" y="2317581"/>
                </a:lnTo>
                <a:lnTo>
                  <a:pt x="211865" y="2319327"/>
                </a:lnTo>
                <a:cubicBezTo>
                  <a:pt x="211865" y="2319327"/>
                  <a:pt x="213284" y="2317993"/>
                  <a:pt x="213284" y="2317993"/>
                </a:cubicBezTo>
                <a:cubicBezTo>
                  <a:pt x="206946" y="2334758"/>
                  <a:pt x="224067" y="2339806"/>
                  <a:pt x="235891" y="2345140"/>
                </a:cubicBezTo>
                <a:cubicBezTo>
                  <a:pt x="261810" y="2326471"/>
                  <a:pt x="227662" y="2305325"/>
                  <a:pt x="213284" y="2317993"/>
                </a:cubicBezTo>
                <a:lnTo>
                  <a:pt x="212320" y="2317581"/>
                </a:lnTo>
                <a:lnTo>
                  <a:pt x="218015" y="2295705"/>
                </a:lnTo>
                <a:cubicBezTo>
                  <a:pt x="217214" y="2280239"/>
                  <a:pt x="207622" y="2267201"/>
                  <a:pt x="195304" y="2267785"/>
                </a:cubicBezTo>
                <a:close/>
                <a:moveTo>
                  <a:pt x="201270" y="2213790"/>
                </a:moveTo>
                <a:cubicBezTo>
                  <a:pt x="166649" y="2219600"/>
                  <a:pt x="171379" y="2234650"/>
                  <a:pt x="189257" y="2267320"/>
                </a:cubicBezTo>
                <a:cubicBezTo>
                  <a:pt x="213189" y="2246175"/>
                  <a:pt x="226432" y="2229601"/>
                  <a:pt x="201270" y="2213790"/>
                </a:cubicBezTo>
                <a:close/>
                <a:moveTo>
                  <a:pt x="281332" y="2187084"/>
                </a:moveTo>
                <a:cubicBezTo>
                  <a:pt x="274462" y="2186548"/>
                  <a:pt x="265878" y="2191835"/>
                  <a:pt x="251783" y="2201407"/>
                </a:cubicBezTo>
                <a:cubicBezTo>
                  <a:pt x="274958" y="2219695"/>
                  <a:pt x="280823" y="2229220"/>
                  <a:pt x="300593" y="2207694"/>
                </a:cubicBezTo>
                <a:cubicBezTo>
                  <a:pt x="293357" y="2193978"/>
                  <a:pt x="288202" y="2187620"/>
                  <a:pt x="281332" y="2187084"/>
                </a:cubicBezTo>
                <a:close/>
                <a:moveTo>
                  <a:pt x="336727" y="2154259"/>
                </a:moveTo>
                <a:cubicBezTo>
                  <a:pt x="335876" y="2152735"/>
                  <a:pt x="319701" y="2159783"/>
                  <a:pt x="310620" y="2162926"/>
                </a:cubicBezTo>
                <a:cubicBezTo>
                  <a:pt x="312890" y="2208646"/>
                  <a:pt x="379862" y="2182453"/>
                  <a:pt x="341646" y="2234840"/>
                </a:cubicBezTo>
                <a:cubicBezTo>
                  <a:pt x="338241" y="2239222"/>
                  <a:pt x="344011" y="2257129"/>
                  <a:pt x="350254" y="2260939"/>
                </a:cubicBezTo>
                <a:cubicBezTo>
                  <a:pt x="355930" y="2264368"/>
                  <a:pt x="374470" y="2259224"/>
                  <a:pt x="376078" y="2254176"/>
                </a:cubicBezTo>
                <a:cubicBezTo>
                  <a:pt x="384781" y="2224172"/>
                  <a:pt x="410888" y="2242936"/>
                  <a:pt x="429807" y="2233221"/>
                </a:cubicBezTo>
                <a:cubicBezTo>
                  <a:pt x="455726" y="2221410"/>
                  <a:pt x="455063" y="2199121"/>
                  <a:pt x="436145" y="2182167"/>
                </a:cubicBezTo>
                <a:cubicBezTo>
                  <a:pt x="400956" y="2156068"/>
                  <a:pt x="358200" y="2191882"/>
                  <a:pt x="336727" y="2154259"/>
                </a:cubicBezTo>
                <a:close/>
                <a:moveTo>
                  <a:pt x="468259" y="2130125"/>
                </a:moveTo>
                <a:cubicBezTo>
                  <a:pt x="460360" y="2127970"/>
                  <a:pt x="449861" y="2132018"/>
                  <a:pt x="434442" y="2142352"/>
                </a:cubicBezTo>
                <a:cubicBezTo>
                  <a:pt x="454969" y="2164165"/>
                  <a:pt x="470671" y="2187406"/>
                  <a:pt x="486468" y="2155116"/>
                </a:cubicBezTo>
                <a:cubicBezTo>
                  <a:pt x="481455" y="2140638"/>
                  <a:pt x="476157" y="2132280"/>
                  <a:pt x="468259" y="2130125"/>
                </a:cubicBezTo>
                <a:close/>
                <a:moveTo>
                  <a:pt x="543449" y="2121540"/>
                </a:moveTo>
                <a:cubicBezTo>
                  <a:pt x="534664" y="2119945"/>
                  <a:pt x="524637" y="2124064"/>
                  <a:pt x="507562" y="2135780"/>
                </a:cubicBezTo>
                <a:cubicBezTo>
                  <a:pt x="538211" y="2157783"/>
                  <a:pt x="547008" y="2169689"/>
                  <a:pt x="571886" y="2141590"/>
                </a:cubicBezTo>
                <a:cubicBezTo>
                  <a:pt x="559778" y="2130446"/>
                  <a:pt x="552234" y="2123136"/>
                  <a:pt x="543449" y="2121540"/>
                </a:cubicBezTo>
                <a:close/>
                <a:moveTo>
                  <a:pt x="202405" y="2060913"/>
                </a:moveTo>
                <a:cubicBezTo>
                  <a:pt x="162676" y="2113777"/>
                  <a:pt x="162676" y="2113777"/>
                  <a:pt x="176676" y="2153592"/>
                </a:cubicBezTo>
                <a:cubicBezTo>
                  <a:pt x="209121" y="2160069"/>
                  <a:pt x="222837" y="2128827"/>
                  <a:pt x="245824" y="2116635"/>
                </a:cubicBezTo>
                <a:cubicBezTo>
                  <a:pt x="254526" y="2091298"/>
                  <a:pt x="223216" y="2074534"/>
                  <a:pt x="202405" y="2060913"/>
                </a:cubicBezTo>
                <a:close/>
                <a:moveTo>
                  <a:pt x="343787" y="2026766"/>
                </a:moveTo>
                <a:cubicBezTo>
                  <a:pt x="315687" y="2027596"/>
                  <a:pt x="279712" y="2067176"/>
                  <a:pt x="318376" y="2094441"/>
                </a:cubicBezTo>
                <a:cubicBezTo>
                  <a:pt x="340038" y="2107205"/>
                  <a:pt x="390456" y="2155306"/>
                  <a:pt x="406064" y="2121207"/>
                </a:cubicBezTo>
                <a:cubicBezTo>
                  <a:pt x="415523" y="2092917"/>
                  <a:pt x="389037" y="2086631"/>
                  <a:pt x="368038" y="2078154"/>
                </a:cubicBezTo>
                <a:cubicBezTo>
                  <a:pt x="374672" y="2039721"/>
                  <a:pt x="360647" y="2026268"/>
                  <a:pt x="343787" y="2026766"/>
                </a:cubicBezTo>
                <a:close/>
                <a:moveTo>
                  <a:pt x="198716" y="1985761"/>
                </a:moveTo>
                <a:cubicBezTo>
                  <a:pt x="176487" y="2000620"/>
                  <a:pt x="180838" y="2006430"/>
                  <a:pt x="193703" y="2023385"/>
                </a:cubicBezTo>
                <a:cubicBezTo>
                  <a:pt x="217256" y="2012812"/>
                  <a:pt x="215459" y="2006335"/>
                  <a:pt x="198716" y="1985761"/>
                </a:cubicBezTo>
                <a:close/>
                <a:moveTo>
                  <a:pt x="462536" y="1938422"/>
                </a:moveTo>
                <a:cubicBezTo>
                  <a:pt x="448253" y="1948804"/>
                  <a:pt x="446739" y="1963854"/>
                  <a:pt x="445699" y="1980237"/>
                </a:cubicBezTo>
                <a:cubicBezTo>
                  <a:pt x="456766" y="1981189"/>
                  <a:pt x="467739" y="1982142"/>
                  <a:pt x="478806" y="1983094"/>
                </a:cubicBezTo>
                <a:cubicBezTo>
                  <a:pt x="481076" y="1964520"/>
                  <a:pt x="476820" y="1948709"/>
                  <a:pt x="462536" y="1938422"/>
                </a:cubicBezTo>
                <a:close/>
                <a:moveTo>
                  <a:pt x="283803" y="1936624"/>
                </a:moveTo>
                <a:cubicBezTo>
                  <a:pt x="276283" y="1938779"/>
                  <a:pt x="270040" y="1945470"/>
                  <a:pt x="270607" y="1955376"/>
                </a:cubicBezTo>
                <a:cubicBezTo>
                  <a:pt x="278931" y="1975665"/>
                  <a:pt x="283377" y="1997763"/>
                  <a:pt x="304566" y="2009478"/>
                </a:cubicBezTo>
                <a:cubicBezTo>
                  <a:pt x="309012" y="2003763"/>
                  <a:pt x="317052" y="1994905"/>
                  <a:pt x="316295" y="1994143"/>
                </a:cubicBezTo>
                <a:cubicBezTo>
                  <a:pt x="303242" y="1979475"/>
                  <a:pt x="307309" y="1961758"/>
                  <a:pt x="304660" y="1945089"/>
                </a:cubicBezTo>
                <a:cubicBezTo>
                  <a:pt x="300120" y="1936850"/>
                  <a:pt x="291323" y="1934469"/>
                  <a:pt x="283803" y="1936624"/>
                </a:cubicBezTo>
                <a:close/>
                <a:moveTo>
                  <a:pt x="188311" y="1913466"/>
                </a:moveTo>
                <a:cubicBezTo>
                  <a:pt x="145271" y="1910418"/>
                  <a:pt x="157852" y="1945280"/>
                  <a:pt x="178946" y="1974045"/>
                </a:cubicBezTo>
                <a:cubicBezTo>
                  <a:pt x="206757" y="1953567"/>
                  <a:pt x="228797" y="1924515"/>
                  <a:pt x="188311" y="1913466"/>
                </a:cubicBezTo>
                <a:close/>
                <a:moveTo>
                  <a:pt x="478901" y="1882796"/>
                </a:moveTo>
                <a:cubicBezTo>
                  <a:pt x="456766" y="1885725"/>
                  <a:pt x="449636" y="1903816"/>
                  <a:pt x="454239" y="1921479"/>
                </a:cubicBezTo>
                <a:lnTo>
                  <a:pt x="462629" y="1938418"/>
                </a:lnTo>
                <a:lnTo>
                  <a:pt x="461969" y="1938327"/>
                </a:lnTo>
                <a:lnTo>
                  <a:pt x="462631" y="1938422"/>
                </a:lnTo>
                <a:lnTo>
                  <a:pt x="462629" y="1938418"/>
                </a:lnTo>
                <a:lnTo>
                  <a:pt x="479205" y="1940699"/>
                </a:lnTo>
                <a:cubicBezTo>
                  <a:pt x="515816" y="1938001"/>
                  <a:pt x="525748" y="1882796"/>
                  <a:pt x="478901" y="1882796"/>
                </a:cubicBezTo>
                <a:close/>
                <a:moveTo>
                  <a:pt x="274391" y="1830313"/>
                </a:moveTo>
                <a:cubicBezTo>
                  <a:pt x="227189" y="1820026"/>
                  <a:pt x="211392" y="1882034"/>
                  <a:pt x="255567" y="1887749"/>
                </a:cubicBezTo>
                <a:cubicBezTo>
                  <a:pt x="300120" y="1890416"/>
                  <a:pt x="296715" y="1852792"/>
                  <a:pt x="274391" y="1830313"/>
                </a:cubicBezTo>
                <a:close/>
                <a:moveTo>
                  <a:pt x="391541" y="1816518"/>
                </a:moveTo>
                <a:cubicBezTo>
                  <a:pt x="380004" y="1817657"/>
                  <a:pt x="384828" y="1826765"/>
                  <a:pt x="406253" y="1831265"/>
                </a:cubicBezTo>
                <a:cubicBezTo>
                  <a:pt x="406915" y="1826979"/>
                  <a:pt x="407672" y="1822788"/>
                  <a:pt x="408524" y="1818502"/>
                </a:cubicBezTo>
                <a:cubicBezTo>
                  <a:pt x="401051" y="1816645"/>
                  <a:pt x="395387" y="1816139"/>
                  <a:pt x="391541" y="1816518"/>
                </a:cubicBezTo>
                <a:close/>
                <a:moveTo>
                  <a:pt x="183676" y="1802881"/>
                </a:moveTo>
                <a:cubicBezTo>
                  <a:pt x="162960" y="1817549"/>
                  <a:pt x="171852" y="1822598"/>
                  <a:pt x="183865" y="1835933"/>
                </a:cubicBezTo>
                <a:cubicBezTo>
                  <a:pt x="202973" y="1829932"/>
                  <a:pt x="192378" y="1818026"/>
                  <a:pt x="183676" y="1802881"/>
                </a:cubicBezTo>
                <a:close/>
                <a:moveTo>
                  <a:pt x="300782" y="1733634"/>
                </a:moveTo>
                <a:cubicBezTo>
                  <a:pt x="290093" y="1741254"/>
                  <a:pt x="282336" y="1746779"/>
                  <a:pt x="274674" y="1752303"/>
                </a:cubicBezTo>
                <a:cubicBezTo>
                  <a:pt x="287066" y="1775925"/>
                  <a:pt x="296904" y="1770591"/>
                  <a:pt x="316012" y="1758875"/>
                </a:cubicBezTo>
                <a:cubicBezTo>
                  <a:pt x="311850" y="1751922"/>
                  <a:pt x="307593" y="1744874"/>
                  <a:pt x="300782" y="1733634"/>
                </a:cubicBezTo>
                <a:close/>
                <a:moveTo>
                  <a:pt x="3046113" y="0"/>
                </a:moveTo>
                <a:lnTo>
                  <a:pt x="3260422" y="3257008"/>
                </a:lnTo>
                <a:lnTo>
                  <a:pt x="1747501" y="3356557"/>
                </a:lnTo>
                <a:lnTo>
                  <a:pt x="1799902" y="2560179"/>
                </a:lnTo>
                <a:lnTo>
                  <a:pt x="156412" y="2452039"/>
                </a:lnTo>
                <a:lnTo>
                  <a:pt x="160146" y="2444319"/>
                </a:lnTo>
                <a:cubicBezTo>
                  <a:pt x="161258" y="2433056"/>
                  <a:pt x="156906" y="2418388"/>
                  <a:pt x="151325" y="2410958"/>
                </a:cubicBezTo>
                <a:lnTo>
                  <a:pt x="145491" y="2411564"/>
                </a:lnTo>
                <a:lnTo>
                  <a:pt x="131799" y="2203473"/>
                </a:lnTo>
                <a:lnTo>
                  <a:pt x="143190" y="2194549"/>
                </a:lnTo>
                <a:cubicBezTo>
                  <a:pt x="140589" y="2188596"/>
                  <a:pt x="138260" y="2184137"/>
                  <a:pt x="135867" y="2181045"/>
                </a:cubicBezTo>
                <a:lnTo>
                  <a:pt x="130060" y="2177045"/>
                </a:lnTo>
                <a:lnTo>
                  <a:pt x="102999" y="1765783"/>
                </a:lnTo>
                <a:lnTo>
                  <a:pt x="105731" y="1769924"/>
                </a:lnTo>
                <a:cubicBezTo>
                  <a:pt x="115947" y="1761352"/>
                  <a:pt x="122001" y="1756208"/>
                  <a:pt x="128150" y="1751065"/>
                </a:cubicBezTo>
                <a:cubicBezTo>
                  <a:pt x="121292" y="1744683"/>
                  <a:pt x="115499" y="1738063"/>
                  <a:pt x="109267" y="1735301"/>
                </a:cubicBezTo>
                <a:lnTo>
                  <a:pt x="100953" y="1734679"/>
                </a:lnTo>
                <a:lnTo>
                  <a:pt x="0" y="200431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30CB8CB6-EB29-0AEE-B505-9DF86408D9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75BDBAAE-96F8-F7C0-D7A5-83470EBFD32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93C34BE4-B222-E5B6-E8D4-2AB1D9DB95C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8" name="Graphic 19">
            <a:extLst>
              <a:ext uri="{FF2B5EF4-FFF2-40B4-BE49-F238E27FC236}">
                <a16:creationId xmlns:a16="http://schemas.microsoft.com/office/drawing/2014/main" id="{34566E87-DBC0-59FC-0FBE-07AE0C60E68B}"/>
              </a:ext>
            </a:extLst>
          </p:cNvPr>
          <p:cNvSpPr/>
          <p:nvPr userDrawn="1"/>
        </p:nvSpPr>
        <p:spPr>
          <a:xfrm>
            <a:off x="7582502" y="2042940"/>
            <a:ext cx="999323" cy="914415"/>
          </a:xfrm>
          <a:custGeom>
            <a:avLst/>
            <a:gdLst>
              <a:gd name="connsiteX0" fmla="*/ 863583 w 999323"/>
              <a:gd name="connsiteY0" fmla="*/ 448533 h 914415"/>
              <a:gd name="connsiteX1" fmla="*/ 857245 w 999323"/>
              <a:gd name="connsiteY1" fmla="*/ 499587 h 914415"/>
              <a:gd name="connsiteX2" fmla="*/ 803516 w 999323"/>
              <a:gd name="connsiteY2" fmla="*/ 520542 h 914415"/>
              <a:gd name="connsiteX3" fmla="*/ 777692 w 999323"/>
              <a:gd name="connsiteY3" fmla="*/ 527305 h 914415"/>
              <a:gd name="connsiteX4" fmla="*/ 769084 w 999323"/>
              <a:gd name="connsiteY4" fmla="*/ 501206 h 914415"/>
              <a:gd name="connsiteX5" fmla="*/ 738058 w 999323"/>
              <a:gd name="connsiteY5" fmla="*/ 429292 h 914415"/>
              <a:gd name="connsiteX6" fmla="*/ 764165 w 999323"/>
              <a:gd name="connsiteY6" fmla="*/ 420625 h 914415"/>
              <a:gd name="connsiteX7" fmla="*/ 863583 w 999323"/>
              <a:gd name="connsiteY7" fmla="*/ 448533 h 914415"/>
              <a:gd name="connsiteX8" fmla="*/ 795476 w 999323"/>
              <a:gd name="connsiteY8" fmla="*/ 344520 h 914415"/>
              <a:gd name="connsiteX9" fmla="*/ 745814 w 999323"/>
              <a:gd name="connsiteY9" fmla="*/ 360807 h 914415"/>
              <a:gd name="connsiteX10" fmla="*/ 833502 w 999323"/>
              <a:gd name="connsiteY10" fmla="*/ 387573 h 914415"/>
              <a:gd name="connsiteX11" fmla="*/ 795476 w 999323"/>
              <a:gd name="connsiteY11" fmla="*/ 344520 h 914415"/>
              <a:gd name="connsiteX12" fmla="*/ 629843 w 999323"/>
              <a:gd name="connsiteY12" fmla="*/ 327279 h 914415"/>
              <a:gd name="connsiteX13" fmla="*/ 604114 w 999323"/>
              <a:gd name="connsiteY13" fmla="*/ 419958 h 914415"/>
              <a:gd name="connsiteX14" fmla="*/ 673262 w 999323"/>
              <a:gd name="connsiteY14" fmla="*/ 383001 h 914415"/>
              <a:gd name="connsiteX15" fmla="*/ 629843 w 999323"/>
              <a:gd name="connsiteY15" fmla="*/ 327279 h 914415"/>
              <a:gd name="connsiteX16" fmla="*/ 406698 w 999323"/>
              <a:gd name="connsiteY16" fmla="*/ 735807 h 914415"/>
              <a:gd name="connsiteX17" fmla="*/ 480481 w 999323"/>
              <a:gd name="connsiteY17" fmla="*/ 714281 h 914415"/>
              <a:gd name="connsiteX18" fmla="*/ 450400 w 999323"/>
              <a:gd name="connsiteY18" fmla="*/ 679705 h 914415"/>
              <a:gd name="connsiteX19" fmla="*/ 406698 w 999323"/>
              <a:gd name="connsiteY19" fmla="*/ 735807 h 914415"/>
              <a:gd name="connsiteX20" fmla="*/ 825935 w 999323"/>
              <a:gd name="connsiteY20" fmla="*/ 616745 h 914415"/>
              <a:gd name="connsiteX21" fmla="*/ 845232 w 999323"/>
              <a:gd name="connsiteY21" fmla="*/ 555594 h 914415"/>
              <a:gd name="connsiteX22" fmla="*/ 827164 w 999323"/>
              <a:gd name="connsiteY22" fmla="*/ 618173 h 914415"/>
              <a:gd name="connsiteX23" fmla="*/ 825935 w 999323"/>
              <a:gd name="connsiteY23" fmla="*/ 616745 h 914415"/>
              <a:gd name="connsiteX24" fmla="*/ 407077 w 999323"/>
              <a:gd name="connsiteY24" fmla="*/ 459201 h 914415"/>
              <a:gd name="connsiteX25" fmla="*/ 387780 w 999323"/>
              <a:gd name="connsiteY25" fmla="*/ 468154 h 914415"/>
              <a:gd name="connsiteX26" fmla="*/ 356942 w 999323"/>
              <a:gd name="connsiteY26" fmla="*/ 478632 h 914415"/>
              <a:gd name="connsiteX27" fmla="*/ 334429 w 999323"/>
              <a:gd name="connsiteY27" fmla="*/ 517303 h 914415"/>
              <a:gd name="connsiteX28" fmla="*/ 366307 w 999323"/>
              <a:gd name="connsiteY28" fmla="*/ 515113 h 914415"/>
              <a:gd name="connsiteX29" fmla="*/ 402725 w 999323"/>
              <a:gd name="connsiteY29" fmla="*/ 507683 h 914415"/>
              <a:gd name="connsiteX30" fmla="*/ 407077 w 999323"/>
              <a:gd name="connsiteY30" fmla="*/ 459201 h 914415"/>
              <a:gd name="connsiteX31" fmla="*/ 518980 w 999323"/>
              <a:gd name="connsiteY31" fmla="*/ 781337 h 914415"/>
              <a:gd name="connsiteX32" fmla="*/ 500913 w 999323"/>
              <a:gd name="connsiteY32" fmla="*/ 836296 h 914415"/>
              <a:gd name="connsiteX33" fmla="*/ 553791 w 999323"/>
              <a:gd name="connsiteY33" fmla="*/ 818103 h 914415"/>
              <a:gd name="connsiteX34" fmla="*/ 518980 w 999323"/>
              <a:gd name="connsiteY34" fmla="*/ 781337 h 914415"/>
              <a:gd name="connsiteX35" fmla="*/ 701829 w 999323"/>
              <a:gd name="connsiteY35" fmla="*/ 96679 h 914415"/>
              <a:gd name="connsiteX36" fmla="*/ 683005 w 999323"/>
              <a:gd name="connsiteY36" fmla="*/ 154115 h 914415"/>
              <a:gd name="connsiteX37" fmla="*/ 701829 w 999323"/>
              <a:gd name="connsiteY37" fmla="*/ 96679 h 914415"/>
              <a:gd name="connsiteX38" fmla="*/ 889407 w 999323"/>
              <a:gd name="connsiteY38" fmla="*/ 204693 h 914415"/>
              <a:gd name="connsiteX39" fmla="*/ 906339 w 999323"/>
              <a:gd name="connsiteY39" fmla="*/ 149162 h 914415"/>
              <a:gd name="connsiteX40" fmla="*/ 890069 w 999323"/>
              <a:gd name="connsiteY40" fmla="*/ 204788 h 914415"/>
              <a:gd name="connsiteX41" fmla="*/ 889407 w 999323"/>
              <a:gd name="connsiteY41" fmla="*/ 204693 h 914415"/>
              <a:gd name="connsiteX42" fmla="*/ 752720 w 999323"/>
              <a:gd name="connsiteY42" fmla="*/ 747713 h 914415"/>
              <a:gd name="connsiteX43" fmla="*/ 745152 w 999323"/>
              <a:gd name="connsiteY43" fmla="*/ 818865 h 914415"/>
              <a:gd name="connsiteX44" fmla="*/ 752720 w 999323"/>
              <a:gd name="connsiteY44" fmla="*/ 747713 h 914415"/>
              <a:gd name="connsiteX45" fmla="*/ 376239 w 999323"/>
              <a:gd name="connsiteY45" fmla="*/ 144018 h 914415"/>
              <a:gd name="connsiteX46" fmla="*/ 333105 w 999323"/>
              <a:gd name="connsiteY46" fmla="*/ 191357 h 914415"/>
              <a:gd name="connsiteX47" fmla="*/ 376239 w 999323"/>
              <a:gd name="connsiteY47" fmla="*/ 144018 h 914415"/>
              <a:gd name="connsiteX48" fmla="*/ 333483 w 999323"/>
              <a:gd name="connsiteY48" fmla="*/ 429102 h 914415"/>
              <a:gd name="connsiteX49" fmla="*/ 279092 w 999323"/>
              <a:gd name="connsiteY49" fmla="*/ 396526 h 914415"/>
              <a:gd name="connsiteX50" fmla="*/ 330929 w 999323"/>
              <a:gd name="connsiteY50" fmla="*/ 420720 h 914415"/>
              <a:gd name="connsiteX51" fmla="*/ 333483 w 999323"/>
              <a:gd name="connsiteY51" fmla="*/ 429102 h 914415"/>
              <a:gd name="connsiteX52" fmla="*/ 12529 w 999323"/>
              <a:gd name="connsiteY52" fmla="*/ 561785 h 914415"/>
              <a:gd name="connsiteX53" fmla="*/ 28326 w 999323"/>
              <a:gd name="connsiteY53" fmla="*/ 621983 h 914415"/>
              <a:gd name="connsiteX54" fmla="*/ 12529 w 999323"/>
              <a:gd name="connsiteY54" fmla="*/ 561785 h 914415"/>
              <a:gd name="connsiteX55" fmla="*/ 530710 w 999323"/>
              <a:gd name="connsiteY55" fmla="*/ 661703 h 914415"/>
              <a:gd name="connsiteX56" fmla="*/ 552466 w 999323"/>
              <a:gd name="connsiteY56" fmla="*/ 609315 h 914415"/>
              <a:gd name="connsiteX57" fmla="*/ 530710 w 999323"/>
              <a:gd name="connsiteY57" fmla="*/ 661703 h 914415"/>
              <a:gd name="connsiteX58" fmla="*/ 235674 w 999323"/>
              <a:gd name="connsiteY58" fmla="*/ 678371 h 914415"/>
              <a:gd name="connsiteX59" fmla="*/ 287227 w 999323"/>
              <a:gd name="connsiteY59" fmla="*/ 701803 h 914415"/>
              <a:gd name="connsiteX60" fmla="*/ 235674 w 999323"/>
              <a:gd name="connsiteY60" fmla="*/ 678371 h 914415"/>
              <a:gd name="connsiteX61" fmla="*/ 606384 w 999323"/>
              <a:gd name="connsiteY61" fmla="*/ 240411 h 914415"/>
              <a:gd name="connsiteX62" fmla="*/ 615749 w 999323"/>
              <a:gd name="connsiteY62" fmla="*/ 179832 h 914415"/>
              <a:gd name="connsiteX63" fmla="*/ 606384 w 999323"/>
              <a:gd name="connsiteY63" fmla="*/ 240411 h 914415"/>
              <a:gd name="connsiteX64" fmla="*/ 732004 w 999323"/>
              <a:gd name="connsiteY64" fmla="*/ 275844 h 914415"/>
              <a:gd name="connsiteX65" fmla="*/ 743733 w 999323"/>
              <a:gd name="connsiteY65" fmla="*/ 260509 h 914415"/>
              <a:gd name="connsiteX66" fmla="*/ 732098 w 999323"/>
              <a:gd name="connsiteY66" fmla="*/ 211455 h 914415"/>
              <a:gd name="connsiteX67" fmla="*/ 698045 w 999323"/>
              <a:gd name="connsiteY67" fmla="*/ 221742 h 914415"/>
              <a:gd name="connsiteX68" fmla="*/ 732004 w 999323"/>
              <a:gd name="connsiteY68" fmla="*/ 275844 h 914415"/>
              <a:gd name="connsiteX69" fmla="*/ 279660 w 999323"/>
              <a:gd name="connsiteY69" fmla="*/ 555880 h 914415"/>
              <a:gd name="connsiteX70" fmla="*/ 236620 w 999323"/>
              <a:gd name="connsiteY70" fmla="*/ 603219 h 914415"/>
              <a:gd name="connsiteX71" fmla="*/ 279660 w 999323"/>
              <a:gd name="connsiteY71" fmla="*/ 555880 h 914415"/>
              <a:gd name="connsiteX72" fmla="*/ 440279 w 999323"/>
              <a:gd name="connsiteY72" fmla="*/ 551593 h 914415"/>
              <a:gd name="connsiteX73" fmla="*/ 458252 w 999323"/>
              <a:gd name="connsiteY73" fmla="*/ 593218 h 914415"/>
              <a:gd name="connsiteX74" fmla="*/ 440279 w 999323"/>
              <a:gd name="connsiteY74" fmla="*/ 551593 h 914415"/>
              <a:gd name="connsiteX75" fmla="*/ 578763 w 999323"/>
              <a:gd name="connsiteY75" fmla="*/ 677324 h 914415"/>
              <a:gd name="connsiteX76" fmla="*/ 563628 w 999323"/>
              <a:gd name="connsiteY76" fmla="*/ 723615 h 914415"/>
              <a:gd name="connsiteX77" fmla="*/ 578763 w 999323"/>
              <a:gd name="connsiteY77" fmla="*/ 677324 h 914415"/>
              <a:gd name="connsiteX78" fmla="*/ 307943 w 999323"/>
              <a:gd name="connsiteY78" fmla="*/ 293275 h 914415"/>
              <a:gd name="connsiteX79" fmla="*/ 361294 w 999323"/>
              <a:gd name="connsiteY79" fmla="*/ 312611 h 914415"/>
              <a:gd name="connsiteX80" fmla="*/ 307943 w 999323"/>
              <a:gd name="connsiteY80" fmla="*/ 293275 h 914415"/>
              <a:gd name="connsiteX81" fmla="*/ 935000 w 999323"/>
              <a:gd name="connsiteY81" fmla="*/ 402146 h 914415"/>
              <a:gd name="connsiteX82" fmla="*/ 999324 w 999323"/>
              <a:gd name="connsiteY82" fmla="*/ 407956 h 914415"/>
              <a:gd name="connsiteX83" fmla="*/ 935000 w 999323"/>
              <a:gd name="connsiteY83" fmla="*/ 402146 h 914415"/>
              <a:gd name="connsiteX84" fmla="*/ 639303 w 999323"/>
              <a:gd name="connsiteY84" fmla="*/ 585693 h 914415"/>
              <a:gd name="connsiteX85" fmla="*/ 602979 w 999323"/>
              <a:gd name="connsiteY85" fmla="*/ 546640 h 914415"/>
              <a:gd name="connsiteX86" fmla="*/ 640722 w 999323"/>
              <a:gd name="connsiteY86" fmla="*/ 584359 h 914415"/>
              <a:gd name="connsiteX87" fmla="*/ 639303 w 999323"/>
              <a:gd name="connsiteY87" fmla="*/ 585693 h 914415"/>
              <a:gd name="connsiteX88" fmla="*/ 616695 w 999323"/>
              <a:gd name="connsiteY88" fmla="*/ 533686 h 914415"/>
              <a:gd name="connsiteX89" fmla="*/ 628708 w 999323"/>
              <a:gd name="connsiteY89" fmla="*/ 480156 h 914415"/>
              <a:gd name="connsiteX90" fmla="*/ 616695 w 999323"/>
              <a:gd name="connsiteY90" fmla="*/ 533686 h 914415"/>
              <a:gd name="connsiteX91" fmla="*/ 861880 w 999323"/>
              <a:gd name="connsiteY91" fmla="*/ 408718 h 914415"/>
              <a:gd name="connsiteX92" fmla="*/ 913906 w 999323"/>
              <a:gd name="connsiteY92" fmla="*/ 421482 h 914415"/>
              <a:gd name="connsiteX93" fmla="*/ 861880 w 999323"/>
              <a:gd name="connsiteY93" fmla="*/ 408718 h 914415"/>
              <a:gd name="connsiteX94" fmla="*/ 376902 w 999323"/>
              <a:gd name="connsiteY94" fmla="*/ 817341 h 914415"/>
              <a:gd name="connsiteX95" fmla="*/ 348713 w 999323"/>
              <a:gd name="connsiteY95" fmla="*/ 768573 h 914415"/>
              <a:gd name="connsiteX96" fmla="*/ 376902 w 999323"/>
              <a:gd name="connsiteY96" fmla="*/ 817341 h 914415"/>
              <a:gd name="connsiteX97" fmla="*/ 495805 w 999323"/>
              <a:gd name="connsiteY97" fmla="*/ 184880 h 914415"/>
              <a:gd name="connsiteX98" fmla="*/ 469224 w 999323"/>
              <a:gd name="connsiteY98" fmla="*/ 213741 h 914415"/>
              <a:gd name="connsiteX99" fmla="*/ 518697 w 999323"/>
              <a:gd name="connsiteY99" fmla="*/ 217170 h 914415"/>
              <a:gd name="connsiteX100" fmla="*/ 495805 w 999323"/>
              <a:gd name="connsiteY100" fmla="*/ 184880 h 914415"/>
              <a:gd name="connsiteX101" fmla="*/ 535534 w 999323"/>
              <a:gd name="connsiteY101" fmla="*/ 313944 h 914415"/>
              <a:gd name="connsiteX102" fmla="*/ 524183 w 999323"/>
              <a:gd name="connsiteY102" fmla="*/ 366808 h 914415"/>
              <a:gd name="connsiteX103" fmla="*/ 535534 w 999323"/>
              <a:gd name="connsiteY103" fmla="*/ 313944 h 914415"/>
              <a:gd name="connsiteX104" fmla="*/ 359686 w 999323"/>
              <a:gd name="connsiteY104" fmla="*/ 643891 h 914415"/>
              <a:gd name="connsiteX105" fmla="*/ 383901 w 999323"/>
              <a:gd name="connsiteY105" fmla="*/ 684182 h 914415"/>
              <a:gd name="connsiteX106" fmla="*/ 359686 w 999323"/>
              <a:gd name="connsiteY106" fmla="*/ 643891 h 914415"/>
              <a:gd name="connsiteX107" fmla="*/ 889974 w 999323"/>
              <a:gd name="connsiteY107" fmla="*/ 204788 h 914415"/>
              <a:gd name="connsiteX108" fmla="*/ 873137 w 999323"/>
              <a:gd name="connsiteY108" fmla="*/ 246603 h 914415"/>
              <a:gd name="connsiteX109" fmla="*/ 906244 w 999323"/>
              <a:gd name="connsiteY109" fmla="*/ 249460 h 914415"/>
              <a:gd name="connsiteX110" fmla="*/ 889974 w 999323"/>
              <a:gd name="connsiteY110" fmla="*/ 204788 h 914415"/>
              <a:gd name="connsiteX111" fmla="*/ 383050 w 999323"/>
              <a:gd name="connsiteY111" fmla="*/ 104108 h 914415"/>
              <a:gd name="connsiteX112" fmla="*/ 362429 w 999323"/>
              <a:gd name="connsiteY112" fmla="*/ 68771 h 914415"/>
              <a:gd name="connsiteX113" fmla="*/ 383050 w 999323"/>
              <a:gd name="connsiteY113" fmla="*/ 104108 h 914415"/>
              <a:gd name="connsiteX114" fmla="*/ 286281 w 999323"/>
              <a:gd name="connsiteY114" fmla="*/ 259747 h 914415"/>
              <a:gd name="connsiteX115" fmla="*/ 256390 w 999323"/>
              <a:gd name="connsiteY115" fmla="*/ 224409 h 914415"/>
              <a:gd name="connsiteX116" fmla="*/ 286281 w 999323"/>
              <a:gd name="connsiteY116" fmla="*/ 259747 h 914415"/>
              <a:gd name="connsiteX117" fmla="*/ 945973 w 999323"/>
              <a:gd name="connsiteY117" fmla="*/ 685706 h 914415"/>
              <a:gd name="connsiteX118" fmla="*/ 893663 w 999323"/>
              <a:gd name="connsiteY118" fmla="*/ 677324 h 914415"/>
              <a:gd name="connsiteX119" fmla="*/ 945973 w 999323"/>
              <a:gd name="connsiteY119" fmla="*/ 685706 h 914415"/>
              <a:gd name="connsiteX120" fmla="*/ 598722 w 999323"/>
              <a:gd name="connsiteY120" fmla="*/ 825247 h 914415"/>
              <a:gd name="connsiteX121" fmla="*/ 647154 w 999323"/>
              <a:gd name="connsiteY121" fmla="*/ 827533 h 914415"/>
              <a:gd name="connsiteX122" fmla="*/ 598722 w 999323"/>
              <a:gd name="connsiteY122" fmla="*/ 825247 h 914415"/>
              <a:gd name="connsiteX123" fmla="*/ 319389 w 999323"/>
              <a:gd name="connsiteY123" fmla="*/ 816960 h 914415"/>
              <a:gd name="connsiteX124" fmla="*/ 358267 w 999323"/>
              <a:gd name="connsiteY124" fmla="*/ 848869 h 914415"/>
              <a:gd name="connsiteX125" fmla="*/ 326105 w 999323"/>
              <a:gd name="connsiteY125" fmla="*/ 810388 h 914415"/>
              <a:gd name="connsiteX126" fmla="*/ 319389 w 999323"/>
              <a:gd name="connsiteY126" fmla="*/ 816960 h 914415"/>
              <a:gd name="connsiteX127" fmla="*/ 296214 w 999323"/>
              <a:gd name="connsiteY127" fmla="*/ 603314 h 914415"/>
              <a:gd name="connsiteX128" fmla="*/ 293471 w 999323"/>
              <a:gd name="connsiteY128" fmla="*/ 656750 h 914415"/>
              <a:gd name="connsiteX129" fmla="*/ 296214 w 999323"/>
              <a:gd name="connsiteY129" fmla="*/ 603314 h 914415"/>
              <a:gd name="connsiteX130" fmla="*/ 728220 w 999323"/>
              <a:gd name="connsiteY130" fmla="*/ 0 h 914415"/>
              <a:gd name="connsiteX131" fmla="*/ 702112 w 999323"/>
              <a:gd name="connsiteY131" fmla="*/ 18669 h 914415"/>
              <a:gd name="connsiteX132" fmla="*/ 743450 w 999323"/>
              <a:gd name="connsiteY132" fmla="*/ 25241 h 914415"/>
              <a:gd name="connsiteX133" fmla="*/ 728220 w 999323"/>
              <a:gd name="connsiteY133" fmla="*/ 0 h 914415"/>
              <a:gd name="connsiteX134" fmla="*/ 679221 w 999323"/>
              <a:gd name="connsiteY134" fmla="*/ 467773 h 914415"/>
              <a:gd name="connsiteX135" fmla="*/ 728031 w 999323"/>
              <a:gd name="connsiteY135" fmla="*/ 474060 h 914415"/>
              <a:gd name="connsiteX136" fmla="*/ 679221 w 999323"/>
              <a:gd name="connsiteY136" fmla="*/ 467773 h 914415"/>
              <a:gd name="connsiteX137" fmla="*/ 827070 w 999323"/>
              <a:gd name="connsiteY137" fmla="*/ 618078 h 914415"/>
              <a:gd name="connsiteX138" fmla="*/ 825840 w 999323"/>
              <a:gd name="connsiteY138" fmla="*/ 616649 h 914415"/>
              <a:gd name="connsiteX139" fmla="*/ 827070 w 999323"/>
              <a:gd name="connsiteY139" fmla="*/ 618078 h 914415"/>
              <a:gd name="connsiteX140" fmla="*/ 444441 w 999323"/>
              <a:gd name="connsiteY140" fmla="*/ 878873 h 914415"/>
              <a:gd name="connsiteX141" fmla="*/ 473386 w 999323"/>
              <a:gd name="connsiteY141" fmla="*/ 913734 h 914415"/>
              <a:gd name="connsiteX142" fmla="*/ 444441 w 999323"/>
              <a:gd name="connsiteY142" fmla="*/ 878873 h 914415"/>
              <a:gd name="connsiteX143" fmla="*/ 625587 w 999323"/>
              <a:gd name="connsiteY143" fmla="*/ 724187 h 914415"/>
              <a:gd name="connsiteX144" fmla="*/ 626816 w 999323"/>
              <a:gd name="connsiteY144" fmla="*/ 774098 h 914415"/>
              <a:gd name="connsiteX145" fmla="*/ 625587 w 999323"/>
              <a:gd name="connsiteY145" fmla="*/ 724187 h 914415"/>
              <a:gd name="connsiteX146" fmla="*/ 453333 w 999323"/>
              <a:gd name="connsiteY146" fmla="*/ 241173 h 914415"/>
              <a:gd name="connsiteX147" fmla="*/ 457873 w 999323"/>
              <a:gd name="connsiteY147" fmla="*/ 273654 h 914415"/>
              <a:gd name="connsiteX148" fmla="*/ 485778 w 999323"/>
              <a:gd name="connsiteY148" fmla="*/ 255270 h 914415"/>
              <a:gd name="connsiteX149" fmla="*/ 465157 w 999323"/>
              <a:gd name="connsiteY149" fmla="*/ 233363 h 914415"/>
              <a:gd name="connsiteX150" fmla="*/ 453333 w 999323"/>
              <a:gd name="connsiteY150" fmla="*/ 241173 h 914415"/>
              <a:gd name="connsiteX151" fmla="*/ 530994 w 999323"/>
              <a:gd name="connsiteY151" fmla="*/ 453010 h 914415"/>
              <a:gd name="connsiteX152" fmla="*/ 570628 w 999323"/>
              <a:gd name="connsiteY152" fmla="*/ 460915 h 914415"/>
              <a:gd name="connsiteX153" fmla="*/ 530994 w 999323"/>
              <a:gd name="connsiteY153" fmla="*/ 453010 h 914415"/>
              <a:gd name="connsiteX154" fmla="*/ 461089 w 999323"/>
              <a:gd name="connsiteY154" fmla="*/ 367094 h 914415"/>
              <a:gd name="connsiteX155" fmla="*/ 500440 w 999323"/>
              <a:gd name="connsiteY155" fmla="*/ 370332 h 914415"/>
              <a:gd name="connsiteX156" fmla="*/ 461089 w 999323"/>
              <a:gd name="connsiteY156" fmla="*/ 367094 h 914415"/>
              <a:gd name="connsiteX157" fmla="*/ 695491 w 999323"/>
              <a:gd name="connsiteY157" fmla="*/ 671609 h 914415"/>
              <a:gd name="connsiteX158" fmla="*/ 672126 w 999323"/>
              <a:gd name="connsiteY158" fmla="*/ 707137 h 914415"/>
              <a:gd name="connsiteX159" fmla="*/ 695491 w 999323"/>
              <a:gd name="connsiteY159" fmla="*/ 671609 h 914415"/>
              <a:gd name="connsiteX160" fmla="*/ 533169 w 999323"/>
              <a:gd name="connsiteY160" fmla="*/ 36290 h 914415"/>
              <a:gd name="connsiteX161" fmla="*/ 555588 w 999323"/>
              <a:gd name="connsiteY161" fmla="*/ 17431 h 914415"/>
              <a:gd name="connsiteX162" fmla="*/ 515197 w 999323"/>
              <a:gd name="connsiteY162" fmla="*/ 9049 h 914415"/>
              <a:gd name="connsiteX163" fmla="*/ 533169 w 999323"/>
              <a:gd name="connsiteY163" fmla="*/ 36290 h 914415"/>
              <a:gd name="connsiteX164" fmla="*/ 496656 w 999323"/>
              <a:gd name="connsiteY164" fmla="*/ 513398 h 914415"/>
              <a:gd name="connsiteX165" fmla="*/ 536196 w 999323"/>
              <a:gd name="connsiteY165" fmla="*/ 514446 h 914415"/>
              <a:gd name="connsiteX166" fmla="*/ 496656 w 999323"/>
              <a:gd name="connsiteY166" fmla="*/ 513398 h 914415"/>
              <a:gd name="connsiteX167" fmla="*/ 640722 w 999323"/>
              <a:gd name="connsiteY167" fmla="*/ 584359 h 914415"/>
              <a:gd name="connsiteX168" fmla="*/ 663329 w 999323"/>
              <a:gd name="connsiteY168" fmla="*/ 611506 h 914415"/>
              <a:gd name="connsiteX169" fmla="*/ 640722 w 999323"/>
              <a:gd name="connsiteY169" fmla="*/ 584359 h 914415"/>
              <a:gd name="connsiteX170" fmla="*/ 419658 w 999323"/>
              <a:gd name="connsiteY170" fmla="*/ 398145 h 914415"/>
              <a:gd name="connsiteX171" fmla="*/ 458157 w 999323"/>
              <a:gd name="connsiteY171" fmla="*/ 406813 h 914415"/>
              <a:gd name="connsiteX172" fmla="*/ 419658 w 999323"/>
              <a:gd name="connsiteY172" fmla="*/ 398145 h 914415"/>
              <a:gd name="connsiteX173" fmla="*/ 886474 w 999323"/>
              <a:gd name="connsiteY173" fmla="*/ 597504 h 914415"/>
              <a:gd name="connsiteX174" fmla="*/ 937838 w 999323"/>
              <a:gd name="connsiteY174" fmla="*/ 596075 h 914415"/>
              <a:gd name="connsiteX175" fmla="*/ 889974 w 999323"/>
              <a:gd name="connsiteY175" fmla="*/ 584740 h 914415"/>
              <a:gd name="connsiteX176" fmla="*/ 886474 w 999323"/>
              <a:gd name="connsiteY176" fmla="*/ 597504 h 914415"/>
              <a:gd name="connsiteX177" fmla="*/ 456454 w 999323"/>
              <a:gd name="connsiteY177" fmla="*/ 116681 h 914415"/>
              <a:gd name="connsiteX178" fmla="*/ 454846 w 999323"/>
              <a:gd name="connsiteY178" fmla="*/ 155353 h 914415"/>
              <a:gd name="connsiteX179" fmla="*/ 456454 w 999323"/>
              <a:gd name="connsiteY179" fmla="*/ 116681 h 914415"/>
              <a:gd name="connsiteX180" fmla="*/ 193959 w 999323"/>
              <a:gd name="connsiteY180" fmla="*/ 460725 h 914415"/>
              <a:gd name="connsiteX181" fmla="*/ 236431 w 999323"/>
              <a:gd name="connsiteY181" fmla="*/ 467869 h 914415"/>
              <a:gd name="connsiteX182" fmla="*/ 193959 w 999323"/>
              <a:gd name="connsiteY182" fmla="*/ 460725 h 914415"/>
              <a:gd name="connsiteX183" fmla="*/ 665600 w 999323"/>
              <a:gd name="connsiteY183" fmla="*/ 625793 h 914415"/>
              <a:gd name="connsiteX184" fmla="*/ 704004 w 999323"/>
              <a:gd name="connsiteY184" fmla="*/ 632747 h 914415"/>
              <a:gd name="connsiteX185" fmla="*/ 665600 w 999323"/>
              <a:gd name="connsiteY185" fmla="*/ 625793 h 914415"/>
              <a:gd name="connsiteX186" fmla="*/ 626154 w 999323"/>
              <a:gd name="connsiteY186" fmla="*/ 252127 h 914415"/>
              <a:gd name="connsiteX187" fmla="*/ 621141 w 999323"/>
              <a:gd name="connsiteY187" fmla="*/ 289751 h 914415"/>
              <a:gd name="connsiteX188" fmla="*/ 626154 w 999323"/>
              <a:gd name="connsiteY188" fmla="*/ 252127 h 914415"/>
              <a:gd name="connsiteX189" fmla="*/ 611114 w 999323"/>
              <a:gd name="connsiteY189" fmla="*/ 69247 h 914415"/>
              <a:gd name="connsiteX190" fmla="*/ 611303 w 999323"/>
              <a:gd name="connsiteY190" fmla="*/ 102299 h 914415"/>
              <a:gd name="connsiteX191" fmla="*/ 611114 w 999323"/>
              <a:gd name="connsiteY191" fmla="*/ 69247 h 914415"/>
              <a:gd name="connsiteX192" fmla="*/ 107406 w 999323"/>
              <a:gd name="connsiteY192" fmla="*/ 496920 h 914415"/>
              <a:gd name="connsiteX193" fmla="*/ 136541 w 999323"/>
              <a:gd name="connsiteY193" fmla="*/ 489967 h 914415"/>
              <a:gd name="connsiteX194" fmla="*/ 107406 w 999323"/>
              <a:gd name="connsiteY194" fmla="*/ 496920 h 914415"/>
              <a:gd name="connsiteX195" fmla="*/ 835962 w 999323"/>
              <a:gd name="connsiteY195" fmla="*/ 84868 h 914415"/>
              <a:gd name="connsiteX196" fmla="*/ 833691 w 999323"/>
              <a:gd name="connsiteY196" fmla="*/ 97631 h 914415"/>
              <a:gd name="connsiteX197" fmla="*/ 835962 w 999323"/>
              <a:gd name="connsiteY197" fmla="*/ 84868 h 914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999323" h="914415">
                <a:moveTo>
                  <a:pt x="863583" y="448533"/>
                </a:moveTo>
                <a:cubicBezTo>
                  <a:pt x="882501" y="465487"/>
                  <a:pt x="883164" y="487776"/>
                  <a:pt x="857245" y="499587"/>
                </a:cubicBezTo>
                <a:cubicBezTo>
                  <a:pt x="838326" y="509302"/>
                  <a:pt x="812219" y="490538"/>
                  <a:pt x="803516" y="520542"/>
                </a:cubicBezTo>
                <a:cubicBezTo>
                  <a:pt x="801908" y="525590"/>
                  <a:pt x="783368" y="530734"/>
                  <a:pt x="777692" y="527305"/>
                </a:cubicBezTo>
                <a:cubicBezTo>
                  <a:pt x="771449" y="523495"/>
                  <a:pt x="765679" y="505588"/>
                  <a:pt x="769084" y="501206"/>
                </a:cubicBezTo>
                <a:cubicBezTo>
                  <a:pt x="807300" y="448819"/>
                  <a:pt x="740328" y="475012"/>
                  <a:pt x="738058" y="429292"/>
                </a:cubicBezTo>
                <a:cubicBezTo>
                  <a:pt x="747139" y="426149"/>
                  <a:pt x="763314" y="419101"/>
                  <a:pt x="764165" y="420625"/>
                </a:cubicBezTo>
                <a:cubicBezTo>
                  <a:pt x="785638" y="458248"/>
                  <a:pt x="828394" y="422434"/>
                  <a:pt x="863583" y="448533"/>
                </a:cubicBezTo>
                <a:close/>
                <a:moveTo>
                  <a:pt x="795476" y="344520"/>
                </a:moveTo>
                <a:cubicBezTo>
                  <a:pt x="813165" y="242031"/>
                  <a:pt x="683951" y="317183"/>
                  <a:pt x="745814" y="360807"/>
                </a:cubicBezTo>
                <a:cubicBezTo>
                  <a:pt x="767476" y="373571"/>
                  <a:pt x="817894" y="421672"/>
                  <a:pt x="833502" y="387573"/>
                </a:cubicBezTo>
                <a:cubicBezTo>
                  <a:pt x="842961" y="359283"/>
                  <a:pt x="816475" y="352997"/>
                  <a:pt x="795476" y="344520"/>
                </a:cubicBezTo>
                <a:close/>
                <a:moveTo>
                  <a:pt x="629843" y="327279"/>
                </a:moveTo>
                <a:cubicBezTo>
                  <a:pt x="590114" y="380143"/>
                  <a:pt x="590114" y="380143"/>
                  <a:pt x="604114" y="419958"/>
                </a:cubicBezTo>
                <a:cubicBezTo>
                  <a:pt x="636559" y="426435"/>
                  <a:pt x="650275" y="395193"/>
                  <a:pt x="673262" y="383001"/>
                </a:cubicBezTo>
                <a:cubicBezTo>
                  <a:pt x="681964" y="357664"/>
                  <a:pt x="650654" y="340900"/>
                  <a:pt x="629843" y="327279"/>
                </a:cubicBezTo>
                <a:close/>
                <a:moveTo>
                  <a:pt x="406698" y="735807"/>
                </a:moveTo>
                <a:cubicBezTo>
                  <a:pt x="439901" y="792005"/>
                  <a:pt x="472724" y="773336"/>
                  <a:pt x="480481" y="714281"/>
                </a:cubicBezTo>
                <a:cubicBezTo>
                  <a:pt x="483224" y="695897"/>
                  <a:pt x="468846" y="682943"/>
                  <a:pt x="450400" y="679705"/>
                </a:cubicBezTo>
                <a:cubicBezTo>
                  <a:pt x="418428" y="674276"/>
                  <a:pt x="419279" y="714376"/>
                  <a:pt x="406698" y="735807"/>
                </a:cubicBezTo>
                <a:close/>
                <a:moveTo>
                  <a:pt x="825935" y="616745"/>
                </a:moveTo>
                <a:cubicBezTo>
                  <a:pt x="887988" y="650463"/>
                  <a:pt x="891299" y="566452"/>
                  <a:pt x="845232" y="555594"/>
                </a:cubicBezTo>
                <a:cubicBezTo>
                  <a:pt x="801151" y="545593"/>
                  <a:pt x="813070" y="594075"/>
                  <a:pt x="827164" y="618173"/>
                </a:cubicBezTo>
                <a:cubicBezTo>
                  <a:pt x="827070" y="618078"/>
                  <a:pt x="825935" y="616745"/>
                  <a:pt x="825935" y="616745"/>
                </a:cubicBezTo>
                <a:close/>
                <a:moveTo>
                  <a:pt x="407077" y="459201"/>
                </a:moveTo>
                <a:cubicBezTo>
                  <a:pt x="397901" y="463201"/>
                  <a:pt x="390334" y="464059"/>
                  <a:pt x="387780" y="468154"/>
                </a:cubicBezTo>
                <a:cubicBezTo>
                  <a:pt x="379739" y="480823"/>
                  <a:pt x="370942" y="481013"/>
                  <a:pt x="356942" y="478632"/>
                </a:cubicBezTo>
                <a:cubicBezTo>
                  <a:pt x="339537" y="476822"/>
                  <a:pt x="316457" y="501873"/>
                  <a:pt x="334429" y="517303"/>
                </a:cubicBezTo>
                <a:cubicBezTo>
                  <a:pt x="344645" y="519970"/>
                  <a:pt x="362807" y="520828"/>
                  <a:pt x="366307" y="515113"/>
                </a:cubicBezTo>
                <a:cubicBezTo>
                  <a:pt x="377658" y="496729"/>
                  <a:pt x="391942" y="512160"/>
                  <a:pt x="402725" y="507683"/>
                </a:cubicBezTo>
                <a:cubicBezTo>
                  <a:pt x="425995" y="496444"/>
                  <a:pt x="422685" y="477870"/>
                  <a:pt x="407077" y="459201"/>
                </a:cubicBezTo>
                <a:close/>
                <a:moveTo>
                  <a:pt x="518980" y="781337"/>
                </a:moveTo>
                <a:cubicBezTo>
                  <a:pt x="483981" y="797434"/>
                  <a:pt x="472724" y="805816"/>
                  <a:pt x="500913" y="836296"/>
                </a:cubicBezTo>
                <a:cubicBezTo>
                  <a:pt x="520021" y="854584"/>
                  <a:pt x="559561" y="850107"/>
                  <a:pt x="553791" y="818103"/>
                </a:cubicBezTo>
                <a:cubicBezTo>
                  <a:pt x="545372" y="805340"/>
                  <a:pt x="532696" y="795243"/>
                  <a:pt x="518980" y="781337"/>
                </a:cubicBezTo>
                <a:close/>
                <a:moveTo>
                  <a:pt x="701829" y="96679"/>
                </a:moveTo>
                <a:cubicBezTo>
                  <a:pt x="654627" y="86392"/>
                  <a:pt x="638830" y="148400"/>
                  <a:pt x="683005" y="154115"/>
                </a:cubicBezTo>
                <a:cubicBezTo>
                  <a:pt x="727558" y="156782"/>
                  <a:pt x="724153" y="119158"/>
                  <a:pt x="701829" y="96679"/>
                </a:cubicBezTo>
                <a:close/>
                <a:moveTo>
                  <a:pt x="889407" y="204693"/>
                </a:moveTo>
                <a:cubicBezTo>
                  <a:pt x="939257" y="221266"/>
                  <a:pt x="959878" y="149162"/>
                  <a:pt x="906339" y="149162"/>
                </a:cubicBezTo>
                <a:cubicBezTo>
                  <a:pt x="876826" y="153067"/>
                  <a:pt x="873988" y="183928"/>
                  <a:pt x="890069" y="204788"/>
                </a:cubicBezTo>
                <a:lnTo>
                  <a:pt x="889407" y="204693"/>
                </a:lnTo>
                <a:close/>
                <a:moveTo>
                  <a:pt x="752720" y="747713"/>
                </a:moveTo>
                <a:cubicBezTo>
                  <a:pt x="700883" y="746761"/>
                  <a:pt x="689721" y="817818"/>
                  <a:pt x="745152" y="818865"/>
                </a:cubicBezTo>
                <a:cubicBezTo>
                  <a:pt x="761044" y="802673"/>
                  <a:pt x="752909" y="773621"/>
                  <a:pt x="752720" y="747713"/>
                </a:cubicBezTo>
                <a:close/>
                <a:moveTo>
                  <a:pt x="376239" y="144018"/>
                </a:moveTo>
                <a:cubicBezTo>
                  <a:pt x="351929" y="147828"/>
                  <a:pt x="290633" y="164878"/>
                  <a:pt x="333105" y="191357"/>
                </a:cubicBezTo>
                <a:cubicBezTo>
                  <a:pt x="364983" y="197168"/>
                  <a:pt x="397807" y="181356"/>
                  <a:pt x="376239" y="144018"/>
                </a:cubicBezTo>
                <a:close/>
                <a:moveTo>
                  <a:pt x="333483" y="429102"/>
                </a:moveTo>
                <a:cubicBezTo>
                  <a:pt x="402631" y="393383"/>
                  <a:pt x="299997" y="364713"/>
                  <a:pt x="279092" y="396526"/>
                </a:cubicBezTo>
                <a:cubicBezTo>
                  <a:pt x="280322" y="422815"/>
                  <a:pt x="312673" y="416624"/>
                  <a:pt x="330929" y="420720"/>
                </a:cubicBezTo>
                <a:cubicBezTo>
                  <a:pt x="331875" y="423482"/>
                  <a:pt x="332727" y="426244"/>
                  <a:pt x="333483" y="429102"/>
                </a:cubicBezTo>
                <a:close/>
                <a:moveTo>
                  <a:pt x="12529" y="561785"/>
                </a:moveTo>
                <a:cubicBezTo>
                  <a:pt x="-11497" y="577597"/>
                  <a:pt x="1935" y="624365"/>
                  <a:pt x="28326" y="621983"/>
                </a:cubicBezTo>
                <a:cubicBezTo>
                  <a:pt x="63042" y="611030"/>
                  <a:pt x="47245" y="562357"/>
                  <a:pt x="12529" y="561785"/>
                </a:cubicBezTo>
                <a:close/>
                <a:moveTo>
                  <a:pt x="530710" y="661703"/>
                </a:moveTo>
                <a:cubicBezTo>
                  <a:pt x="573560" y="668275"/>
                  <a:pt x="579047" y="627603"/>
                  <a:pt x="552466" y="609315"/>
                </a:cubicBezTo>
                <a:cubicBezTo>
                  <a:pt x="520683" y="603791"/>
                  <a:pt x="507251" y="639509"/>
                  <a:pt x="530710" y="661703"/>
                </a:cubicBezTo>
                <a:close/>
                <a:moveTo>
                  <a:pt x="235674" y="678371"/>
                </a:moveTo>
                <a:cubicBezTo>
                  <a:pt x="235769" y="710756"/>
                  <a:pt x="275782" y="741617"/>
                  <a:pt x="287227" y="701803"/>
                </a:cubicBezTo>
                <a:cubicBezTo>
                  <a:pt x="288741" y="673704"/>
                  <a:pt x="252039" y="651035"/>
                  <a:pt x="235674" y="678371"/>
                </a:cubicBezTo>
                <a:close/>
                <a:moveTo>
                  <a:pt x="606384" y="240411"/>
                </a:moveTo>
                <a:cubicBezTo>
                  <a:pt x="634195" y="219933"/>
                  <a:pt x="656235" y="190881"/>
                  <a:pt x="615749" y="179832"/>
                </a:cubicBezTo>
                <a:cubicBezTo>
                  <a:pt x="572709" y="176784"/>
                  <a:pt x="585290" y="211646"/>
                  <a:pt x="606384" y="240411"/>
                </a:cubicBezTo>
                <a:close/>
                <a:moveTo>
                  <a:pt x="732004" y="275844"/>
                </a:moveTo>
                <a:cubicBezTo>
                  <a:pt x="736450" y="270129"/>
                  <a:pt x="744490" y="261271"/>
                  <a:pt x="743733" y="260509"/>
                </a:cubicBezTo>
                <a:cubicBezTo>
                  <a:pt x="730680" y="245841"/>
                  <a:pt x="734747" y="228124"/>
                  <a:pt x="732098" y="211455"/>
                </a:cubicBezTo>
                <a:cubicBezTo>
                  <a:pt x="723018" y="194977"/>
                  <a:pt x="696910" y="201930"/>
                  <a:pt x="698045" y="221742"/>
                </a:cubicBezTo>
                <a:cubicBezTo>
                  <a:pt x="706369" y="242031"/>
                  <a:pt x="710815" y="264129"/>
                  <a:pt x="732004" y="275844"/>
                </a:cubicBezTo>
                <a:close/>
                <a:moveTo>
                  <a:pt x="279660" y="555880"/>
                </a:moveTo>
                <a:cubicBezTo>
                  <a:pt x="246647" y="563881"/>
                  <a:pt x="175513" y="581883"/>
                  <a:pt x="236620" y="603219"/>
                </a:cubicBezTo>
                <a:cubicBezTo>
                  <a:pt x="257336" y="595504"/>
                  <a:pt x="296876" y="585026"/>
                  <a:pt x="279660" y="555880"/>
                </a:cubicBezTo>
                <a:close/>
                <a:moveTo>
                  <a:pt x="440279" y="551593"/>
                </a:moveTo>
                <a:cubicBezTo>
                  <a:pt x="383050" y="590360"/>
                  <a:pt x="429684" y="635985"/>
                  <a:pt x="458252" y="593218"/>
                </a:cubicBezTo>
                <a:cubicBezTo>
                  <a:pt x="457968" y="582073"/>
                  <a:pt x="449454" y="571215"/>
                  <a:pt x="440279" y="551593"/>
                </a:cubicBezTo>
                <a:close/>
                <a:moveTo>
                  <a:pt x="578763" y="677324"/>
                </a:moveTo>
                <a:cubicBezTo>
                  <a:pt x="536480" y="670847"/>
                  <a:pt x="535723" y="709423"/>
                  <a:pt x="563628" y="723615"/>
                </a:cubicBezTo>
                <a:cubicBezTo>
                  <a:pt x="596168" y="735998"/>
                  <a:pt x="589925" y="692183"/>
                  <a:pt x="578763" y="677324"/>
                </a:cubicBezTo>
                <a:close/>
                <a:moveTo>
                  <a:pt x="307943" y="293275"/>
                </a:moveTo>
                <a:cubicBezTo>
                  <a:pt x="328754" y="315468"/>
                  <a:pt x="341902" y="346329"/>
                  <a:pt x="361294" y="312611"/>
                </a:cubicBezTo>
                <a:cubicBezTo>
                  <a:pt x="350226" y="283369"/>
                  <a:pt x="343226" y="271749"/>
                  <a:pt x="307943" y="293275"/>
                </a:cubicBezTo>
                <a:close/>
                <a:moveTo>
                  <a:pt x="935000" y="402146"/>
                </a:moveTo>
                <a:cubicBezTo>
                  <a:pt x="965649" y="424149"/>
                  <a:pt x="974446" y="436055"/>
                  <a:pt x="999324" y="407956"/>
                </a:cubicBezTo>
                <a:cubicBezTo>
                  <a:pt x="975108" y="385668"/>
                  <a:pt x="969149" y="378714"/>
                  <a:pt x="935000" y="402146"/>
                </a:cubicBezTo>
                <a:close/>
                <a:moveTo>
                  <a:pt x="639303" y="585693"/>
                </a:moveTo>
                <a:cubicBezTo>
                  <a:pt x="658316" y="555499"/>
                  <a:pt x="630033" y="512636"/>
                  <a:pt x="602979" y="546640"/>
                </a:cubicBezTo>
                <a:cubicBezTo>
                  <a:pt x="598344" y="568357"/>
                  <a:pt x="621330" y="581121"/>
                  <a:pt x="640722" y="584359"/>
                </a:cubicBezTo>
                <a:cubicBezTo>
                  <a:pt x="640722" y="584359"/>
                  <a:pt x="639303" y="585693"/>
                  <a:pt x="639303" y="585693"/>
                </a:cubicBezTo>
                <a:close/>
                <a:moveTo>
                  <a:pt x="616695" y="533686"/>
                </a:moveTo>
                <a:cubicBezTo>
                  <a:pt x="640627" y="512541"/>
                  <a:pt x="653870" y="495967"/>
                  <a:pt x="628708" y="480156"/>
                </a:cubicBezTo>
                <a:cubicBezTo>
                  <a:pt x="594087" y="485966"/>
                  <a:pt x="598817" y="501016"/>
                  <a:pt x="616695" y="533686"/>
                </a:cubicBezTo>
                <a:close/>
                <a:moveTo>
                  <a:pt x="861880" y="408718"/>
                </a:moveTo>
                <a:cubicBezTo>
                  <a:pt x="882407" y="430531"/>
                  <a:pt x="898109" y="453772"/>
                  <a:pt x="913906" y="421482"/>
                </a:cubicBezTo>
                <a:cubicBezTo>
                  <a:pt x="903879" y="392526"/>
                  <a:pt x="892717" y="388049"/>
                  <a:pt x="861880" y="408718"/>
                </a:cubicBezTo>
                <a:close/>
                <a:moveTo>
                  <a:pt x="376902" y="817341"/>
                </a:moveTo>
                <a:cubicBezTo>
                  <a:pt x="388631" y="786957"/>
                  <a:pt x="371131" y="780003"/>
                  <a:pt x="348713" y="768573"/>
                </a:cubicBezTo>
                <a:cubicBezTo>
                  <a:pt x="320524" y="777813"/>
                  <a:pt x="355145" y="816960"/>
                  <a:pt x="376902" y="817341"/>
                </a:cubicBezTo>
                <a:close/>
                <a:moveTo>
                  <a:pt x="495805" y="184880"/>
                </a:moveTo>
                <a:cubicBezTo>
                  <a:pt x="483603" y="198120"/>
                  <a:pt x="476413" y="205931"/>
                  <a:pt x="469224" y="213741"/>
                </a:cubicBezTo>
                <a:cubicBezTo>
                  <a:pt x="487954" y="231934"/>
                  <a:pt x="498264" y="238887"/>
                  <a:pt x="518697" y="217170"/>
                </a:cubicBezTo>
                <a:cubicBezTo>
                  <a:pt x="512548" y="208503"/>
                  <a:pt x="506399" y="199740"/>
                  <a:pt x="495805" y="184880"/>
                </a:cubicBezTo>
                <a:close/>
                <a:moveTo>
                  <a:pt x="535534" y="313944"/>
                </a:moveTo>
                <a:cubicBezTo>
                  <a:pt x="511224" y="336233"/>
                  <a:pt x="494859" y="350044"/>
                  <a:pt x="524183" y="366808"/>
                </a:cubicBezTo>
                <a:cubicBezTo>
                  <a:pt x="558331" y="363951"/>
                  <a:pt x="548777" y="344615"/>
                  <a:pt x="535534" y="313944"/>
                </a:cubicBezTo>
                <a:close/>
                <a:moveTo>
                  <a:pt x="359686" y="643891"/>
                </a:moveTo>
                <a:cubicBezTo>
                  <a:pt x="313146" y="678943"/>
                  <a:pt x="364605" y="718567"/>
                  <a:pt x="383901" y="684182"/>
                </a:cubicBezTo>
                <a:cubicBezTo>
                  <a:pt x="378320" y="671799"/>
                  <a:pt x="370186" y="660560"/>
                  <a:pt x="359686" y="643891"/>
                </a:cubicBezTo>
                <a:close/>
                <a:moveTo>
                  <a:pt x="889974" y="204788"/>
                </a:moveTo>
                <a:cubicBezTo>
                  <a:pt x="875691" y="215170"/>
                  <a:pt x="874177" y="230220"/>
                  <a:pt x="873137" y="246603"/>
                </a:cubicBezTo>
                <a:cubicBezTo>
                  <a:pt x="884204" y="247555"/>
                  <a:pt x="895177" y="248508"/>
                  <a:pt x="906244" y="249460"/>
                </a:cubicBezTo>
                <a:cubicBezTo>
                  <a:pt x="908514" y="230886"/>
                  <a:pt x="904258" y="215075"/>
                  <a:pt x="889974" y="204788"/>
                </a:cubicBezTo>
                <a:close/>
                <a:moveTo>
                  <a:pt x="383050" y="104108"/>
                </a:moveTo>
                <a:cubicBezTo>
                  <a:pt x="428739" y="82963"/>
                  <a:pt x="394969" y="37148"/>
                  <a:pt x="362429" y="68771"/>
                </a:cubicBezTo>
                <a:cubicBezTo>
                  <a:pt x="368577" y="79343"/>
                  <a:pt x="374821" y="89916"/>
                  <a:pt x="383050" y="104108"/>
                </a:cubicBezTo>
                <a:close/>
                <a:moveTo>
                  <a:pt x="286281" y="259747"/>
                </a:moveTo>
                <a:cubicBezTo>
                  <a:pt x="307376" y="225267"/>
                  <a:pt x="279849" y="204312"/>
                  <a:pt x="256390" y="224409"/>
                </a:cubicBezTo>
                <a:cubicBezTo>
                  <a:pt x="247877" y="235363"/>
                  <a:pt x="255444" y="243745"/>
                  <a:pt x="286281" y="259747"/>
                </a:cubicBezTo>
                <a:close/>
                <a:moveTo>
                  <a:pt x="945973" y="685706"/>
                </a:moveTo>
                <a:cubicBezTo>
                  <a:pt x="929420" y="664560"/>
                  <a:pt x="900096" y="644558"/>
                  <a:pt x="893663" y="677324"/>
                </a:cubicBezTo>
                <a:cubicBezTo>
                  <a:pt x="902177" y="703136"/>
                  <a:pt x="920244" y="700088"/>
                  <a:pt x="945973" y="685706"/>
                </a:cubicBezTo>
                <a:close/>
                <a:moveTo>
                  <a:pt x="598722" y="825247"/>
                </a:moveTo>
                <a:cubicBezTo>
                  <a:pt x="608749" y="859918"/>
                  <a:pt x="651789" y="864014"/>
                  <a:pt x="647154" y="827533"/>
                </a:cubicBezTo>
                <a:cubicBezTo>
                  <a:pt x="633722" y="802292"/>
                  <a:pt x="616884" y="824485"/>
                  <a:pt x="598722" y="825247"/>
                </a:cubicBezTo>
                <a:close/>
                <a:moveTo>
                  <a:pt x="319389" y="816960"/>
                </a:moveTo>
                <a:cubicBezTo>
                  <a:pt x="327429" y="835534"/>
                  <a:pt x="331686" y="862966"/>
                  <a:pt x="358267" y="848869"/>
                </a:cubicBezTo>
                <a:cubicBezTo>
                  <a:pt x="370848" y="827533"/>
                  <a:pt x="340483" y="818770"/>
                  <a:pt x="326105" y="810388"/>
                </a:cubicBezTo>
                <a:cubicBezTo>
                  <a:pt x="323835" y="812579"/>
                  <a:pt x="321659" y="814770"/>
                  <a:pt x="319389" y="816960"/>
                </a:cubicBezTo>
                <a:close/>
                <a:moveTo>
                  <a:pt x="296214" y="603314"/>
                </a:moveTo>
                <a:cubicBezTo>
                  <a:pt x="271147" y="620174"/>
                  <a:pt x="262633" y="649606"/>
                  <a:pt x="293471" y="656750"/>
                </a:cubicBezTo>
                <a:cubicBezTo>
                  <a:pt x="326200" y="649415"/>
                  <a:pt x="305957" y="627698"/>
                  <a:pt x="296214" y="603314"/>
                </a:cubicBezTo>
                <a:close/>
                <a:moveTo>
                  <a:pt x="728220" y="0"/>
                </a:moveTo>
                <a:cubicBezTo>
                  <a:pt x="717531" y="7620"/>
                  <a:pt x="709774" y="13145"/>
                  <a:pt x="702112" y="18669"/>
                </a:cubicBezTo>
                <a:cubicBezTo>
                  <a:pt x="714504" y="42291"/>
                  <a:pt x="724342" y="36957"/>
                  <a:pt x="743450" y="25241"/>
                </a:cubicBezTo>
                <a:cubicBezTo>
                  <a:pt x="739288" y="18288"/>
                  <a:pt x="735031" y="11240"/>
                  <a:pt x="728220" y="0"/>
                </a:cubicBezTo>
                <a:close/>
                <a:moveTo>
                  <a:pt x="679221" y="467773"/>
                </a:moveTo>
                <a:cubicBezTo>
                  <a:pt x="702396" y="486061"/>
                  <a:pt x="708261" y="495586"/>
                  <a:pt x="728031" y="474060"/>
                </a:cubicBezTo>
                <a:cubicBezTo>
                  <a:pt x="713558" y="446628"/>
                  <a:pt x="707410" y="448628"/>
                  <a:pt x="679221" y="467773"/>
                </a:cubicBezTo>
                <a:close/>
                <a:moveTo>
                  <a:pt x="827070" y="618078"/>
                </a:moveTo>
                <a:cubicBezTo>
                  <a:pt x="743166" y="571215"/>
                  <a:pt x="806827" y="692849"/>
                  <a:pt x="825840" y="616649"/>
                </a:cubicBezTo>
                <a:cubicBezTo>
                  <a:pt x="825935" y="616745"/>
                  <a:pt x="827070" y="618078"/>
                  <a:pt x="827070" y="618078"/>
                </a:cubicBezTo>
                <a:close/>
                <a:moveTo>
                  <a:pt x="444441" y="878873"/>
                </a:moveTo>
                <a:cubicBezTo>
                  <a:pt x="438198" y="897351"/>
                  <a:pt x="452860" y="918497"/>
                  <a:pt x="473386" y="913734"/>
                </a:cubicBezTo>
                <a:cubicBezTo>
                  <a:pt x="494008" y="896970"/>
                  <a:pt x="468468" y="862299"/>
                  <a:pt x="444441" y="878873"/>
                </a:cubicBezTo>
                <a:close/>
                <a:moveTo>
                  <a:pt x="625587" y="724187"/>
                </a:moveTo>
                <a:cubicBezTo>
                  <a:pt x="599006" y="748761"/>
                  <a:pt x="612249" y="753047"/>
                  <a:pt x="626816" y="774098"/>
                </a:cubicBezTo>
                <a:cubicBezTo>
                  <a:pt x="653208" y="759239"/>
                  <a:pt x="635897" y="748666"/>
                  <a:pt x="625587" y="724187"/>
                </a:cubicBezTo>
                <a:close/>
                <a:moveTo>
                  <a:pt x="453333" y="241173"/>
                </a:moveTo>
                <a:cubicBezTo>
                  <a:pt x="454941" y="252413"/>
                  <a:pt x="456454" y="263652"/>
                  <a:pt x="457873" y="273654"/>
                </a:cubicBezTo>
                <a:cubicBezTo>
                  <a:pt x="470454" y="282702"/>
                  <a:pt x="485873" y="260795"/>
                  <a:pt x="485778" y="255270"/>
                </a:cubicBezTo>
                <a:cubicBezTo>
                  <a:pt x="483697" y="246793"/>
                  <a:pt x="472535" y="240602"/>
                  <a:pt x="465157" y="233363"/>
                </a:cubicBezTo>
                <a:cubicBezTo>
                  <a:pt x="461184" y="235935"/>
                  <a:pt x="457211" y="238602"/>
                  <a:pt x="453333" y="241173"/>
                </a:cubicBezTo>
                <a:close/>
                <a:moveTo>
                  <a:pt x="530994" y="453010"/>
                </a:moveTo>
                <a:cubicBezTo>
                  <a:pt x="546412" y="476060"/>
                  <a:pt x="552088" y="478156"/>
                  <a:pt x="570628" y="460915"/>
                </a:cubicBezTo>
                <a:cubicBezTo>
                  <a:pt x="560223" y="437103"/>
                  <a:pt x="554169" y="437198"/>
                  <a:pt x="530994" y="453010"/>
                </a:cubicBezTo>
                <a:close/>
                <a:moveTo>
                  <a:pt x="461089" y="367094"/>
                </a:moveTo>
                <a:cubicBezTo>
                  <a:pt x="478305" y="387001"/>
                  <a:pt x="484548" y="390621"/>
                  <a:pt x="500440" y="370332"/>
                </a:cubicBezTo>
                <a:cubicBezTo>
                  <a:pt x="485967" y="354140"/>
                  <a:pt x="480859" y="348615"/>
                  <a:pt x="461089" y="367094"/>
                </a:cubicBezTo>
                <a:close/>
                <a:moveTo>
                  <a:pt x="695491" y="671609"/>
                </a:moveTo>
                <a:cubicBezTo>
                  <a:pt x="687167" y="684277"/>
                  <a:pt x="680734" y="694088"/>
                  <a:pt x="672126" y="707137"/>
                </a:cubicBezTo>
                <a:cubicBezTo>
                  <a:pt x="701639" y="717233"/>
                  <a:pt x="728788" y="696374"/>
                  <a:pt x="695491" y="671609"/>
                </a:cubicBezTo>
                <a:close/>
                <a:moveTo>
                  <a:pt x="533169" y="36290"/>
                </a:moveTo>
                <a:cubicBezTo>
                  <a:pt x="543385" y="27718"/>
                  <a:pt x="549439" y="22574"/>
                  <a:pt x="555588" y="17431"/>
                </a:cubicBezTo>
                <a:cubicBezTo>
                  <a:pt x="541872" y="4667"/>
                  <a:pt x="532413" y="-9049"/>
                  <a:pt x="515197" y="9049"/>
                </a:cubicBezTo>
                <a:cubicBezTo>
                  <a:pt x="520399" y="16955"/>
                  <a:pt x="525696" y="24860"/>
                  <a:pt x="533169" y="36290"/>
                </a:cubicBezTo>
                <a:close/>
                <a:moveTo>
                  <a:pt x="496656" y="513398"/>
                </a:moveTo>
                <a:cubicBezTo>
                  <a:pt x="515007" y="533401"/>
                  <a:pt x="525034" y="538639"/>
                  <a:pt x="536196" y="514446"/>
                </a:cubicBezTo>
                <a:cubicBezTo>
                  <a:pt x="529575" y="494443"/>
                  <a:pt x="514156" y="500254"/>
                  <a:pt x="496656" y="513398"/>
                </a:cubicBezTo>
                <a:close/>
                <a:moveTo>
                  <a:pt x="640722" y="584359"/>
                </a:moveTo>
                <a:cubicBezTo>
                  <a:pt x="634384" y="601124"/>
                  <a:pt x="651505" y="606172"/>
                  <a:pt x="663329" y="611506"/>
                </a:cubicBezTo>
                <a:cubicBezTo>
                  <a:pt x="689248" y="592837"/>
                  <a:pt x="655100" y="571691"/>
                  <a:pt x="640722" y="584359"/>
                </a:cubicBezTo>
                <a:close/>
                <a:moveTo>
                  <a:pt x="419658" y="398145"/>
                </a:moveTo>
                <a:cubicBezTo>
                  <a:pt x="432333" y="419482"/>
                  <a:pt x="446427" y="427768"/>
                  <a:pt x="458157" y="406813"/>
                </a:cubicBezTo>
                <a:cubicBezTo>
                  <a:pt x="454752" y="383763"/>
                  <a:pt x="440090" y="383572"/>
                  <a:pt x="419658" y="398145"/>
                </a:cubicBezTo>
                <a:close/>
                <a:moveTo>
                  <a:pt x="886474" y="597504"/>
                </a:moveTo>
                <a:cubicBezTo>
                  <a:pt x="898677" y="621031"/>
                  <a:pt x="914095" y="614078"/>
                  <a:pt x="937838" y="596075"/>
                </a:cubicBezTo>
                <a:cubicBezTo>
                  <a:pt x="917595" y="591313"/>
                  <a:pt x="903785" y="588074"/>
                  <a:pt x="889974" y="584740"/>
                </a:cubicBezTo>
                <a:cubicBezTo>
                  <a:pt x="888839" y="589027"/>
                  <a:pt x="887609" y="593218"/>
                  <a:pt x="886474" y="597504"/>
                </a:cubicBezTo>
                <a:close/>
                <a:moveTo>
                  <a:pt x="456454" y="116681"/>
                </a:moveTo>
                <a:cubicBezTo>
                  <a:pt x="435833" y="134398"/>
                  <a:pt x="431387" y="144494"/>
                  <a:pt x="454846" y="155353"/>
                </a:cubicBezTo>
                <a:cubicBezTo>
                  <a:pt x="476035" y="149733"/>
                  <a:pt x="469130" y="134207"/>
                  <a:pt x="456454" y="116681"/>
                </a:cubicBezTo>
                <a:close/>
                <a:moveTo>
                  <a:pt x="193959" y="460725"/>
                </a:moveTo>
                <a:cubicBezTo>
                  <a:pt x="213350" y="475203"/>
                  <a:pt x="219593" y="491014"/>
                  <a:pt x="236431" y="467869"/>
                </a:cubicBezTo>
                <a:cubicBezTo>
                  <a:pt x="220823" y="451105"/>
                  <a:pt x="217891" y="440341"/>
                  <a:pt x="193959" y="460725"/>
                </a:cubicBezTo>
                <a:close/>
                <a:moveTo>
                  <a:pt x="665600" y="625793"/>
                </a:moveTo>
                <a:cubicBezTo>
                  <a:pt x="680829" y="647701"/>
                  <a:pt x="689626" y="654273"/>
                  <a:pt x="704004" y="632747"/>
                </a:cubicBezTo>
                <a:cubicBezTo>
                  <a:pt x="700788" y="611792"/>
                  <a:pt x="684991" y="616078"/>
                  <a:pt x="665600" y="625793"/>
                </a:cubicBezTo>
                <a:close/>
                <a:moveTo>
                  <a:pt x="626154" y="252127"/>
                </a:moveTo>
                <a:cubicBezTo>
                  <a:pt x="603925" y="266986"/>
                  <a:pt x="608276" y="272796"/>
                  <a:pt x="621141" y="289751"/>
                </a:cubicBezTo>
                <a:cubicBezTo>
                  <a:pt x="644694" y="279178"/>
                  <a:pt x="642897" y="272701"/>
                  <a:pt x="626154" y="252127"/>
                </a:cubicBezTo>
                <a:close/>
                <a:moveTo>
                  <a:pt x="611114" y="69247"/>
                </a:moveTo>
                <a:cubicBezTo>
                  <a:pt x="590398" y="83915"/>
                  <a:pt x="599290" y="88964"/>
                  <a:pt x="611303" y="102299"/>
                </a:cubicBezTo>
                <a:cubicBezTo>
                  <a:pt x="630411" y="96298"/>
                  <a:pt x="619816" y="84392"/>
                  <a:pt x="611114" y="69247"/>
                </a:cubicBezTo>
                <a:close/>
                <a:moveTo>
                  <a:pt x="107406" y="496920"/>
                </a:moveTo>
                <a:cubicBezTo>
                  <a:pt x="125379" y="504349"/>
                  <a:pt x="129352" y="506445"/>
                  <a:pt x="136541" y="489967"/>
                </a:cubicBezTo>
                <a:cubicBezTo>
                  <a:pt x="122730" y="479775"/>
                  <a:pt x="119703" y="481680"/>
                  <a:pt x="107406" y="496920"/>
                </a:cubicBezTo>
                <a:close/>
                <a:moveTo>
                  <a:pt x="835962" y="84868"/>
                </a:moveTo>
                <a:cubicBezTo>
                  <a:pt x="806070" y="77438"/>
                  <a:pt x="805124" y="91631"/>
                  <a:pt x="833691" y="97631"/>
                </a:cubicBezTo>
                <a:cubicBezTo>
                  <a:pt x="834353" y="93345"/>
                  <a:pt x="835110" y="89154"/>
                  <a:pt x="835962" y="84868"/>
                </a:cubicBezTo>
                <a:close/>
              </a:path>
            </a:pathLst>
          </a:custGeom>
          <a:solidFill>
            <a:schemeClr val="bg1"/>
          </a:solidFill>
          <a:ln w="63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95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FA59FBD-A169-0903-A527-D3F6845D32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214718" y="2706817"/>
            <a:ext cx="1976127" cy="40797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A230623-0D00-E35B-4E23-572E231F4E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1177285">
            <a:off x="-22497" y="-85389"/>
            <a:ext cx="1976127" cy="40797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33FDFB-B717-9C4A-179B-69348FC02172}"/>
              </a:ext>
            </a:extLst>
          </p:cNvPr>
          <p:cNvSpPr/>
          <p:nvPr userDrawn="1"/>
        </p:nvSpPr>
        <p:spPr>
          <a:xfrm>
            <a:off x="838199" y="300444"/>
            <a:ext cx="6831875" cy="6283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1A2E942-751F-951B-8DFF-FD33E254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1B38E31-603F-7173-CC39-C39CFC5BBF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9219" y="449870"/>
            <a:ext cx="6524101" cy="5988205"/>
          </a:xfrm>
          <a:custGeom>
            <a:avLst/>
            <a:gdLst>
              <a:gd name="connsiteX0" fmla="*/ 6449132 w 6524101"/>
              <a:gd name="connsiteY0" fmla="*/ 5536824 h 5988205"/>
              <a:gd name="connsiteX1" fmla="*/ 6524101 w 6524101"/>
              <a:gd name="connsiteY1" fmla="*/ 5542046 h 5988205"/>
              <a:gd name="connsiteX2" fmla="*/ 6524101 w 6524101"/>
              <a:gd name="connsiteY2" fmla="*/ 5988205 h 5988205"/>
              <a:gd name="connsiteX3" fmla="*/ 6524100 w 6524101"/>
              <a:gd name="connsiteY3" fmla="*/ 5988205 h 5988205"/>
              <a:gd name="connsiteX4" fmla="*/ 6524100 w 6524101"/>
              <a:gd name="connsiteY4" fmla="*/ 5944412 h 5988205"/>
              <a:gd name="connsiteX5" fmla="*/ 6507035 w 6524101"/>
              <a:gd name="connsiteY5" fmla="*/ 5893059 h 5988205"/>
              <a:gd name="connsiteX6" fmla="*/ 6487565 w 6524101"/>
              <a:gd name="connsiteY6" fmla="*/ 5825179 h 5988205"/>
              <a:gd name="connsiteX7" fmla="*/ 6462883 w 6524101"/>
              <a:gd name="connsiteY7" fmla="*/ 5651351 h 5988205"/>
              <a:gd name="connsiteX8" fmla="*/ 33588 w 6524101"/>
              <a:gd name="connsiteY8" fmla="*/ 5113227 h 5988205"/>
              <a:gd name="connsiteX9" fmla="*/ 15621 w 6524101"/>
              <a:gd name="connsiteY9" fmla="*/ 5164105 h 5988205"/>
              <a:gd name="connsiteX10" fmla="*/ 33588 w 6524101"/>
              <a:gd name="connsiteY10" fmla="*/ 5113227 h 5988205"/>
              <a:gd name="connsiteX11" fmla="*/ 0 w 6524101"/>
              <a:gd name="connsiteY11" fmla="*/ 5052497 h 5988205"/>
              <a:gd name="connsiteX12" fmla="*/ 3642 w 6524101"/>
              <a:gd name="connsiteY12" fmla="*/ 5055007 h 5988205"/>
              <a:gd name="connsiteX13" fmla="*/ 518 w 6524101"/>
              <a:gd name="connsiteY13" fmla="*/ 5064448 h 5988205"/>
              <a:gd name="connsiteX14" fmla="*/ 0 w 6524101"/>
              <a:gd name="connsiteY14" fmla="*/ 5064051 h 5988205"/>
              <a:gd name="connsiteX15" fmla="*/ 33588 w 6524101"/>
              <a:gd name="connsiteY15" fmla="*/ 4323316 h 5988205"/>
              <a:gd name="connsiteX16" fmla="*/ 23432 w 6524101"/>
              <a:gd name="connsiteY16" fmla="*/ 4349542 h 5988205"/>
              <a:gd name="connsiteX17" fmla="*/ 11715 w 6524101"/>
              <a:gd name="connsiteY17" fmla="*/ 4418515 h 5988205"/>
              <a:gd name="connsiteX18" fmla="*/ 17704 w 6524101"/>
              <a:gd name="connsiteY18" fmla="*/ 4455230 h 5988205"/>
              <a:gd name="connsiteX19" fmla="*/ 31244 w 6524101"/>
              <a:gd name="connsiteY19" fmla="*/ 4531809 h 5988205"/>
              <a:gd name="connsiteX20" fmla="*/ 48170 w 6524101"/>
              <a:gd name="connsiteY20" fmla="*/ 4539676 h 5988205"/>
              <a:gd name="connsiteX21" fmla="*/ 51815 w 6524101"/>
              <a:gd name="connsiteY21" fmla="*/ 4451296 h 5988205"/>
              <a:gd name="connsiteX22" fmla="*/ 46347 w 6524101"/>
              <a:gd name="connsiteY22" fmla="*/ 4361343 h 5988205"/>
              <a:gd name="connsiteX23" fmla="*/ 82802 w 6524101"/>
              <a:gd name="connsiteY23" fmla="*/ 4335118 h 5988205"/>
              <a:gd name="connsiteX24" fmla="*/ 82021 w 6524101"/>
              <a:gd name="connsiteY24" fmla="*/ 4336953 h 5988205"/>
              <a:gd name="connsiteX25" fmla="*/ 6030952 w 6524101"/>
              <a:gd name="connsiteY25" fmla="*/ 4180553 h 5988205"/>
              <a:gd name="connsiteX26" fmla="*/ 6013275 w 6524101"/>
              <a:gd name="connsiteY26" fmla="*/ 4183585 h 5988205"/>
              <a:gd name="connsiteX27" fmla="*/ 6020946 w 6524101"/>
              <a:gd name="connsiteY27" fmla="*/ 4217272 h 5988205"/>
              <a:gd name="connsiteX28" fmla="*/ 6034955 w 6524101"/>
              <a:gd name="connsiteY28" fmla="*/ 4214241 h 5988205"/>
              <a:gd name="connsiteX29" fmla="*/ 29421 w 6524101"/>
              <a:gd name="connsiteY29" fmla="*/ 4059750 h 5988205"/>
              <a:gd name="connsiteX30" fmla="*/ 11975 w 6524101"/>
              <a:gd name="connsiteY30" fmla="*/ 4143147 h 5988205"/>
              <a:gd name="connsiteX31" fmla="*/ 14058 w 6524101"/>
              <a:gd name="connsiteY31" fmla="*/ 4160718 h 5988205"/>
              <a:gd name="connsiteX32" fmla="*/ 14058 w 6524101"/>
              <a:gd name="connsiteY32" fmla="*/ 4221561 h 5988205"/>
              <a:gd name="connsiteX33" fmla="*/ 20047 w 6524101"/>
              <a:gd name="connsiteY33" fmla="*/ 4285289 h 5988205"/>
              <a:gd name="connsiteX34" fmla="*/ 40358 w 6524101"/>
              <a:gd name="connsiteY34" fmla="*/ 4298927 h 5988205"/>
              <a:gd name="connsiteX35" fmla="*/ 45826 w 6524101"/>
              <a:gd name="connsiteY35" fmla="*/ 4248836 h 5988205"/>
              <a:gd name="connsiteX36" fmla="*/ 89573 w 6524101"/>
              <a:gd name="connsiteY36" fmla="*/ 4269816 h 5988205"/>
              <a:gd name="connsiteX37" fmla="*/ 96083 w 6524101"/>
              <a:gd name="connsiteY37" fmla="*/ 4259588 h 5988205"/>
              <a:gd name="connsiteX38" fmla="*/ 86708 w 6524101"/>
              <a:gd name="connsiteY38" fmla="*/ 4138951 h 5988205"/>
              <a:gd name="connsiteX39" fmla="*/ 54419 w 6524101"/>
              <a:gd name="connsiteY39" fmla="*/ 4080468 h 5988205"/>
              <a:gd name="connsiteX40" fmla="*/ 87490 w 6524101"/>
              <a:gd name="connsiteY40" fmla="*/ 4110628 h 5988205"/>
              <a:gd name="connsiteX41" fmla="*/ 83323 w 6524101"/>
              <a:gd name="connsiteY41" fmla="*/ 4064209 h 5988205"/>
              <a:gd name="connsiteX42" fmla="*/ 29421 w 6524101"/>
              <a:gd name="connsiteY42" fmla="*/ 4059750 h 5988205"/>
              <a:gd name="connsiteX43" fmla="*/ 38014 w 6524101"/>
              <a:gd name="connsiteY43" fmla="*/ 3982123 h 5988205"/>
              <a:gd name="connsiteX44" fmla="*/ 14839 w 6524101"/>
              <a:gd name="connsiteY44" fmla="*/ 4006250 h 5988205"/>
              <a:gd name="connsiteX45" fmla="*/ 46347 w 6524101"/>
              <a:gd name="connsiteY45" fmla="*/ 3995236 h 5988205"/>
              <a:gd name="connsiteX46" fmla="*/ 38014 w 6524101"/>
              <a:gd name="connsiteY46" fmla="*/ 3982123 h 5988205"/>
              <a:gd name="connsiteX47" fmla="*/ 45306 w 6524101"/>
              <a:gd name="connsiteY47" fmla="*/ 3640667 h 5988205"/>
              <a:gd name="connsiteX48" fmla="*/ 50514 w 6524101"/>
              <a:gd name="connsiteY48" fmla="*/ 3644601 h 5988205"/>
              <a:gd name="connsiteX49" fmla="*/ 45045 w 6524101"/>
              <a:gd name="connsiteY49" fmla="*/ 3652206 h 5988205"/>
              <a:gd name="connsiteX50" fmla="*/ 40618 w 6524101"/>
              <a:gd name="connsiteY50" fmla="*/ 3648797 h 5988205"/>
              <a:gd name="connsiteX51" fmla="*/ 45306 w 6524101"/>
              <a:gd name="connsiteY51" fmla="*/ 3640667 h 5988205"/>
              <a:gd name="connsiteX52" fmla="*/ 0 w 6524101"/>
              <a:gd name="connsiteY52" fmla="*/ 3624310 h 5988205"/>
              <a:gd name="connsiteX53" fmla="*/ 13798 w 6524101"/>
              <a:gd name="connsiteY53" fmla="*/ 3639094 h 5988205"/>
              <a:gd name="connsiteX54" fmla="*/ 18127 w 6524101"/>
              <a:gd name="connsiteY54" fmla="*/ 3657910 h 5988205"/>
              <a:gd name="connsiteX55" fmla="*/ 0 w 6524101"/>
              <a:gd name="connsiteY55" fmla="*/ 3665318 h 5988205"/>
              <a:gd name="connsiteX56" fmla="*/ 518 w 6524101"/>
              <a:gd name="connsiteY56" fmla="*/ 3665057 h 5988205"/>
              <a:gd name="connsiteX57" fmla="*/ 0 w 6524101"/>
              <a:gd name="connsiteY57" fmla="*/ 3664900 h 5988205"/>
              <a:gd name="connsiteX58" fmla="*/ 36973 w 6524101"/>
              <a:gd name="connsiteY58" fmla="*/ 3457876 h 5988205"/>
              <a:gd name="connsiteX59" fmla="*/ 56503 w 6524101"/>
              <a:gd name="connsiteY59" fmla="*/ 3536552 h 5988205"/>
              <a:gd name="connsiteX60" fmla="*/ 21870 w 6524101"/>
              <a:gd name="connsiteY60" fmla="*/ 3549927 h 5988205"/>
              <a:gd name="connsiteX61" fmla="*/ 0 w 6524101"/>
              <a:gd name="connsiteY61" fmla="*/ 3565393 h 5988205"/>
              <a:gd name="connsiteX62" fmla="*/ 0 w 6524101"/>
              <a:gd name="connsiteY62" fmla="*/ 3519192 h 5988205"/>
              <a:gd name="connsiteX63" fmla="*/ 19006 w 6524101"/>
              <a:gd name="connsiteY63" fmla="*/ 3521866 h 5988205"/>
              <a:gd name="connsiteX64" fmla="*/ 36973 w 6524101"/>
              <a:gd name="connsiteY64" fmla="*/ 3457876 h 5988205"/>
              <a:gd name="connsiteX65" fmla="*/ 2340 w 6524101"/>
              <a:gd name="connsiteY65" fmla="*/ 3356908 h 5988205"/>
              <a:gd name="connsiteX66" fmla="*/ 35671 w 6524101"/>
              <a:gd name="connsiteY66" fmla="*/ 3422996 h 5988205"/>
              <a:gd name="connsiteX67" fmla="*/ 0 w 6524101"/>
              <a:gd name="connsiteY67" fmla="*/ 3397585 h 5988205"/>
              <a:gd name="connsiteX68" fmla="*/ 0 w 6524101"/>
              <a:gd name="connsiteY68" fmla="*/ 3365811 h 5988205"/>
              <a:gd name="connsiteX69" fmla="*/ 5929557 w 6524101"/>
              <a:gd name="connsiteY69" fmla="*/ 2556813 h 5988205"/>
              <a:gd name="connsiteX70" fmla="*/ 5926221 w 6524101"/>
              <a:gd name="connsiteY70" fmla="*/ 2624188 h 5988205"/>
              <a:gd name="connsiteX71" fmla="*/ 5929557 w 6524101"/>
              <a:gd name="connsiteY71" fmla="*/ 2556813 h 5988205"/>
              <a:gd name="connsiteX72" fmla="*/ 6098327 w 6524101"/>
              <a:gd name="connsiteY72" fmla="*/ 2197030 h 5988205"/>
              <a:gd name="connsiteX73" fmla="*/ 6101662 w 6524101"/>
              <a:gd name="connsiteY73" fmla="*/ 2207136 h 5988205"/>
              <a:gd name="connsiteX74" fmla="*/ 6118005 w 6524101"/>
              <a:gd name="connsiteY74" fmla="*/ 2207136 h 5988205"/>
              <a:gd name="connsiteX75" fmla="*/ 6115004 w 6524101"/>
              <a:gd name="connsiteY75" fmla="*/ 2197030 h 5988205"/>
              <a:gd name="connsiteX76" fmla="*/ 6098327 w 6524101"/>
              <a:gd name="connsiteY76" fmla="*/ 2197030 h 5988205"/>
              <a:gd name="connsiteX77" fmla="*/ 6031953 w 6524101"/>
              <a:gd name="connsiteY77" fmla="*/ 2188608 h 5988205"/>
              <a:gd name="connsiteX78" fmla="*/ 6067308 w 6524101"/>
              <a:gd name="connsiteY78" fmla="*/ 2277207 h 5988205"/>
              <a:gd name="connsiteX79" fmla="*/ 6031953 w 6524101"/>
              <a:gd name="connsiteY79" fmla="*/ 2188608 h 5988205"/>
              <a:gd name="connsiteX80" fmla="*/ 6159698 w 6524101"/>
              <a:gd name="connsiteY80" fmla="*/ 1782336 h 5988205"/>
              <a:gd name="connsiteX81" fmla="*/ 6156029 w 6524101"/>
              <a:gd name="connsiteY81" fmla="*/ 1810634 h 5988205"/>
              <a:gd name="connsiteX82" fmla="*/ 6172372 w 6524101"/>
              <a:gd name="connsiteY82" fmla="*/ 1811308 h 5988205"/>
              <a:gd name="connsiteX83" fmla="*/ 6172372 w 6524101"/>
              <a:gd name="connsiteY83" fmla="*/ 1782336 h 5988205"/>
              <a:gd name="connsiteX84" fmla="*/ 6118339 w 6524101"/>
              <a:gd name="connsiteY84" fmla="*/ 1771893 h 5988205"/>
              <a:gd name="connsiteX85" fmla="*/ 6107666 w 6524101"/>
              <a:gd name="connsiteY85" fmla="*/ 1815687 h 5988205"/>
              <a:gd name="connsiteX86" fmla="*/ 6107666 w 6524101"/>
              <a:gd name="connsiteY86" fmla="*/ 1883062 h 5988205"/>
              <a:gd name="connsiteX87" fmla="*/ 6147023 w 6524101"/>
              <a:gd name="connsiteY87" fmla="*/ 1992210 h 5988205"/>
              <a:gd name="connsiteX88" fmla="*/ 6171705 w 6524101"/>
              <a:gd name="connsiteY88" fmla="*/ 1916750 h 5988205"/>
              <a:gd name="connsiteX89" fmla="*/ 6131681 w 6524101"/>
              <a:gd name="connsiteY89" fmla="*/ 1862513 h 5988205"/>
              <a:gd name="connsiteX90" fmla="*/ 6118339 w 6524101"/>
              <a:gd name="connsiteY90" fmla="*/ 1771893 h 5988205"/>
              <a:gd name="connsiteX91" fmla="*/ 6225071 w 6524101"/>
              <a:gd name="connsiteY91" fmla="*/ 1575158 h 5988205"/>
              <a:gd name="connsiteX92" fmla="*/ 6217400 w 6524101"/>
              <a:gd name="connsiteY92" fmla="*/ 1667462 h 5988205"/>
              <a:gd name="connsiteX93" fmla="*/ 6228406 w 6524101"/>
              <a:gd name="connsiteY93" fmla="*/ 1608509 h 5988205"/>
              <a:gd name="connsiteX94" fmla="*/ 6261760 w 6524101"/>
              <a:gd name="connsiteY94" fmla="*/ 1590318 h 5988205"/>
              <a:gd name="connsiteX95" fmla="*/ 6225071 w 6524101"/>
              <a:gd name="connsiteY95" fmla="*/ 1575158 h 5988205"/>
              <a:gd name="connsiteX96" fmla="*/ 6164034 w 6524101"/>
              <a:gd name="connsiteY96" fmla="*/ 1574821 h 5988205"/>
              <a:gd name="connsiteX97" fmla="*/ 6126344 w 6524101"/>
              <a:gd name="connsiteY97" fmla="*/ 1678916 h 5988205"/>
              <a:gd name="connsiteX98" fmla="*/ 6193051 w 6524101"/>
              <a:gd name="connsiteY98" fmla="*/ 1712603 h 5988205"/>
              <a:gd name="connsiteX99" fmla="*/ 6286442 w 6524101"/>
              <a:gd name="connsiteY99" fmla="*/ 1486897 h 5988205"/>
              <a:gd name="connsiteX100" fmla="*/ 6268097 w 6524101"/>
              <a:gd name="connsiteY100" fmla="*/ 1545513 h 5988205"/>
              <a:gd name="connsiteX101" fmla="*/ 6286442 w 6524101"/>
              <a:gd name="connsiteY101" fmla="*/ 1544166 h 5988205"/>
              <a:gd name="connsiteX102" fmla="*/ 6227072 w 6524101"/>
              <a:gd name="connsiteY102" fmla="*/ 1470390 h 5988205"/>
              <a:gd name="connsiteX103" fmla="*/ 6221402 w 6524101"/>
              <a:gd name="connsiteY103" fmla="*/ 1508794 h 5988205"/>
              <a:gd name="connsiteX104" fmla="*/ 6230408 w 6524101"/>
              <a:gd name="connsiteY104" fmla="*/ 1509131 h 5988205"/>
              <a:gd name="connsiteX105" fmla="*/ 6235744 w 6524101"/>
              <a:gd name="connsiteY105" fmla="*/ 1470390 h 5988205"/>
              <a:gd name="connsiteX106" fmla="*/ 6227072 w 6524101"/>
              <a:gd name="connsiteY106" fmla="*/ 1470390 h 5988205"/>
              <a:gd name="connsiteX107" fmla="*/ 6151359 w 6524101"/>
              <a:gd name="connsiteY107" fmla="*/ 1445798 h 5988205"/>
              <a:gd name="connsiteX108" fmla="*/ 6131347 w 6524101"/>
              <a:gd name="connsiteY108" fmla="*/ 1544502 h 5988205"/>
              <a:gd name="connsiteX109" fmla="*/ 6148024 w 6524101"/>
              <a:gd name="connsiteY109" fmla="*/ 1552251 h 5988205"/>
              <a:gd name="connsiteX110" fmla="*/ 6149024 w 6524101"/>
              <a:gd name="connsiteY110" fmla="*/ 1551577 h 5988205"/>
              <a:gd name="connsiteX111" fmla="*/ 6195386 w 6524101"/>
              <a:gd name="connsiteY111" fmla="*/ 1505088 h 5988205"/>
              <a:gd name="connsiteX112" fmla="*/ 6151359 w 6524101"/>
              <a:gd name="connsiteY112" fmla="*/ 1445798 h 5988205"/>
              <a:gd name="connsiteX113" fmla="*/ 6295447 w 6524101"/>
              <a:gd name="connsiteY113" fmla="*/ 1432997 h 5988205"/>
              <a:gd name="connsiteX114" fmla="*/ 6286108 w 6524101"/>
              <a:gd name="connsiteY114" fmla="*/ 1438724 h 5988205"/>
              <a:gd name="connsiteX115" fmla="*/ 6290111 w 6524101"/>
              <a:gd name="connsiteY115" fmla="*/ 1448830 h 5988205"/>
              <a:gd name="connsiteX116" fmla="*/ 6300784 w 6524101"/>
              <a:gd name="connsiteY116" fmla="*/ 1447146 h 5988205"/>
              <a:gd name="connsiteX117" fmla="*/ 6240747 w 6524101"/>
              <a:gd name="connsiteY117" fmla="*/ 1384487 h 5988205"/>
              <a:gd name="connsiteX118" fmla="*/ 6233743 w 6524101"/>
              <a:gd name="connsiteY118" fmla="*/ 1415142 h 5988205"/>
              <a:gd name="connsiteX119" fmla="*/ 6244750 w 6524101"/>
              <a:gd name="connsiteY119" fmla="*/ 1417837 h 5988205"/>
              <a:gd name="connsiteX120" fmla="*/ 6251420 w 6524101"/>
              <a:gd name="connsiteY120" fmla="*/ 1386845 h 5988205"/>
              <a:gd name="connsiteX121" fmla="*/ 6242081 w 6524101"/>
              <a:gd name="connsiteY121" fmla="*/ 1384487 h 5988205"/>
              <a:gd name="connsiteX122" fmla="*/ 6243416 w 6524101"/>
              <a:gd name="connsiteY122" fmla="*/ 1284772 h 5988205"/>
              <a:gd name="connsiteX123" fmla="*/ 6233076 w 6524101"/>
              <a:gd name="connsiteY123" fmla="*/ 1297236 h 5988205"/>
              <a:gd name="connsiteX124" fmla="*/ 6248419 w 6524101"/>
              <a:gd name="connsiteY124" fmla="*/ 1305321 h 5988205"/>
              <a:gd name="connsiteX125" fmla="*/ 6274101 w 6524101"/>
              <a:gd name="connsiteY125" fmla="*/ 1297573 h 5988205"/>
              <a:gd name="connsiteX126" fmla="*/ 6243416 w 6524101"/>
              <a:gd name="connsiteY126" fmla="*/ 1284772 h 5988205"/>
              <a:gd name="connsiteX127" fmla="*/ 5991261 w 6524101"/>
              <a:gd name="connsiteY127" fmla="*/ 1283424 h 5988205"/>
              <a:gd name="connsiteX128" fmla="*/ 5987592 w 6524101"/>
              <a:gd name="connsiteY128" fmla="*/ 1364611 h 5988205"/>
              <a:gd name="connsiteX129" fmla="*/ 6010940 w 6524101"/>
              <a:gd name="connsiteY129" fmla="*/ 1380107 h 5988205"/>
              <a:gd name="connsiteX130" fmla="*/ 6022614 w 6524101"/>
              <a:gd name="connsiteY130" fmla="*/ 1372359 h 5988205"/>
              <a:gd name="connsiteX131" fmla="*/ 5993929 w 6524101"/>
              <a:gd name="connsiteY131" fmla="*/ 1230198 h 5988205"/>
              <a:gd name="connsiteX132" fmla="*/ 5992262 w 6524101"/>
              <a:gd name="connsiteY132" fmla="*/ 1269275 h 5988205"/>
              <a:gd name="connsiteX133" fmla="*/ 6017277 w 6524101"/>
              <a:gd name="connsiteY133" fmla="*/ 1235588 h 5988205"/>
              <a:gd name="connsiteX134" fmla="*/ 5993929 w 6524101"/>
              <a:gd name="connsiteY134" fmla="*/ 1230198 h 5988205"/>
              <a:gd name="connsiteX135" fmla="*/ 5999266 w 6524101"/>
              <a:gd name="connsiteY135" fmla="*/ 1120713 h 5988205"/>
              <a:gd name="connsiteX136" fmla="*/ 5995264 w 6524101"/>
              <a:gd name="connsiteY136" fmla="*/ 1201900 h 5988205"/>
              <a:gd name="connsiteX137" fmla="*/ 5999266 w 6524101"/>
              <a:gd name="connsiteY137" fmla="*/ 1120713 h 5988205"/>
              <a:gd name="connsiteX138" fmla="*/ 6274101 w 6524101"/>
              <a:gd name="connsiteY138" fmla="*/ 1061086 h 5988205"/>
              <a:gd name="connsiteX139" fmla="*/ 6261760 w 6524101"/>
              <a:gd name="connsiteY139" fmla="*/ 1195836 h 5988205"/>
              <a:gd name="connsiteX140" fmla="*/ 6273100 w 6524101"/>
              <a:gd name="connsiteY140" fmla="*/ 1195836 h 5988205"/>
              <a:gd name="connsiteX141" fmla="*/ 6294113 w 6524101"/>
              <a:gd name="connsiteY141" fmla="*/ 1061086 h 5988205"/>
              <a:gd name="connsiteX142" fmla="*/ 6274101 w 6524101"/>
              <a:gd name="connsiteY142" fmla="*/ 1061086 h 5988205"/>
              <a:gd name="connsiteX143" fmla="*/ 6004603 w 6524101"/>
              <a:gd name="connsiteY143" fmla="*/ 1012239 h 5988205"/>
              <a:gd name="connsiteX144" fmla="*/ 6001934 w 6524101"/>
              <a:gd name="connsiteY144" fmla="*/ 1066813 h 5988205"/>
              <a:gd name="connsiteX145" fmla="*/ 6004603 w 6524101"/>
              <a:gd name="connsiteY145" fmla="*/ 1012239 h 5988205"/>
              <a:gd name="connsiteX146" fmla="*/ 6249753 w 6524101"/>
              <a:gd name="connsiteY146" fmla="*/ 793607 h 5988205"/>
              <a:gd name="connsiteX147" fmla="*/ 6146690 w 6524101"/>
              <a:gd name="connsiteY147" fmla="*/ 1341367 h 5988205"/>
              <a:gd name="connsiteX148" fmla="*/ 6150692 w 6524101"/>
              <a:gd name="connsiteY148" fmla="*/ 1408742 h 5988205"/>
              <a:gd name="connsiteX149" fmla="*/ 6170037 w 6524101"/>
              <a:gd name="connsiteY149" fmla="*/ 1408742 h 5988205"/>
              <a:gd name="connsiteX150" fmla="*/ 6249753 w 6524101"/>
              <a:gd name="connsiteY150" fmla="*/ 793607 h 5988205"/>
              <a:gd name="connsiteX151" fmla="*/ 6151359 w 6524101"/>
              <a:gd name="connsiteY151" fmla="*/ 55176 h 5988205"/>
              <a:gd name="connsiteX152" fmla="*/ 6150692 w 6524101"/>
              <a:gd name="connsiteY152" fmla="*/ 56861 h 5988205"/>
              <a:gd name="connsiteX153" fmla="*/ 6142687 w 6524101"/>
              <a:gd name="connsiteY153" fmla="*/ 104023 h 5988205"/>
              <a:gd name="connsiteX154" fmla="*/ 6151359 w 6524101"/>
              <a:gd name="connsiteY154" fmla="*/ 55176 h 5988205"/>
              <a:gd name="connsiteX155" fmla="*/ 6524100 w 6524101"/>
              <a:gd name="connsiteY155" fmla="*/ 0 h 5988205"/>
              <a:gd name="connsiteX156" fmla="*/ 6524101 w 6524101"/>
              <a:gd name="connsiteY156" fmla="*/ 0 h 5988205"/>
              <a:gd name="connsiteX157" fmla="*/ 6524101 w 6524101"/>
              <a:gd name="connsiteY157" fmla="*/ 392850 h 5988205"/>
              <a:gd name="connsiteX158" fmla="*/ 6524100 w 6524101"/>
              <a:gd name="connsiteY158" fmla="*/ 392850 h 5988205"/>
              <a:gd name="connsiteX159" fmla="*/ 6467017 w 6524101"/>
              <a:gd name="connsiteY159" fmla="*/ 0 h 5988205"/>
              <a:gd name="connsiteX160" fmla="*/ 6471033 w 6524101"/>
              <a:gd name="connsiteY160" fmla="*/ 0 h 5988205"/>
              <a:gd name="connsiteX161" fmla="*/ 6468220 w 6524101"/>
              <a:gd name="connsiteY161" fmla="*/ 25194 h 5988205"/>
              <a:gd name="connsiteX162" fmla="*/ 0 w 6524101"/>
              <a:gd name="connsiteY162" fmla="*/ 0 h 5988205"/>
              <a:gd name="connsiteX163" fmla="*/ 6355339 w 6524101"/>
              <a:gd name="connsiteY163" fmla="*/ 0 h 5988205"/>
              <a:gd name="connsiteX164" fmla="*/ 6355211 w 6524101"/>
              <a:gd name="connsiteY164" fmla="*/ 2088 h 5988205"/>
              <a:gd name="connsiteX165" fmla="*/ 6361488 w 6524101"/>
              <a:gd name="connsiteY165" fmla="*/ 55176 h 5988205"/>
              <a:gd name="connsiteX166" fmla="*/ 6366491 w 6524101"/>
              <a:gd name="connsiteY166" fmla="*/ 316928 h 5988205"/>
              <a:gd name="connsiteX167" fmla="*/ 6355151 w 6524101"/>
              <a:gd name="connsiteY167" fmla="*/ 592156 h 5988205"/>
              <a:gd name="connsiteX168" fmla="*/ 6352149 w 6524101"/>
              <a:gd name="connsiteY168" fmla="*/ 618432 h 5988205"/>
              <a:gd name="connsiteX169" fmla="*/ 6309790 w 6524101"/>
              <a:gd name="connsiteY169" fmla="*/ 757561 h 5988205"/>
              <a:gd name="connsiteX170" fmla="*/ 6370160 w 6524101"/>
              <a:gd name="connsiteY170" fmla="*/ 844475 h 5988205"/>
              <a:gd name="connsiteX171" fmla="*/ 6357485 w 6524101"/>
              <a:gd name="connsiteY171" fmla="*/ 935095 h 5988205"/>
              <a:gd name="connsiteX172" fmla="*/ 6350815 w 6524101"/>
              <a:gd name="connsiteY172" fmla="*/ 1031104 h 5988205"/>
              <a:gd name="connsiteX173" fmla="*/ 6340475 w 6524101"/>
              <a:gd name="connsiteY173" fmla="*/ 1073551 h 5988205"/>
              <a:gd name="connsiteX174" fmla="*/ 6374199 w 6524101"/>
              <a:gd name="connsiteY174" fmla="*/ 1059586 h 5988205"/>
              <a:gd name="connsiteX175" fmla="*/ 6367651 w 6524101"/>
              <a:gd name="connsiteY175" fmla="*/ 1153584 h 5988205"/>
              <a:gd name="connsiteX176" fmla="*/ 6318462 w 6524101"/>
              <a:gd name="connsiteY176" fmla="*/ 1189436 h 5988205"/>
              <a:gd name="connsiteX177" fmla="*/ 6310790 w 6524101"/>
              <a:gd name="connsiteY177" fmla="*/ 1313069 h 5988205"/>
              <a:gd name="connsiteX178" fmla="*/ 6306788 w 6524101"/>
              <a:gd name="connsiteY178" fmla="*/ 1394930 h 5988205"/>
              <a:gd name="connsiteX179" fmla="*/ 6323131 w 6524101"/>
              <a:gd name="connsiteY179" fmla="*/ 1521258 h 5988205"/>
              <a:gd name="connsiteX180" fmla="*/ 6318026 w 6524101"/>
              <a:gd name="connsiteY180" fmla="*/ 1573700 h 5988205"/>
              <a:gd name="connsiteX181" fmla="*/ 6335451 w 6524101"/>
              <a:gd name="connsiteY181" fmla="*/ 1615821 h 5988205"/>
              <a:gd name="connsiteX182" fmla="*/ 6171492 w 6524101"/>
              <a:gd name="connsiteY182" fmla="*/ 3969527 h 5988205"/>
              <a:gd name="connsiteX183" fmla="*/ 6152026 w 6524101"/>
              <a:gd name="connsiteY183" fmla="*/ 3959226 h 5988205"/>
              <a:gd name="connsiteX184" fmla="*/ 6123009 w 6524101"/>
              <a:gd name="connsiteY184" fmla="*/ 4016158 h 5988205"/>
              <a:gd name="connsiteX185" fmla="*/ 6141687 w 6524101"/>
              <a:gd name="connsiteY185" fmla="*/ 4053214 h 5988205"/>
              <a:gd name="connsiteX186" fmla="*/ 6114336 w 6524101"/>
              <a:gd name="connsiteY186" fmla="*/ 4154276 h 5988205"/>
              <a:gd name="connsiteX187" fmla="*/ 6141687 w 6524101"/>
              <a:gd name="connsiteY187" fmla="*/ 4242875 h 5988205"/>
              <a:gd name="connsiteX188" fmla="*/ 6151704 w 6524101"/>
              <a:gd name="connsiteY188" fmla="*/ 4253588 h 5988205"/>
              <a:gd name="connsiteX189" fmla="*/ 6112880 w 6524101"/>
              <a:gd name="connsiteY189" fmla="*/ 4810918 h 5988205"/>
              <a:gd name="connsiteX190" fmla="*/ 6095992 w 6524101"/>
              <a:gd name="connsiteY190" fmla="*/ 4799730 h 5988205"/>
              <a:gd name="connsiteX191" fmla="*/ 6101907 w 6524101"/>
              <a:gd name="connsiteY191" fmla="*/ 4864479 h 5988205"/>
              <a:gd name="connsiteX192" fmla="*/ 6107533 w 6524101"/>
              <a:gd name="connsiteY192" fmla="*/ 4887681 h 5988205"/>
              <a:gd name="connsiteX193" fmla="*/ 6064181 w 6524101"/>
              <a:gd name="connsiteY193" fmla="*/ 5510008 h 5988205"/>
              <a:gd name="connsiteX194" fmla="*/ 6358298 w 6524101"/>
              <a:gd name="connsiteY194" fmla="*/ 5530496 h 5988205"/>
              <a:gd name="connsiteX195" fmla="*/ 6374162 w 6524101"/>
              <a:gd name="connsiteY195" fmla="*/ 5591387 h 5988205"/>
              <a:gd name="connsiteX196" fmla="*/ 6374162 w 6524101"/>
              <a:gd name="connsiteY196" fmla="*/ 5703903 h 5988205"/>
              <a:gd name="connsiteX197" fmla="*/ 6385836 w 6524101"/>
              <a:gd name="connsiteY197" fmla="*/ 5852803 h 5988205"/>
              <a:gd name="connsiteX198" fmla="*/ 6393383 w 6524101"/>
              <a:gd name="connsiteY198" fmla="*/ 5951044 h 5988205"/>
              <a:gd name="connsiteX199" fmla="*/ 6403021 w 6524101"/>
              <a:gd name="connsiteY199" fmla="*/ 5988205 h 5988205"/>
              <a:gd name="connsiteX200" fmla="*/ 0 w 6524101"/>
              <a:gd name="connsiteY200" fmla="*/ 5988205 h 5988205"/>
              <a:gd name="connsiteX201" fmla="*/ 0 w 6524101"/>
              <a:gd name="connsiteY201" fmla="*/ 5943477 h 5988205"/>
              <a:gd name="connsiteX202" fmla="*/ 664 w 6524101"/>
              <a:gd name="connsiteY202" fmla="*/ 5942637 h 5988205"/>
              <a:gd name="connsiteX203" fmla="*/ 5709 w 6524101"/>
              <a:gd name="connsiteY203" fmla="*/ 5882998 h 5988205"/>
              <a:gd name="connsiteX204" fmla="*/ 0 w 6524101"/>
              <a:gd name="connsiteY204" fmla="*/ 5864843 h 5988205"/>
              <a:gd name="connsiteX205" fmla="*/ 0 w 6524101"/>
              <a:gd name="connsiteY205" fmla="*/ 5584112 h 5988205"/>
              <a:gd name="connsiteX206" fmla="*/ 29421 w 6524101"/>
              <a:gd name="connsiteY206" fmla="*/ 5602070 h 5988205"/>
              <a:gd name="connsiteX207" fmla="*/ 81500 w 6524101"/>
              <a:gd name="connsiteY207" fmla="*/ 5602070 h 5988205"/>
              <a:gd name="connsiteX208" fmla="*/ 95301 w 6524101"/>
              <a:gd name="connsiteY208" fmla="*/ 5662126 h 5988205"/>
              <a:gd name="connsiteX209" fmla="*/ 106759 w 6524101"/>
              <a:gd name="connsiteY209" fmla="*/ 5726379 h 5988205"/>
              <a:gd name="connsiteX210" fmla="*/ 117435 w 6524101"/>
              <a:gd name="connsiteY210" fmla="*/ 5683893 h 5988205"/>
              <a:gd name="connsiteX211" fmla="*/ 114831 w 6524101"/>
              <a:gd name="connsiteY211" fmla="*/ 5631442 h 5988205"/>
              <a:gd name="connsiteX212" fmla="*/ 109102 w 6524101"/>
              <a:gd name="connsiteY212" fmla="*/ 5520771 h 5988205"/>
              <a:gd name="connsiteX213" fmla="*/ 99989 w 6524101"/>
              <a:gd name="connsiteY213" fmla="*/ 5505298 h 5988205"/>
              <a:gd name="connsiteX214" fmla="*/ 77855 w 6524101"/>
              <a:gd name="connsiteY214" fmla="*/ 5577418 h 5988205"/>
              <a:gd name="connsiteX215" fmla="*/ 6767 w 6524101"/>
              <a:gd name="connsiteY215" fmla="*/ 5565092 h 5988205"/>
              <a:gd name="connsiteX216" fmla="*/ 0 w 6524101"/>
              <a:gd name="connsiteY216" fmla="*/ 5564986 h 5988205"/>
              <a:gd name="connsiteX217" fmla="*/ 0 w 6524101"/>
              <a:gd name="connsiteY217" fmla="*/ 5372639 h 5988205"/>
              <a:gd name="connsiteX218" fmla="*/ 1494 w 6524101"/>
              <a:gd name="connsiteY218" fmla="*/ 5372827 h 5988205"/>
              <a:gd name="connsiteX219" fmla="*/ 17704 w 6524101"/>
              <a:gd name="connsiteY219" fmla="*/ 5390168 h 5988205"/>
              <a:gd name="connsiteX220" fmla="*/ 34369 w 6524101"/>
              <a:gd name="connsiteY220" fmla="*/ 5345060 h 5988205"/>
              <a:gd name="connsiteX221" fmla="*/ 2731 w 6524101"/>
              <a:gd name="connsiteY221" fmla="*/ 5348437 h 5988205"/>
              <a:gd name="connsiteX222" fmla="*/ 0 w 6524101"/>
              <a:gd name="connsiteY222" fmla="*/ 5347762 h 5988205"/>
              <a:gd name="connsiteX223" fmla="*/ 0 w 6524101"/>
              <a:gd name="connsiteY223" fmla="*/ 5291985 h 5988205"/>
              <a:gd name="connsiteX224" fmla="*/ 4522 w 6524101"/>
              <a:gd name="connsiteY224" fmla="*/ 5302543 h 5988205"/>
              <a:gd name="connsiteX225" fmla="*/ 8590 w 6524101"/>
              <a:gd name="connsiteY225" fmla="*/ 5311229 h 5988205"/>
              <a:gd name="connsiteX226" fmla="*/ 19787 w 6524101"/>
              <a:gd name="connsiteY226" fmla="*/ 5325653 h 5988205"/>
              <a:gd name="connsiteX227" fmla="*/ 51815 w 6524101"/>
              <a:gd name="connsiteY227" fmla="*/ 5313852 h 5988205"/>
              <a:gd name="connsiteX228" fmla="*/ 53378 w 6524101"/>
              <a:gd name="connsiteY228" fmla="*/ 5295232 h 5988205"/>
              <a:gd name="connsiteX229" fmla="*/ 51555 w 6524101"/>
              <a:gd name="connsiteY229" fmla="*/ 5168825 h 5988205"/>
              <a:gd name="connsiteX230" fmla="*/ 59627 w 6524101"/>
              <a:gd name="connsiteY230" fmla="*/ 5146796 h 5988205"/>
              <a:gd name="connsiteX231" fmla="*/ 85667 w 6524101"/>
              <a:gd name="connsiteY231" fmla="*/ 5152041 h 5988205"/>
              <a:gd name="connsiteX232" fmla="*/ 108321 w 6524101"/>
              <a:gd name="connsiteY232" fmla="*/ 5179578 h 5988205"/>
              <a:gd name="connsiteX233" fmla="*/ 101290 w 6524101"/>
              <a:gd name="connsiteY233" fmla="*/ 4975281 h 5988205"/>
              <a:gd name="connsiteX234" fmla="*/ 84886 w 6524101"/>
              <a:gd name="connsiteY234" fmla="*/ 5012784 h 5988205"/>
              <a:gd name="connsiteX235" fmla="*/ 88531 w 6524101"/>
              <a:gd name="connsiteY235" fmla="*/ 5047401 h 5988205"/>
              <a:gd name="connsiteX236" fmla="*/ 77595 w 6524101"/>
              <a:gd name="connsiteY236" fmla="*/ 5087788 h 5988205"/>
              <a:gd name="connsiteX237" fmla="*/ 54419 w 6524101"/>
              <a:gd name="connsiteY237" fmla="*/ 5061563 h 5988205"/>
              <a:gd name="connsiteX238" fmla="*/ 68741 w 6524101"/>
              <a:gd name="connsiteY238" fmla="*/ 4960070 h 5988205"/>
              <a:gd name="connsiteX239" fmla="*/ 84365 w 6524101"/>
              <a:gd name="connsiteY239" fmla="*/ 4942237 h 5988205"/>
              <a:gd name="connsiteX240" fmla="*/ 84365 w 6524101"/>
              <a:gd name="connsiteY240" fmla="*/ 4912078 h 5988205"/>
              <a:gd name="connsiteX241" fmla="*/ 66398 w 6524101"/>
              <a:gd name="connsiteY241" fmla="*/ 4905259 h 5988205"/>
              <a:gd name="connsiteX242" fmla="*/ 66398 w 6524101"/>
              <a:gd name="connsiteY242" fmla="*/ 4852808 h 5988205"/>
              <a:gd name="connsiteX243" fmla="*/ 50774 w 6524101"/>
              <a:gd name="connsiteY243" fmla="*/ 4811110 h 5988205"/>
              <a:gd name="connsiteX244" fmla="*/ 4424 w 6524101"/>
              <a:gd name="connsiteY244" fmla="*/ 4827370 h 5988205"/>
              <a:gd name="connsiteX245" fmla="*/ 0 w 6524101"/>
              <a:gd name="connsiteY245" fmla="*/ 4829652 h 5988205"/>
              <a:gd name="connsiteX246" fmla="*/ 0 w 6524101"/>
              <a:gd name="connsiteY246" fmla="*/ 3665321 h 5988205"/>
              <a:gd name="connsiteX247" fmla="*/ 1820 w 6524101"/>
              <a:gd name="connsiteY247" fmla="*/ 3666368 h 5988205"/>
              <a:gd name="connsiteX248" fmla="*/ 27859 w 6524101"/>
              <a:gd name="connsiteY248" fmla="*/ 3742160 h 5988205"/>
              <a:gd name="connsiteX249" fmla="*/ 9892 w 6524101"/>
              <a:gd name="connsiteY249" fmla="*/ 3761567 h 5988205"/>
              <a:gd name="connsiteX250" fmla="*/ 27078 w 6524101"/>
              <a:gd name="connsiteY250" fmla="*/ 3776253 h 5988205"/>
              <a:gd name="connsiteX251" fmla="*/ 53117 w 6524101"/>
              <a:gd name="connsiteY251" fmla="*/ 3848111 h 5988205"/>
              <a:gd name="connsiteX252" fmla="*/ 74730 w 6524101"/>
              <a:gd name="connsiteY252" fmla="*/ 3882204 h 5988205"/>
              <a:gd name="connsiteX253" fmla="*/ 78115 w 6524101"/>
              <a:gd name="connsiteY253" fmla="*/ 3849160 h 5988205"/>
              <a:gd name="connsiteX254" fmla="*/ 79678 w 6524101"/>
              <a:gd name="connsiteY254" fmla="*/ 3768648 h 5988205"/>
              <a:gd name="connsiteX255" fmla="*/ 76813 w 6524101"/>
              <a:gd name="connsiteY255" fmla="*/ 3729047 h 5988205"/>
              <a:gd name="connsiteX256" fmla="*/ 79678 w 6524101"/>
              <a:gd name="connsiteY256" fmla="*/ 3606836 h 5988205"/>
              <a:gd name="connsiteX257" fmla="*/ 71085 w 6524101"/>
              <a:gd name="connsiteY257" fmla="*/ 3376052 h 5988205"/>
              <a:gd name="connsiteX258" fmla="*/ 49211 w 6524101"/>
              <a:gd name="connsiteY258" fmla="*/ 3258300 h 5988205"/>
              <a:gd name="connsiteX259" fmla="*/ 11585 w 6524101"/>
              <a:gd name="connsiteY259" fmla="*/ 3255644 h 5988205"/>
              <a:gd name="connsiteX260" fmla="*/ 0 w 6524101"/>
              <a:gd name="connsiteY260" fmla="*/ 3257564 h 5988205"/>
              <a:gd name="connsiteX261" fmla="*/ 0 w 6524101"/>
              <a:gd name="connsiteY261" fmla="*/ 3226203 h 5988205"/>
              <a:gd name="connsiteX262" fmla="*/ 19266 w 6524101"/>
              <a:gd name="connsiteY262" fmla="*/ 3237582 h 5988205"/>
              <a:gd name="connsiteX263" fmla="*/ 22651 w 6524101"/>
              <a:gd name="connsiteY263" fmla="*/ 3066067 h 5988205"/>
              <a:gd name="connsiteX264" fmla="*/ 0 w 6524101"/>
              <a:gd name="connsiteY264" fmla="*/ 3074280 h 5988205"/>
              <a:gd name="connsiteX265" fmla="*/ 0 w 6524101"/>
              <a:gd name="connsiteY265" fmla="*/ 3049309 h 5988205"/>
              <a:gd name="connsiteX266" fmla="*/ 22391 w 6524101"/>
              <a:gd name="connsiteY266" fmla="*/ 3050332 h 5988205"/>
              <a:gd name="connsiteX267" fmla="*/ 41660 w 6524101"/>
              <a:gd name="connsiteY267" fmla="*/ 2995259 h 5988205"/>
              <a:gd name="connsiteX268" fmla="*/ 45826 w 6524101"/>
              <a:gd name="connsiteY268" fmla="*/ 2981621 h 5988205"/>
              <a:gd name="connsiteX269" fmla="*/ 54419 w 6524101"/>
              <a:gd name="connsiteY269" fmla="*/ 2865967 h 5988205"/>
              <a:gd name="connsiteX270" fmla="*/ 26036 w 6524101"/>
              <a:gd name="connsiteY270" fmla="*/ 2825055 h 5988205"/>
              <a:gd name="connsiteX271" fmla="*/ 29942 w 6524101"/>
              <a:gd name="connsiteY271" fmla="*/ 2784931 h 5988205"/>
              <a:gd name="connsiteX272" fmla="*/ 26557 w 6524101"/>
              <a:gd name="connsiteY272" fmla="*/ 2761852 h 5988205"/>
              <a:gd name="connsiteX273" fmla="*/ 3122 w 6524101"/>
              <a:gd name="connsiteY273" fmla="*/ 2771031 h 5988205"/>
              <a:gd name="connsiteX274" fmla="*/ 3122 w 6524101"/>
              <a:gd name="connsiteY274" fmla="*/ 2649607 h 5988205"/>
              <a:gd name="connsiteX275" fmla="*/ 23432 w 6524101"/>
              <a:gd name="connsiteY275" fmla="*/ 2651967 h 5988205"/>
              <a:gd name="connsiteX276" fmla="*/ 18224 w 6524101"/>
              <a:gd name="connsiteY276" fmla="*/ 2625742 h 5988205"/>
              <a:gd name="connsiteX277" fmla="*/ 39056 w 6524101"/>
              <a:gd name="connsiteY277" fmla="*/ 2625742 h 5988205"/>
              <a:gd name="connsiteX278" fmla="*/ 10933 w 6524101"/>
              <a:gd name="connsiteY278" fmla="*/ 2562276 h 5988205"/>
              <a:gd name="connsiteX279" fmla="*/ 33848 w 6524101"/>
              <a:gd name="connsiteY279" fmla="*/ 2553360 h 5988205"/>
              <a:gd name="connsiteX280" fmla="*/ 21870 w 6524101"/>
              <a:gd name="connsiteY280" fmla="*/ 2488845 h 5988205"/>
              <a:gd name="connsiteX281" fmla="*/ 26297 w 6524101"/>
              <a:gd name="connsiteY281" fmla="*/ 2403087 h 5988205"/>
              <a:gd name="connsiteX282" fmla="*/ 16662 w 6524101"/>
              <a:gd name="connsiteY282" fmla="*/ 2298186 h 5988205"/>
              <a:gd name="connsiteX283" fmla="*/ 9892 w 6524101"/>
              <a:gd name="connsiteY283" fmla="*/ 2225017 h 5988205"/>
              <a:gd name="connsiteX284" fmla="*/ 11454 w 6524101"/>
              <a:gd name="connsiteY284" fmla="*/ 2146340 h 5988205"/>
              <a:gd name="connsiteX285" fmla="*/ 16662 w 6524101"/>
              <a:gd name="connsiteY285" fmla="*/ 2050617 h 5988205"/>
              <a:gd name="connsiteX286" fmla="*/ 11454 w 6524101"/>
              <a:gd name="connsiteY286" fmla="*/ 1945716 h 5988205"/>
              <a:gd name="connsiteX287" fmla="*/ 16923 w 6524101"/>
              <a:gd name="connsiteY287" fmla="*/ 1801213 h 5988205"/>
              <a:gd name="connsiteX288" fmla="*/ 19526 w 6524101"/>
              <a:gd name="connsiteY288" fmla="*/ 1726733 h 5988205"/>
              <a:gd name="connsiteX289" fmla="*/ 31765 w 6524101"/>
              <a:gd name="connsiteY289" fmla="*/ 1443760 h 5988205"/>
              <a:gd name="connsiteX290" fmla="*/ 28120 w 6524101"/>
              <a:gd name="connsiteY290" fmla="*/ 1380557 h 5988205"/>
              <a:gd name="connsiteX291" fmla="*/ 40098 w 6524101"/>
              <a:gd name="connsiteY291" fmla="*/ 1064015 h 5988205"/>
              <a:gd name="connsiteX292" fmla="*/ 66137 w 6524101"/>
              <a:gd name="connsiteY292" fmla="*/ 744851 h 5988205"/>
              <a:gd name="connsiteX293" fmla="*/ 60929 w 6524101"/>
              <a:gd name="connsiteY293" fmla="*/ 561273 h 5988205"/>
              <a:gd name="connsiteX294" fmla="*/ 54419 w 6524101"/>
              <a:gd name="connsiteY294" fmla="*/ 517214 h 5988205"/>
              <a:gd name="connsiteX295" fmla="*/ 45566 w 6524101"/>
              <a:gd name="connsiteY295" fmla="*/ 398151 h 5988205"/>
              <a:gd name="connsiteX296" fmla="*/ 19526 w 6524101"/>
              <a:gd name="connsiteY296" fmla="*/ 275153 h 5988205"/>
              <a:gd name="connsiteX297" fmla="*/ 4944 w 6524101"/>
              <a:gd name="connsiteY297" fmla="*/ 190970 h 5988205"/>
              <a:gd name="connsiteX298" fmla="*/ 0 w 6524101"/>
              <a:gd name="connsiteY298" fmla="*/ 162520 h 598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</a:cxnLst>
            <a:rect l="l" t="t" r="r" b="b"/>
            <a:pathLst>
              <a:path w="6524101" h="5988205">
                <a:moveTo>
                  <a:pt x="6449132" y="5536824"/>
                </a:moveTo>
                <a:lnTo>
                  <a:pt x="6524101" y="5542046"/>
                </a:lnTo>
                <a:lnTo>
                  <a:pt x="6524101" y="5988205"/>
                </a:lnTo>
                <a:lnTo>
                  <a:pt x="6524100" y="5988205"/>
                </a:lnTo>
                <a:lnTo>
                  <a:pt x="6524100" y="5944412"/>
                </a:lnTo>
                <a:lnTo>
                  <a:pt x="6507035" y="5893059"/>
                </a:lnTo>
                <a:cubicBezTo>
                  <a:pt x="6499156" y="5870826"/>
                  <a:pt x="6491734" y="5848423"/>
                  <a:pt x="6487565" y="5825179"/>
                </a:cubicBezTo>
                <a:cubicBezTo>
                  <a:pt x="6475558" y="5768247"/>
                  <a:pt x="6470555" y="5709293"/>
                  <a:pt x="6462883" y="5651351"/>
                </a:cubicBezTo>
                <a:close/>
                <a:moveTo>
                  <a:pt x="33588" y="5113227"/>
                </a:moveTo>
                <a:cubicBezTo>
                  <a:pt x="26036" y="5133683"/>
                  <a:pt x="47128" y="5155450"/>
                  <a:pt x="15621" y="5164105"/>
                </a:cubicBezTo>
                <a:cubicBezTo>
                  <a:pt x="12235" y="5145222"/>
                  <a:pt x="7548" y="5128700"/>
                  <a:pt x="33588" y="5113227"/>
                </a:cubicBezTo>
                <a:close/>
                <a:moveTo>
                  <a:pt x="0" y="5052497"/>
                </a:moveTo>
                <a:lnTo>
                  <a:pt x="3642" y="5055007"/>
                </a:lnTo>
                <a:cubicBezTo>
                  <a:pt x="3038" y="5058285"/>
                  <a:pt x="1986" y="5061461"/>
                  <a:pt x="518" y="5064448"/>
                </a:cubicBezTo>
                <a:lnTo>
                  <a:pt x="0" y="5064051"/>
                </a:lnTo>
                <a:close/>
                <a:moveTo>
                  <a:pt x="33588" y="4323316"/>
                </a:moveTo>
                <a:cubicBezTo>
                  <a:pt x="29682" y="4334331"/>
                  <a:pt x="29161" y="4345083"/>
                  <a:pt x="23432" y="4349542"/>
                </a:cubicBezTo>
                <a:cubicBezTo>
                  <a:pt x="1038" y="4369998"/>
                  <a:pt x="7548" y="4394125"/>
                  <a:pt x="11715" y="4418515"/>
                </a:cubicBezTo>
                <a:lnTo>
                  <a:pt x="17704" y="4455230"/>
                </a:lnTo>
                <a:cubicBezTo>
                  <a:pt x="22130" y="4481456"/>
                  <a:pt x="25776" y="4507681"/>
                  <a:pt x="31244" y="4531809"/>
                </a:cubicBezTo>
                <a:cubicBezTo>
                  <a:pt x="31244" y="4534956"/>
                  <a:pt x="40879" y="4536267"/>
                  <a:pt x="48170" y="4539676"/>
                </a:cubicBezTo>
                <a:cubicBezTo>
                  <a:pt x="59867" y="4511610"/>
                  <a:pt x="61161" y="4480244"/>
                  <a:pt x="51815" y="4451296"/>
                </a:cubicBezTo>
                <a:cubicBezTo>
                  <a:pt x="39577" y="4421924"/>
                  <a:pt x="47909" y="4388880"/>
                  <a:pt x="46347" y="4361343"/>
                </a:cubicBezTo>
                <a:cubicBezTo>
                  <a:pt x="60148" y="4348493"/>
                  <a:pt x="87490" y="4367113"/>
                  <a:pt x="82802" y="4335118"/>
                </a:cubicBezTo>
                <a:lnTo>
                  <a:pt x="82021" y="4336953"/>
                </a:lnTo>
                <a:close/>
                <a:moveTo>
                  <a:pt x="6030952" y="4180553"/>
                </a:moveTo>
                <a:cubicBezTo>
                  <a:pt x="6026283" y="4182237"/>
                  <a:pt x="6019278" y="4182911"/>
                  <a:pt x="6013275" y="4183585"/>
                </a:cubicBezTo>
                <a:lnTo>
                  <a:pt x="6020946" y="4217272"/>
                </a:lnTo>
                <a:cubicBezTo>
                  <a:pt x="6025616" y="4217272"/>
                  <a:pt x="6030285" y="4215251"/>
                  <a:pt x="6034955" y="4214241"/>
                </a:cubicBezTo>
                <a:close/>
                <a:moveTo>
                  <a:pt x="29421" y="4059750"/>
                </a:moveTo>
                <a:cubicBezTo>
                  <a:pt x="25255" y="4090172"/>
                  <a:pt x="37494" y="4120593"/>
                  <a:pt x="11975" y="4143147"/>
                </a:cubicBezTo>
                <a:cubicBezTo>
                  <a:pt x="9631" y="4145508"/>
                  <a:pt x="14058" y="4154686"/>
                  <a:pt x="14058" y="4160718"/>
                </a:cubicBezTo>
                <a:cubicBezTo>
                  <a:pt x="17459" y="4180854"/>
                  <a:pt x="17459" y="4201425"/>
                  <a:pt x="14058" y="4221561"/>
                </a:cubicBezTo>
                <a:cubicBezTo>
                  <a:pt x="9001" y="4242885"/>
                  <a:pt x="11108" y="4265298"/>
                  <a:pt x="20047" y="4285289"/>
                </a:cubicBezTo>
                <a:cubicBezTo>
                  <a:pt x="21610" y="4290534"/>
                  <a:pt x="31765" y="4293419"/>
                  <a:pt x="40358" y="4298927"/>
                </a:cubicBezTo>
                <a:lnTo>
                  <a:pt x="45826" y="4248836"/>
                </a:lnTo>
                <a:cubicBezTo>
                  <a:pt x="63533" y="4257490"/>
                  <a:pt x="76293" y="4263522"/>
                  <a:pt x="89573" y="4269816"/>
                </a:cubicBezTo>
                <a:cubicBezTo>
                  <a:pt x="92437" y="4265358"/>
                  <a:pt x="96343" y="4262473"/>
                  <a:pt x="96083" y="4259588"/>
                </a:cubicBezTo>
                <a:cubicBezTo>
                  <a:pt x="93218" y="4219201"/>
                  <a:pt x="89833" y="4178814"/>
                  <a:pt x="86708" y="4138951"/>
                </a:cubicBezTo>
                <a:cubicBezTo>
                  <a:pt x="45566" y="4135017"/>
                  <a:pt x="39577" y="4124789"/>
                  <a:pt x="54419" y="4080468"/>
                </a:cubicBezTo>
                <a:cubicBezTo>
                  <a:pt x="56763" y="4100924"/>
                  <a:pt x="61710" y="4115873"/>
                  <a:pt x="87490" y="4110628"/>
                </a:cubicBezTo>
                <a:lnTo>
                  <a:pt x="83323" y="4064209"/>
                </a:lnTo>
                <a:cubicBezTo>
                  <a:pt x="63794" y="4062373"/>
                  <a:pt x="48170" y="4061324"/>
                  <a:pt x="29421" y="4059750"/>
                </a:cubicBezTo>
                <a:close/>
                <a:moveTo>
                  <a:pt x="38014" y="3982123"/>
                </a:moveTo>
                <a:cubicBezTo>
                  <a:pt x="21610" y="3979500"/>
                  <a:pt x="14579" y="3988417"/>
                  <a:pt x="14839" y="4006250"/>
                </a:cubicBezTo>
                <a:cubicBezTo>
                  <a:pt x="29682" y="4011758"/>
                  <a:pt x="41400" y="4012282"/>
                  <a:pt x="46347" y="3995236"/>
                </a:cubicBezTo>
                <a:cubicBezTo>
                  <a:pt x="46347" y="3991826"/>
                  <a:pt x="41660" y="3982647"/>
                  <a:pt x="38014" y="3982123"/>
                </a:cubicBezTo>
                <a:close/>
                <a:moveTo>
                  <a:pt x="45306" y="3640667"/>
                </a:moveTo>
                <a:lnTo>
                  <a:pt x="50514" y="3644601"/>
                </a:lnTo>
                <a:lnTo>
                  <a:pt x="45045" y="3652206"/>
                </a:lnTo>
                <a:cubicBezTo>
                  <a:pt x="43483" y="3650895"/>
                  <a:pt x="40618" y="3648797"/>
                  <a:pt x="40618" y="3648797"/>
                </a:cubicBezTo>
                <a:cubicBezTo>
                  <a:pt x="42025" y="3645991"/>
                  <a:pt x="43590" y="3643290"/>
                  <a:pt x="45306" y="3640667"/>
                </a:cubicBezTo>
                <a:close/>
                <a:moveTo>
                  <a:pt x="0" y="3624310"/>
                </a:moveTo>
                <a:lnTo>
                  <a:pt x="13798" y="3639094"/>
                </a:lnTo>
                <a:cubicBezTo>
                  <a:pt x="19917" y="3647617"/>
                  <a:pt x="20894" y="3653714"/>
                  <a:pt x="18127" y="3657910"/>
                </a:cubicBezTo>
                <a:lnTo>
                  <a:pt x="0" y="3665318"/>
                </a:lnTo>
                <a:lnTo>
                  <a:pt x="518" y="3665057"/>
                </a:lnTo>
                <a:lnTo>
                  <a:pt x="0" y="3664900"/>
                </a:lnTo>
                <a:close/>
                <a:moveTo>
                  <a:pt x="36973" y="3457876"/>
                </a:moveTo>
                <a:cubicBezTo>
                  <a:pt x="48089" y="3482711"/>
                  <a:pt x="54703" y="3509356"/>
                  <a:pt x="56503" y="3536552"/>
                </a:cubicBezTo>
                <a:cubicBezTo>
                  <a:pt x="44566" y="3539909"/>
                  <a:pt x="32968" y="3544367"/>
                  <a:pt x="21870" y="3549927"/>
                </a:cubicBezTo>
                <a:lnTo>
                  <a:pt x="0" y="3565393"/>
                </a:lnTo>
                <a:lnTo>
                  <a:pt x="0" y="3519192"/>
                </a:lnTo>
                <a:lnTo>
                  <a:pt x="19006" y="3521866"/>
                </a:lnTo>
                <a:cubicBezTo>
                  <a:pt x="40618" y="3503246"/>
                  <a:pt x="29942" y="3479118"/>
                  <a:pt x="36973" y="3457876"/>
                </a:cubicBezTo>
                <a:close/>
                <a:moveTo>
                  <a:pt x="2340" y="3356908"/>
                </a:moveTo>
                <a:cubicBezTo>
                  <a:pt x="24214" y="3371856"/>
                  <a:pt x="52336" y="3382084"/>
                  <a:pt x="35671" y="3422996"/>
                </a:cubicBezTo>
                <a:lnTo>
                  <a:pt x="0" y="3397585"/>
                </a:lnTo>
                <a:lnTo>
                  <a:pt x="0" y="3365811"/>
                </a:lnTo>
                <a:close/>
                <a:moveTo>
                  <a:pt x="5929557" y="2556813"/>
                </a:moveTo>
                <a:lnTo>
                  <a:pt x="5926221" y="2624188"/>
                </a:lnTo>
                <a:cubicBezTo>
                  <a:pt x="5939896" y="2601954"/>
                  <a:pt x="5965579" y="2580731"/>
                  <a:pt x="5929557" y="2556813"/>
                </a:cubicBezTo>
                <a:close/>
                <a:moveTo>
                  <a:pt x="6098327" y="2197030"/>
                </a:moveTo>
                <a:cubicBezTo>
                  <a:pt x="6099661" y="2200399"/>
                  <a:pt x="6100662" y="2207136"/>
                  <a:pt x="6101662" y="2207136"/>
                </a:cubicBezTo>
                <a:cubicBezTo>
                  <a:pt x="6107099" y="2207642"/>
                  <a:pt x="6112569" y="2207642"/>
                  <a:pt x="6118005" y="2207136"/>
                </a:cubicBezTo>
                <a:cubicBezTo>
                  <a:pt x="6118005" y="2203768"/>
                  <a:pt x="6118005" y="2197704"/>
                  <a:pt x="6115004" y="2197030"/>
                </a:cubicBezTo>
                <a:cubicBezTo>
                  <a:pt x="6109467" y="2196356"/>
                  <a:pt x="6103863" y="2196356"/>
                  <a:pt x="6098327" y="2197030"/>
                </a:cubicBezTo>
                <a:close/>
                <a:moveTo>
                  <a:pt x="6031953" y="2188608"/>
                </a:moveTo>
                <a:cubicBezTo>
                  <a:pt x="6011274" y="2255310"/>
                  <a:pt x="6013608" y="2261373"/>
                  <a:pt x="6067308" y="2277207"/>
                </a:cubicBezTo>
                <a:cubicBezTo>
                  <a:pt x="6086986" y="2234423"/>
                  <a:pt x="6058302" y="2214211"/>
                  <a:pt x="6031953" y="2188608"/>
                </a:cubicBezTo>
                <a:close/>
                <a:moveTo>
                  <a:pt x="6159698" y="1782336"/>
                </a:moveTo>
                <a:lnTo>
                  <a:pt x="6156029" y="1810634"/>
                </a:lnTo>
                <a:cubicBezTo>
                  <a:pt x="6162032" y="1810971"/>
                  <a:pt x="6167035" y="1811308"/>
                  <a:pt x="6172372" y="1811308"/>
                </a:cubicBezTo>
                <a:lnTo>
                  <a:pt x="6172372" y="1782336"/>
                </a:lnTo>
                <a:close/>
                <a:moveTo>
                  <a:pt x="6118339" y="1771893"/>
                </a:moveTo>
                <a:cubicBezTo>
                  <a:pt x="6113746" y="1786214"/>
                  <a:pt x="6110181" y="1800851"/>
                  <a:pt x="6107666" y="1815687"/>
                </a:cubicBezTo>
                <a:cubicBezTo>
                  <a:pt x="6110074" y="1838079"/>
                  <a:pt x="6110074" y="1860670"/>
                  <a:pt x="6107666" y="1883062"/>
                </a:cubicBezTo>
                <a:cubicBezTo>
                  <a:pt x="6093657" y="1927530"/>
                  <a:pt x="6107666" y="1958859"/>
                  <a:pt x="6147023" y="1992210"/>
                </a:cubicBezTo>
                <a:cubicBezTo>
                  <a:pt x="6159868" y="1968844"/>
                  <a:pt x="6168240" y="1943245"/>
                  <a:pt x="6171705" y="1916750"/>
                </a:cubicBezTo>
                <a:cubicBezTo>
                  <a:pt x="6171705" y="1897885"/>
                  <a:pt x="6146356" y="1880704"/>
                  <a:pt x="6131681" y="1862513"/>
                </a:cubicBezTo>
                <a:cubicBezTo>
                  <a:pt x="6131681" y="1834552"/>
                  <a:pt x="6157696" y="1803897"/>
                  <a:pt x="6118339" y="1771893"/>
                </a:cubicBezTo>
                <a:close/>
                <a:moveTo>
                  <a:pt x="6225071" y="1575158"/>
                </a:moveTo>
                <a:cubicBezTo>
                  <a:pt x="6195053" y="1601435"/>
                  <a:pt x="6203391" y="1633101"/>
                  <a:pt x="6217400" y="1667462"/>
                </a:cubicBezTo>
                <a:cubicBezTo>
                  <a:pt x="6266430" y="1653987"/>
                  <a:pt x="6237078" y="1630069"/>
                  <a:pt x="6228406" y="1608509"/>
                </a:cubicBezTo>
                <a:lnTo>
                  <a:pt x="6261760" y="1590318"/>
                </a:lnTo>
                <a:cubicBezTo>
                  <a:pt x="6249086" y="1576506"/>
                  <a:pt x="6231742" y="1569431"/>
                  <a:pt x="6225071" y="1575158"/>
                </a:cubicBezTo>
                <a:close/>
                <a:moveTo>
                  <a:pt x="6164034" y="1574821"/>
                </a:moveTo>
                <a:cubicBezTo>
                  <a:pt x="6132971" y="1599514"/>
                  <a:pt x="6118382" y="1639808"/>
                  <a:pt x="6126344" y="1678916"/>
                </a:cubicBezTo>
                <a:cubicBezTo>
                  <a:pt x="6128679" y="1719678"/>
                  <a:pt x="6146356" y="1727426"/>
                  <a:pt x="6193051" y="1712603"/>
                </a:cubicBezTo>
                <a:close/>
                <a:moveTo>
                  <a:pt x="6286442" y="1486897"/>
                </a:moveTo>
                <a:cubicBezTo>
                  <a:pt x="6253088" y="1509804"/>
                  <a:pt x="6247085" y="1526311"/>
                  <a:pt x="6268097" y="1545513"/>
                </a:cubicBezTo>
                <a:cubicBezTo>
                  <a:pt x="6273767" y="1544839"/>
                  <a:pt x="6280105" y="1544502"/>
                  <a:pt x="6286442" y="1544166"/>
                </a:cubicBezTo>
                <a:close/>
                <a:moveTo>
                  <a:pt x="6227072" y="1470390"/>
                </a:moveTo>
                <a:lnTo>
                  <a:pt x="6221402" y="1508794"/>
                </a:lnTo>
                <a:cubicBezTo>
                  <a:pt x="6224404" y="1508120"/>
                  <a:pt x="6226405" y="1508457"/>
                  <a:pt x="6230408" y="1509131"/>
                </a:cubicBezTo>
                <a:lnTo>
                  <a:pt x="6235744" y="1470390"/>
                </a:lnTo>
                <a:cubicBezTo>
                  <a:pt x="6233076" y="1470390"/>
                  <a:pt x="6230074" y="1470390"/>
                  <a:pt x="6227072" y="1470390"/>
                </a:cubicBezTo>
                <a:close/>
                <a:moveTo>
                  <a:pt x="6151359" y="1445798"/>
                </a:moveTo>
                <a:lnTo>
                  <a:pt x="6131347" y="1544502"/>
                </a:lnTo>
                <a:cubicBezTo>
                  <a:pt x="6136350" y="1547198"/>
                  <a:pt x="6142354" y="1549893"/>
                  <a:pt x="6148024" y="1552251"/>
                </a:cubicBezTo>
                <a:lnTo>
                  <a:pt x="6149024" y="1551577"/>
                </a:lnTo>
                <a:cubicBezTo>
                  <a:pt x="6169704" y="1541134"/>
                  <a:pt x="6198388" y="1534733"/>
                  <a:pt x="6195386" y="1505088"/>
                </a:cubicBezTo>
                <a:cubicBezTo>
                  <a:pt x="6193051" y="1487907"/>
                  <a:pt x="6172372" y="1471401"/>
                  <a:pt x="6151359" y="1445798"/>
                </a:cubicBezTo>
                <a:close/>
                <a:moveTo>
                  <a:pt x="6295447" y="1432997"/>
                </a:moveTo>
                <a:lnTo>
                  <a:pt x="6286108" y="1438724"/>
                </a:lnTo>
                <a:cubicBezTo>
                  <a:pt x="6287443" y="1442429"/>
                  <a:pt x="6287776" y="1447482"/>
                  <a:pt x="6290111" y="1448830"/>
                </a:cubicBezTo>
                <a:cubicBezTo>
                  <a:pt x="6292779" y="1448830"/>
                  <a:pt x="6297449" y="1448830"/>
                  <a:pt x="6300784" y="1447146"/>
                </a:cubicBezTo>
                <a:close/>
                <a:moveTo>
                  <a:pt x="6240747" y="1384487"/>
                </a:moveTo>
                <a:lnTo>
                  <a:pt x="6233743" y="1415142"/>
                </a:lnTo>
                <a:cubicBezTo>
                  <a:pt x="6237412" y="1415142"/>
                  <a:pt x="6241081" y="1415142"/>
                  <a:pt x="6244750" y="1417837"/>
                </a:cubicBezTo>
                <a:lnTo>
                  <a:pt x="6251420" y="1386845"/>
                </a:lnTo>
                <a:cubicBezTo>
                  <a:pt x="6248272" y="1386211"/>
                  <a:pt x="6245157" y="1385423"/>
                  <a:pt x="6242081" y="1384487"/>
                </a:cubicBezTo>
                <a:close/>
                <a:moveTo>
                  <a:pt x="6243416" y="1284772"/>
                </a:moveTo>
                <a:cubicBezTo>
                  <a:pt x="6239413" y="1284772"/>
                  <a:pt x="6236745" y="1292857"/>
                  <a:pt x="6233076" y="1297236"/>
                </a:cubicBezTo>
                <a:cubicBezTo>
                  <a:pt x="6237709" y="1300776"/>
                  <a:pt x="6242892" y="1303509"/>
                  <a:pt x="6248419" y="1305321"/>
                </a:cubicBezTo>
                <a:cubicBezTo>
                  <a:pt x="6257257" y="1303788"/>
                  <a:pt x="6265879" y="1301187"/>
                  <a:pt x="6274101" y="1297573"/>
                </a:cubicBezTo>
                <a:cubicBezTo>
                  <a:pt x="6254089" y="1288814"/>
                  <a:pt x="6248419" y="1284098"/>
                  <a:pt x="6243416" y="1284772"/>
                </a:cubicBezTo>
                <a:close/>
                <a:moveTo>
                  <a:pt x="5991261" y="1283424"/>
                </a:moveTo>
                <a:lnTo>
                  <a:pt x="5987592" y="1364611"/>
                </a:lnTo>
                <a:cubicBezTo>
                  <a:pt x="5995264" y="1369664"/>
                  <a:pt x="6002935" y="1375054"/>
                  <a:pt x="6010940" y="1380107"/>
                </a:cubicBezTo>
                <a:lnTo>
                  <a:pt x="6022614" y="1372359"/>
                </a:lnTo>
                <a:close/>
                <a:moveTo>
                  <a:pt x="5993929" y="1230198"/>
                </a:moveTo>
                <a:lnTo>
                  <a:pt x="5992262" y="1269275"/>
                </a:lnTo>
                <a:lnTo>
                  <a:pt x="6017277" y="1235588"/>
                </a:lnTo>
                <a:cubicBezTo>
                  <a:pt x="6009606" y="1233903"/>
                  <a:pt x="6001934" y="1231882"/>
                  <a:pt x="5993929" y="1230198"/>
                </a:cubicBezTo>
                <a:close/>
                <a:moveTo>
                  <a:pt x="5999266" y="1120713"/>
                </a:moveTo>
                <a:lnTo>
                  <a:pt x="5995264" y="1201900"/>
                </a:lnTo>
                <a:cubicBezTo>
                  <a:pt x="6028617" y="1176298"/>
                  <a:pt x="6014609" y="1148674"/>
                  <a:pt x="5999266" y="1120713"/>
                </a:cubicBezTo>
                <a:close/>
                <a:moveTo>
                  <a:pt x="6274101" y="1061086"/>
                </a:moveTo>
                <a:lnTo>
                  <a:pt x="6261760" y="1195836"/>
                </a:lnTo>
                <a:cubicBezTo>
                  <a:pt x="6265429" y="1195836"/>
                  <a:pt x="6269098" y="1195836"/>
                  <a:pt x="6273100" y="1195836"/>
                </a:cubicBezTo>
                <a:lnTo>
                  <a:pt x="6294113" y="1061086"/>
                </a:lnTo>
                <a:cubicBezTo>
                  <a:pt x="6287443" y="1062097"/>
                  <a:pt x="6281105" y="1061423"/>
                  <a:pt x="6274101" y="1061086"/>
                </a:cubicBezTo>
                <a:close/>
                <a:moveTo>
                  <a:pt x="6004603" y="1012239"/>
                </a:moveTo>
                <a:lnTo>
                  <a:pt x="6001934" y="1066813"/>
                </a:lnTo>
                <a:cubicBezTo>
                  <a:pt x="6037623" y="1033126"/>
                  <a:pt x="6038290" y="1024367"/>
                  <a:pt x="6004603" y="1012239"/>
                </a:cubicBezTo>
                <a:close/>
                <a:moveTo>
                  <a:pt x="6249753" y="793607"/>
                </a:moveTo>
                <a:cubicBezTo>
                  <a:pt x="6205546" y="974162"/>
                  <a:pt x="6171138" y="1157022"/>
                  <a:pt x="6146690" y="1341367"/>
                </a:cubicBezTo>
                <a:cubicBezTo>
                  <a:pt x="6145629" y="1363904"/>
                  <a:pt x="6146970" y="1386494"/>
                  <a:pt x="6150692" y="1408742"/>
                </a:cubicBezTo>
                <a:cubicBezTo>
                  <a:pt x="6157029" y="1408742"/>
                  <a:pt x="6163700" y="1408742"/>
                  <a:pt x="6170037" y="1408742"/>
                </a:cubicBezTo>
                <a:cubicBezTo>
                  <a:pt x="6206059" y="1206616"/>
                  <a:pt x="6231408" y="1000112"/>
                  <a:pt x="6249753" y="793607"/>
                </a:cubicBezTo>
                <a:close/>
                <a:moveTo>
                  <a:pt x="6151359" y="55176"/>
                </a:moveTo>
                <a:lnTo>
                  <a:pt x="6150692" y="56861"/>
                </a:lnTo>
                <a:lnTo>
                  <a:pt x="6142687" y="104023"/>
                </a:lnTo>
                <a:cubicBezTo>
                  <a:pt x="6165034" y="77073"/>
                  <a:pt x="6165034" y="77073"/>
                  <a:pt x="6151359" y="55176"/>
                </a:cubicBezTo>
                <a:close/>
                <a:moveTo>
                  <a:pt x="6524100" y="0"/>
                </a:moveTo>
                <a:lnTo>
                  <a:pt x="6524101" y="0"/>
                </a:lnTo>
                <a:lnTo>
                  <a:pt x="6524101" y="392850"/>
                </a:lnTo>
                <a:lnTo>
                  <a:pt x="6524100" y="392850"/>
                </a:lnTo>
                <a:close/>
                <a:moveTo>
                  <a:pt x="6467017" y="0"/>
                </a:moveTo>
                <a:lnTo>
                  <a:pt x="6471033" y="0"/>
                </a:lnTo>
                <a:lnTo>
                  <a:pt x="6468220" y="25194"/>
                </a:lnTo>
                <a:close/>
                <a:moveTo>
                  <a:pt x="0" y="0"/>
                </a:moveTo>
                <a:lnTo>
                  <a:pt x="6355339" y="0"/>
                </a:lnTo>
                <a:lnTo>
                  <a:pt x="6355211" y="2088"/>
                </a:lnTo>
                <a:cubicBezTo>
                  <a:pt x="6355713" y="19903"/>
                  <a:pt x="6357808" y="37672"/>
                  <a:pt x="6361488" y="55176"/>
                </a:cubicBezTo>
                <a:cubicBezTo>
                  <a:pt x="6388504" y="142764"/>
                  <a:pt x="6376831" y="229678"/>
                  <a:pt x="6366491" y="316928"/>
                </a:cubicBezTo>
                <a:cubicBezTo>
                  <a:pt x="6356151" y="404179"/>
                  <a:pt x="6337140" y="499178"/>
                  <a:pt x="6355151" y="592156"/>
                </a:cubicBezTo>
                <a:cubicBezTo>
                  <a:pt x="6356121" y="601032"/>
                  <a:pt x="6355097" y="610013"/>
                  <a:pt x="6352149" y="618432"/>
                </a:cubicBezTo>
                <a:cubicBezTo>
                  <a:pt x="6338474" y="664584"/>
                  <a:pt x="6324132" y="710736"/>
                  <a:pt x="6309790" y="757561"/>
                </a:cubicBezTo>
                <a:cubicBezTo>
                  <a:pt x="6379832" y="772384"/>
                  <a:pt x="6387504" y="787543"/>
                  <a:pt x="6370160" y="844475"/>
                </a:cubicBezTo>
                <a:cubicBezTo>
                  <a:pt x="6361154" y="874120"/>
                  <a:pt x="6347479" y="911850"/>
                  <a:pt x="6357485" y="935095"/>
                </a:cubicBezTo>
                <a:cubicBezTo>
                  <a:pt x="6369563" y="966498"/>
                  <a:pt x="6367115" y="1001712"/>
                  <a:pt x="6350815" y="1031104"/>
                </a:cubicBezTo>
                <a:cubicBezTo>
                  <a:pt x="6346549" y="1045037"/>
                  <a:pt x="6343096" y="1059210"/>
                  <a:pt x="6340475" y="1073551"/>
                </a:cubicBezTo>
                <a:lnTo>
                  <a:pt x="6374199" y="1059586"/>
                </a:lnTo>
                <a:lnTo>
                  <a:pt x="6367651" y="1153584"/>
                </a:lnTo>
                <a:lnTo>
                  <a:pt x="6318462" y="1189436"/>
                </a:lnTo>
                <a:cubicBezTo>
                  <a:pt x="6339675" y="1228705"/>
                  <a:pt x="6336693" y="1276784"/>
                  <a:pt x="6310790" y="1313069"/>
                </a:cubicBezTo>
                <a:cubicBezTo>
                  <a:pt x="6296455" y="1338106"/>
                  <a:pt x="6294964" y="1368589"/>
                  <a:pt x="6306788" y="1394930"/>
                </a:cubicBezTo>
                <a:cubicBezTo>
                  <a:pt x="6336309" y="1430150"/>
                  <a:pt x="6342703" y="1479560"/>
                  <a:pt x="6323131" y="1521258"/>
                </a:cubicBezTo>
                <a:cubicBezTo>
                  <a:pt x="6317068" y="1538306"/>
                  <a:pt x="6315445" y="1556321"/>
                  <a:pt x="6318026" y="1573700"/>
                </a:cubicBezTo>
                <a:lnTo>
                  <a:pt x="6335451" y="1615821"/>
                </a:lnTo>
                <a:lnTo>
                  <a:pt x="6171492" y="3969527"/>
                </a:lnTo>
                <a:lnTo>
                  <a:pt x="6152026" y="3959226"/>
                </a:lnTo>
                <a:cubicBezTo>
                  <a:pt x="6141687" y="3978091"/>
                  <a:pt x="6124343" y="3996282"/>
                  <a:pt x="6123009" y="4016158"/>
                </a:cubicBezTo>
                <a:cubicBezTo>
                  <a:pt x="6121674" y="4036033"/>
                  <a:pt x="6140019" y="4049845"/>
                  <a:pt x="6141687" y="4053214"/>
                </a:cubicBezTo>
                <a:cubicBezTo>
                  <a:pt x="6134332" y="4087373"/>
                  <a:pt x="6125203" y="4121095"/>
                  <a:pt x="6114336" y="4154276"/>
                </a:cubicBezTo>
                <a:cubicBezTo>
                  <a:pt x="6100165" y="4186549"/>
                  <a:pt x="6111862" y="4224448"/>
                  <a:pt x="6141687" y="4242875"/>
                </a:cubicBezTo>
                <a:lnTo>
                  <a:pt x="6151704" y="4253588"/>
                </a:lnTo>
                <a:lnTo>
                  <a:pt x="6112880" y="4810918"/>
                </a:lnTo>
                <a:lnTo>
                  <a:pt x="6095992" y="4799730"/>
                </a:lnTo>
                <a:cubicBezTo>
                  <a:pt x="6095992" y="4822469"/>
                  <a:pt x="6098244" y="4843924"/>
                  <a:pt x="6101907" y="4864479"/>
                </a:cubicBezTo>
                <a:lnTo>
                  <a:pt x="6107533" y="4887681"/>
                </a:lnTo>
                <a:lnTo>
                  <a:pt x="6064181" y="5510008"/>
                </a:lnTo>
                <a:lnTo>
                  <a:pt x="6358298" y="5530496"/>
                </a:lnTo>
                <a:lnTo>
                  <a:pt x="6374162" y="5591387"/>
                </a:lnTo>
                <a:cubicBezTo>
                  <a:pt x="6390172" y="5631475"/>
                  <a:pt x="6366157" y="5668194"/>
                  <a:pt x="6374162" y="5703903"/>
                </a:cubicBezTo>
                <a:cubicBezTo>
                  <a:pt x="6386466" y="5752481"/>
                  <a:pt x="6390415" y="5802844"/>
                  <a:pt x="6385836" y="5852803"/>
                </a:cubicBezTo>
                <a:cubicBezTo>
                  <a:pt x="6382001" y="5884638"/>
                  <a:pt x="6386170" y="5917735"/>
                  <a:pt x="6393383" y="5951044"/>
                </a:cubicBezTo>
                <a:lnTo>
                  <a:pt x="6403021" y="5988205"/>
                </a:lnTo>
                <a:lnTo>
                  <a:pt x="0" y="5988205"/>
                </a:lnTo>
                <a:lnTo>
                  <a:pt x="0" y="5943477"/>
                </a:lnTo>
                <a:lnTo>
                  <a:pt x="664" y="5942637"/>
                </a:lnTo>
                <a:cubicBezTo>
                  <a:pt x="8834" y="5926500"/>
                  <a:pt x="10559" y="5906806"/>
                  <a:pt x="5709" y="5882998"/>
                </a:cubicBezTo>
                <a:lnTo>
                  <a:pt x="0" y="5864843"/>
                </a:lnTo>
                <a:lnTo>
                  <a:pt x="0" y="5584112"/>
                </a:lnTo>
                <a:lnTo>
                  <a:pt x="29421" y="5602070"/>
                </a:lnTo>
                <a:cubicBezTo>
                  <a:pt x="46714" y="5604247"/>
                  <a:pt x="64208" y="5604247"/>
                  <a:pt x="81500" y="5602070"/>
                </a:cubicBezTo>
                <a:cubicBezTo>
                  <a:pt x="85406" y="5619641"/>
                  <a:pt x="90354" y="5641670"/>
                  <a:pt x="95301" y="5662126"/>
                </a:cubicBezTo>
                <a:cubicBezTo>
                  <a:pt x="100249" y="5682582"/>
                  <a:pt x="88010" y="5706709"/>
                  <a:pt x="106759" y="5726379"/>
                </a:cubicBezTo>
                <a:cubicBezTo>
                  <a:pt x="121601" y="5713528"/>
                  <a:pt x="117435" y="5698580"/>
                  <a:pt x="117435" y="5683893"/>
                </a:cubicBezTo>
                <a:lnTo>
                  <a:pt x="114831" y="5631442"/>
                </a:lnTo>
                <a:cubicBezTo>
                  <a:pt x="113008" y="5594465"/>
                  <a:pt x="111706" y="5557749"/>
                  <a:pt x="109102" y="5520771"/>
                </a:cubicBezTo>
                <a:cubicBezTo>
                  <a:pt x="108842" y="5515526"/>
                  <a:pt x="103634" y="5510805"/>
                  <a:pt x="99989" y="5505298"/>
                </a:cubicBezTo>
                <a:cubicBezTo>
                  <a:pt x="63794" y="5522082"/>
                  <a:pt x="96343" y="5555651"/>
                  <a:pt x="77855" y="5577418"/>
                </a:cubicBezTo>
                <a:cubicBezTo>
                  <a:pt x="55201" y="5572173"/>
                  <a:pt x="28640" y="5585810"/>
                  <a:pt x="6767" y="5565092"/>
                </a:cubicBezTo>
                <a:lnTo>
                  <a:pt x="0" y="5564986"/>
                </a:lnTo>
                <a:lnTo>
                  <a:pt x="0" y="5372639"/>
                </a:lnTo>
                <a:lnTo>
                  <a:pt x="1494" y="5372827"/>
                </a:lnTo>
                <a:cubicBezTo>
                  <a:pt x="9371" y="5374040"/>
                  <a:pt x="16272" y="5377056"/>
                  <a:pt x="17704" y="5390168"/>
                </a:cubicBezTo>
                <a:cubicBezTo>
                  <a:pt x="39577" y="5371286"/>
                  <a:pt x="39577" y="5371286"/>
                  <a:pt x="34369" y="5345060"/>
                </a:cubicBezTo>
                <a:cubicBezTo>
                  <a:pt x="24214" y="5345716"/>
                  <a:pt x="13342" y="5348798"/>
                  <a:pt x="2731" y="5348437"/>
                </a:cubicBezTo>
                <a:lnTo>
                  <a:pt x="0" y="5347762"/>
                </a:lnTo>
                <a:lnTo>
                  <a:pt x="0" y="5291985"/>
                </a:lnTo>
                <a:lnTo>
                  <a:pt x="4522" y="5302543"/>
                </a:lnTo>
                <a:cubicBezTo>
                  <a:pt x="5986" y="5306050"/>
                  <a:pt x="7158" y="5308738"/>
                  <a:pt x="8590" y="5311229"/>
                </a:cubicBezTo>
                <a:cubicBezTo>
                  <a:pt x="11514" y="5316621"/>
                  <a:pt x="15295" y="5321494"/>
                  <a:pt x="19787" y="5325653"/>
                </a:cubicBezTo>
                <a:cubicBezTo>
                  <a:pt x="34890" y="5337717"/>
                  <a:pt x="48430" y="5332734"/>
                  <a:pt x="51815" y="5313852"/>
                </a:cubicBezTo>
                <a:cubicBezTo>
                  <a:pt x="52992" y="5307718"/>
                  <a:pt x="53516" y="5301476"/>
                  <a:pt x="53378" y="5295232"/>
                </a:cubicBezTo>
                <a:cubicBezTo>
                  <a:pt x="51555" y="5253009"/>
                  <a:pt x="51555" y="5211048"/>
                  <a:pt x="51555" y="5168825"/>
                </a:cubicBezTo>
                <a:cubicBezTo>
                  <a:pt x="51555" y="5161220"/>
                  <a:pt x="54940" y="5146796"/>
                  <a:pt x="59627" y="5146796"/>
                </a:cubicBezTo>
                <a:cubicBezTo>
                  <a:pt x="68653" y="5144803"/>
                  <a:pt x="78095" y="5146707"/>
                  <a:pt x="85667" y="5152041"/>
                </a:cubicBezTo>
                <a:cubicBezTo>
                  <a:pt x="94278" y="5160281"/>
                  <a:pt x="101882" y="5169525"/>
                  <a:pt x="108321" y="5179578"/>
                </a:cubicBezTo>
                <a:cubicBezTo>
                  <a:pt x="127330" y="5142862"/>
                  <a:pt x="121862" y="5015144"/>
                  <a:pt x="101290" y="4975281"/>
                </a:cubicBezTo>
                <a:cubicBezTo>
                  <a:pt x="79938" y="4981051"/>
                  <a:pt x="82021" y="4996262"/>
                  <a:pt x="84886" y="5012784"/>
                </a:cubicBezTo>
                <a:cubicBezTo>
                  <a:pt x="86969" y="5024847"/>
                  <a:pt x="92958" y="5044517"/>
                  <a:pt x="88531" y="5047401"/>
                </a:cubicBezTo>
                <a:cubicBezTo>
                  <a:pt x="71345" y="5058678"/>
                  <a:pt x="84104" y="5075725"/>
                  <a:pt x="77595" y="5087788"/>
                </a:cubicBezTo>
                <a:cubicBezTo>
                  <a:pt x="54419" y="5078610"/>
                  <a:pt x="52597" y="5078347"/>
                  <a:pt x="54419" y="5061563"/>
                </a:cubicBezTo>
                <a:cubicBezTo>
                  <a:pt x="57544" y="5027732"/>
                  <a:pt x="62752" y="4993639"/>
                  <a:pt x="68741" y="4960070"/>
                </a:cubicBezTo>
                <a:cubicBezTo>
                  <a:pt x="70043" y="4953252"/>
                  <a:pt x="78115" y="4946958"/>
                  <a:pt x="84365" y="4942237"/>
                </a:cubicBezTo>
                <a:cubicBezTo>
                  <a:pt x="98687" y="4930698"/>
                  <a:pt x="99468" y="4921781"/>
                  <a:pt x="84365" y="4912078"/>
                </a:cubicBezTo>
                <a:cubicBezTo>
                  <a:pt x="78597" y="4909253"/>
                  <a:pt x="72582" y="4906969"/>
                  <a:pt x="66398" y="4905259"/>
                </a:cubicBezTo>
                <a:cubicBezTo>
                  <a:pt x="66398" y="4887426"/>
                  <a:pt x="66918" y="4868281"/>
                  <a:pt x="66398" y="4852808"/>
                </a:cubicBezTo>
                <a:cubicBezTo>
                  <a:pt x="65877" y="4837335"/>
                  <a:pt x="70303" y="4818715"/>
                  <a:pt x="50774" y="4811110"/>
                </a:cubicBezTo>
                <a:cubicBezTo>
                  <a:pt x="33450" y="4804748"/>
                  <a:pt x="14074" y="4811545"/>
                  <a:pt x="4424" y="4827370"/>
                </a:cubicBezTo>
                <a:lnTo>
                  <a:pt x="0" y="4829652"/>
                </a:lnTo>
                <a:lnTo>
                  <a:pt x="0" y="3665321"/>
                </a:lnTo>
                <a:lnTo>
                  <a:pt x="1820" y="3666368"/>
                </a:lnTo>
                <a:cubicBezTo>
                  <a:pt x="15503" y="3689604"/>
                  <a:pt x="24362" y="3715381"/>
                  <a:pt x="27859" y="3742160"/>
                </a:cubicBezTo>
                <a:lnTo>
                  <a:pt x="9892" y="3761567"/>
                </a:lnTo>
                <a:cubicBezTo>
                  <a:pt x="17443" y="3767599"/>
                  <a:pt x="27078" y="3771270"/>
                  <a:pt x="27078" y="3776253"/>
                </a:cubicBezTo>
                <a:cubicBezTo>
                  <a:pt x="31244" y="3801954"/>
                  <a:pt x="58065" y="3818476"/>
                  <a:pt x="53117" y="3848111"/>
                </a:cubicBezTo>
                <a:cubicBezTo>
                  <a:pt x="51815" y="3855978"/>
                  <a:pt x="64314" y="3866469"/>
                  <a:pt x="74730" y="3882204"/>
                </a:cubicBezTo>
                <a:cubicBezTo>
                  <a:pt x="76293" y="3865157"/>
                  <a:pt x="74209" y="3855454"/>
                  <a:pt x="78115" y="3849160"/>
                </a:cubicBezTo>
                <a:cubicBezTo>
                  <a:pt x="92127" y="3824316"/>
                  <a:pt x="92713" y="3794023"/>
                  <a:pt x="79678" y="3768648"/>
                </a:cubicBezTo>
                <a:cubicBezTo>
                  <a:pt x="74715" y="3756054"/>
                  <a:pt x="73715" y="3742231"/>
                  <a:pt x="76813" y="3729047"/>
                </a:cubicBezTo>
                <a:cubicBezTo>
                  <a:pt x="84136" y="3688712"/>
                  <a:pt x="85104" y="3647460"/>
                  <a:pt x="79678" y="3606836"/>
                </a:cubicBezTo>
                <a:cubicBezTo>
                  <a:pt x="76032" y="3529996"/>
                  <a:pt x="71085" y="3452893"/>
                  <a:pt x="71085" y="3376052"/>
                </a:cubicBezTo>
                <a:cubicBezTo>
                  <a:pt x="70824" y="3333829"/>
                  <a:pt x="71866" y="3292655"/>
                  <a:pt x="49211" y="3258300"/>
                </a:cubicBezTo>
                <a:cubicBezTo>
                  <a:pt x="36452" y="3258562"/>
                  <a:pt x="23953" y="3255612"/>
                  <a:pt x="11585" y="3255644"/>
                </a:cubicBezTo>
                <a:lnTo>
                  <a:pt x="0" y="3257564"/>
                </a:lnTo>
                <a:lnTo>
                  <a:pt x="0" y="3226203"/>
                </a:lnTo>
                <a:lnTo>
                  <a:pt x="19266" y="3237582"/>
                </a:lnTo>
                <a:cubicBezTo>
                  <a:pt x="24771" y="3180594"/>
                  <a:pt x="25903" y="3123239"/>
                  <a:pt x="22651" y="3066067"/>
                </a:cubicBezTo>
                <a:lnTo>
                  <a:pt x="0" y="3074280"/>
                </a:lnTo>
                <a:lnTo>
                  <a:pt x="0" y="3049309"/>
                </a:lnTo>
                <a:lnTo>
                  <a:pt x="22391" y="3050332"/>
                </a:lnTo>
                <a:cubicBezTo>
                  <a:pt x="20047" y="3027778"/>
                  <a:pt x="18745" y="3006798"/>
                  <a:pt x="41660" y="2995259"/>
                </a:cubicBezTo>
                <a:cubicBezTo>
                  <a:pt x="45826" y="2993947"/>
                  <a:pt x="45826" y="2986080"/>
                  <a:pt x="45826" y="2981621"/>
                </a:cubicBezTo>
                <a:cubicBezTo>
                  <a:pt x="44389" y="2942860"/>
                  <a:pt x="47272" y="2904073"/>
                  <a:pt x="54419" y="2865967"/>
                </a:cubicBezTo>
                <a:cubicBezTo>
                  <a:pt x="57544" y="2840266"/>
                  <a:pt x="52076" y="2833972"/>
                  <a:pt x="26036" y="2825055"/>
                </a:cubicBezTo>
                <a:cubicBezTo>
                  <a:pt x="27338" y="2811156"/>
                  <a:pt x="29942" y="2798305"/>
                  <a:pt x="29942" y="2784931"/>
                </a:cubicBezTo>
                <a:cubicBezTo>
                  <a:pt x="29583" y="2777141"/>
                  <a:pt x="28448" y="2769405"/>
                  <a:pt x="26557" y="2761852"/>
                </a:cubicBezTo>
                <a:cubicBezTo>
                  <a:pt x="19006" y="2764737"/>
                  <a:pt x="11454" y="2767884"/>
                  <a:pt x="3122" y="2771031"/>
                </a:cubicBezTo>
                <a:lnTo>
                  <a:pt x="3122" y="2649607"/>
                </a:lnTo>
                <a:cubicBezTo>
                  <a:pt x="10152" y="2650394"/>
                  <a:pt x="15881" y="2651967"/>
                  <a:pt x="23432" y="2651967"/>
                </a:cubicBezTo>
                <a:lnTo>
                  <a:pt x="18224" y="2625742"/>
                </a:lnTo>
                <a:lnTo>
                  <a:pt x="39056" y="2625742"/>
                </a:lnTo>
                <a:cubicBezTo>
                  <a:pt x="41400" y="2600303"/>
                  <a:pt x="43743" y="2576176"/>
                  <a:pt x="10933" y="2562276"/>
                </a:cubicBezTo>
                <a:lnTo>
                  <a:pt x="33848" y="2553360"/>
                </a:lnTo>
                <a:cubicBezTo>
                  <a:pt x="33588" y="2527921"/>
                  <a:pt x="39056" y="2502220"/>
                  <a:pt x="21870" y="2488845"/>
                </a:cubicBezTo>
                <a:cubicBezTo>
                  <a:pt x="23693" y="2455538"/>
                  <a:pt x="26297" y="2429313"/>
                  <a:pt x="26297" y="2403087"/>
                </a:cubicBezTo>
                <a:cubicBezTo>
                  <a:pt x="24734" y="2367421"/>
                  <a:pt x="20308" y="2332803"/>
                  <a:pt x="16662" y="2298186"/>
                </a:cubicBezTo>
                <a:cubicBezTo>
                  <a:pt x="14058" y="2273796"/>
                  <a:pt x="14839" y="2249669"/>
                  <a:pt x="9892" y="2225017"/>
                </a:cubicBezTo>
                <a:cubicBezTo>
                  <a:pt x="3965" y="2199053"/>
                  <a:pt x="4502" y="2172041"/>
                  <a:pt x="11454" y="2146340"/>
                </a:cubicBezTo>
                <a:cubicBezTo>
                  <a:pt x="20586" y="2115289"/>
                  <a:pt x="22370" y="2082507"/>
                  <a:pt x="16662" y="2050617"/>
                </a:cubicBezTo>
                <a:cubicBezTo>
                  <a:pt x="8113" y="2016341"/>
                  <a:pt x="6345" y="1980700"/>
                  <a:pt x="11454" y="1945716"/>
                </a:cubicBezTo>
                <a:cubicBezTo>
                  <a:pt x="16680" y="1897749"/>
                  <a:pt x="18508" y="1849442"/>
                  <a:pt x="16923" y="1801213"/>
                </a:cubicBezTo>
                <a:lnTo>
                  <a:pt x="19526" y="1726733"/>
                </a:lnTo>
                <a:cubicBezTo>
                  <a:pt x="23693" y="1632583"/>
                  <a:pt x="28380" y="1538172"/>
                  <a:pt x="31765" y="1443760"/>
                </a:cubicBezTo>
                <a:cubicBezTo>
                  <a:pt x="32286" y="1422780"/>
                  <a:pt x="28120" y="1401537"/>
                  <a:pt x="28120" y="1380557"/>
                </a:cubicBezTo>
                <a:cubicBezTo>
                  <a:pt x="31591" y="1274422"/>
                  <a:pt x="35585" y="1168917"/>
                  <a:pt x="40098" y="1064015"/>
                </a:cubicBezTo>
                <a:cubicBezTo>
                  <a:pt x="42405" y="957199"/>
                  <a:pt x="51102" y="850619"/>
                  <a:pt x="66137" y="744851"/>
                </a:cubicBezTo>
                <a:cubicBezTo>
                  <a:pt x="75772" y="684533"/>
                  <a:pt x="83844" y="622378"/>
                  <a:pt x="60929" y="561273"/>
                </a:cubicBezTo>
                <a:cubicBezTo>
                  <a:pt x="56656" y="546980"/>
                  <a:pt x="54464" y="532137"/>
                  <a:pt x="54419" y="517214"/>
                </a:cubicBezTo>
                <a:cubicBezTo>
                  <a:pt x="51295" y="476827"/>
                  <a:pt x="50514" y="439587"/>
                  <a:pt x="45566" y="398151"/>
                </a:cubicBezTo>
                <a:cubicBezTo>
                  <a:pt x="40618" y="356714"/>
                  <a:pt x="28380" y="316327"/>
                  <a:pt x="19526" y="275153"/>
                </a:cubicBezTo>
                <a:cubicBezTo>
                  <a:pt x="12105" y="247617"/>
                  <a:pt x="7223" y="219424"/>
                  <a:pt x="4944" y="190970"/>
                </a:cubicBezTo>
                <a:lnTo>
                  <a:pt x="0" y="16252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D7DF69-3DBC-37F0-6916-A091DC8098B0}"/>
              </a:ext>
            </a:extLst>
          </p:cNvPr>
          <p:cNvSpPr/>
          <p:nvPr userDrawn="1"/>
        </p:nvSpPr>
        <p:spPr>
          <a:xfrm rot="239088">
            <a:off x="7226809" y="975130"/>
            <a:ext cx="4195915" cy="5136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F9A9370-94EE-97E9-025F-45F93A3A8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19846" y="1018310"/>
            <a:ext cx="4220164" cy="5027983"/>
          </a:xfrm>
          <a:custGeom>
            <a:avLst/>
            <a:gdLst>
              <a:gd name="connsiteX0" fmla="*/ 598839 w 4220164"/>
              <a:gd name="connsiteY0" fmla="*/ 4759981 h 5027983"/>
              <a:gd name="connsiteX1" fmla="*/ 576479 w 4220164"/>
              <a:gd name="connsiteY1" fmla="*/ 4776007 h 5027983"/>
              <a:gd name="connsiteX2" fmla="*/ 628789 w 4220164"/>
              <a:gd name="connsiteY2" fmla="*/ 4784389 h 5027983"/>
              <a:gd name="connsiteX3" fmla="*/ 598839 w 4220164"/>
              <a:gd name="connsiteY3" fmla="*/ 4759981 h 5027983"/>
              <a:gd name="connsiteX4" fmla="*/ 373684 w 4220164"/>
              <a:gd name="connsiteY4" fmla="*/ 4716452 h 5027983"/>
              <a:gd name="connsiteX5" fmla="*/ 348416 w 4220164"/>
              <a:gd name="connsiteY5" fmla="*/ 4724476 h 5027983"/>
              <a:gd name="connsiteX6" fmla="*/ 386820 w 4220164"/>
              <a:gd name="connsiteY6" fmla="*/ 4731430 h 5027983"/>
              <a:gd name="connsiteX7" fmla="*/ 373684 w 4220164"/>
              <a:gd name="connsiteY7" fmla="*/ 4716452 h 5027983"/>
              <a:gd name="connsiteX8" fmla="*/ 235282 w 4220164"/>
              <a:gd name="connsiteY8" fmla="*/ 4707998 h 5027983"/>
              <a:gd name="connsiteX9" fmla="*/ 213526 w 4220164"/>
              <a:gd name="connsiteY9" fmla="*/ 4760386 h 5027983"/>
              <a:gd name="connsiteX10" fmla="*/ 235282 w 4220164"/>
              <a:gd name="connsiteY10" fmla="*/ 4707998 h 5027983"/>
              <a:gd name="connsiteX11" fmla="*/ 484964 w 4220164"/>
              <a:gd name="connsiteY11" fmla="*/ 4706370 h 5027983"/>
              <a:gd name="connsiteX12" fmla="*/ 499809 w 4220164"/>
              <a:gd name="connsiteY12" fmla="*/ 4735349 h 5027983"/>
              <a:gd name="connsiteX13" fmla="*/ 508314 w 4220164"/>
              <a:gd name="connsiteY13" fmla="*/ 4716106 h 5027983"/>
              <a:gd name="connsiteX14" fmla="*/ 509886 w 4220164"/>
              <a:gd name="connsiteY14" fmla="*/ 4716761 h 5027983"/>
              <a:gd name="connsiteX15" fmla="*/ 508656 w 4220164"/>
              <a:gd name="connsiteY15" fmla="*/ 4715332 h 5027983"/>
              <a:gd name="connsiteX16" fmla="*/ 508314 w 4220164"/>
              <a:gd name="connsiteY16" fmla="*/ 4716106 h 5027983"/>
              <a:gd name="connsiteX17" fmla="*/ 572790 w 4220164"/>
              <a:gd name="connsiteY17" fmla="*/ 4683423 h 5027983"/>
              <a:gd name="connsiteX18" fmla="*/ 569290 w 4220164"/>
              <a:gd name="connsiteY18" fmla="*/ 4696187 h 5027983"/>
              <a:gd name="connsiteX19" fmla="*/ 620654 w 4220164"/>
              <a:gd name="connsiteY19" fmla="*/ 4694758 h 5027983"/>
              <a:gd name="connsiteX20" fmla="*/ 572790 w 4220164"/>
              <a:gd name="connsiteY20" fmla="*/ 4683423 h 5027983"/>
              <a:gd name="connsiteX21" fmla="*/ 528048 w 4220164"/>
              <a:gd name="connsiteY21" fmla="*/ 4654277 h 5027983"/>
              <a:gd name="connsiteX22" fmla="*/ 500659 w 4220164"/>
              <a:gd name="connsiteY22" fmla="*/ 4695506 h 5027983"/>
              <a:gd name="connsiteX23" fmla="*/ 509472 w 4220164"/>
              <a:gd name="connsiteY23" fmla="*/ 4715691 h 5027983"/>
              <a:gd name="connsiteX24" fmla="*/ 508751 w 4220164"/>
              <a:gd name="connsiteY24" fmla="*/ 4715428 h 5027983"/>
              <a:gd name="connsiteX25" fmla="*/ 509980 w 4220164"/>
              <a:gd name="connsiteY25" fmla="*/ 4716856 h 5027983"/>
              <a:gd name="connsiteX26" fmla="*/ 509472 w 4220164"/>
              <a:gd name="connsiteY26" fmla="*/ 4715691 h 5027983"/>
              <a:gd name="connsiteX27" fmla="*/ 529286 w 4220164"/>
              <a:gd name="connsiteY27" fmla="*/ 4722927 h 5027983"/>
              <a:gd name="connsiteX28" fmla="*/ 528048 w 4220164"/>
              <a:gd name="connsiteY28" fmla="*/ 4654277 h 5027983"/>
              <a:gd name="connsiteX29" fmla="*/ 123095 w 4220164"/>
              <a:gd name="connsiteY29" fmla="*/ 4650276 h 5027983"/>
              <a:gd name="connsiteX30" fmla="*/ 141068 w 4220164"/>
              <a:gd name="connsiteY30" fmla="*/ 4691901 h 5027983"/>
              <a:gd name="connsiteX31" fmla="*/ 123095 w 4220164"/>
              <a:gd name="connsiteY31" fmla="*/ 4650276 h 5027983"/>
              <a:gd name="connsiteX32" fmla="*/ 305558 w 4220164"/>
              <a:gd name="connsiteY32" fmla="*/ 4632834 h 5027983"/>
              <a:gd name="connsiteX33" fmla="*/ 285795 w 4220164"/>
              <a:gd name="connsiteY33" fmla="*/ 4645323 h 5027983"/>
              <a:gd name="connsiteX34" fmla="*/ 295657 w 4220164"/>
              <a:gd name="connsiteY34" fmla="*/ 4671112 h 5027983"/>
              <a:gd name="connsiteX35" fmla="*/ 322574 w 4220164"/>
              <a:gd name="connsiteY35" fmla="*/ 4682630 h 5027983"/>
              <a:gd name="connsiteX36" fmla="*/ 322119 w 4220164"/>
              <a:gd name="connsiteY36" fmla="*/ 4684376 h 5027983"/>
              <a:gd name="connsiteX37" fmla="*/ 323538 w 4220164"/>
              <a:gd name="connsiteY37" fmla="*/ 4683042 h 5027983"/>
              <a:gd name="connsiteX38" fmla="*/ 346145 w 4220164"/>
              <a:gd name="connsiteY38" fmla="*/ 4710189 h 5027983"/>
              <a:gd name="connsiteX39" fmla="*/ 323538 w 4220164"/>
              <a:gd name="connsiteY39" fmla="*/ 4683042 h 5027983"/>
              <a:gd name="connsiteX40" fmla="*/ 322574 w 4220164"/>
              <a:gd name="connsiteY40" fmla="*/ 4682630 h 5027983"/>
              <a:gd name="connsiteX41" fmla="*/ 328269 w 4220164"/>
              <a:gd name="connsiteY41" fmla="*/ 4660754 h 5027983"/>
              <a:gd name="connsiteX42" fmla="*/ 305558 w 4220164"/>
              <a:gd name="connsiteY42" fmla="*/ 4632834 h 5027983"/>
              <a:gd name="connsiteX43" fmla="*/ 203322 w 4220164"/>
              <a:gd name="connsiteY43" fmla="*/ 4600175 h 5027983"/>
              <a:gd name="connsiteX44" fmla="*/ 179472 w 4220164"/>
              <a:gd name="connsiteY44" fmla="*/ 4612081 h 5027983"/>
              <a:gd name="connsiteX45" fmla="*/ 219012 w 4220164"/>
              <a:gd name="connsiteY45" fmla="*/ 4613129 h 5027983"/>
              <a:gd name="connsiteX46" fmla="*/ 203322 w 4220164"/>
              <a:gd name="connsiteY46" fmla="*/ 4600175 h 5027983"/>
              <a:gd name="connsiteX47" fmla="*/ 311524 w 4220164"/>
              <a:gd name="connsiteY47" fmla="*/ 4578839 h 5027983"/>
              <a:gd name="connsiteX48" fmla="*/ 299511 w 4220164"/>
              <a:gd name="connsiteY48" fmla="*/ 4632369 h 5027983"/>
              <a:gd name="connsiteX49" fmla="*/ 311524 w 4220164"/>
              <a:gd name="connsiteY49" fmla="*/ 4578839 h 5027983"/>
              <a:gd name="connsiteX50" fmla="*/ 89893 w 4220164"/>
              <a:gd name="connsiteY50" fmla="*/ 4557884 h 5027983"/>
              <a:gd name="connsiteX51" fmla="*/ 70596 w 4220164"/>
              <a:gd name="connsiteY51" fmla="*/ 4566837 h 5027983"/>
              <a:gd name="connsiteX52" fmla="*/ 39758 w 4220164"/>
              <a:gd name="connsiteY52" fmla="*/ 4577315 h 5027983"/>
              <a:gd name="connsiteX53" fmla="*/ 17245 w 4220164"/>
              <a:gd name="connsiteY53" fmla="*/ 4615986 h 5027983"/>
              <a:gd name="connsiteX54" fmla="*/ 49123 w 4220164"/>
              <a:gd name="connsiteY54" fmla="*/ 4613796 h 5027983"/>
              <a:gd name="connsiteX55" fmla="*/ 85541 w 4220164"/>
              <a:gd name="connsiteY55" fmla="*/ 4606366 h 5027983"/>
              <a:gd name="connsiteX56" fmla="*/ 89893 w 4220164"/>
              <a:gd name="connsiteY56" fmla="*/ 4557884 h 5027983"/>
              <a:gd name="connsiteX57" fmla="*/ 391586 w 4220164"/>
              <a:gd name="connsiteY57" fmla="*/ 4552133 h 5027983"/>
              <a:gd name="connsiteX58" fmla="*/ 362037 w 4220164"/>
              <a:gd name="connsiteY58" fmla="*/ 4566456 h 5027983"/>
              <a:gd name="connsiteX59" fmla="*/ 410847 w 4220164"/>
              <a:gd name="connsiteY59" fmla="*/ 4572743 h 5027983"/>
              <a:gd name="connsiteX60" fmla="*/ 391586 w 4220164"/>
              <a:gd name="connsiteY60" fmla="*/ 4552133 h 5027983"/>
              <a:gd name="connsiteX61" fmla="*/ 238416 w 4220164"/>
              <a:gd name="connsiteY61" fmla="*/ 4540787 h 5027983"/>
              <a:gd name="connsiteX62" fmla="*/ 213810 w 4220164"/>
              <a:gd name="connsiteY62" fmla="*/ 4551693 h 5027983"/>
              <a:gd name="connsiteX63" fmla="*/ 253444 w 4220164"/>
              <a:gd name="connsiteY63" fmla="*/ 4559598 h 5027983"/>
              <a:gd name="connsiteX64" fmla="*/ 238416 w 4220164"/>
              <a:gd name="connsiteY64" fmla="*/ 4540787 h 5027983"/>
              <a:gd name="connsiteX65" fmla="*/ 446981 w 4220164"/>
              <a:gd name="connsiteY65" fmla="*/ 4519308 h 5027983"/>
              <a:gd name="connsiteX66" fmla="*/ 420874 w 4220164"/>
              <a:gd name="connsiteY66" fmla="*/ 4527975 h 5027983"/>
              <a:gd name="connsiteX67" fmla="*/ 451900 w 4220164"/>
              <a:gd name="connsiteY67" fmla="*/ 4599889 h 5027983"/>
              <a:gd name="connsiteX68" fmla="*/ 460508 w 4220164"/>
              <a:gd name="connsiteY68" fmla="*/ 4625988 h 5027983"/>
              <a:gd name="connsiteX69" fmla="*/ 486332 w 4220164"/>
              <a:gd name="connsiteY69" fmla="*/ 4619225 h 5027983"/>
              <a:gd name="connsiteX70" fmla="*/ 540061 w 4220164"/>
              <a:gd name="connsiteY70" fmla="*/ 4598270 h 5027983"/>
              <a:gd name="connsiteX71" fmla="*/ 546399 w 4220164"/>
              <a:gd name="connsiteY71" fmla="*/ 4547216 h 5027983"/>
              <a:gd name="connsiteX72" fmla="*/ 446981 w 4220164"/>
              <a:gd name="connsiteY72" fmla="*/ 4519308 h 5027983"/>
              <a:gd name="connsiteX73" fmla="*/ 578513 w 4220164"/>
              <a:gd name="connsiteY73" fmla="*/ 4495174 h 5027983"/>
              <a:gd name="connsiteX74" fmla="*/ 544696 w 4220164"/>
              <a:gd name="connsiteY74" fmla="*/ 4507401 h 5027983"/>
              <a:gd name="connsiteX75" fmla="*/ 596722 w 4220164"/>
              <a:gd name="connsiteY75" fmla="*/ 4520165 h 5027983"/>
              <a:gd name="connsiteX76" fmla="*/ 578513 w 4220164"/>
              <a:gd name="connsiteY76" fmla="*/ 4495174 h 5027983"/>
              <a:gd name="connsiteX77" fmla="*/ 128109 w 4220164"/>
              <a:gd name="connsiteY77" fmla="*/ 4487054 h 5027983"/>
              <a:gd name="connsiteX78" fmla="*/ 102474 w 4220164"/>
              <a:gd name="connsiteY78" fmla="*/ 4496828 h 5027983"/>
              <a:gd name="connsiteX79" fmla="*/ 140973 w 4220164"/>
              <a:gd name="connsiteY79" fmla="*/ 4505496 h 5027983"/>
              <a:gd name="connsiteX80" fmla="*/ 128109 w 4220164"/>
              <a:gd name="connsiteY80" fmla="*/ 4487054 h 5027983"/>
              <a:gd name="connsiteX81" fmla="*/ 653703 w 4220164"/>
              <a:gd name="connsiteY81" fmla="*/ 4486589 h 5027983"/>
              <a:gd name="connsiteX82" fmla="*/ 617816 w 4220164"/>
              <a:gd name="connsiteY82" fmla="*/ 4500829 h 5027983"/>
              <a:gd name="connsiteX83" fmla="*/ 682140 w 4220164"/>
              <a:gd name="connsiteY83" fmla="*/ 4506639 h 5027983"/>
              <a:gd name="connsiteX84" fmla="*/ 653703 w 4220164"/>
              <a:gd name="connsiteY84" fmla="*/ 4486589 h 5027983"/>
              <a:gd name="connsiteX85" fmla="*/ 165567 w 4220164"/>
              <a:gd name="connsiteY85" fmla="*/ 4454395 h 5027983"/>
              <a:gd name="connsiteX86" fmla="*/ 143905 w 4220164"/>
              <a:gd name="connsiteY86" fmla="*/ 4465777 h 5027983"/>
              <a:gd name="connsiteX87" fmla="*/ 183256 w 4220164"/>
              <a:gd name="connsiteY87" fmla="*/ 4469015 h 5027983"/>
              <a:gd name="connsiteX88" fmla="*/ 165567 w 4220164"/>
              <a:gd name="connsiteY88" fmla="*/ 4454395 h 5027983"/>
              <a:gd name="connsiteX89" fmla="*/ 312659 w 4220164"/>
              <a:gd name="connsiteY89" fmla="*/ 4425962 h 5027983"/>
              <a:gd name="connsiteX90" fmla="*/ 286930 w 4220164"/>
              <a:gd name="connsiteY90" fmla="*/ 4518641 h 5027983"/>
              <a:gd name="connsiteX91" fmla="*/ 356078 w 4220164"/>
              <a:gd name="connsiteY91" fmla="*/ 4481684 h 5027983"/>
              <a:gd name="connsiteX92" fmla="*/ 312659 w 4220164"/>
              <a:gd name="connsiteY92" fmla="*/ 4425962 h 5027983"/>
              <a:gd name="connsiteX93" fmla="*/ 218350 w 4220164"/>
              <a:gd name="connsiteY93" fmla="*/ 4412627 h 5027983"/>
              <a:gd name="connsiteX94" fmla="*/ 206999 w 4220164"/>
              <a:gd name="connsiteY94" fmla="*/ 4465491 h 5027983"/>
              <a:gd name="connsiteX95" fmla="*/ 218350 w 4220164"/>
              <a:gd name="connsiteY95" fmla="*/ 4412627 h 5027983"/>
              <a:gd name="connsiteX96" fmla="*/ 454041 w 4220164"/>
              <a:gd name="connsiteY96" fmla="*/ 4391815 h 5027983"/>
              <a:gd name="connsiteX97" fmla="*/ 428630 w 4220164"/>
              <a:gd name="connsiteY97" fmla="*/ 4459490 h 5027983"/>
              <a:gd name="connsiteX98" fmla="*/ 516318 w 4220164"/>
              <a:gd name="connsiteY98" fmla="*/ 4486256 h 5027983"/>
              <a:gd name="connsiteX99" fmla="*/ 478292 w 4220164"/>
              <a:gd name="connsiteY99" fmla="*/ 4443203 h 5027983"/>
              <a:gd name="connsiteX100" fmla="*/ 454041 w 4220164"/>
              <a:gd name="connsiteY100" fmla="*/ 4391815 h 5027983"/>
              <a:gd name="connsiteX101" fmla="*/ 308970 w 4220164"/>
              <a:gd name="connsiteY101" fmla="*/ 4350810 h 5027983"/>
              <a:gd name="connsiteX102" fmla="*/ 303957 w 4220164"/>
              <a:gd name="connsiteY102" fmla="*/ 4388434 h 5027983"/>
              <a:gd name="connsiteX103" fmla="*/ 308970 w 4220164"/>
              <a:gd name="connsiteY103" fmla="*/ 4350810 h 5027983"/>
              <a:gd name="connsiteX104" fmla="*/ 147973 w 4220164"/>
              <a:gd name="connsiteY104" fmla="*/ 4332046 h 5027983"/>
              <a:gd name="connsiteX105" fmla="*/ 136149 w 4220164"/>
              <a:gd name="connsiteY105" fmla="*/ 4339856 h 5027983"/>
              <a:gd name="connsiteX106" fmla="*/ 140689 w 4220164"/>
              <a:gd name="connsiteY106" fmla="*/ 4372337 h 5027983"/>
              <a:gd name="connsiteX107" fmla="*/ 168594 w 4220164"/>
              <a:gd name="connsiteY107" fmla="*/ 4353953 h 5027983"/>
              <a:gd name="connsiteX108" fmla="*/ 147973 w 4220164"/>
              <a:gd name="connsiteY108" fmla="*/ 4332046 h 5027983"/>
              <a:gd name="connsiteX109" fmla="*/ 572790 w 4220164"/>
              <a:gd name="connsiteY109" fmla="*/ 4303471 h 5027983"/>
              <a:gd name="connsiteX110" fmla="*/ 555953 w 4220164"/>
              <a:gd name="connsiteY110" fmla="*/ 4345286 h 5027983"/>
              <a:gd name="connsiteX111" fmla="*/ 589060 w 4220164"/>
              <a:gd name="connsiteY111" fmla="*/ 4348143 h 5027983"/>
              <a:gd name="connsiteX112" fmla="*/ 572790 w 4220164"/>
              <a:gd name="connsiteY112" fmla="*/ 4303471 h 5027983"/>
              <a:gd name="connsiteX113" fmla="*/ 394057 w 4220164"/>
              <a:gd name="connsiteY113" fmla="*/ 4301673 h 5027983"/>
              <a:gd name="connsiteX114" fmla="*/ 380861 w 4220164"/>
              <a:gd name="connsiteY114" fmla="*/ 4320425 h 5027983"/>
              <a:gd name="connsiteX115" fmla="*/ 414820 w 4220164"/>
              <a:gd name="connsiteY115" fmla="*/ 4374527 h 5027983"/>
              <a:gd name="connsiteX116" fmla="*/ 426549 w 4220164"/>
              <a:gd name="connsiteY116" fmla="*/ 4359192 h 5027983"/>
              <a:gd name="connsiteX117" fmla="*/ 414914 w 4220164"/>
              <a:gd name="connsiteY117" fmla="*/ 4310138 h 5027983"/>
              <a:gd name="connsiteX118" fmla="*/ 394057 w 4220164"/>
              <a:gd name="connsiteY118" fmla="*/ 4301673 h 5027983"/>
              <a:gd name="connsiteX119" fmla="*/ 178621 w 4220164"/>
              <a:gd name="connsiteY119" fmla="*/ 4283563 h 5027983"/>
              <a:gd name="connsiteX120" fmla="*/ 152040 w 4220164"/>
              <a:gd name="connsiteY120" fmla="*/ 4312424 h 5027983"/>
              <a:gd name="connsiteX121" fmla="*/ 201513 w 4220164"/>
              <a:gd name="connsiteY121" fmla="*/ 4315853 h 5027983"/>
              <a:gd name="connsiteX122" fmla="*/ 178621 w 4220164"/>
              <a:gd name="connsiteY122" fmla="*/ 4283563 h 5027983"/>
              <a:gd name="connsiteX123" fmla="*/ 298565 w 4220164"/>
              <a:gd name="connsiteY123" fmla="*/ 4278515 h 5027983"/>
              <a:gd name="connsiteX124" fmla="*/ 289200 w 4220164"/>
              <a:gd name="connsiteY124" fmla="*/ 4339094 h 5027983"/>
              <a:gd name="connsiteX125" fmla="*/ 298565 w 4220164"/>
              <a:gd name="connsiteY125" fmla="*/ 4278515 h 5027983"/>
              <a:gd name="connsiteX126" fmla="*/ 589155 w 4220164"/>
              <a:gd name="connsiteY126" fmla="*/ 4247845 h 5027983"/>
              <a:gd name="connsiteX127" fmla="*/ 564493 w 4220164"/>
              <a:gd name="connsiteY127" fmla="*/ 4286529 h 5027983"/>
              <a:gd name="connsiteX128" fmla="*/ 572883 w 4220164"/>
              <a:gd name="connsiteY128" fmla="*/ 4303467 h 5027983"/>
              <a:gd name="connsiteX129" fmla="*/ 572223 w 4220164"/>
              <a:gd name="connsiteY129" fmla="*/ 4303376 h 5027983"/>
              <a:gd name="connsiteX130" fmla="*/ 572885 w 4220164"/>
              <a:gd name="connsiteY130" fmla="*/ 4303471 h 5027983"/>
              <a:gd name="connsiteX131" fmla="*/ 572883 w 4220164"/>
              <a:gd name="connsiteY131" fmla="*/ 4303467 h 5027983"/>
              <a:gd name="connsiteX132" fmla="*/ 589459 w 4220164"/>
              <a:gd name="connsiteY132" fmla="*/ 4305748 h 5027983"/>
              <a:gd name="connsiteX133" fmla="*/ 589155 w 4220164"/>
              <a:gd name="connsiteY133" fmla="*/ 4247845 h 5027983"/>
              <a:gd name="connsiteX134" fmla="*/ 139270 w 4220164"/>
              <a:gd name="connsiteY134" fmla="*/ 4215364 h 5027983"/>
              <a:gd name="connsiteX135" fmla="*/ 137662 w 4220164"/>
              <a:gd name="connsiteY135" fmla="*/ 4254036 h 5027983"/>
              <a:gd name="connsiteX136" fmla="*/ 139270 w 4220164"/>
              <a:gd name="connsiteY136" fmla="*/ 4215364 h 5027983"/>
              <a:gd name="connsiteX137" fmla="*/ 384645 w 4220164"/>
              <a:gd name="connsiteY137" fmla="*/ 4195362 h 5027983"/>
              <a:gd name="connsiteX138" fmla="*/ 365821 w 4220164"/>
              <a:gd name="connsiteY138" fmla="*/ 4252798 h 5027983"/>
              <a:gd name="connsiteX139" fmla="*/ 384645 w 4220164"/>
              <a:gd name="connsiteY139" fmla="*/ 4195362 h 5027983"/>
              <a:gd name="connsiteX140" fmla="*/ 501796 w 4220164"/>
              <a:gd name="connsiteY140" fmla="*/ 4181567 h 5027983"/>
              <a:gd name="connsiteX141" fmla="*/ 516507 w 4220164"/>
              <a:gd name="connsiteY141" fmla="*/ 4196314 h 5027983"/>
              <a:gd name="connsiteX142" fmla="*/ 518778 w 4220164"/>
              <a:gd name="connsiteY142" fmla="*/ 4183551 h 5027983"/>
              <a:gd name="connsiteX143" fmla="*/ 501796 w 4220164"/>
              <a:gd name="connsiteY143" fmla="*/ 4181567 h 5027983"/>
              <a:gd name="connsiteX144" fmla="*/ 293930 w 4220164"/>
              <a:gd name="connsiteY144" fmla="*/ 4167930 h 5027983"/>
              <a:gd name="connsiteX145" fmla="*/ 294119 w 4220164"/>
              <a:gd name="connsiteY145" fmla="*/ 4200982 h 5027983"/>
              <a:gd name="connsiteX146" fmla="*/ 293930 w 4220164"/>
              <a:gd name="connsiteY146" fmla="*/ 4167930 h 5027983"/>
              <a:gd name="connsiteX147" fmla="*/ 68620 w 4220164"/>
              <a:gd name="connsiteY147" fmla="*/ 4156661 h 5027983"/>
              <a:gd name="connsiteX148" fmla="*/ 45245 w 4220164"/>
              <a:gd name="connsiteY148" fmla="*/ 4167454 h 5027983"/>
              <a:gd name="connsiteX149" fmla="*/ 65866 w 4220164"/>
              <a:gd name="connsiteY149" fmla="*/ 4202791 h 5027983"/>
              <a:gd name="connsiteX150" fmla="*/ 68620 w 4220164"/>
              <a:gd name="connsiteY150" fmla="*/ 4156661 h 5027983"/>
              <a:gd name="connsiteX151" fmla="*/ 209659 w 4220164"/>
              <a:gd name="connsiteY151" fmla="*/ 4099612 h 5027983"/>
              <a:gd name="connsiteX152" fmla="*/ 198013 w 4220164"/>
              <a:gd name="connsiteY152" fmla="*/ 4107732 h 5027983"/>
              <a:gd name="connsiteX153" fmla="*/ 215985 w 4220164"/>
              <a:gd name="connsiteY153" fmla="*/ 4134973 h 5027983"/>
              <a:gd name="connsiteX154" fmla="*/ 238404 w 4220164"/>
              <a:gd name="connsiteY154" fmla="*/ 4116114 h 5027983"/>
              <a:gd name="connsiteX155" fmla="*/ 209659 w 4220164"/>
              <a:gd name="connsiteY155" fmla="*/ 4099612 h 5027983"/>
              <a:gd name="connsiteX156" fmla="*/ 411036 w 4220164"/>
              <a:gd name="connsiteY156" fmla="*/ 4098683 h 5027983"/>
              <a:gd name="connsiteX157" fmla="*/ 384928 w 4220164"/>
              <a:gd name="connsiteY157" fmla="*/ 4117352 h 5027983"/>
              <a:gd name="connsiteX158" fmla="*/ 426266 w 4220164"/>
              <a:gd name="connsiteY158" fmla="*/ 4123924 h 5027983"/>
              <a:gd name="connsiteX159" fmla="*/ 411036 w 4220164"/>
              <a:gd name="connsiteY159" fmla="*/ 4098683 h 5027983"/>
              <a:gd name="connsiteX160" fmla="*/ 331380 w 4220164"/>
              <a:gd name="connsiteY160" fmla="*/ 0 h 5027983"/>
              <a:gd name="connsiteX161" fmla="*/ 4220164 w 4220164"/>
              <a:gd name="connsiteY161" fmla="*/ 270894 h 5027983"/>
              <a:gd name="connsiteX162" fmla="*/ 3888784 w 4220164"/>
              <a:gd name="connsiteY162" fmla="*/ 5027983 h 5027983"/>
              <a:gd name="connsiteX163" fmla="*/ 389967 w 4220164"/>
              <a:gd name="connsiteY163" fmla="*/ 4784254 h 5027983"/>
              <a:gd name="connsiteX164" fmla="*/ 378307 w 4220164"/>
              <a:gd name="connsiteY164" fmla="*/ 4770292 h 5027983"/>
              <a:gd name="connsiteX165" fmla="*/ 370038 w 4220164"/>
              <a:gd name="connsiteY165" fmla="*/ 4782866 h 5027983"/>
              <a:gd name="connsiteX166" fmla="*/ 53464 w 4220164"/>
              <a:gd name="connsiteY166" fmla="*/ 4760814 h 5027983"/>
              <a:gd name="connsiteX167" fmla="*/ 42502 w 4220164"/>
              <a:gd name="connsiteY167" fmla="*/ 4742574 h 5027983"/>
              <a:gd name="connsiteX168" fmla="*/ 29389 w 4220164"/>
              <a:gd name="connsiteY168" fmla="*/ 4755780 h 5027983"/>
              <a:gd name="connsiteX169" fmla="*/ 27992 w 4220164"/>
              <a:gd name="connsiteY169" fmla="*/ 4759039 h 5027983"/>
              <a:gd name="connsiteX170" fmla="*/ 0 w 4220164"/>
              <a:gd name="connsiteY170" fmla="*/ 4757089 h 5027983"/>
              <a:gd name="connsiteX171" fmla="*/ 16034 w 4220164"/>
              <a:gd name="connsiteY171" fmla="*/ 4526915 h 5027983"/>
              <a:gd name="connsiteX172" fmla="*/ 16299 w 4220164"/>
              <a:gd name="connsiteY172" fmla="*/ 4527785 h 5027983"/>
              <a:gd name="connsiteX173" fmla="*/ 22874 w 4220164"/>
              <a:gd name="connsiteY173" fmla="*/ 4486173 h 5027983"/>
              <a:gd name="connsiteX174" fmla="*/ 18908 w 4220164"/>
              <a:gd name="connsiteY174" fmla="*/ 4485668 h 5027983"/>
              <a:gd name="connsiteX175" fmla="*/ 23213 w 4220164"/>
              <a:gd name="connsiteY175" fmla="*/ 4423857 h 5027983"/>
              <a:gd name="connsiteX176" fmla="*/ 30520 w 4220164"/>
              <a:gd name="connsiteY176" fmla="*/ 4425619 h 5027983"/>
              <a:gd name="connsiteX177" fmla="*/ 44110 w 4220164"/>
              <a:gd name="connsiteY177" fmla="*/ 4411294 h 5027983"/>
              <a:gd name="connsiteX178" fmla="*/ 26515 w 4220164"/>
              <a:gd name="connsiteY178" fmla="*/ 4382588 h 5027983"/>
              <a:gd name="connsiteX179" fmla="*/ 26090 w 4220164"/>
              <a:gd name="connsiteY179" fmla="*/ 4382564 h 5027983"/>
              <a:gd name="connsiteX180" fmla="*/ 32520 w 4220164"/>
              <a:gd name="connsiteY180" fmla="*/ 4290259 h 5027983"/>
              <a:gd name="connsiteX181" fmla="*/ 39142 w 4220164"/>
              <a:gd name="connsiteY181" fmla="*/ 4290346 h 5027983"/>
              <a:gd name="connsiteX182" fmla="*/ 59055 w 4220164"/>
              <a:gd name="connsiteY182" fmla="*/ 4242701 h 5027983"/>
              <a:gd name="connsiteX183" fmla="*/ 36087 w 4220164"/>
              <a:gd name="connsiteY183" fmla="*/ 4247982 h 5027983"/>
              <a:gd name="connsiteX184" fmla="*/ 35446 w 4220164"/>
              <a:gd name="connsiteY184" fmla="*/ 4248250 h 502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</a:cxnLst>
            <a:rect l="l" t="t" r="r" b="b"/>
            <a:pathLst>
              <a:path w="4220164" h="5027983">
                <a:moveTo>
                  <a:pt x="598839" y="4759981"/>
                </a:moveTo>
                <a:cubicBezTo>
                  <a:pt x="588635" y="4756433"/>
                  <a:pt x="579696" y="4759624"/>
                  <a:pt x="576479" y="4776007"/>
                </a:cubicBezTo>
                <a:cubicBezTo>
                  <a:pt x="584993" y="4801819"/>
                  <a:pt x="603060" y="4798771"/>
                  <a:pt x="628789" y="4784389"/>
                </a:cubicBezTo>
                <a:cubicBezTo>
                  <a:pt x="620513" y="4773816"/>
                  <a:pt x="609044" y="4763529"/>
                  <a:pt x="598839" y="4759981"/>
                </a:cubicBezTo>
                <a:close/>
                <a:moveTo>
                  <a:pt x="373684" y="4716452"/>
                </a:moveTo>
                <a:cubicBezTo>
                  <a:pt x="366909" y="4716119"/>
                  <a:pt x="358112" y="4719619"/>
                  <a:pt x="348416" y="4724476"/>
                </a:cubicBezTo>
                <a:cubicBezTo>
                  <a:pt x="363645" y="4746384"/>
                  <a:pt x="372442" y="4752956"/>
                  <a:pt x="386820" y="4731430"/>
                </a:cubicBezTo>
                <a:cubicBezTo>
                  <a:pt x="385212" y="4720953"/>
                  <a:pt x="380459" y="4716786"/>
                  <a:pt x="373684" y="4716452"/>
                </a:cubicBezTo>
                <a:close/>
                <a:moveTo>
                  <a:pt x="235282" y="4707998"/>
                </a:moveTo>
                <a:cubicBezTo>
                  <a:pt x="203499" y="4702474"/>
                  <a:pt x="190067" y="4738192"/>
                  <a:pt x="213526" y="4760386"/>
                </a:cubicBezTo>
                <a:cubicBezTo>
                  <a:pt x="256376" y="4766958"/>
                  <a:pt x="261863" y="4726286"/>
                  <a:pt x="235282" y="4707998"/>
                </a:cubicBezTo>
                <a:close/>
                <a:moveTo>
                  <a:pt x="484964" y="4706370"/>
                </a:moveTo>
                <a:cubicBezTo>
                  <a:pt x="447452" y="4698523"/>
                  <a:pt x="479430" y="4759698"/>
                  <a:pt x="499809" y="4735349"/>
                </a:cubicBezTo>
                <a:lnTo>
                  <a:pt x="508314" y="4716106"/>
                </a:lnTo>
                <a:lnTo>
                  <a:pt x="509886" y="4716761"/>
                </a:lnTo>
                <a:cubicBezTo>
                  <a:pt x="509886" y="4716761"/>
                  <a:pt x="508751" y="4715428"/>
                  <a:pt x="508656" y="4715332"/>
                </a:cubicBezTo>
                <a:lnTo>
                  <a:pt x="508314" y="4716106"/>
                </a:lnTo>
                <a:close/>
                <a:moveTo>
                  <a:pt x="572790" y="4683423"/>
                </a:moveTo>
                <a:cubicBezTo>
                  <a:pt x="571655" y="4687710"/>
                  <a:pt x="570425" y="4691901"/>
                  <a:pt x="569290" y="4696187"/>
                </a:cubicBezTo>
                <a:cubicBezTo>
                  <a:pt x="581493" y="4719714"/>
                  <a:pt x="596911" y="4712761"/>
                  <a:pt x="620654" y="4694758"/>
                </a:cubicBezTo>
                <a:cubicBezTo>
                  <a:pt x="600411" y="4689996"/>
                  <a:pt x="586601" y="4686757"/>
                  <a:pt x="572790" y="4683423"/>
                </a:cubicBezTo>
                <a:close/>
                <a:moveTo>
                  <a:pt x="528048" y="4654277"/>
                </a:moveTo>
                <a:cubicBezTo>
                  <a:pt x="494988" y="4646777"/>
                  <a:pt x="493427" y="4672172"/>
                  <a:pt x="500659" y="4695506"/>
                </a:cubicBezTo>
                <a:lnTo>
                  <a:pt x="509472" y="4715691"/>
                </a:lnTo>
                <a:lnTo>
                  <a:pt x="508751" y="4715428"/>
                </a:lnTo>
                <a:cubicBezTo>
                  <a:pt x="508751" y="4715428"/>
                  <a:pt x="509886" y="4716761"/>
                  <a:pt x="509980" y="4716856"/>
                </a:cubicBezTo>
                <a:lnTo>
                  <a:pt x="509472" y="4715691"/>
                </a:lnTo>
                <a:lnTo>
                  <a:pt x="529286" y="4722927"/>
                </a:lnTo>
                <a:cubicBezTo>
                  <a:pt x="570861" y="4729286"/>
                  <a:pt x="568357" y="4663778"/>
                  <a:pt x="528048" y="4654277"/>
                </a:cubicBezTo>
                <a:close/>
                <a:moveTo>
                  <a:pt x="123095" y="4650276"/>
                </a:moveTo>
                <a:cubicBezTo>
                  <a:pt x="65866" y="4689043"/>
                  <a:pt x="112500" y="4734668"/>
                  <a:pt x="141068" y="4691901"/>
                </a:cubicBezTo>
                <a:cubicBezTo>
                  <a:pt x="140784" y="4680756"/>
                  <a:pt x="132270" y="4669898"/>
                  <a:pt x="123095" y="4650276"/>
                </a:cubicBezTo>
                <a:close/>
                <a:moveTo>
                  <a:pt x="305558" y="4632834"/>
                </a:moveTo>
                <a:cubicBezTo>
                  <a:pt x="299399" y="4633125"/>
                  <a:pt x="292559" y="4636822"/>
                  <a:pt x="285795" y="4645323"/>
                </a:cubicBezTo>
                <a:cubicBezTo>
                  <a:pt x="283478" y="4656182"/>
                  <a:pt x="288066" y="4664802"/>
                  <a:pt x="295657" y="4671112"/>
                </a:cubicBezTo>
                <a:lnTo>
                  <a:pt x="322574" y="4682630"/>
                </a:lnTo>
                <a:lnTo>
                  <a:pt x="322119" y="4684376"/>
                </a:lnTo>
                <a:cubicBezTo>
                  <a:pt x="322119" y="4684376"/>
                  <a:pt x="323538" y="4683042"/>
                  <a:pt x="323538" y="4683042"/>
                </a:cubicBezTo>
                <a:cubicBezTo>
                  <a:pt x="317200" y="4699807"/>
                  <a:pt x="334321" y="4704855"/>
                  <a:pt x="346145" y="4710189"/>
                </a:cubicBezTo>
                <a:cubicBezTo>
                  <a:pt x="372064" y="4691520"/>
                  <a:pt x="337916" y="4670374"/>
                  <a:pt x="323538" y="4683042"/>
                </a:cubicBezTo>
                <a:lnTo>
                  <a:pt x="322574" y="4682630"/>
                </a:lnTo>
                <a:lnTo>
                  <a:pt x="328269" y="4660754"/>
                </a:lnTo>
                <a:cubicBezTo>
                  <a:pt x="327468" y="4645288"/>
                  <a:pt x="317876" y="4632251"/>
                  <a:pt x="305558" y="4632834"/>
                </a:cubicBezTo>
                <a:close/>
                <a:moveTo>
                  <a:pt x="203322" y="4600175"/>
                </a:moveTo>
                <a:cubicBezTo>
                  <a:pt x="196452" y="4600771"/>
                  <a:pt x="188222" y="4605509"/>
                  <a:pt x="179472" y="4612081"/>
                </a:cubicBezTo>
                <a:cubicBezTo>
                  <a:pt x="197823" y="4632084"/>
                  <a:pt x="207850" y="4637322"/>
                  <a:pt x="219012" y="4613129"/>
                </a:cubicBezTo>
                <a:cubicBezTo>
                  <a:pt x="215702" y="4603128"/>
                  <a:pt x="210192" y="4599580"/>
                  <a:pt x="203322" y="4600175"/>
                </a:cubicBezTo>
                <a:close/>
                <a:moveTo>
                  <a:pt x="311524" y="4578839"/>
                </a:moveTo>
                <a:cubicBezTo>
                  <a:pt x="276903" y="4584649"/>
                  <a:pt x="281633" y="4599699"/>
                  <a:pt x="299511" y="4632369"/>
                </a:cubicBezTo>
                <a:cubicBezTo>
                  <a:pt x="323443" y="4611224"/>
                  <a:pt x="336686" y="4594650"/>
                  <a:pt x="311524" y="4578839"/>
                </a:cubicBezTo>
                <a:close/>
                <a:moveTo>
                  <a:pt x="89893" y="4557884"/>
                </a:moveTo>
                <a:cubicBezTo>
                  <a:pt x="80717" y="4561884"/>
                  <a:pt x="73150" y="4562742"/>
                  <a:pt x="70596" y="4566837"/>
                </a:cubicBezTo>
                <a:cubicBezTo>
                  <a:pt x="62555" y="4579506"/>
                  <a:pt x="53758" y="4579696"/>
                  <a:pt x="39758" y="4577315"/>
                </a:cubicBezTo>
                <a:cubicBezTo>
                  <a:pt x="22353" y="4575505"/>
                  <a:pt x="-727" y="4600556"/>
                  <a:pt x="17245" y="4615986"/>
                </a:cubicBezTo>
                <a:cubicBezTo>
                  <a:pt x="27461" y="4618653"/>
                  <a:pt x="45623" y="4619511"/>
                  <a:pt x="49123" y="4613796"/>
                </a:cubicBezTo>
                <a:cubicBezTo>
                  <a:pt x="60474" y="4595412"/>
                  <a:pt x="74758" y="4610843"/>
                  <a:pt x="85541" y="4606366"/>
                </a:cubicBezTo>
                <a:cubicBezTo>
                  <a:pt x="108811" y="4595127"/>
                  <a:pt x="105501" y="4576553"/>
                  <a:pt x="89893" y="4557884"/>
                </a:cubicBezTo>
                <a:close/>
                <a:moveTo>
                  <a:pt x="391586" y="4552133"/>
                </a:moveTo>
                <a:cubicBezTo>
                  <a:pt x="384716" y="4551597"/>
                  <a:pt x="376132" y="4556884"/>
                  <a:pt x="362037" y="4566456"/>
                </a:cubicBezTo>
                <a:cubicBezTo>
                  <a:pt x="385212" y="4584744"/>
                  <a:pt x="391077" y="4594269"/>
                  <a:pt x="410847" y="4572743"/>
                </a:cubicBezTo>
                <a:cubicBezTo>
                  <a:pt x="403611" y="4559027"/>
                  <a:pt x="398456" y="4552669"/>
                  <a:pt x="391586" y="4552133"/>
                </a:cubicBezTo>
                <a:close/>
                <a:moveTo>
                  <a:pt x="238416" y="4540787"/>
                </a:moveTo>
                <a:cubicBezTo>
                  <a:pt x="232705" y="4539810"/>
                  <a:pt x="225398" y="4543787"/>
                  <a:pt x="213810" y="4551693"/>
                </a:cubicBezTo>
                <a:cubicBezTo>
                  <a:pt x="229228" y="4574743"/>
                  <a:pt x="234904" y="4576839"/>
                  <a:pt x="253444" y="4559598"/>
                </a:cubicBezTo>
                <a:cubicBezTo>
                  <a:pt x="248242" y="4547692"/>
                  <a:pt x="244127" y="4541763"/>
                  <a:pt x="238416" y="4540787"/>
                </a:cubicBezTo>
                <a:close/>
                <a:moveTo>
                  <a:pt x="446981" y="4519308"/>
                </a:moveTo>
                <a:cubicBezTo>
                  <a:pt x="446130" y="4517784"/>
                  <a:pt x="429955" y="4524832"/>
                  <a:pt x="420874" y="4527975"/>
                </a:cubicBezTo>
                <a:cubicBezTo>
                  <a:pt x="423144" y="4573695"/>
                  <a:pt x="490116" y="4547502"/>
                  <a:pt x="451900" y="4599889"/>
                </a:cubicBezTo>
                <a:cubicBezTo>
                  <a:pt x="448495" y="4604271"/>
                  <a:pt x="454265" y="4622178"/>
                  <a:pt x="460508" y="4625988"/>
                </a:cubicBezTo>
                <a:cubicBezTo>
                  <a:pt x="466184" y="4629417"/>
                  <a:pt x="484724" y="4624273"/>
                  <a:pt x="486332" y="4619225"/>
                </a:cubicBezTo>
                <a:cubicBezTo>
                  <a:pt x="495035" y="4589221"/>
                  <a:pt x="521142" y="4607985"/>
                  <a:pt x="540061" y="4598270"/>
                </a:cubicBezTo>
                <a:cubicBezTo>
                  <a:pt x="565980" y="4586459"/>
                  <a:pt x="565317" y="4564170"/>
                  <a:pt x="546399" y="4547216"/>
                </a:cubicBezTo>
                <a:cubicBezTo>
                  <a:pt x="511210" y="4521117"/>
                  <a:pt x="468454" y="4556931"/>
                  <a:pt x="446981" y="4519308"/>
                </a:cubicBezTo>
                <a:close/>
                <a:moveTo>
                  <a:pt x="578513" y="4495174"/>
                </a:moveTo>
                <a:cubicBezTo>
                  <a:pt x="570615" y="4493019"/>
                  <a:pt x="560115" y="4497067"/>
                  <a:pt x="544696" y="4507401"/>
                </a:cubicBezTo>
                <a:cubicBezTo>
                  <a:pt x="565223" y="4529214"/>
                  <a:pt x="580925" y="4552455"/>
                  <a:pt x="596722" y="4520165"/>
                </a:cubicBezTo>
                <a:cubicBezTo>
                  <a:pt x="591709" y="4505687"/>
                  <a:pt x="586412" y="4497329"/>
                  <a:pt x="578513" y="4495174"/>
                </a:cubicBezTo>
                <a:close/>
                <a:moveTo>
                  <a:pt x="128109" y="4487054"/>
                </a:moveTo>
                <a:cubicBezTo>
                  <a:pt x="121464" y="4485946"/>
                  <a:pt x="112690" y="4489542"/>
                  <a:pt x="102474" y="4496828"/>
                </a:cubicBezTo>
                <a:cubicBezTo>
                  <a:pt x="115149" y="4518165"/>
                  <a:pt x="129243" y="4526451"/>
                  <a:pt x="140973" y="4505496"/>
                </a:cubicBezTo>
                <a:cubicBezTo>
                  <a:pt x="139271" y="4493971"/>
                  <a:pt x="134754" y="4488161"/>
                  <a:pt x="128109" y="4487054"/>
                </a:cubicBezTo>
                <a:close/>
                <a:moveTo>
                  <a:pt x="653703" y="4486589"/>
                </a:moveTo>
                <a:cubicBezTo>
                  <a:pt x="644918" y="4484994"/>
                  <a:pt x="634891" y="4489113"/>
                  <a:pt x="617816" y="4500829"/>
                </a:cubicBezTo>
                <a:cubicBezTo>
                  <a:pt x="648465" y="4522832"/>
                  <a:pt x="657262" y="4534738"/>
                  <a:pt x="682140" y="4506639"/>
                </a:cubicBezTo>
                <a:cubicBezTo>
                  <a:pt x="670032" y="4495495"/>
                  <a:pt x="662489" y="4488185"/>
                  <a:pt x="653703" y="4486589"/>
                </a:cubicBezTo>
                <a:close/>
                <a:moveTo>
                  <a:pt x="165567" y="4454395"/>
                </a:moveTo>
                <a:cubicBezTo>
                  <a:pt x="160010" y="4453299"/>
                  <a:pt x="153790" y="4456538"/>
                  <a:pt x="143905" y="4465777"/>
                </a:cubicBezTo>
                <a:cubicBezTo>
                  <a:pt x="161121" y="4485684"/>
                  <a:pt x="167364" y="4489304"/>
                  <a:pt x="183256" y="4469015"/>
                </a:cubicBezTo>
                <a:cubicBezTo>
                  <a:pt x="176020" y="4460919"/>
                  <a:pt x="171125" y="4455490"/>
                  <a:pt x="165567" y="4454395"/>
                </a:cubicBezTo>
                <a:close/>
                <a:moveTo>
                  <a:pt x="312659" y="4425962"/>
                </a:moveTo>
                <a:cubicBezTo>
                  <a:pt x="272930" y="4478826"/>
                  <a:pt x="272930" y="4478826"/>
                  <a:pt x="286930" y="4518641"/>
                </a:cubicBezTo>
                <a:cubicBezTo>
                  <a:pt x="319375" y="4525118"/>
                  <a:pt x="333091" y="4493876"/>
                  <a:pt x="356078" y="4481684"/>
                </a:cubicBezTo>
                <a:cubicBezTo>
                  <a:pt x="364780" y="4456347"/>
                  <a:pt x="333470" y="4439583"/>
                  <a:pt x="312659" y="4425962"/>
                </a:cubicBezTo>
                <a:close/>
                <a:moveTo>
                  <a:pt x="218350" y="4412627"/>
                </a:moveTo>
                <a:cubicBezTo>
                  <a:pt x="194040" y="4434916"/>
                  <a:pt x="177675" y="4448727"/>
                  <a:pt x="206999" y="4465491"/>
                </a:cubicBezTo>
                <a:cubicBezTo>
                  <a:pt x="241147" y="4462634"/>
                  <a:pt x="231593" y="4443298"/>
                  <a:pt x="218350" y="4412627"/>
                </a:cubicBezTo>
                <a:close/>
                <a:moveTo>
                  <a:pt x="454041" y="4391815"/>
                </a:moveTo>
                <a:cubicBezTo>
                  <a:pt x="425941" y="4392645"/>
                  <a:pt x="389966" y="4432225"/>
                  <a:pt x="428630" y="4459490"/>
                </a:cubicBezTo>
                <a:cubicBezTo>
                  <a:pt x="450292" y="4472254"/>
                  <a:pt x="500710" y="4520355"/>
                  <a:pt x="516318" y="4486256"/>
                </a:cubicBezTo>
                <a:cubicBezTo>
                  <a:pt x="525777" y="4457966"/>
                  <a:pt x="499291" y="4451680"/>
                  <a:pt x="478292" y="4443203"/>
                </a:cubicBezTo>
                <a:cubicBezTo>
                  <a:pt x="484926" y="4404770"/>
                  <a:pt x="470901" y="4391317"/>
                  <a:pt x="454041" y="4391815"/>
                </a:cubicBezTo>
                <a:close/>
                <a:moveTo>
                  <a:pt x="308970" y="4350810"/>
                </a:moveTo>
                <a:cubicBezTo>
                  <a:pt x="286741" y="4365669"/>
                  <a:pt x="291092" y="4371479"/>
                  <a:pt x="303957" y="4388434"/>
                </a:cubicBezTo>
                <a:cubicBezTo>
                  <a:pt x="327510" y="4377861"/>
                  <a:pt x="325713" y="4371384"/>
                  <a:pt x="308970" y="4350810"/>
                </a:cubicBezTo>
                <a:close/>
                <a:moveTo>
                  <a:pt x="147973" y="4332046"/>
                </a:moveTo>
                <a:cubicBezTo>
                  <a:pt x="144000" y="4334618"/>
                  <a:pt x="140027" y="4337285"/>
                  <a:pt x="136149" y="4339856"/>
                </a:cubicBezTo>
                <a:cubicBezTo>
                  <a:pt x="137757" y="4351096"/>
                  <a:pt x="139270" y="4362335"/>
                  <a:pt x="140689" y="4372337"/>
                </a:cubicBezTo>
                <a:cubicBezTo>
                  <a:pt x="153270" y="4381385"/>
                  <a:pt x="168689" y="4359478"/>
                  <a:pt x="168594" y="4353953"/>
                </a:cubicBezTo>
                <a:cubicBezTo>
                  <a:pt x="166513" y="4345476"/>
                  <a:pt x="155351" y="4339285"/>
                  <a:pt x="147973" y="4332046"/>
                </a:cubicBezTo>
                <a:close/>
                <a:moveTo>
                  <a:pt x="572790" y="4303471"/>
                </a:moveTo>
                <a:cubicBezTo>
                  <a:pt x="558507" y="4313853"/>
                  <a:pt x="556993" y="4328903"/>
                  <a:pt x="555953" y="4345286"/>
                </a:cubicBezTo>
                <a:cubicBezTo>
                  <a:pt x="567020" y="4346238"/>
                  <a:pt x="577993" y="4347191"/>
                  <a:pt x="589060" y="4348143"/>
                </a:cubicBezTo>
                <a:cubicBezTo>
                  <a:pt x="591330" y="4329569"/>
                  <a:pt x="587074" y="4313758"/>
                  <a:pt x="572790" y="4303471"/>
                </a:cubicBezTo>
                <a:close/>
                <a:moveTo>
                  <a:pt x="394057" y="4301673"/>
                </a:moveTo>
                <a:cubicBezTo>
                  <a:pt x="386537" y="4303828"/>
                  <a:pt x="380294" y="4310519"/>
                  <a:pt x="380861" y="4320425"/>
                </a:cubicBezTo>
                <a:cubicBezTo>
                  <a:pt x="389185" y="4340714"/>
                  <a:pt x="393631" y="4362812"/>
                  <a:pt x="414820" y="4374527"/>
                </a:cubicBezTo>
                <a:cubicBezTo>
                  <a:pt x="419266" y="4368812"/>
                  <a:pt x="427306" y="4359954"/>
                  <a:pt x="426549" y="4359192"/>
                </a:cubicBezTo>
                <a:cubicBezTo>
                  <a:pt x="413496" y="4344524"/>
                  <a:pt x="417563" y="4326807"/>
                  <a:pt x="414914" y="4310138"/>
                </a:cubicBezTo>
                <a:cubicBezTo>
                  <a:pt x="410374" y="4301899"/>
                  <a:pt x="401577" y="4299518"/>
                  <a:pt x="394057" y="4301673"/>
                </a:cubicBezTo>
                <a:close/>
                <a:moveTo>
                  <a:pt x="178621" y="4283563"/>
                </a:moveTo>
                <a:cubicBezTo>
                  <a:pt x="166419" y="4296803"/>
                  <a:pt x="159229" y="4304614"/>
                  <a:pt x="152040" y="4312424"/>
                </a:cubicBezTo>
                <a:cubicBezTo>
                  <a:pt x="170770" y="4330617"/>
                  <a:pt x="181080" y="4337570"/>
                  <a:pt x="201513" y="4315853"/>
                </a:cubicBezTo>
                <a:cubicBezTo>
                  <a:pt x="195364" y="4307186"/>
                  <a:pt x="189215" y="4298423"/>
                  <a:pt x="178621" y="4283563"/>
                </a:cubicBezTo>
                <a:close/>
                <a:moveTo>
                  <a:pt x="298565" y="4278515"/>
                </a:moveTo>
                <a:cubicBezTo>
                  <a:pt x="255525" y="4275467"/>
                  <a:pt x="268106" y="4310329"/>
                  <a:pt x="289200" y="4339094"/>
                </a:cubicBezTo>
                <a:cubicBezTo>
                  <a:pt x="317011" y="4318616"/>
                  <a:pt x="339051" y="4289564"/>
                  <a:pt x="298565" y="4278515"/>
                </a:cubicBezTo>
                <a:close/>
                <a:moveTo>
                  <a:pt x="589155" y="4247845"/>
                </a:moveTo>
                <a:cubicBezTo>
                  <a:pt x="567021" y="4250774"/>
                  <a:pt x="559890" y="4268866"/>
                  <a:pt x="564493" y="4286529"/>
                </a:cubicBezTo>
                <a:lnTo>
                  <a:pt x="572883" y="4303467"/>
                </a:lnTo>
                <a:lnTo>
                  <a:pt x="572223" y="4303376"/>
                </a:lnTo>
                <a:lnTo>
                  <a:pt x="572885" y="4303471"/>
                </a:lnTo>
                <a:lnTo>
                  <a:pt x="572883" y="4303467"/>
                </a:lnTo>
                <a:lnTo>
                  <a:pt x="589459" y="4305748"/>
                </a:lnTo>
                <a:cubicBezTo>
                  <a:pt x="626070" y="4303050"/>
                  <a:pt x="636002" y="4247845"/>
                  <a:pt x="589155" y="4247845"/>
                </a:cubicBezTo>
                <a:close/>
                <a:moveTo>
                  <a:pt x="139270" y="4215364"/>
                </a:moveTo>
                <a:cubicBezTo>
                  <a:pt x="118649" y="4233081"/>
                  <a:pt x="114203" y="4243177"/>
                  <a:pt x="137662" y="4254036"/>
                </a:cubicBezTo>
                <a:cubicBezTo>
                  <a:pt x="158851" y="4248416"/>
                  <a:pt x="151946" y="4232890"/>
                  <a:pt x="139270" y="4215364"/>
                </a:cubicBezTo>
                <a:close/>
                <a:moveTo>
                  <a:pt x="384645" y="4195362"/>
                </a:moveTo>
                <a:cubicBezTo>
                  <a:pt x="337443" y="4185075"/>
                  <a:pt x="321646" y="4247083"/>
                  <a:pt x="365821" y="4252798"/>
                </a:cubicBezTo>
                <a:cubicBezTo>
                  <a:pt x="410374" y="4255465"/>
                  <a:pt x="406969" y="4217841"/>
                  <a:pt x="384645" y="4195362"/>
                </a:cubicBezTo>
                <a:close/>
                <a:moveTo>
                  <a:pt x="501796" y="4181567"/>
                </a:moveTo>
                <a:cubicBezTo>
                  <a:pt x="490258" y="4182706"/>
                  <a:pt x="495082" y="4191814"/>
                  <a:pt x="516507" y="4196314"/>
                </a:cubicBezTo>
                <a:cubicBezTo>
                  <a:pt x="517169" y="4192028"/>
                  <a:pt x="517926" y="4187837"/>
                  <a:pt x="518778" y="4183551"/>
                </a:cubicBezTo>
                <a:cubicBezTo>
                  <a:pt x="511305" y="4181694"/>
                  <a:pt x="505641" y="4181188"/>
                  <a:pt x="501796" y="4181567"/>
                </a:cubicBezTo>
                <a:close/>
                <a:moveTo>
                  <a:pt x="293930" y="4167930"/>
                </a:moveTo>
                <a:cubicBezTo>
                  <a:pt x="273214" y="4182598"/>
                  <a:pt x="282106" y="4187647"/>
                  <a:pt x="294119" y="4200982"/>
                </a:cubicBezTo>
                <a:cubicBezTo>
                  <a:pt x="313227" y="4194981"/>
                  <a:pt x="302632" y="4183075"/>
                  <a:pt x="293930" y="4167930"/>
                </a:cubicBezTo>
                <a:close/>
                <a:moveTo>
                  <a:pt x="68620" y="4156661"/>
                </a:moveTo>
                <a:cubicBezTo>
                  <a:pt x="61592" y="4156483"/>
                  <a:pt x="53380" y="4159549"/>
                  <a:pt x="45245" y="4167454"/>
                </a:cubicBezTo>
                <a:cubicBezTo>
                  <a:pt x="51393" y="4178026"/>
                  <a:pt x="57637" y="4188599"/>
                  <a:pt x="65866" y="4202791"/>
                </a:cubicBezTo>
                <a:cubicBezTo>
                  <a:pt x="100133" y="4186932"/>
                  <a:pt x="89704" y="4157197"/>
                  <a:pt x="68620" y="4156661"/>
                </a:cubicBezTo>
                <a:close/>
                <a:moveTo>
                  <a:pt x="209659" y="4099612"/>
                </a:moveTo>
                <a:cubicBezTo>
                  <a:pt x="206137" y="4100672"/>
                  <a:pt x="202317" y="4103208"/>
                  <a:pt x="198013" y="4107732"/>
                </a:cubicBezTo>
                <a:cubicBezTo>
                  <a:pt x="203215" y="4115638"/>
                  <a:pt x="208512" y="4123543"/>
                  <a:pt x="215985" y="4134973"/>
                </a:cubicBezTo>
                <a:cubicBezTo>
                  <a:pt x="226201" y="4126401"/>
                  <a:pt x="232255" y="4121257"/>
                  <a:pt x="238404" y="4116114"/>
                </a:cubicBezTo>
                <a:cubicBezTo>
                  <a:pt x="228117" y="4106541"/>
                  <a:pt x="220225" y="4096433"/>
                  <a:pt x="209659" y="4099612"/>
                </a:cubicBezTo>
                <a:close/>
                <a:moveTo>
                  <a:pt x="411036" y="4098683"/>
                </a:moveTo>
                <a:cubicBezTo>
                  <a:pt x="400347" y="4106303"/>
                  <a:pt x="392590" y="4111828"/>
                  <a:pt x="384928" y="4117352"/>
                </a:cubicBezTo>
                <a:cubicBezTo>
                  <a:pt x="397320" y="4140974"/>
                  <a:pt x="407158" y="4135640"/>
                  <a:pt x="426266" y="4123924"/>
                </a:cubicBezTo>
                <a:cubicBezTo>
                  <a:pt x="422104" y="4116971"/>
                  <a:pt x="417847" y="4109923"/>
                  <a:pt x="411036" y="4098683"/>
                </a:cubicBezTo>
                <a:close/>
                <a:moveTo>
                  <a:pt x="331380" y="0"/>
                </a:moveTo>
                <a:lnTo>
                  <a:pt x="4220164" y="270894"/>
                </a:lnTo>
                <a:lnTo>
                  <a:pt x="3888784" y="5027983"/>
                </a:lnTo>
                <a:lnTo>
                  <a:pt x="389967" y="4784254"/>
                </a:lnTo>
                <a:lnTo>
                  <a:pt x="378307" y="4770292"/>
                </a:lnTo>
                <a:lnTo>
                  <a:pt x="370038" y="4782866"/>
                </a:lnTo>
                <a:lnTo>
                  <a:pt x="53464" y="4760814"/>
                </a:lnTo>
                <a:lnTo>
                  <a:pt x="42502" y="4742574"/>
                </a:lnTo>
                <a:cubicBezTo>
                  <a:pt x="36685" y="4746956"/>
                  <a:pt x="32399" y="4751409"/>
                  <a:pt x="29389" y="4755780"/>
                </a:cubicBezTo>
                <a:lnTo>
                  <a:pt x="27992" y="4759039"/>
                </a:lnTo>
                <a:lnTo>
                  <a:pt x="0" y="4757089"/>
                </a:lnTo>
                <a:lnTo>
                  <a:pt x="16034" y="4526915"/>
                </a:lnTo>
                <a:lnTo>
                  <a:pt x="16299" y="4527785"/>
                </a:lnTo>
                <a:cubicBezTo>
                  <a:pt x="50873" y="4509926"/>
                  <a:pt x="42502" y="4493828"/>
                  <a:pt x="22874" y="4486173"/>
                </a:cubicBezTo>
                <a:lnTo>
                  <a:pt x="18908" y="4485668"/>
                </a:lnTo>
                <a:lnTo>
                  <a:pt x="23213" y="4423857"/>
                </a:lnTo>
                <a:lnTo>
                  <a:pt x="30520" y="4425619"/>
                </a:lnTo>
                <a:cubicBezTo>
                  <a:pt x="34805" y="4424117"/>
                  <a:pt x="39262" y="4419724"/>
                  <a:pt x="44110" y="4411294"/>
                </a:cubicBezTo>
                <a:cubicBezTo>
                  <a:pt x="38576" y="4396673"/>
                  <a:pt x="34059" y="4386458"/>
                  <a:pt x="26515" y="4382588"/>
                </a:cubicBezTo>
                <a:lnTo>
                  <a:pt x="26090" y="4382564"/>
                </a:lnTo>
                <a:lnTo>
                  <a:pt x="32520" y="4290259"/>
                </a:lnTo>
                <a:lnTo>
                  <a:pt x="39142" y="4290346"/>
                </a:lnTo>
                <a:cubicBezTo>
                  <a:pt x="60812" y="4286600"/>
                  <a:pt x="75231" y="4270705"/>
                  <a:pt x="59055" y="4242701"/>
                </a:cubicBezTo>
                <a:cubicBezTo>
                  <a:pt x="52978" y="4243654"/>
                  <a:pt x="44589" y="4245434"/>
                  <a:pt x="36087" y="4247982"/>
                </a:cubicBezTo>
                <a:lnTo>
                  <a:pt x="35446" y="42482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13529-A3AB-468E-951D-329664B70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A318B-B961-59E7-1F8C-82EC78E9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865A6-41E9-EDDD-B0D9-CB857476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27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7689D8D-7B4A-2131-E640-12F41EC164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667686">
            <a:off x="307653" y="4376110"/>
            <a:ext cx="2095500" cy="2438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93DF6B5-077D-F6DE-C017-AE30197A3C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293" y="195268"/>
            <a:ext cx="2438400" cy="1981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CB95CA-3D71-8CE3-54C0-8EB7280D1A54}"/>
              </a:ext>
            </a:extLst>
          </p:cNvPr>
          <p:cNvSpPr/>
          <p:nvPr userDrawn="1"/>
        </p:nvSpPr>
        <p:spPr>
          <a:xfrm flipV="1">
            <a:off x="3275635" y="0"/>
            <a:ext cx="88199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C1B393-4BE9-CB84-BA17-3185AA949F7A}"/>
              </a:ext>
            </a:extLst>
          </p:cNvPr>
          <p:cNvSpPr/>
          <p:nvPr userDrawn="1"/>
        </p:nvSpPr>
        <p:spPr>
          <a:xfrm>
            <a:off x="1061885" y="871829"/>
            <a:ext cx="4195915" cy="513674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800" dirty="0">
              <a:latin typeface="Arial" panose="02000506030000020004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E8AFF-AD02-BB64-D34A-DAA9E0FF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75634" cy="19526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5FD1872-9E06-31E9-91B0-1674871C0B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619" y="1044691"/>
            <a:ext cx="3898489" cy="4768617"/>
          </a:xfrm>
          <a:custGeom>
            <a:avLst/>
            <a:gdLst>
              <a:gd name="connsiteX0" fmla="*/ 25338 w 3898489"/>
              <a:gd name="connsiteY0" fmla="*/ 4258161 h 4768617"/>
              <a:gd name="connsiteX1" fmla="*/ 20473 w 3898489"/>
              <a:gd name="connsiteY1" fmla="*/ 4499529 h 4768617"/>
              <a:gd name="connsiteX2" fmla="*/ 281 w 3898489"/>
              <a:gd name="connsiteY2" fmla="*/ 4580068 h 4768617"/>
              <a:gd name="connsiteX3" fmla="*/ 281 w 3898489"/>
              <a:gd name="connsiteY3" fmla="*/ 4488754 h 4768617"/>
              <a:gd name="connsiteX4" fmla="*/ 6943 w 3898489"/>
              <a:gd name="connsiteY4" fmla="*/ 4457640 h 4768617"/>
              <a:gd name="connsiteX5" fmla="*/ 11306 w 3898489"/>
              <a:gd name="connsiteY5" fmla="*/ 4418706 h 4768617"/>
              <a:gd name="connsiteX6" fmla="*/ 25338 w 3898489"/>
              <a:gd name="connsiteY6" fmla="*/ 4258161 h 4768617"/>
              <a:gd name="connsiteX7" fmla="*/ 261472 w 3898489"/>
              <a:gd name="connsiteY7" fmla="*/ 4200981 h 4768617"/>
              <a:gd name="connsiteX8" fmla="*/ 255182 w 3898489"/>
              <a:gd name="connsiteY8" fmla="*/ 4236413 h 4768617"/>
              <a:gd name="connsiteX9" fmla="*/ 255666 w 3898489"/>
              <a:gd name="connsiteY9" fmla="*/ 4235191 h 4768617"/>
              <a:gd name="connsiteX10" fmla="*/ 363571 w 3898489"/>
              <a:gd name="connsiteY10" fmla="*/ 3502598 h 4768617"/>
              <a:gd name="connsiteX11" fmla="*/ 361636 w 3898489"/>
              <a:gd name="connsiteY11" fmla="*/ 3542184 h 4768617"/>
              <a:gd name="connsiteX12" fmla="*/ 166874 w 3898489"/>
              <a:gd name="connsiteY12" fmla="*/ 3409008 h 4768617"/>
              <a:gd name="connsiteX13" fmla="*/ 151631 w 3898489"/>
              <a:gd name="connsiteY13" fmla="*/ 3506752 h 4768617"/>
              <a:gd name="connsiteX14" fmla="*/ 166148 w 3898489"/>
              <a:gd name="connsiteY14" fmla="*/ 3506752 h 4768617"/>
              <a:gd name="connsiteX15" fmla="*/ 175100 w 3898489"/>
              <a:gd name="connsiteY15" fmla="*/ 3409008 h 4768617"/>
              <a:gd name="connsiteX16" fmla="*/ 166874 w 3898489"/>
              <a:gd name="connsiteY16" fmla="*/ 3409008 h 4768617"/>
              <a:gd name="connsiteX17" fmla="*/ 368410 w 3898489"/>
              <a:gd name="connsiteY17" fmla="*/ 3404609 h 4768617"/>
              <a:gd name="connsiteX18" fmla="*/ 365507 w 3898489"/>
              <a:gd name="connsiteY18" fmla="*/ 3463500 h 4768617"/>
              <a:gd name="connsiteX19" fmla="*/ 370587 w 3898489"/>
              <a:gd name="connsiteY19" fmla="*/ 3355737 h 4768617"/>
              <a:gd name="connsiteX20" fmla="*/ 352442 w 3898489"/>
              <a:gd name="connsiteY20" fmla="*/ 3380173 h 4768617"/>
              <a:gd name="connsiteX21" fmla="*/ 369378 w 3898489"/>
              <a:gd name="connsiteY21" fmla="*/ 3384083 h 4768617"/>
              <a:gd name="connsiteX22" fmla="*/ 184777 w 3898489"/>
              <a:gd name="connsiteY22" fmla="*/ 3329590 h 4768617"/>
              <a:gd name="connsiteX23" fmla="*/ 166148 w 3898489"/>
              <a:gd name="connsiteY23" fmla="*/ 3335211 h 4768617"/>
              <a:gd name="connsiteX24" fmla="*/ 188406 w 3898489"/>
              <a:gd name="connsiteY24" fmla="*/ 3344496 h 4768617"/>
              <a:gd name="connsiteX25" fmla="*/ 195907 w 3898489"/>
              <a:gd name="connsiteY25" fmla="*/ 3335455 h 4768617"/>
              <a:gd name="connsiteX26" fmla="*/ 184777 w 3898489"/>
              <a:gd name="connsiteY26" fmla="*/ 3329590 h 4768617"/>
              <a:gd name="connsiteX27" fmla="*/ 357039 w 3898489"/>
              <a:gd name="connsiteY27" fmla="*/ 3275342 h 4768617"/>
              <a:gd name="connsiteX28" fmla="*/ 348571 w 3898489"/>
              <a:gd name="connsiteY28" fmla="*/ 3280963 h 4768617"/>
              <a:gd name="connsiteX29" fmla="*/ 371313 w 3898489"/>
              <a:gd name="connsiteY29" fmla="*/ 3345474 h 4768617"/>
              <a:gd name="connsiteX30" fmla="*/ 373975 w 3898489"/>
              <a:gd name="connsiteY30" fmla="*/ 3286583 h 4768617"/>
              <a:gd name="connsiteX31" fmla="*/ 357039 w 3898489"/>
              <a:gd name="connsiteY31" fmla="*/ 3275342 h 4768617"/>
              <a:gd name="connsiteX32" fmla="*/ 241633 w 3898489"/>
              <a:gd name="connsiteY32" fmla="*/ 3254572 h 4768617"/>
              <a:gd name="connsiteX33" fmla="*/ 183810 w 3898489"/>
              <a:gd name="connsiteY33" fmla="*/ 3700774 h 4768617"/>
              <a:gd name="connsiteX34" fmla="*/ 258569 w 3898489"/>
              <a:gd name="connsiteY34" fmla="*/ 3303444 h 4768617"/>
              <a:gd name="connsiteX35" fmla="*/ 255666 w 3898489"/>
              <a:gd name="connsiteY35" fmla="*/ 3254572 h 4768617"/>
              <a:gd name="connsiteX36" fmla="*/ 241633 w 3898489"/>
              <a:gd name="connsiteY36" fmla="*/ 3254572 h 4768617"/>
              <a:gd name="connsiteX37" fmla="*/ 187439 w 3898489"/>
              <a:gd name="connsiteY37" fmla="*/ 3247974 h 4768617"/>
              <a:gd name="connsiteX38" fmla="*/ 182600 w 3898489"/>
              <a:gd name="connsiteY38" fmla="*/ 3270455 h 4768617"/>
              <a:gd name="connsiteX39" fmla="*/ 189374 w 3898489"/>
              <a:gd name="connsiteY39" fmla="*/ 3272166 h 4768617"/>
              <a:gd name="connsiteX40" fmla="*/ 190342 w 3898489"/>
              <a:gd name="connsiteY40" fmla="*/ 3272166 h 4768617"/>
              <a:gd name="connsiteX41" fmla="*/ 195423 w 3898489"/>
              <a:gd name="connsiteY41" fmla="*/ 3249929 h 4768617"/>
              <a:gd name="connsiteX42" fmla="*/ 187439 w 3898489"/>
              <a:gd name="connsiteY42" fmla="*/ 3247974 h 4768617"/>
              <a:gd name="connsiteX43" fmla="*/ 154535 w 3898489"/>
              <a:gd name="connsiteY43" fmla="*/ 3225493 h 4768617"/>
              <a:gd name="connsiteX44" fmla="*/ 146792 w 3898489"/>
              <a:gd name="connsiteY44" fmla="*/ 3226714 h 4768617"/>
              <a:gd name="connsiteX45" fmla="*/ 150664 w 3898489"/>
              <a:gd name="connsiteY45" fmla="*/ 3236978 h 4768617"/>
              <a:gd name="connsiteX46" fmla="*/ 157438 w 3898489"/>
              <a:gd name="connsiteY46" fmla="*/ 3232823 h 4768617"/>
              <a:gd name="connsiteX47" fmla="*/ 154535 w 3898489"/>
              <a:gd name="connsiteY47" fmla="*/ 3225493 h 4768617"/>
              <a:gd name="connsiteX48" fmla="*/ 61146 w 3898489"/>
              <a:gd name="connsiteY48" fmla="*/ 3204966 h 4768617"/>
              <a:gd name="connsiteX49" fmla="*/ 74452 w 3898489"/>
              <a:gd name="connsiteY49" fmla="*/ 3206677 h 4768617"/>
              <a:gd name="connsiteX50" fmla="*/ 67678 w 3898489"/>
              <a:gd name="connsiteY50" fmla="*/ 3246019 h 4768617"/>
              <a:gd name="connsiteX51" fmla="*/ 61146 w 3898489"/>
              <a:gd name="connsiteY51" fmla="*/ 3204966 h 4768617"/>
              <a:gd name="connsiteX52" fmla="*/ 197842 w 3898489"/>
              <a:gd name="connsiteY52" fmla="*/ 3181752 h 4768617"/>
              <a:gd name="connsiteX53" fmla="*/ 193971 w 3898489"/>
              <a:gd name="connsiteY53" fmla="*/ 3209854 h 4768617"/>
              <a:gd name="connsiteX54" fmla="*/ 200262 w 3898489"/>
              <a:gd name="connsiteY54" fmla="*/ 3209854 h 4768617"/>
              <a:gd name="connsiteX55" fmla="*/ 204374 w 3898489"/>
              <a:gd name="connsiteY55" fmla="*/ 3181996 h 4768617"/>
              <a:gd name="connsiteX56" fmla="*/ 197842 w 3898489"/>
              <a:gd name="connsiteY56" fmla="*/ 3181752 h 4768617"/>
              <a:gd name="connsiteX57" fmla="*/ 170503 w 3898489"/>
              <a:gd name="connsiteY57" fmla="*/ 3155361 h 4768617"/>
              <a:gd name="connsiteX58" fmla="*/ 157196 w 3898489"/>
              <a:gd name="connsiteY58" fmla="*/ 3156339 h 4768617"/>
              <a:gd name="connsiteX59" fmla="*/ 157196 w 3898489"/>
              <a:gd name="connsiteY59" fmla="*/ 3197880 h 4768617"/>
              <a:gd name="connsiteX60" fmla="*/ 170503 w 3898489"/>
              <a:gd name="connsiteY60" fmla="*/ 3155361 h 4768617"/>
              <a:gd name="connsiteX61" fmla="*/ 257601 w 3898489"/>
              <a:gd name="connsiteY61" fmla="*/ 3150474 h 4768617"/>
              <a:gd name="connsiteX62" fmla="*/ 256875 w 3898489"/>
              <a:gd name="connsiteY62" fmla="*/ 3150963 h 4768617"/>
              <a:gd name="connsiteX63" fmla="*/ 223246 w 3898489"/>
              <a:gd name="connsiteY63" fmla="*/ 3184684 h 4768617"/>
              <a:gd name="connsiteX64" fmla="*/ 255182 w 3898489"/>
              <a:gd name="connsiteY64" fmla="*/ 3227692 h 4768617"/>
              <a:gd name="connsiteX65" fmla="*/ 269698 w 3898489"/>
              <a:gd name="connsiteY65" fmla="*/ 3156094 h 4768617"/>
              <a:gd name="connsiteX66" fmla="*/ 257601 w 3898489"/>
              <a:gd name="connsiteY66" fmla="*/ 3150474 h 4768617"/>
              <a:gd name="connsiteX67" fmla="*/ 207278 w 3898489"/>
              <a:gd name="connsiteY67" fmla="*/ 3066902 h 4768617"/>
              <a:gd name="connsiteX68" fmla="*/ 199294 w 3898489"/>
              <a:gd name="connsiteY68" fmla="*/ 3109666 h 4768617"/>
              <a:gd name="connsiteX69" fmla="*/ 175100 w 3898489"/>
              <a:gd name="connsiteY69" fmla="*/ 3122861 h 4768617"/>
              <a:gd name="connsiteX70" fmla="*/ 201713 w 3898489"/>
              <a:gd name="connsiteY70" fmla="*/ 3133857 h 4768617"/>
              <a:gd name="connsiteX71" fmla="*/ 207278 w 3898489"/>
              <a:gd name="connsiteY71" fmla="*/ 3066902 h 4768617"/>
              <a:gd name="connsiteX72" fmla="*/ 246551 w 3898489"/>
              <a:gd name="connsiteY72" fmla="*/ 3029282 h 4768617"/>
              <a:gd name="connsiteX73" fmla="*/ 224939 w 3898489"/>
              <a:gd name="connsiteY73" fmla="*/ 3034158 h 4768617"/>
              <a:gd name="connsiteX74" fmla="*/ 245988 w 3898489"/>
              <a:gd name="connsiteY74" fmla="*/ 3134102 h 4768617"/>
              <a:gd name="connsiteX75" fmla="*/ 273327 w 3898489"/>
              <a:gd name="connsiteY75" fmla="*/ 3058594 h 4768617"/>
              <a:gd name="connsiteX76" fmla="*/ 246551 w 3898489"/>
              <a:gd name="connsiteY76" fmla="*/ 3029282 h 4768617"/>
              <a:gd name="connsiteX77" fmla="*/ 239940 w 3898489"/>
              <a:gd name="connsiteY77" fmla="*/ 2962561 h 4768617"/>
              <a:gd name="connsiteX78" fmla="*/ 239940 w 3898489"/>
              <a:gd name="connsiteY78" fmla="*/ 2983576 h 4768617"/>
              <a:gd name="connsiteX79" fmla="*/ 249133 w 3898489"/>
              <a:gd name="connsiteY79" fmla="*/ 2983576 h 4768617"/>
              <a:gd name="connsiteX80" fmla="*/ 251795 w 3898489"/>
              <a:gd name="connsiteY80" fmla="*/ 2963049 h 4768617"/>
              <a:gd name="connsiteX81" fmla="*/ 239940 w 3898489"/>
              <a:gd name="connsiteY81" fmla="*/ 2962561 h 4768617"/>
              <a:gd name="connsiteX82" fmla="*/ 258327 w 3898489"/>
              <a:gd name="connsiteY82" fmla="*/ 2831339 h 4768617"/>
              <a:gd name="connsiteX83" fmla="*/ 240424 w 3898489"/>
              <a:gd name="connsiteY83" fmla="*/ 2886075 h 4768617"/>
              <a:gd name="connsiteX84" fmla="*/ 269456 w 3898489"/>
              <a:gd name="connsiteY84" fmla="*/ 2925418 h 4768617"/>
              <a:gd name="connsiteX85" fmla="*/ 279134 w 3898489"/>
              <a:gd name="connsiteY85" fmla="*/ 2991151 h 4768617"/>
              <a:gd name="connsiteX86" fmla="*/ 286876 w 3898489"/>
              <a:gd name="connsiteY86" fmla="*/ 2959384 h 4768617"/>
              <a:gd name="connsiteX87" fmla="*/ 286876 w 3898489"/>
              <a:gd name="connsiteY87" fmla="*/ 2910512 h 4768617"/>
              <a:gd name="connsiteX88" fmla="*/ 258327 w 3898489"/>
              <a:gd name="connsiteY88" fmla="*/ 2831339 h 4768617"/>
              <a:gd name="connsiteX89" fmla="*/ 279376 w 3898489"/>
              <a:gd name="connsiteY89" fmla="*/ 2675437 h 4768617"/>
              <a:gd name="connsiteX90" fmla="*/ 281553 w 3898489"/>
              <a:gd name="connsiteY90" fmla="*/ 2682767 h 4768617"/>
              <a:gd name="connsiteX91" fmla="*/ 293650 w 3898489"/>
              <a:gd name="connsiteY91" fmla="*/ 2682767 h 4768617"/>
              <a:gd name="connsiteX92" fmla="*/ 291231 w 3898489"/>
              <a:gd name="connsiteY92" fmla="*/ 2675437 h 4768617"/>
              <a:gd name="connsiteX93" fmla="*/ 279376 w 3898489"/>
              <a:gd name="connsiteY93" fmla="*/ 2675437 h 4768617"/>
              <a:gd name="connsiteX94" fmla="*/ 316151 w 3898489"/>
              <a:gd name="connsiteY94" fmla="*/ 2624609 h 4768617"/>
              <a:gd name="connsiteX95" fmla="*/ 341797 w 3898489"/>
              <a:gd name="connsiteY95" fmla="*/ 2688876 h 4768617"/>
              <a:gd name="connsiteX96" fmla="*/ 316151 w 3898489"/>
              <a:gd name="connsiteY96" fmla="*/ 2624609 h 4768617"/>
              <a:gd name="connsiteX97" fmla="*/ 418492 w 3898489"/>
              <a:gd name="connsiteY97" fmla="*/ 2372918 h 4768617"/>
              <a:gd name="connsiteX98" fmla="*/ 416072 w 3898489"/>
              <a:gd name="connsiteY98" fmla="*/ 2421790 h 4768617"/>
              <a:gd name="connsiteX99" fmla="*/ 35016 w 3898489"/>
              <a:gd name="connsiteY99" fmla="*/ 2119027 h 4768617"/>
              <a:gd name="connsiteX100" fmla="*/ 30903 w 3898489"/>
              <a:gd name="connsiteY100" fmla="*/ 2166677 h 4768617"/>
              <a:gd name="connsiteX101" fmla="*/ 28484 w 3898489"/>
              <a:gd name="connsiteY101" fmla="*/ 2276151 h 4768617"/>
              <a:gd name="connsiteX102" fmla="*/ 32839 w 3898489"/>
              <a:gd name="connsiteY102" fmla="*/ 2294234 h 4768617"/>
              <a:gd name="connsiteX103" fmla="*/ 41065 w 3898489"/>
              <a:gd name="connsiteY103" fmla="*/ 2341151 h 4768617"/>
              <a:gd name="connsiteX104" fmla="*/ 49774 w 3898489"/>
              <a:gd name="connsiteY104" fmla="*/ 2396376 h 4768617"/>
              <a:gd name="connsiteX105" fmla="*/ 69372 w 3898489"/>
              <a:gd name="connsiteY105" fmla="*/ 2336508 h 4768617"/>
              <a:gd name="connsiteX106" fmla="*/ 64533 w 3898489"/>
              <a:gd name="connsiteY106" fmla="*/ 2181828 h 4768617"/>
              <a:gd name="connsiteX107" fmla="*/ 35016 w 3898489"/>
              <a:gd name="connsiteY107" fmla="*/ 2119027 h 4768617"/>
              <a:gd name="connsiteX108" fmla="*/ 61146 w 3898489"/>
              <a:gd name="connsiteY108" fmla="*/ 1418200 h 4768617"/>
              <a:gd name="connsiteX109" fmla="*/ 58242 w 3898489"/>
              <a:gd name="connsiteY109" fmla="*/ 1426264 h 4768617"/>
              <a:gd name="connsiteX110" fmla="*/ 80985 w 3898489"/>
              <a:gd name="connsiteY110" fmla="*/ 1435305 h 4768617"/>
              <a:gd name="connsiteX111" fmla="*/ 85340 w 3898489"/>
              <a:gd name="connsiteY111" fmla="*/ 1425775 h 4768617"/>
              <a:gd name="connsiteX112" fmla="*/ 61146 w 3898489"/>
              <a:gd name="connsiteY112" fmla="*/ 1418200 h 4768617"/>
              <a:gd name="connsiteX113" fmla="*/ 22677 w 3898489"/>
              <a:gd name="connsiteY113" fmla="*/ 1328276 h 4768617"/>
              <a:gd name="connsiteX114" fmla="*/ 19290 w 3898489"/>
              <a:gd name="connsiteY114" fmla="*/ 1359065 h 4768617"/>
              <a:gd name="connsiteX115" fmla="*/ 28968 w 3898489"/>
              <a:gd name="connsiteY115" fmla="*/ 1360287 h 4768617"/>
              <a:gd name="connsiteX116" fmla="*/ 34290 w 3898489"/>
              <a:gd name="connsiteY116" fmla="*/ 1330475 h 4768617"/>
              <a:gd name="connsiteX117" fmla="*/ 22677 w 3898489"/>
              <a:gd name="connsiteY117" fmla="*/ 1328276 h 4768617"/>
              <a:gd name="connsiteX118" fmla="*/ 72275 w 3898489"/>
              <a:gd name="connsiteY118" fmla="*/ 1296264 h 4768617"/>
              <a:gd name="connsiteX119" fmla="*/ 94291 w 3898489"/>
              <a:gd name="connsiteY119" fmla="*/ 1351245 h 4768617"/>
              <a:gd name="connsiteX120" fmla="*/ 94291 w 3898489"/>
              <a:gd name="connsiteY120" fmla="*/ 1350512 h 4768617"/>
              <a:gd name="connsiteX121" fmla="*/ 349781 w 3898489"/>
              <a:gd name="connsiteY121" fmla="*/ 1217336 h 4768617"/>
              <a:gd name="connsiteX122" fmla="*/ 339619 w 3898489"/>
              <a:gd name="connsiteY122" fmla="*/ 1219535 h 4768617"/>
              <a:gd name="connsiteX123" fmla="*/ 342522 w 3898489"/>
              <a:gd name="connsiteY123" fmla="*/ 1243971 h 4768617"/>
              <a:gd name="connsiteX124" fmla="*/ 355345 w 3898489"/>
              <a:gd name="connsiteY124" fmla="*/ 1241772 h 4768617"/>
              <a:gd name="connsiteX125" fmla="*/ 16145 w 3898489"/>
              <a:gd name="connsiteY125" fmla="*/ 1102486 h 4768617"/>
              <a:gd name="connsiteX126" fmla="*/ 15903 w 3898489"/>
              <a:gd name="connsiteY126" fmla="*/ 1102975 h 4768617"/>
              <a:gd name="connsiteX127" fmla="*/ 2777 w 3898489"/>
              <a:gd name="connsiteY127" fmla="*/ 1118064 h 4768617"/>
              <a:gd name="connsiteX128" fmla="*/ 281 w 3898489"/>
              <a:gd name="connsiteY128" fmla="*/ 1117680 h 4768617"/>
              <a:gd name="connsiteX129" fmla="*/ 281 w 3898489"/>
              <a:gd name="connsiteY129" fmla="*/ 1106349 h 4768617"/>
              <a:gd name="connsiteX130" fmla="*/ 192035 w 3898489"/>
              <a:gd name="connsiteY130" fmla="*/ 1100531 h 4768617"/>
              <a:gd name="connsiteX131" fmla="*/ 202681 w 3898489"/>
              <a:gd name="connsiteY131" fmla="*/ 1145249 h 4768617"/>
              <a:gd name="connsiteX132" fmla="*/ 202681 w 3898489"/>
              <a:gd name="connsiteY132" fmla="*/ 1200964 h 4768617"/>
              <a:gd name="connsiteX133" fmla="*/ 230504 w 3898489"/>
              <a:gd name="connsiteY133" fmla="*/ 1331208 h 4768617"/>
              <a:gd name="connsiteX134" fmla="*/ 254698 w 3898489"/>
              <a:gd name="connsiteY134" fmla="*/ 1404516 h 4768617"/>
              <a:gd name="connsiteX135" fmla="*/ 275747 w 3898489"/>
              <a:gd name="connsiteY135" fmla="*/ 1363219 h 4768617"/>
              <a:gd name="connsiteX136" fmla="*/ 262198 w 3898489"/>
              <a:gd name="connsiteY136" fmla="*/ 1336340 h 4768617"/>
              <a:gd name="connsiteX137" fmla="*/ 282037 w 3898489"/>
              <a:gd name="connsiteY137" fmla="*/ 1263031 h 4768617"/>
              <a:gd name="connsiteX138" fmla="*/ 262198 w 3898489"/>
              <a:gd name="connsiteY138" fmla="*/ 1198764 h 4768617"/>
              <a:gd name="connsiteX139" fmla="*/ 222278 w 3898489"/>
              <a:gd name="connsiteY139" fmla="*/ 1120569 h 4768617"/>
              <a:gd name="connsiteX140" fmla="*/ 192035 w 3898489"/>
              <a:gd name="connsiteY140" fmla="*/ 1100531 h 4768617"/>
              <a:gd name="connsiteX141" fmla="*/ 25338 w 3898489"/>
              <a:gd name="connsiteY141" fmla="*/ 882073 h 4768617"/>
              <a:gd name="connsiteX142" fmla="*/ 32113 w 3898489"/>
              <a:gd name="connsiteY142" fmla="*/ 887693 h 4768617"/>
              <a:gd name="connsiteX143" fmla="*/ 19774 w 3898489"/>
              <a:gd name="connsiteY143" fmla="*/ 902844 h 4768617"/>
              <a:gd name="connsiteX144" fmla="*/ 13241 w 3898489"/>
              <a:gd name="connsiteY144" fmla="*/ 897468 h 4768617"/>
              <a:gd name="connsiteX145" fmla="*/ 281 w 3898489"/>
              <a:gd name="connsiteY145" fmla="*/ 755947 h 4768617"/>
              <a:gd name="connsiteX146" fmla="*/ 25580 w 3898489"/>
              <a:gd name="connsiteY146" fmla="*/ 777975 h 4768617"/>
              <a:gd name="connsiteX147" fmla="*/ 22435 w 3898489"/>
              <a:gd name="connsiteY147" fmla="*/ 786772 h 4768617"/>
              <a:gd name="connsiteX148" fmla="*/ 281 w 3898489"/>
              <a:gd name="connsiteY148" fmla="*/ 785685 h 4768617"/>
              <a:gd name="connsiteX149" fmla="*/ 255908 w 3898489"/>
              <a:gd name="connsiteY149" fmla="*/ 623783 h 4768617"/>
              <a:gd name="connsiteX150" fmla="*/ 270424 w 3898489"/>
              <a:gd name="connsiteY150" fmla="*/ 775531 h 4768617"/>
              <a:gd name="connsiteX151" fmla="*/ 271150 w 3898489"/>
              <a:gd name="connsiteY151" fmla="*/ 776509 h 4768617"/>
              <a:gd name="connsiteX152" fmla="*/ 295344 w 3898489"/>
              <a:gd name="connsiteY152" fmla="*/ 794836 h 4768617"/>
              <a:gd name="connsiteX153" fmla="*/ 255908 w 3898489"/>
              <a:gd name="connsiteY153" fmla="*/ 623783 h 4768617"/>
              <a:gd name="connsiteX154" fmla="*/ 85333 w 3898489"/>
              <a:gd name="connsiteY154" fmla="*/ 0 h 4768617"/>
              <a:gd name="connsiteX155" fmla="*/ 3898489 w 3898489"/>
              <a:gd name="connsiteY155" fmla="*/ 0 h 4768617"/>
              <a:gd name="connsiteX156" fmla="*/ 3898489 w 3898489"/>
              <a:gd name="connsiteY156" fmla="*/ 4768617 h 4768617"/>
              <a:gd name="connsiteX157" fmla="*/ 281 w 3898489"/>
              <a:gd name="connsiteY157" fmla="*/ 4768617 h 4768617"/>
              <a:gd name="connsiteX158" fmla="*/ 281 w 3898489"/>
              <a:gd name="connsiteY158" fmla="*/ 4633225 h 4768617"/>
              <a:gd name="connsiteX159" fmla="*/ 7193 w 3898489"/>
              <a:gd name="connsiteY159" fmla="*/ 4631789 h 4768617"/>
              <a:gd name="connsiteX160" fmla="*/ 76630 w 3898489"/>
              <a:gd name="connsiteY160" fmla="*/ 4612973 h 4768617"/>
              <a:gd name="connsiteX161" fmla="*/ 26306 w 3898489"/>
              <a:gd name="connsiteY161" fmla="*/ 4593913 h 4768617"/>
              <a:gd name="connsiteX162" fmla="*/ 60178 w 3898489"/>
              <a:gd name="connsiteY162" fmla="*/ 4506432 h 4768617"/>
              <a:gd name="connsiteX163" fmla="*/ 65501 w 3898489"/>
              <a:gd name="connsiteY163" fmla="*/ 4415530 h 4768617"/>
              <a:gd name="connsiteX164" fmla="*/ 73001 w 3898489"/>
              <a:gd name="connsiteY164" fmla="*/ 4415530 h 4768617"/>
              <a:gd name="connsiteX165" fmla="*/ 85098 w 3898489"/>
              <a:gd name="connsiteY165" fmla="*/ 4454383 h 4768617"/>
              <a:gd name="connsiteX166" fmla="*/ 104937 w 3898489"/>
              <a:gd name="connsiteY166" fmla="*/ 4313631 h 4768617"/>
              <a:gd name="connsiteX167" fmla="*/ 102759 w 3898489"/>
              <a:gd name="connsiteY167" fmla="*/ 4236413 h 4768617"/>
              <a:gd name="connsiteX168" fmla="*/ 99130 w 3898489"/>
              <a:gd name="connsiteY168" fmla="*/ 4046545 h 4768617"/>
              <a:gd name="connsiteX169" fmla="*/ 107356 w 3898489"/>
              <a:gd name="connsiteY169" fmla="*/ 3846902 h 4768617"/>
              <a:gd name="connsiteX170" fmla="*/ 109534 w 3898489"/>
              <a:gd name="connsiteY170" fmla="*/ 3827842 h 4768617"/>
              <a:gd name="connsiteX171" fmla="*/ 140260 w 3898489"/>
              <a:gd name="connsiteY171" fmla="*/ 3726921 h 4768617"/>
              <a:gd name="connsiteX172" fmla="*/ 96469 w 3898489"/>
              <a:gd name="connsiteY172" fmla="*/ 3663876 h 4768617"/>
              <a:gd name="connsiteX173" fmla="*/ 105663 w 3898489"/>
              <a:gd name="connsiteY173" fmla="*/ 3598143 h 4768617"/>
              <a:gd name="connsiteX174" fmla="*/ 110501 w 3898489"/>
              <a:gd name="connsiteY174" fmla="*/ 3528500 h 4768617"/>
              <a:gd name="connsiteX175" fmla="*/ 118002 w 3898489"/>
              <a:gd name="connsiteY175" fmla="*/ 3497710 h 4768617"/>
              <a:gd name="connsiteX176" fmla="*/ 69614 w 3898489"/>
              <a:gd name="connsiteY176" fmla="*/ 3517748 h 4768617"/>
              <a:gd name="connsiteX177" fmla="*/ 133970 w 3898489"/>
              <a:gd name="connsiteY177" fmla="*/ 3413650 h 4768617"/>
              <a:gd name="connsiteX178" fmla="*/ 139534 w 3898489"/>
              <a:gd name="connsiteY178" fmla="*/ 3323970 h 4768617"/>
              <a:gd name="connsiteX179" fmla="*/ 142438 w 3898489"/>
              <a:gd name="connsiteY179" fmla="*/ 3264590 h 4768617"/>
              <a:gd name="connsiteX180" fmla="*/ 130583 w 3898489"/>
              <a:gd name="connsiteY180" fmla="*/ 3172955 h 4768617"/>
              <a:gd name="connsiteX181" fmla="*/ 119695 w 3898489"/>
              <a:gd name="connsiteY181" fmla="*/ 3099647 h 4768617"/>
              <a:gd name="connsiteX182" fmla="*/ 85582 w 3898489"/>
              <a:gd name="connsiteY182" fmla="*/ 3021696 h 4768617"/>
              <a:gd name="connsiteX183" fmla="*/ 67194 w 3898489"/>
              <a:gd name="connsiteY183" fmla="*/ 2937880 h 4768617"/>
              <a:gd name="connsiteX184" fmla="*/ 36710 w 3898489"/>
              <a:gd name="connsiteY184" fmla="*/ 2887542 h 4768617"/>
              <a:gd name="connsiteX185" fmla="*/ 29451 w 3898489"/>
              <a:gd name="connsiteY185" fmla="*/ 2827185 h 4768617"/>
              <a:gd name="connsiteX186" fmla="*/ 83404 w 3898489"/>
              <a:gd name="connsiteY186" fmla="*/ 2705004 h 4768617"/>
              <a:gd name="connsiteX187" fmla="*/ 23403 w 3898489"/>
              <a:gd name="connsiteY187" fmla="*/ 2663952 h 4768617"/>
              <a:gd name="connsiteX188" fmla="*/ 5016 w 3898489"/>
              <a:gd name="connsiteY188" fmla="*/ 2691076 h 4768617"/>
              <a:gd name="connsiteX189" fmla="*/ 281 w 3898489"/>
              <a:gd name="connsiteY189" fmla="*/ 2634624 h 4768617"/>
              <a:gd name="connsiteX190" fmla="*/ 281 w 3898489"/>
              <a:gd name="connsiteY190" fmla="*/ 2550380 h 4768617"/>
              <a:gd name="connsiteX191" fmla="*/ 6467 w 3898489"/>
              <a:gd name="connsiteY191" fmla="*/ 2521978 h 4768617"/>
              <a:gd name="connsiteX192" fmla="*/ 17113 w 3898489"/>
              <a:gd name="connsiteY192" fmla="*/ 2564741 h 4768617"/>
              <a:gd name="connsiteX193" fmla="*/ 60420 w 3898489"/>
              <a:gd name="connsiteY193" fmla="*/ 2521245 h 4768617"/>
              <a:gd name="connsiteX194" fmla="*/ 54129 w 3898489"/>
              <a:gd name="connsiteY194" fmla="*/ 2511226 h 4768617"/>
              <a:gd name="connsiteX195" fmla="*/ 34048 w 3898489"/>
              <a:gd name="connsiteY195" fmla="*/ 2498275 h 4768617"/>
              <a:gd name="connsiteX196" fmla="*/ 3322 w 3898489"/>
              <a:gd name="connsiteY196" fmla="*/ 2439628 h 4768617"/>
              <a:gd name="connsiteX197" fmla="*/ 3322 w 3898489"/>
              <a:gd name="connsiteY197" fmla="*/ 2415192 h 4768617"/>
              <a:gd name="connsiteX198" fmla="*/ 281 w 3898489"/>
              <a:gd name="connsiteY198" fmla="*/ 2395962 h 4768617"/>
              <a:gd name="connsiteX199" fmla="*/ 281 w 3898489"/>
              <a:gd name="connsiteY199" fmla="*/ 2309309 h 4768617"/>
              <a:gd name="connsiteX200" fmla="*/ 3322 w 3898489"/>
              <a:gd name="connsiteY200" fmla="*/ 2290080 h 4768617"/>
              <a:gd name="connsiteX201" fmla="*/ 3322 w 3898489"/>
              <a:gd name="connsiteY201" fmla="*/ 2271019 h 4768617"/>
              <a:gd name="connsiteX202" fmla="*/ 661 w 3898489"/>
              <a:gd name="connsiteY202" fmla="*/ 2212862 h 4768617"/>
              <a:gd name="connsiteX203" fmla="*/ 2929 w 3898489"/>
              <a:gd name="connsiteY203" fmla="*/ 2167135 h 4768617"/>
              <a:gd name="connsiteX204" fmla="*/ 281 w 3898489"/>
              <a:gd name="connsiteY204" fmla="*/ 2151659 h 4768617"/>
              <a:gd name="connsiteX205" fmla="*/ 281 w 3898489"/>
              <a:gd name="connsiteY205" fmla="*/ 1727950 h 4768617"/>
              <a:gd name="connsiteX206" fmla="*/ 4845 w 3898489"/>
              <a:gd name="connsiteY206" fmla="*/ 1728229 h 4768617"/>
              <a:gd name="connsiteX207" fmla="*/ 74694 w 3898489"/>
              <a:gd name="connsiteY207" fmla="*/ 1772523 h 4768617"/>
              <a:gd name="connsiteX208" fmla="*/ 91872 w 3898489"/>
              <a:gd name="connsiteY208" fmla="*/ 1720474 h 4768617"/>
              <a:gd name="connsiteX209" fmla="*/ 37193 w 3898489"/>
              <a:gd name="connsiteY209" fmla="*/ 1710211 h 4768617"/>
              <a:gd name="connsiteX210" fmla="*/ 3806 w 3898489"/>
              <a:gd name="connsiteY210" fmla="*/ 1665738 h 4768617"/>
              <a:gd name="connsiteX211" fmla="*/ 281 w 3898489"/>
              <a:gd name="connsiteY211" fmla="*/ 1673312 h 4768617"/>
              <a:gd name="connsiteX212" fmla="*/ 281 w 3898489"/>
              <a:gd name="connsiteY212" fmla="*/ 1647686 h 4768617"/>
              <a:gd name="connsiteX213" fmla="*/ 9412 w 3898489"/>
              <a:gd name="connsiteY213" fmla="*/ 1642684 h 4768617"/>
              <a:gd name="connsiteX214" fmla="*/ 20984 w 3898489"/>
              <a:gd name="connsiteY214" fmla="*/ 1630794 h 4768617"/>
              <a:gd name="connsiteX215" fmla="*/ 281 w 3898489"/>
              <a:gd name="connsiteY215" fmla="*/ 1621499 h 4768617"/>
              <a:gd name="connsiteX216" fmla="*/ 281 w 3898489"/>
              <a:gd name="connsiteY216" fmla="*/ 1590900 h 4768617"/>
              <a:gd name="connsiteX217" fmla="*/ 7193 w 3898489"/>
              <a:gd name="connsiteY217" fmla="*/ 1599028 h 4768617"/>
              <a:gd name="connsiteX218" fmla="*/ 36952 w 3898489"/>
              <a:gd name="connsiteY218" fmla="*/ 1541603 h 4768617"/>
              <a:gd name="connsiteX219" fmla="*/ 43484 w 3898489"/>
              <a:gd name="connsiteY219" fmla="*/ 1571903 h 4768617"/>
              <a:gd name="connsiteX220" fmla="*/ 61146 w 3898489"/>
              <a:gd name="connsiteY220" fmla="*/ 1594873 h 4768617"/>
              <a:gd name="connsiteX221" fmla="*/ 81227 w 3898489"/>
              <a:gd name="connsiteY221" fmla="*/ 1567749 h 4768617"/>
              <a:gd name="connsiteX222" fmla="*/ 67436 w 3898489"/>
              <a:gd name="connsiteY222" fmla="*/ 1495663 h 4768617"/>
              <a:gd name="connsiteX223" fmla="*/ 58000 w 3898489"/>
              <a:gd name="connsiteY223" fmla="*/ 1490775 h 4768617"/>
              <a:gd name="connsiteX224" fmla="*/ 50258 w 3898489"/>
              <a:gd name="connsiteY224" fmla="*/ 1507881 h 4768617"/>
              <a:gd name="connsiteX225" fmla="*/ 33806 w 3898489"/>
              <a:gd name="connsiteY225" fmla="*/ 1524497 h 4768617"/>
              <a:gd name="connsiteX226" fmla="*/ 2596 w 3898489"/>
              <a:gd name="connsiteY226" fmla="*/ 1284046 h 4768617"/>
              <a:gd name="connsiteX227" fmla="*/ 35016 w 3898489"/>
              <a:gd name="connsiteY227" fmla="*/ 1289911 h 4768617"/>
              <a:gd name="connsiteX228" fmla="*/ 37193 w 3898489"/>
              <a:gd name="connsiteY228" fmla="*/ 1243483 h 4768617"/>
              <a:gd name="connsiteX229" fmla="*/ 2112 w 3898489"/>
              <a:gd name="connsiteY229" fmla="*/ 1246659 h 4768617"/>
              <a:gd name="connsiteX230" fmla="*/ 43000 w 3898489"/>
              <a:gd name="connsiteY230" fmla="*/ 1197787 h 4768617"/>
              <a:gd name="connsiteX231" fmla="*/ 55581 w 3898489"/>
              <a:gd name="connsiteY231" fmla="*/ 1114460 h 4768617"/>
              <a:gd name="connsiteX232" fmla="*/ 71307 w 3898489"/>
              <a:gd name="connsiteY232" fmla="*/ 1153313 h 4768617"/>
              <a:gd name="connsiteX233" fmla="*/ 107356 w 3898489"/>
              <a:gd name="connsiteY233" fmla="*/ 1118370 h 4768617"/>
              <a:gd name="connsiteX234" fmla="*/ 44936 w 3898489"/>
              <a:gd name="connsiteY234" fmla="*/ 1077561 h 4768617"/>
              <a:gd name="connsiteX235" fmla="*/ 43000 w 3898489"/>
              <a:gd name="connsiteY235" fmla="*/ 1005475 h 4768617"/>
              <a:gd name="connsiteX236" fmla="*/ 67436 w 3898489"/>
              <a:gd name="connsiteY236" fmla="*/ 1041396 h 4768617"/>
              <a:gd name="connsiteX237" fmla="*/ 93600 w 3898489"/>
              <a:gd name="connsiteY237" fmla="*/ 1005915 h 4768617"/>
              <a:gd name="connsiteX238" fmla="*/ 91630 w 3898489"/>
              <a:gd name="connsiteY238" fmla="*/ 998633 h 4768617"/>
              <a:gd name="connsiteX239" fmla="*/ 78081 w 3898489"/>
              <a:gd name="connsiteY239" fmla="*/ 975908 h 4768617"/>
              <a:gd name="connsiteX240" fmla="*/ 24613 w 3898489"/>
              <a:gd name="connsiteY240" fmla="*/ 989103 h 4768617"/>
              <a:gd name="connsiteX241" fmla="*/ 44452 w 3898489"/>
              <a:gd name="connsiteY241" fmla="*/ 960513 h 4768617"/>
              <a:gd name="connsiteX242" fmla="*/ 68646 w 3898489"/>
              <a:gd name="connsiteY242" fmla="*/ 907486 h 4768617"/>
              <a:gd name="connsiteX243" fmla="*/ 38161 w 3898489"/>
              <a:gd name="connsiteY243" fmla="*/ 730080 h 4768617"/>
              <a:gd name="connsiteX244" fmla="*/ 29451 w 3898489"/>
              <a:gd name="connsiteY244" fmla="*/ 702468 h 4768617"/>
              <a:gd name="connsiteX245" fmla="*/ 16629 w 3898489"/>
              <a:gd name="connsiteY245" fmla="*/ 571490 h 4768617"/>
              <a:gd name="connsiteX246" fmla="*/ 281 w 3898489"/>
              <a:gd name="connsiteY246" fmla="*/ 565410 h 4768617"/>
              <a:gd name="connsiteX247" fmla="*/ 281 w 3898489"/>
              <a:gd name="connsiteY247" fmla="*/ 540921 h 4768617"/>
              <a:gd name="connsiteX248" fmla="*/ 2838 w 3898489"/>
              <a:gd name="connsiteY248" fmla="*/ 541922 h 4768617"/>
              <a:gd name="connsiteX249" fmla="*/ 29210 w 3898489"/>
              <a:gd name="connsiteY249" fmla="*/ 511866 h 4768617"/>
              <a:gd name="connsiteX250" fmla="*/ 3322 w 3898489"/>
              <a:gd name="connsiteY250" fmla="*/ 497937 h 4768617"/>
              <a:gd name="connsiteX251" fmla="*/ 281 w 3898489"/>
              <a:gd name="connsiteY251" fmla="*/ 507631 h 4768617"/>
              <a:gd name="connsiteX252" fmla="*/ 281 w 3898489"/>
              <a:gd name="connsiteY252" fmla="*/ 408707 h 4768617"/>
              <a:gd name="connsiteX253" fmla="*/ 5016 w 3898489"/>
              <a:gd name="connsiteY253" fmla="*/ 414611 h 4768617"/>
              <a:gd name="connsiteX254" fmla="*/ 5016 w 3898489"/>
              <a:gd name="connsiteY254" fmla="*/ 365739 h 4768617"/>
              <a:gd name="connsiteX255" fmla="*/ 281 w 3898489"/>
              <a:gd name="connsiteY255" fmla="*/ 365739 h 4768617"/>
              <a:gd name="connsiteX256" fmla="*/ 281 w 3898489"/>
              <a:gd name="connsiteY256" fmla="*/ 12567 h 4768617"/>
              <a:gd name="connsiteX257" fmla="*/ 11306 w 3898489"/>
              <a:gd name="connsiteY257" fmla="*/ 51002 h 4768617"/>
              <a:gd name="connsiteX258" fmla="*/ 29210 w 3898489"/>
              <a:gd name="connsiteY258" fmla="*/ 177092 h 4768617"/>
              <a:gd name="connsiteX259" fmla="*/ 44936 w 3898489"/>
              <a:gd name="connsiteY259" fmla="*/ 308069 h 4768617"/>
              <a:gd name="connsiteX260" fmla="*/ 61872 w 3898489"/>
              <a:gd name="connsiteY260" fmla="*/ 388220 h 4768617"/>
              <a:gd name="connsiteX261" fmla="*/ 73243 w 3898489"/>
              <a:gd name="connsiteY261" fmla="*/ 448577 h 4768617"/>
              <a:gd name="connsiteX262" fmla="*/ 88727 w 3898489"/>
              <a:gd name="connsiteY262" fmla="*/ 568558 h 4768617"/>
              <a:gd name="connsiteX263" fmla="*/ 96953 w 3898489"/>
              <a:gd name="connsiteY263" fmla="*/ 697092 h 4768617"/>
              <a:gd name="connsiteX264" fmla="*/ 96953 w 3898489"/>
              <a:gd name="connsiteY264" fmla="*/ 715907 h 4768617"/>
              <a:gd name="connsiteX265" fmla="*/ 177761 w 3898489"/>
              <a:gd name="connsiteY265" fmla="*/ 950983 h 4768617"/>
              <a:gd name="connsiteX266" fmla="*/ 195907 w 3898489"/>
              <a:gd name="connsiteY266" fmla="*/ 961979 h 4768617"/>
              <a:gd name="connsiteX267" fmla="*/ 240666 w 3898489"/>
              <a:gd name="connsiteY267" fmla="*/ 807543 h 4768617"/>
              <a:gd name="connsiteX268" fmla="*/ 239214 w 3898489"/>
              <a:gd name="connsiteY268" fmla="*/ 792881 h 4768617"/>
              <a:gd name="connsiteX269" fmla="*/ 228810 w 3898489"/>
              <a:gd name="connsiteY269" fmla="*/ 723727 h 4768617"/>
              <a:gd name="connsiteX270" fmla="*/ 171954 w 3898489"/>
              <a:gd name="connsiteY270" fmla="*/ 646020 h 4768617"/>
              <a:gd name="connsiteX271" fmla="*/ 136147 w 3898489"/>
              <a:gd name="connsiteY271" fmla="*/ 540456 h 4768617"/>
              <a:gd name="connsiteX272" fmla="*/ 128163 w 3898489"/>
              <a:gd name="connsiteY272" fmla="*/ 479366 h 4768617"/>
              <a:gd name="connsiteX273" fmla="*/ 124776 w 3898489"/>
              <a:gd name="connsiteY273" fmla="*/ 437092 h 4768617"/>
              <a:gd name="connsiteX274" fmla="*/ 119937 w 3898489"/>
              <a:gd name="connsiteY274" fmla="*/ 337881 h 4768617"/>
              <a:gd name="connsiteX275" fmla="*/ 117760 w 3898489"/>
              <a:gd name="connsiteY275" fmla="*/ 313445 h 4768617"/>
              <a:gd name="connsiteX276" fmla="*/ 93566 w 3898489"/>
              <a:gd name="connsiteY276" fmla="*/ 220588 h 4768617"/>
              <a:gd name="connsiteX277" fmla="*/ 93566 w 3898489"/>
              <a:gd name="connsiteY277" fmla="*/ 138972 h 4768617"/>
              <a:gd name="connsiteX278" fmla="*/ 85098 w 3898489"/>
              <a:gd name="connsiteY278" fmla="*/ 30964 h 4768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3898489" h="4768617">
                <a:moveTo>
                  <a:pt x="25338" y="4258161"/>
                </a:moveTo>
                <a:cubicBezTo>
                  <a:pt x="29874" y="4338067"/>
                  <a:pt x="34274" y="4418110"/>
                  <a:pt x="20473" y="4499529"/>
                </a:cubicBezTo>
                <a:lnTo>
                  <a:pt x="281" y="4580068"/>
                </a:lnTo>
                <a:lnTo>
                  <a:pt x="281" y="4488754"/>
                </a:lnTo>
                <a:lnTo>
                  <a:pt x="6943" y="4457640"/>
                </a:lnTo>
                <a:cubicBezTo>
                  <a:pt x="9491" y="4444685"/>
                  <a:pt x="11366" y="4431779"/>
                  <a:pt x="11306" y="4418706"/>
                </a:cubicBezTo>
                <a:cubicBezTo>
                  <a:pt x="11064" y="4366413"/>
                  <a:pt x="20258" y="4311676"/>
                  <a:pt x="25338" y="4258161"/>
                </a:cubicBezTo>
                <a:close/>
                <a:moveTo>
                  <a:pt x="261472" y="4200981"/>
                </a:moveTo>
                <a:cubicBezTo>
                  <a:pt x="245262" y="4220530"/>
                  <a:pt x="245262" y="4220530"/>
                  <a:pt x="255182" y="4236413"/>
                </a:cubicBezTo>
                <a:lnTo>
                  <a:pt x="255666" y="4235191"/>
                </a:lnTo>
                <a:close/>
                <a:moveTo>
                  <a:pt x="363571" y="3502598"/>
                </a:moveTo>
                <a:cubicBezTo>
                  <a:pt x="337684" y="3527034"/>
                  <a:pt x="337200" y="3533387"/>
                  <a:pt x="361636" y="3542184"/>
                </a:cubicBezTo>
                <a:close/>
                <a:moveTo>
                  <a:pt x="166874" y="3409008"/>
                </a:moveTo>
                <a:lnTo>
                  <a:pt x="151631" y="3506752"/>
                </a:lnTo>
                <a:cubicBezTo>
                  <a:pt x="156470" y="3506019"/>
                  <a:pt x="161067" y="3506507"/>
                  <a:pt x="166148" y="3506752"/>
                </a:cubicBezTo>
                <a:lnTo>
                  <a:pt x="175100" y="3409008"/>
                </a:lnTo>
                <a:cubicBezTo>
                  <a:pt x="172438" y="3409008"/>
                  <a:pt x="169777" y="3409008"/>
                  <a:pt x="166874" y="3409008"/>
                </a:cubicBezTo>
                <a:close/>
                <a:moveTo>
                  <a:pt x="368410" y="3404609"/>
                </a:moveTo>
                <a:cubicBezTo>
                  <a:pt x="344216" y="3423181"/>
                  <a:pt x="354377" y="3443218"/>
                  <a:pt x="365507" y="3463500"/>
                </a:cubicBezTo>
                <a:close/>
                <a:moveTo>
                  <a:pt x="370587" y="3355737"/>
                </a:moveTo>
                <a:lnTo>
                  <a:pt x="352442" y="3380173"/>
                </a:lnTo>
                <a:cubicBezTo>
                  <a:pt x="358007" y="3381395"/>
                  <a:pt x="363571" y="3382861"/>
                  <a:pt x="369378" y="3384083"/>
                </a:cubicBezTo>
                <a:close/>
                <a:moveTo>
                  <a:pt x="184777" y="3329590"/>
                </a:moveTo>
                <a:cubicBezTo>
                  <a:pt x="178366" y="3330702"/>
                  <a:pt x="172112" y="3332589"/>
                  <a:pt x="166148" y="3335211"/>
                </a:cubicBezTo>
                <a:cubicBezTo>
                  <a:pt x="180664" y="3341564"/>
                  <a:pt x="184777" y="3344985"/>
                  <a:pt x="188406" y="3344496"/>
                </a:cubicBezTo>
                <a:cubicBezTo>
                  <a:pt x="191310" y="3344496"/>
                  <a:pt x="193245" y="3338632"/>
                  <a:pt x="195907" y="3335455"/>
                </a:cubicBezTo>
                <a:cubicBezTo>
                  <a:pt x="192546" y="3332887"/>
                  <a:pt x="188786" y="3330905"/>
                  <a:pt x="184777" y="3329590"/>
                </a:cubicBezTo>
                <a:close/>
                <a:moveTo>
                  <a:pt x="357039" y="3275342"/>
                </a:moveTo>
                <a:lnTo>
                  <a:pt x="348571" y="3280963"/>
                </a:lnTo>
                <a:lnTo>
                  <a:pt x="371313" y="3345474"/>
                </a:lnTo>
                <a:lnTo>
                  <a:pt x="373975" y="3286583"/>
                </a:lnTo>
                <a:cubicBezTo>
                  <a:pt x="368410" y="3282918"/>
                  <a:pt x="362845" y="3279008"/>
                  <a:pt x="357039" y="3275342"/>
                </a:cubicBezTo>
                <a:close/>
                <a:moveTo>
                  <a:pt x="241633" y="3254572"/>
                </a:moveTo>
                <a:cubicBezTo>
                  <a:pt x="215504" y="3401188"/>
                  <a:pt x="197116" y="3550981"/>
                  <a:pt x="183810" y="3700774"/>
                </a:cubicBezTo>
                <a:cubicBezTo>
                  <a:pt x="215876" y="3569804"/>
                  <a:pt x="240835" y="3437163"/>
                  <a:pt x="258569" y="3303444"/>
                </a:cubicBezTo>
                <a:cubicBezTo>
                  <a:pt x="259338" y="3287096"/>
                  <a:pt x="258366" y="3270709"/>
                  <a:pt x="255666" y="3254572"/>
                </a:cubicBezTo>
                <a:cubicBezTo>
                  <a:pt x="251069" y="3254572"/>
                  <a:pt x="246230" y="3254572"/>
                  <a:pt x="241633" y="3254572"/>
                </a:cubicBezTo>
                <a:close/>
                <a:moveTo>
                  <a:pt x="187439" y="3247974"/>
                </a:moveTo>
                <a:lnTo>
                  <a:pt x="182600" y="3270455"/>
                </a:lnTo>
                <a:cubicBezTo>
                  <a:pt x="184884" y="3270914"/>
                  <a:pt x="187143" y="3271486"/>
                  <a:pt x="189374" y="3272166"/>
                </a:cubicBezTo>
                <a:lnTo>
                  <a:pt x="190342" y="3272166"/>
                </a:lnTo>
                <a:lnTo>
                  <a:pt x="195423" y="3249929"/>
                </a:lnTo>
                <a:cubicBezTo>
                  <a:pt x="192761" y="3249929"/>
                  <a:pt x="190100" y="3249929"/>
                  <a:pt x="187439" y="3247974"/>
                </a:cubicBezTo>
                <a:close/>
                <a:moveTo>
                  <a:pt x="154535" y="3225493"/>
                </a:moveTo>
                <a:cubicBezTo>
                  <a:pt x="152599" y="3225493"/>
                  <a:pt x="149212" y="3225493"/>
                  <a:pt x="146792" y="3226714"/>
                </a:cubicBezTo>
                <a:lnTo>
                  <a:pt x="150664" y="3236978"/>
                </a:lnTo>
                <a:lnTo>
                  <a:pt x="157438" y="3232823"/>
                </a:lnTo>
                <a:cubicBezTo>
                  <a:pt x="156470" y="3230135"/>
                  <a:pt x="156228" y="3226470"/>
                  <a:pt x="154535" y="3225493"/>
                </a:cubicBezTo>
                <a:close/>
                <a:moveTo>
                  <a:pt x="61146" y="3204966"/>
                </a:moveTo>
                <a:cubicBezTo>
                  <a:pt x="65742" y="3204966"/>
                  <a:pt x="70097" y="3204966"/>
                  <a:pt x="74452" y="3206677"/>
                </a:cubicBezTo>
                <a:lnTo>
                  <a:pt x="67678" y="3246019"/>
                </a:lnTo>
                <a:cubicBezTo>
                  <a:pt x="47113" y="3230380"/>
                  <a:pt x="54855" y="3217673"/>
                  <a:pt x="61146" y="3204966"/>
                </a:cubicBezTo>
                <a:close/>
                <a:moveTo>
                  <a:pt x="197842" y="3181752"/>
                </a:moveTo>
                <a:lnTo>
                  <a:pt x="193971" y="3209854"/>
                </a:lnTo>
                <a:cubicBezTo>
                  <a:pt x="195907" y="3209854"/>
                  <a:pt x="198084" y="3209854"/>
                  <a:pt x="200262" y="3209854"/>
                </a:cubicBezTo>
                <a:lnTo>
                  <a:pt x="204374" y="3181996"/>
                </a:lnTo>
                <a:cubicBezTo>
                  <a:pt x="202197" y="3182485"/>
                  <a:pt x="200745" y="3182241"/>
                  <a:pt x="197842" y="3181752"/>
                </a:cubicBezTo>
                <a:close/>
                <a:moveTo>
                  <a:pt x="170503" y="3155361"/>
                </a:moveTo>
                <a:cubicBezTo>
                  <a:pt x="166390" y="3155850"/>
                  <a:pt x="161793" y="3156094"/>
                  <a:pt x="157196" y="3156339"/>
                </a:cubicBezTo>
                <a:lnTo>
                  <a:pt x="157196" y="3197880"/>
                </a:lnTo>
                <a:cubicBezTo>
                  <a:pt x="181390" y="3181263"/>
                  <a:pt x="185745" y="3169290"/>
                  <a:pt x="170503" y="3155361"/>
                </a:cubicBezTo>
                <a:close/>
                <a:moveTo>
                  <a:pt x="257601" y="3150474"/>
                </a:moveTo>
                <a:lnTo>
                  <a:pt x="256875" y="3150963"/>
                </a:lnTo>
                <a:cubicBezTo>
                  <a:pt x="241875" y="3158538"/>
                  <a:pt x="221068" y="3163181"/>
                  <a:pt x="223246" y="3184684"/>
                </a:cubicBezTo>
                <a:cubicBezTo>
                  <a:pt x="224939" y="3197147"/>
                  <a:pt x="239940" y="3209120"/>
                  <a:pt x="255182" y="3227692"/>
                </a:cubicBezTo>
                <a:lnTo>
                  <a:pt x="269698" y="3156094"/>
                </a:lnTo>
                <a:cubicBezTo>
                  <a:pt x="266069" y="3154139"/>
                  <a:pt x="261714" y="3152184"/>
                  <a:pt x="257601" y="3150474"/>
                </a:cubicBezTo>
                <a:close/>
                <a:moveTo>
                  <a:pt x="207278" y="3066902"/>
                </a:moveTo>
                <a:cubicBezTo>
                  <a:pt x="171713" y="3076677"/>
                  <a:pt x="193003" y="3094027"/>
                  <a:pt x="199294" y="3109666"/>
                </a:cubicBezTo>
                <a:lnTo>
                  <a:pt x="175100" y="3122861"/>
                </a:lnTo>
                <a:cubicBezTo>
                  <a:pt x="184293" y="3132880"/>
                  <a:pt x="196874" y="3138012"/>
                  <a:pt x="201713" y="3133857"/>
                </a:cubicBezTo>
                <a:cubicBezTo>
                  <a:pt x="223488" y="3114797"/>
                  <a:pt x="217439" y="3091827"/>
                  <a:pt x="207278" y="3066902"/>
                </a:cubicBezTo>
                <a:close/>
                <a:moveTo>
                  <a:pt x="246551" y="3029282"/>
                </a:moveTo>
                <a:cubicBezTo>
                  <a:pt x="240559" y="3029805"/>
                  <a:pt x="233407" y="3031470"/>
                  <a:pt x="224939" y="3034158"/>
                </a:cubicBezTo>
                <a:lnTo>
                  <a:pt x="245988" y="3134102"/>
                </a:lnTo>
                <a:cubicBezTo>
                  <a:pt x="268520" y="3116190"/>
                  <a:pt x="279103" y="3086962"/>
                  <a:pt x="273327" y="3058594"/>
                </a:cubicBezTo>
                <a:cubicBezTo>
                  <a:pt x="272057" y="3036418"/>
                  <a:pt x="264527" y="3027713"/>
                  <a:pt x="246551" y="3029282"/>
                </a:cubicBezTo>
                <a:close/>
                <a:moveTo>
                  <a:pt x="239940" y="2962561"/>
                </a:moveTo>
                <a:lnTo>
                  <a:pt x="239940" y="2983576"/>
                </a:lnTo>
                <a:lnTo>
                  <a:pt x="249133" y="2983576"/>
                </a:lnTo>
                <a:lnTo>
                  <a:pt x="251795" y="2963049"/>
                </a:lnTo>
                <a:cubicBezTo>
                  <a:pt x="247440" y="2962805"/>
                  <a:pt x="243811" y="2962561"/>
                  <a:pt x="239940" y="2962561"/>
                </a:cubicBezTo>
                <a:close/>
                <a:moveTo>
                  <a:pt x="258327" y="2831339"/>
                </a:moveTo>
                <a:cubicBezTo>
                  <a:pt x="249010" y="2848288"/>
                  <a:pt x="242937" y="2866857"/>
                  <a:pt x="240424" y="2886075"/>
                </a:cubicBezTo>
                <a:cubicBezTo>
                  <a:pt x="240424" y="2899760"/>
                  <a:pt x="258811" y="2912222"/>
                  <a:pt x="269456" y="2925418"/>
                </a:cubicBezTo>
                <a:cubicBezTo>
                  <a:pt x="269456" y="2945700"/>
                  <a:pt x="250585" y="2967936"/>
                  <a:pt x="279134" y="2991151"/>
                </a:cubicBezTo>
                <a:cubicBezTo>
                  <a:pt x="282466" y="2980763"/>
                  <a:pt x="285052" y="2970145"/>
                  <a:pt x="286876" y="2959384"/>
                </a:cubicBezTo>
                <a:cubicBezTo>
                  <a:pt x="285129" y="2943141"/>
                  <a:pt x="285129" y="2926754"/>
                  <a:pt x="286876" y="2910512"/>
                </a:cubicBezTo>
                <a:cubicBezTo>
                  <a:pt x="297038" y="2878256"/>
                  <a:pt x="286876" y="2855530"/>
                  <a:pt x="258327" y="2831339"/>
                </a:cubicBezTo>
                <a:close/>
                <a:moveTo>
                  <a:pt x="279376" y="2675437"/>
                </a:moveTo>
                <a:cubicBezTo>
                  <a:pt x="279376" y="2677880"/>
                  <a:pt x="279376" y="2682279"/>
                  <a:pt x="281553" y="2682767"/>
                </a:cubicBezTo>
                <a:cubicBezTo>
                  <a:pt x="285570" y="2683256"/>
                  <a:pt x="289634" y="2683256"/>
                  <a:pt x="293650" y="2682767"/>
                </a:cubicBezTo>
                <a:cubicBezTo>
                  <a:pt x="292683" y="2680324"/>
                  <a:pt x="291957" y="2675437"/>
                  <a:pt x="291231" y="2675437"/>
                </a:cubicBezTo>
                <a:cubicBezTo>
                  <a:pt x="287288" y="2675070"/>
                  <a:pt x="283320" y="2675070"/>
                  <a:pt x="279376" y="2675437"/>
                </a:cubicBezTo>
                <a:close/>
                <a:moveTo>
                  <a:pt x="316151" y="2624609"/>
                </a:moveTo>
                <a:cubicBezTo>
                  <a:pt x="301876" y="2655643"/>
                  <a:pt x="322683" y="2670305"/>
                  <a:pt x="341797" y="2688876"/>
                </a:cubicBezTo>
                <a:cubicBezTo>
                  <a:pt x="356797" y="2640493"/>
                  <a:pt x="355103" y="2636094"/>
                  <a:pt x="316151" y="2624609"/>
                </a:cubicBezTo>
                <a:close/>
                <a:moveTo>
                  <a:pt x="418492" y="2372918"/>
                </a:moveTo>
                <a:cubicBezTo>
                  <a:pt x="408572" y="2389046"/>
                  <a:pt x="389943" y="2404440"/>
                  <a:pt x="416072" y="2421790"/>
                </a:cubicBezTo>
                <a:close/>
                <a:moveTo>
                  <a:pt x="35016" y="2119027"/>
                </a:moveTo>
                <a:cubicBezTo>
                  <a:pt x="33081" y="2139309"/>
                  <a:pt x="30903" y="2152993"/>
                  <a:pt x="30903" y="2166677"/>
                </a:cubicBezTo>
                <a:cubicBezTo>
                  <a:pt x="30903" y="2202843"/>
                  <a:pt x="51468" y="2239986"/>
                  <a:pt x="28484" y="2276151"/>
                </a:cubicBezTo>
                <a:cubicBezTo>
                  <a:pt x="26306" y="2279816"/>
                  <a:pt x="31629" y="2288125"/>
                  <a:pt x="32839" y="2294234"/>
                </a:cubicBezTo>
                <a:lnTo>
                  <a:pt x="41065" y="2341151"/>
                </a:lnTo>
                <a:lnTo>
                  <a:pt x="49774" y="2396376"/>
                </a:lnTo>
                <a:cubicBezTo>
                  <a:pt x="68297" y="2382692"/>
                  <a:pt x="76172" y="2358647"/>
                  <a:pt x="69372" y="2336508"/>
                </a:cubicBezTo>
                <a:cubicBezTo>
                  <a:pt x="54831" y="2286194"/>
                  <a:pt x="53166" y="2232972"/>
                  <a:pt x="64533" y="2181828"/>
                </a:cubicBezTo>
                <a:cubicBezTo>
                  <a:pt x="72006" y="2156365"/>
                  <a:pt x="59283" y="2129290"/>
                  <a:pt x="35016" y="2119027"/>
                </a:cubicBezTo>
                <a:close/>
                <a:moveTo>
                  <a:pt x="61146" y="1418200"/>
                </a:moveTo>
                <a:lnTo>
                  <a:pt x="58242" y="1426264"/>
                </a:lnTo>
                <a:cubicBezTo>
                  <a:pt x="65984" y="1429196"/>
                  <a:pt x="73485" y="1432373"/>
                  <a:pt x="80985" y="1435305"/>
                </a:cubicBezTo>
                <a:lnTo>
                  <a:pt x="85340" y="1425775"/>
                </a:lnTo>
                <a:cubicBezTo>
                  <a:pt x="76872" y="1423332"/>
                  <a:pt x="68646" y="1420644"/>
                  <a:pt x="61146" y="1418200"/>
                </a:cubicBezTo>
                <a:close/>
                <a:moveTo>
                  <a:pt x="22677" y="1328276"/>
                </a:moveTo>
                <a:lnTo>
                  <a:pt x="19290" y="1359065"/>
                </a:lnTo>
                <a:cubicBezTo>
                  <a:pt x="22435" y="1359065"/>
                  <a:pt x="25822" y="1359065"/>
                  <a:pt x="28968" y="1360287"/>
                </a:cubicBezTo>
                <a:lnTo>
                  <a:pt x="34290" y="1330475"/>
                </a:lnTo>
                <a:cubicBezTo>
                  <a:pt x="31387" y="1329497"/>
                  <a:pt x="26548" y="1328764"/>
                  <a:pt x="22677" y="1328276"/>
                </a:cubicBezTo>
                <a:close/>
                <a:moveTo>
                  <a:pt x="72275" y="1296264"/>
                </a:moveTo>
                <a:cubicBezTo>
                  <a:pt x="53645" y="1340005"/>
                  <a:pt x="55581" y="1341715"/>
                  <a:pt x="94291" y="1351245"/>
                </a:cubicBezTo>
                <a:lnTo>
                  <a:pt x="94291" y="1350512"/>
                </a:lnTo>
                <a:close/>
                <a:moveTo>
                  <a:pt x="349781" y="1217336"/>
                </a:moveTo>
                <a:cubicBezTo>
                  <a:pt x="346393" y="1217336"/>
                  <a:pt x="343006" y="1218802"/>
                  <a:pt x="339619" y="1219535"/>
                </a:cubicBezTo>
                <a:lnTo>
                  <a:pt x="342522" y="1243971"/>
                </a:lnTo>
                <a:cubicBezTo>
                  <a:pt x="345910" y="1242749"/>
                  <a:pt x="350990" y="1242261"/>
                  <a:pt x="355345" y="1241772"/>
                </a:cubicBezTo>
                <a:close/>
                <a:moveTo>
                  <a:pt x="16145" y="1102486"/>
                </a:moveTo>
                <a:lnTo>
                  <a:pt x="15903" y="1102975"/>
                </a:lnTo>
                <a:cubicBezTo>
                  <a:pt x="9975" y="1112383"/>
                  <a:pt x="7011" y="1117087"/>
                  <a:pt x="2777" y="1118064"/>
                </a:cubicBezTo>
                <a:lnTo>
                  <a:pt x="281" y="1117680"/>
                </a:lnTo>
                <a:lnTo>
                  <a:pt x="281" y="1106349"/>
                </a:lnTo>
                <a:close/>
                <a:moveTo>
                  <a:pt x="192035" y="1100531"/>
                </a:moveTo>
                <a:cubicBezTo>
                  <a:pt x="196557" y="1115193"/>
                  <a:pt x="200114" y="1130123"/>
                  <a:pt x="202681" y="1145249"/>
                </a:cubicBezTo>
                <a:cubicBezTo>
                  <a:pt x="207280" y="1163528"/>
                  <a:pt x="207280" y="1182685"/>
                  <a:pt x="202681" y="1200964"/>
                </a:cubicBezTo>
                <a:cubicBezTo>
                  <a:pt x="178487" y="1253257"/>
                  <a:pt x="197842" y="1293088"/>
                  <a:pt x="230504" y="1331208"/>
                </a:cubicBezTo>
                <a:cubicBezTo>
                  <a:pt x="215504" y="1385456"/>
                  <a:pt x="215504" y="1385456"/>
                  <a:pt x="254698" y="1404516"/>
                </a:cubicBezTo>
                <a:cubicBezTo>
                  <a:pt x="262198" y="1390832"/>
                  <a:pt x="274779" y="1377636"/>
                  <a:pt x="275747" y="1363219"/>
                </a:cubicBezTo>
                <a:cubicBezTo>
                  <a:pt x="276715" y="1348802"/>
                  <a:pt x="263408" y="1338783"/>
                  <a:pt x="262198" y="1336340"/>
                </a:cubicBezTo>
                <a:cubicBezTo>
                  <a:pt x="267533" y="1311561"/>
                  <a:pt x="274155" y="1287101"/>
                  <a:pt x="282037" y="1263031"/>
                </a:cubicBezTo>
                <a:cubicBezTo>
                  <a:pt x="292317" y="1239621"/>
                  <a:pt x="283832" y="1212131"/>
                  <a:pt x="262198" y="1198764"/>
                </a:cubicBezTo>
                <a:cubicBezTo>
                  <a:pt x="235111" y="1182612"/>
                  <a:pt x="219590" y="1152214"/>
                  <a:pt x="222278" y="1120569"/>
                </a:cubicBezTo>
                <a:cubicBezTo>
                  <a:pt x="223972" y="1107129"/>
                  <a:pt x="217439" y="1094422"/>
                  <a:pt x="192035" y="1100531"/>
                </a:cubicBezTo>
                <a:close/>
                <a:moveTo>
                  <a:pt x="25338" y="882073"/>
                </a:moveTo>
                <a:lnTo>
                  <a:pt x="32113" y="887693"/>
                </a:lnTo>
                <a:lnTo>
                  <a:pt x="19774" y="902844"/>
                </a:lnTo>
                <a:cubicBezTo>
                  <a:pt x="17596" y="901133"/>
                  <a:pt x="15661" y="899178"/>
                  <a:pt x="13241" y="897468"/>
                </a:cubicBezTo>
                <a:close/>
                <a:moveTo>
                  <a:pt x="281" y="755947"/>
                </a:moveTo>
                <a:lnTo>
                  <a:pt x="25580" y="777975"/>
                </a:lnTo>
                <a:lnTo>
                  <a:pt x="22435" y="786772"/>
                </a:lnTo>
                <a:lnTo>
                  <a:pt x="281" y="785685"/>
                </a:lnTo>
                <a:close/>
                <a:moveTo>
                  <a:pt x="255908" y="623783"/>
                </a:moveTo>
                <a:cubicBezTo>
                  <a:pt x="251437" y="674830"/>
                  <a:pt x="256358" y="726293"/>
                  <a:pt x="270424" y="775531"/>
                </a:cubicBezTo>
                <a:lnTo>
                  <a:pt x="271150" y="776509"/>
                </a:lnTo>
                <a:cubicBezTo>
                  <a:pt x="274053" y="782373"/>
                  <a:pt x="282279" y="785306"/>
                  <a:pt x="295344" y="794836"/>
                </a:cubicBezTo>
                <a:cubicBezTo>
                  <a:pt x="295344" y="728859"/>
                  <a:pt x="269215" y="677787"/>
                  <a:pt x="255908" y="623783"/>
                </a:cubicBezTo>
                <a:close/>
                <a:moveTo>
                  <a:pt x="85333" y="0"/>
                </a:moveTo>
                <a:lnTo>
                  <a:pt x="3898489" y="0"/>
                </a:lnTo>
                <a:lnTo>
                  <a:pt x="3898489" y="4768617"/>
                </a:lnTo>
                <a:lnTo>
                  <a:pt x="281" y="4768617"/>
                </a:lnTo>
                <a:lnTo>
                  <a:pt x="281" y="4633225"/>
                </a:lnTo>
                <a:lnTo>
                  <a:pt x="7193" y="4631789"/>
                </a:lnTo>
                <a:cubicBezTo>
                  <a:pt x="31145" y="4629089"/>
                  <a:pt x="54555" y="4622745"/>
                  <a:pt x="76630" y="4612973"/>
                </a:cubicBezTo>
                <a:cubicBezTo>
                  <a:pt x="54371" y="4604420"/>
                  <a:pt x="42516" y="4600022"/>
                  <a:pt x="26306" y="4593913"/>
                </a:cubicBezTo>
                <a:cubicBezTo>
                  <a:pt x="39773" y="4565660"/>
                  <a:pt x="51095" y="4536415"/>
                  <a:pt x="60178" y="4506432"/>
                </a:cubicBezTo>
                <a:cubicBezTo>
                  <a:pt x="64501" y="4476339"/>
                  <a:pt x="66282" y="4445928"/>
                  <a:pt x="65501" y="4415530"/>
                </a:cubicBezTo>
                <a:lnTo>
                  <a:pt x="73001" y="4415530"/>
                </a:lnTo>
                <a:lnTo>
                  <a:pt x="85098" y="4454383"/>
                </a:lnTo>
                <a:cubicBezTo>
                  <a:pt x="95225" y="4408040"/>
                  <a:pt x="101857" y="4360988"/>
                  <a:pt x="104937" y="4313631"/>
                </a:cubicBezTo>
                <a:cubicBezTo>
                  <a:pt x="108837" y="4287971"/>
                  <a:pt x="108099" y="4261807"/>
                  <a:pt x="102759" y="4236413"/>
                </a:cubicBezTo>
                <a:cubicBezTo>
                  <a:pt x="83162" y="4172879"/>
                  <a:pt x="91630" y="4109834"/>
                  <a:pt x="99130" y="4046545"/>
                </a:cubicBezTo>
                <a:cubicBezTo>
                  <a:pt x="106630" y="3983255"/>
                  <a:pt x="120421" y="3914346"/>
                  <a:pt x="107356" y="3846902"/>
                </a:cubicBezTo>
                <a:cubicBezTo>
                  <a:pt x="106652" y="3840463"/>
                  <a:pt x="107395" y="3833949"/>
                  <a:pt x="109534" y="3827842"/>
                </a:cubicBezTo>
                <a:cubicBezTo>
                  <a:pt x="119453" y="3794365"/>
                  <a:pt x="129857" y="3760887"/>
                  <a:pt x="140260" y="3726921"/>
                </a:cubicBezTo>
                <a:cubicBezTo>
                  <a:pt x="89453" y="3716169"/>
                  <a:pt x="83888" y="3705173"/>
                  <a:pt x="96469" y="3663876"/>
                </a:cubicBezTo>
                <a:cubicBezTo>
                  <a:pt x="103001" y="3642372"/>
                  <a:pt x="112921" y="3615004"/>
                  <a:pt x="105663" y="3598143"/>
                </a:cubicBezTo>
                <a:cubicBezTo>
                  <a:pt x="96902" y="3575363"/>
                  <a:pt x="98678" y="3549820"/>
                  <a:pt x="110501" y="3528500"/>
                </a:cubicBezTo>
                <a:cubicBezTo>
                  <a:pt x="113596" y="3518393"/>
                  <a:pt x="116100" y="3508113"/>
                  <a:pt x="118002" y="3497710"/>
                </a:cubicBezTo>
                <a:cubicBezTo>
                  <a:pt x="99614" y="3505530"/>
                  <a:pt x="85340" y="3511395"/>
                  <a:pt x="69614" y="3517748"/>
                </a:cubicBezTo>
                <a:cubicBezTo>
                  <a:pt x="65742" y="3461790"/>
                  <a:pt x="65742" y="3461790"/>
                  <a:pt x="133970" y="3413650"/>
                </a:cubicBezTo>
                <a:cubicBezTo>
                  <a:pt x="118582" y="3385165"/>
                  <a:pt x="120745" y="3350290"/>
                  <a:pt x="139534" y="3323970"/>
                </a:cubicBezTo>
                <a:cubicBezTo>
                  <a:pt x="149933" y="3305809"/>
                  <a:pt x="151015" y="3283697"/>
                  <a:pt x="142438" y="3264590"/>
                </a:cubicBezTo>
                <a:cubicBezTo>
                  <a:pt x="121024" y="3239042"/>
                  <a:pt x="116385" y="3203202"/>
                  <a:pt x="130583" y="3172955"/>
                </a:cubicBezTo>
                <a:cubicBezTo>
                  <a:pt x="139380" y="3148223"/>
                  <a:pt x="135291" y="3120684"/>
                  <a:pt x="119695" y="3099647"/>
                </a:cubicBezTo>
                <a:cubicBezTo>
                  <a:pt x="104211" y="3075211"/>
                  <a:pt x="80985" y="3055173"/>
                  <a:pt x="85582" y="3021696"/>
                </a:cubicBezTo>
                <a:cubicBezTo>
                  <a:pt x="90866" y="2992397"/>
                  <a:pt x="84236" y="2962184"/>
                  <a:pt x="67194" y="2937880"/>
                </a:cubicBezTo>
                <a:cubicBezTo>
                  <a:pt x="55823" y="2921997"/>
                  <a:pt x="46871" y="2904403"/>
                  <a:pt x="36710" y="2887542"/>
                </a:cubicBezTo>
                <a:cubicBezTo>
                  <a:pt x="29766" y="2868245"/>
                  <a:pt x="27284" y="2847598"/>
                  <a:pt x="29451" y="2827185"/>
                </a:cubicBezTo>
                <a:cubicBezTo>
                  <a:pt x="35984" y="2783933"/>
                  <a:pt x="14693" y="2729440"/>
                  <a:pt x="83404" y="2705004"/>
                </a:cubicBezTo>
                <a:lnTo>
                  <a:pt x="23403" y="2663952"/>
                </a:lnTo>
                <a:lnTo>
                  <a:pt x="5016" y="2691076"/>
                </a:lnTo>
                <a:lnTo>
                  <a:pt x="281" y="2634624"/>
                </a:lnTo>
                <a:lnTo>
                  <a:pt x="281" y="2550380"/>
                </a:lnTo>
                <a:lnTo>
                  <a:pt x="6467" y="2521978"/>
                </a:lnTo>
                <a:lnTo>
                  <a:pt x="17113" y="2564741"/>
                </a:lnTo>
                <a:lnTo>
                  <a:pt x="60420" y="2521245"/>
                </a:lnTo>
                <a:cubicBezTo>
                  <a:pt x="57517" y="2516358"/>
                  <a:pt x="56549" y="2512937"/>
                  <a:pt x="54129" y="2511226"/>
                </a:cubicBezTo>
                <a:cubicBezTo>
                  <a:pt x="47926" y="2506192"/>
                  <a:pt x="41190" y="2501843"/>
                  <a:pt x="34048" y="2498275"/>
                </a:cubicBezTo>
                <a:cubicBezTo>
                  <a:pt x="-1760" y="2479948"/>
                  <a:pt x="-1517" y="2479948"/>
                  <a:pt x="3322" y="2439628"/>
                </a:cubicBezTo>
                <a:cubicBezTo>
                  <a:pt x="4602" y="2431540"/>
                  <a:pt x="4602" y="2423281"/>
                  <a:pt x="3322" y="2415192"/>
                </a:cubicBezTo>
                <a:lnTo>
                  <a:pt x="281" y="2395962"/>
                </a:lnTo>
                <a:lnTo>
                  <a:pt x="281" y="2309309"/>
                </a:lnTo>
                <a:lnTo>
                  <a:pt x="3322" y="2290080"/>
                </a:lnTo>
                <a:cubicBezTo>
                  <a:pt x="4648" y="2283800"/>
                  <a:pt x="4648" y="2277300"/>
                  <a:pt x="3322" y="2271019"/>
                </a:cubicBezTo>
                <a:lnTo>
                  <a:pt x="661" y="2212862"/>
                </a:lnTo>
                <a:cubicBezTo>
                  <a:pt x="661" y="2197833"/>
                  <a:pt x="3382" y="2182255"/>
                  <a:pt x="2929" y="2167135"/>
                </a:cubicBezTo>
                <a:lnTo>
                  <a:pt x="281" y="2151659"/>
                </a:lnTo>
                <a:lnTo>
                  <a:pt x="281" y="1727950"/>
                </a:lnTo>
                <a:lnTo>
                  <a:pt x="4845" y="1728229"/>
                </a:lnTo>
                <a:cubicBezTo>
                  <a:pt x="31462" y="1730691"/>
                  <a:pt x="56548" y="1738068"/>
                  <a:pt x="74694" y="1772523"/>
                </a:cubicBezTo>
                <a:lnTo>
                  <a:pt x="91872" y="1720474"/>
                </a:lnTo>
                <a:cubicBezTo>
                  <a:pt x="73228" y="1719961"/>
                  <a:pt x="54780" y="1716492"/>
                  <a:pt x="37193" y="1710211"/>
                </a:cubicBezTo>
                <a:cubicBezTo>
                  <a:pt x="24371" y="1702392"/>
                  <a:pt x="17113" y="1684554"/>
                  <a:pt x="3806" y="1665738"/>
                </a:cubicBezTo>
                <a:lnTo>
                  <a:pt x="281" y="1673312"/>
                </a:lnTo>
                <a:lnTo>
                  <a:pt x="281" y="1647686"/>
                </a:lnTo>
                <a:lnTo>
                  <a:pt x="9412" y="1642684"/>
                </a:lnTo>
                <a:cubicBezTo>
                  <a:pt x="14814" y="1639560"/>
                  <a:pt x="19350" y="1635986"/>
                  <a:pt x="20984" y="1630794"/>
                </a:cubicBezTo>
                <a:lnTo>
                  <a:pt x="281" y="1621499"/>
                </a:lnTo>
                <a:lnTo>
                  <a:pt x="281" y="1590900"/>
                </a:lnTo>
                <a:lnTo>
                  <a:pt x="7193" y="1599028"/>
                </a:lnTo>
                <a:cubicBezTo>
                  <a:pt x="41548" y="1589742"/>
                  <a:pt x="11790" y="1557730"/>
                  <a:pt x="36952" y="1541603"/>
                </a:cubicBezTo>
                <a:cubicBezTo>
                  <a:pt x="38045" y="1551915"/>
                  <a:pt x="40237" y="1562080"/>
                  <a:pt x="43484" y="1571903"/>
                </a:cubicBezTo>
                <a:cubicBezTo>
                  <a:pt x="47597" y="1580945"/>
                  <a:pt x="54855" y="1594873"/>
                  <a:pt x="61146" y="1594873"/>
                </a:cubicBezTo>
                <a:cubicBezTo>
                  <a:pt x="76146" y="1594873"/>
                  <a:pt x="83646" y="1582900"/>
                  <a:pt x="81227" y="1567749"/>
                </a:cubicBezTo>
                <a:cubicBezTo>
                  <a:pt x="77598" y="1543313"/>
                  <a:pt x="72517" y="1518877"/>
                  <a:pt x="67436" y="1495663"/>
                </a:cubicBezTo>
                <a:cubicBezTo>
                  <a:pt x="67436" y="1493708"/>
                  <a:pt x="62597" y="1492975"/>
                  <a:pt x="58000" y="1490775"/>
                </a:cubicBezTo>
                <a:cubicBezTo>
                  <a:pt x="55908" y="1496689"/>
                  <a:pt x="53319" y="1502407"/>
                  <a:pt x="50258" y="1507881"/>
                </a:cubicBezTo>
                <a:cubicBezTo>
                  <a:pt x="45146" y="1513770"/>
                  <a:pt x="39649" y="1519341"/>
                  <a:pt x="33806" y="1524497"/>
                </a:cubicBezTo>
                <a:cubicBezTo>
                  <a:pt x="5238" y="1447841"/>
                  <a:pt x="-5441" y="1365565"/>
                  <a:pt x="2596" y="1284046"/>
                </a:cubicBezTo>
                <a:cubicBezTo>
                  <a:pt x="13725" y="1286001"/>
                  <a:pt x="22435" y="1287468"/>
                  <a:pt x="35016" y="1289911"/>
                </a:cubicBezTo>
                <a:lnTo>
                  <a:pt x="37193" y="1243483"/>
                </a:lnTo>
                <a:cubicBezTo>
                  <a:pt x="21951" y="1243483"/>
                  <a:pt x="12999" y="1245682"/>
                  <a:pt x="2112" y="1246659"/>
                </a:cubicBezTo>
                <a:cubicBezTo>
                  <a:pt x="-6599" y="1206828"/>
                  <a:pt x="39613" y="1224422"/>
                  <a:pt x="43000" y="1197787"/>
                </a:cubicBezTo>
                <a:cubicBezTo>
                  <a:pt x="46387" y="1171152"/>
                  <a:pt x="50258" y="1150381"/>
                  <a:pt x="55581" y="1114460"/>
                </a:cubicBezTo>
                <a:lnTo>
                  <a:pt x="71307" y="1153313"/>
                </a:lnTo>
                <a:cubicBezTo>
                  <a:pt x="95501" y="1153313"/>
                  <a:pt x="109776" y="1143294"/>
                  <a:pt x="107356" y="1118370"/>
                </a:cubicBezTo>
                <a:cubicBezTo>
                  <a:pt x="103727" y="1081471"/>
                  <a:pt x="66952" y="1093933"/>
                  <a:pt x="44936" y="1077561"/>
                </a:cubicBezTo>
                <a:lnTo>
                  <a:pt x="43000" y="1005475"/>
                </a:lnTo>
                <a:lnTo>
                  <a:pt x="67436" y="1041396"/>
                </a:lnTo>
                <a:cubicBezTo>
                  <a:pt x="84360" y="1038903"/>
                  <a:pt x="96072" y="1023020"/>
                  <a:pt x="93600" y="1005915"/>
                </a:cubicBezTo>
                <a:cubicBezTo>
                  <a:pt x="93237" y="1003422"/>
                  <a:pt x="92576" y="1000979"/>
                  <a:pt x="91630" y="998633"/>
                </a:cubicBezTo>
                <a:cubicBezTo>
                  <a:pt x="88158" y="990471"/>
                  <a:pt x="83600" y="982823"/>
                  <a:pt x="78081" y="975908"/>
                </a:cubicBezTo>
                <a:cubicBezTo>
                  <a:pt x="61872" y="979817"/>
                  <a:pt x="49049" y="982994"/>
                  <a:pt x="24613" y="989103"/>
                </a:cubicBezTo>
                <a:cubicBezTo>
                  <a:pt x="35500" y="973220"/>
                  <a:pt x="38887" y="961735"/>
                  <a:pt x="44452" y="960513"/>
                </a:cubicBezTo>
                <a:cubicBezTo>
                  <a:pt x="77839" y="953671"/>
                  <a:pt x="74210" y="931189"/>
                  <a:pt x="68646" y="907486"/>
                </a:cubicBezTo>
                <a:cubicBezTo>
                  <a:pt x="50769" y="849964"/>
                  <a:pt x="40518" y="790316"/>
                  <a:pt x="38161" y="730080"/>
                </a:cubicBezTo>
                <a:cubicBezTo>
                  <a:pt x="37643" y="720281"/>
                  <a:pt x="34643" y="710776"/>
                  <a:pt x="29451" y="702468"/>
                </a:cubicBezTo>
                <a:cubicBezTo>
                  <a:pt x="7812" y="662368"/>
                  <a:pt x="3186" y="615108"/>
                  <a:pt x="16629" y="571490"/>
                </a:cubicBezTo>
                <a:lnTo>
                  <a:pt x="281" y="565410"/>
                </a:lnTo>
                <a:lnTo>
                  <a:pt x="281" y="540921"/>
                </a:lnTo>
                <a:lnTo>
                  <a:pt x="2838" y="541922"/>
                </a:lnTo>
                <a:cubicBezTo>
                  <a:pt x="15419" y="535080"/>
                  <a:pt x="37193" y="534592"/>
                  <a:pt x="29210" y="511866"/>
                </a:cubicBezTo>
                <a:cubicBezTo>
                  <a:pt x="26790" y="505024"/>
                  <a:pt x="12274" y="502336"/>
                  <a:pt x="3322" y="497937"/>
                </a:cubicBezTo>
                <a:lnTo>
                  <a:pt x="281" y="507631"/>
                </a:lnTo>
                <a:lnTo>
                  <a:pt x="281" y="408707"/>
                </a:lnTo>
                <a:lnTo>
                  <a:pt x="5016" y="414611"/>
                </a:lnTo>
                <a:lnTo>
                  <a:pt x="5016" y="365739"/>
                </a:lnTo>
                <a:lnTo>
                  <a:pt x="281" y="365739"/>
                </a:lnTo>
                <a:lnTo>
                  <a:pt x="281" y="12567"/>
                </a:lnTo>
                <a:lnTo>
                  <a:pt x="11306" y="51002"/>
                </a:lnTo>
                <a:cubicBezTo>
                  <a:pt x="20016" y="92299"/>
                  <a:pt x="23645" y="135062"/>
                  <a:pt x="29210" y="177092"/>
                </a:cubicBezTo>
                <a:cubicBezTo>
                  <a:pt x="36966" y="220417"/>
                  <a:pt x="42216" y="264133"/>
                  <a:pt x="44936" y="308069"/>
                </a:cubicBezTo>
                <a:cubicBezTo>
                  <a:pt x="45018" y="335682"/>
                  <a:pt x="50786" y="362977"/>
                  <a:pt x="61872" y="388220"/>
                </a:cubicBezTo>
                <a:cubicBezTo>
                  <a:pt x="69081" y="407524"/>
                  <a:pt x="72928" y="427953"/>
                  <a:pt x="73243" y="448577"/>
                </a:cubicBezTo>
                <a:cubicBezTo>
                  <a:pt x="72667" y="489116"/>
                  <a:pt x="77883" y="529533"/>
                  <a:pt x="88727" y="568558"/>
                </a:cubicBezTo>
                <a:cubicBezTo>
                  <a:pt x="102276" y="608633"/>
                  <a:pt x="117760" y="652618"/>
                  <a:pt x="96953" y="697092"/>
                </a:cubicBezTo>
                <a:cubicBezTo>
                  <a:pt x="95131" y="703225"/>
                  <a:pt x="95131" y="709774"/>
                  <a:pt x="96953" y="715907"/>
                </a:cubicBezTo>
                <a:cubicBezTo>
                  <a:pt x="112679" y="798257"/>
                  <a:pt x="148002" y="873765"/>
                  <a:pt x="177761" y="950983"/>
                </a:cubicBezTo>
                <a:cubicBezTo>
                  <a:pt x="177761" y="954404"/>
                  <a:pt x="185261" y="955870"/>
                  <a:pt x="195907" y="961979"/>
                </a:cubicBezTo>
                <a:cubicBezTo>
                  <a:pt x="211391" y="908953"/>
                  <a:pt x="226391" y="858370"/>
                  <a:pt x="240666" y="807543"/>
                </a:cubicBezTo>
                <a:cubicBezTo>
                  <a:pt x="241113" y="802607"/>
                  <a:pt x="240620" y="797622"/>
                  <a:pt x="239214" y="792881"/>
                </a:cubicBezTo>
                <a:lnTo>
                  <a:pt x="228810" y="723727"/>
                </a:lnTo>
                <a:cubicBezTo>
                  <a:pt x="195181" y="716152"/>
                  <a:pt x="180180" y="685851"/>
                  <a:pt x="171954" y="646020"/>
                </a:cubicBezTo>
                <a:cubicBezTo>
                  <a:pt x="163078" y="609855"/>
                  <a:pt x="151097" y="574520"/>
                  <a:pt x="136147" y="540456"/>
                </a:cubicBezTo>
                <a:cubicBezTo>
                  <a:pt x="124469" y="522374"/>
                  <a:pt x="121534" y="499892"/>
                  <a:pt x="128163" y="479366"/>
                </a:cubicBezTo>
                <a:cubicBezTo>
                  <a:pt x="131069" y="465242"/>
                  <a:pt x="129893" y="450556"/>
                  <a:pt x="124776" y="437092"/>
                </a:cubicBezTo>
                <a:cubicBezTo>
                  <a:pt x="116550" y="404103"/>
                  <a:pt x="100582" y="372581"/>
                  <a:pt x="119937" y="337881"/>
                </a:cubicBezTo>
                <a:cubicBezTo>
                  <a:pt x="123082" y="332261"/>
                  <a:pt x="119937" y="322242"/>
                  <a:pt x="117760" y="313445"/>
                </a:cubicBezTo>
                <a:cubicBezTo>
                  <a:pt x="112091" y="281898"/>
                  <a:pt x="104000" y="250864"/>
                  <a:pt x="93566" y="220588"/>
                </a:cubicBezTo>
                <a:cubicBezTo>
                  <a:pt x="81952" y="191509"/>
                  <a:pt x="99372" y="164874"/>
                  <a:pt x="93566" y="138972"/>
                </a:cubicBezTo>
                <a:cubicBezTo>
                  <a:pt x="84641" y="103735"/>
                  <a:pt x="81776" y="67203"/>
                  <a:pt x="85098" y="30964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A5EA3E9-9149-B03C-B007-322D7C979D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8991" y="0"/>
            <a:ext cx="8313009" cy="6858000"/>
          </a:xfrm>
          <a:custGeom>
            <a:avLst/>
            <a:gdLst>
              <a:gd name="connsiteX0" fmla="*/ 8207090 w 8313009"/>
              <a:gd name="connsiteY0" fmla="*/ 4047240 h 6858000"/>
              <a:gd name="connsiteX1" fmla="*/ 8207567 w 8313009"/>
              <a:gd name="connsiteY1" fmla="*/ 4047648 h 6858000"/>
              <a:gd name="connsiteX2" fmla="*/ 8206986 w 8313009"/>
              <a:gd name="connsiteY2" fmla="*/ 4047648 h 6858000"/>
              <a:gd name="connsiteX3" fmla="*/ 8204370 w 8313009"/>
              <a:gd name="connsiteY3" fmla="*/ 4032137 h 6858000"/>
              <a:gd name="connsiteX4" fmla="*/ 8209892 w 8313009"/>
              <a:gd name="connsiteY4" fmla="*/ 4036234 h 6858000"/>
              <a:gd name="connsiteX5" fmla="*/ 8207090 w 8313009"/>
              <a:gd name="connsiteY5" fmla="*/ 4047240 h 6858000"/>
              <a:gd name="connsiteX6" fmla="*/ 8197977 w 8313009"/>
              <a:gd name="connsiteY6" fmla="*/ 4039454 h 6858000"/>
              <a:gd name="connsiteX7" fmla="*/ 8204370 w 8313009"/>
              <a:gd name="connsiteY7" fmla="*/ 4032137 h 6858000"/>
              <a:gd name="connsiteX8" fmla="*/ 8227038 w 8313009"/>
              <a:gd name="connsiteY8" fmla="*/ 3648148 h 6858000"/>
              <a:gd name="connsiteX9" fmla="*/ 8231397 w 8313009"/>
              <a:gd name="connsiteY9" fmla="*/ 3648148 h 6858000"/>
              <a:gd name="connsiteX10" fmla="*/ 8236918 w 8313009"/>
              <a:gd name="connsiteY10" fmla="*/ 3669806 h 6858000"/>
              <a:gd name="connsiteX11" fmla="*/ 8229072 w 8313009"/>
              <a:gd name="connsiteY11" fmla="*/ 3669806 h 6858000"/>
              <a:gd name="connsiteX12" fmla="*/ 8213960 w 8313009"/>
              <a:gd name="connsiteY12" fmla="*/ 3544541 h 6858000"/>
              <a:gd name="connsiteX13" fmla="*/ 8222969 w 8313009"/>
              <a:gd name="connsiteY13" fmla="*/ 3609222 h 6858000"/>
              <a:gd name="connsiteX14" fmla="*/ 8291553 w 8313009"/>
              <a:gd name="connsiteY14" fmla="*/ 3303963 h 6858000"/>
              <a:gd name="connsiteX15" fmla="*/ 8294749 w 8313009"/>
              <a:gd name="connsiteY15" fmla="*/ 3317719 h 6858000"/>
              <a:gd name="connsiteX16" fmla="*/ 8285740 w 8313009"/>
              <a:gd name="connsiteY16" fmla="*/ 3313328 h 6858000"/>
              <a:gd name="connsiteX17" fmla="*/ 8285740 w 8313009"/>
              <a:gd name="connsiteY17" fmla="*/ 3306012 h 6858000"/>
              <a:gd name="connsiteX18" fmla="*/ 8291553 w 8313009"/>
              <a:gd name="connsiteY18" fmla="*/ 3303963 h 6858000"/>
              <a:gd name="connsiteX19" fmla="*/ 8313009 w 8313009"/>
              <a:gd name="connsiteY19" fmla="*/ 3239999 h 6858000"/>
              <a:gd name="connsiteX20" fmla="*/ 8313009 w 8313009"/>
              <a:gd name="connsiteY20" fmla="*/ 3252665 h 6858000"/>
              <a:gd name="connsiteX21" fmla="*/ 8298237 w 8313009"/>
              <a:gd name="connsiteY21" fmla="*/ 3262110 h 6858000"/>
              <a:gd name="connsiteX22" fmla="*/ 8291553 w 8313009"/>
              <a:gd name="connsiteY22" fmla="*/ 3248355 h 6858000"/>
              <a:gd name="connsiteX23" fmla="*/ 8249705 w 8313009"/>
              <a:gd name="connsiteY23" fmla="*/ 3157333 h 6858000"/>
              <a:gd name="connsiteX24" fmla="*/ 8255517 w 8313009"/>
              <a:gd name="connsiteY24" fmla="*/ 3161138 h 6858000"/>
              <a:gd name="connsiteX25" fmla="*/ 8252611 w 8313009"/>
              <a:gd name="connsiteY25" fmla="*/ 3167869 h 6858000"/>
              <a:gd name="connsiteX26" fmla="*/ 8247090 w 8313009"/>
              <a:gd name="connsiteY26" fmla="*/ 3164065 h 6858000"/>
              <a:gd name="connsiteX27" fmla="*/ 8249705 w 8313009"/>
              <a:gd name="connsiteY27" fmla="*/ 3157333 h 6858000"/>
              <a:gd name="connsiteX28" fmla="*/ 8143924 w 8313009"/>
              <a:gd name="connsiteY28" fmla="*/ 2944852 h 6858000"/>
              <a:gd name="connsiteX29" fmla="*/ 8191583 w 8313009"/>
              <a:gd name="connsiteY29" fmla="*/ 2978802 h 6858000"/>
              <a:gd name="connsiteX30" fmla="*/ 8181121 w 8313009"/>
              <a:gd name="connsiteY30" fmla="*/ 3018605 h 6858000"/>
              <a:gd name="connsiteX31" fmla="*/ 8143924 w 8313009"/>
              <a:gd name="connsiteY31" fmla="*/ 2944852 h 6858000"/>
              <a:gd name="connsiteX32" fmla="*/ 8312440 w 8313009"/>
              <a:gd name="connsiteY32" fmla="*/ 2943745 h 6858000"/>
              <a:gd name="connsiteX33" fmla="*/ 8313009 w 8313009"/>
              <a:gd name="connsiteY33" fmla="*/ 2943757 h 6858000"/>
              <a:gd name="connsiteX34" fmla="*/ 8313009 w 8313009"/>
              <a:gd name="connsiteY34" fmla="*/ 2998505 h 6858000"/>
              <a:gd name="connsiteX35" fmla="*/ 8289269 w 8313009"/>
              <a:gd name="connsiteY35" fmla="*/ 3008485 h 6858000"/>
              <a:gd name="connsiteX36" fmla="*/ 8218610 w 8313009"/>
              <a:gd name="connsiteY36" fmla="*/ 2995192 h 6858000"/>
              <a:gd name="connsiteX37" fmla="*/ 8312440 w 8313009"/>
              <a:gd name="connsiteY37" fmla="*/ 2943745 h 6858000"/>
              <a:gd name="connsiteX38" fmla="*/ 8233431 w 8313009"/>
              <a:gd name="connsiteY38" fmla="*/ 2875195 h 6858000"/>
              <a:gd name="connsiteX39" fmla="*/ 8243602 w 8313009"/>
              <a:gd name="connsiteY39" fmla="*/ 2879585 h 6858000"/>
              <a:gd name="connsiteX40" fmla="*/ 8239243 w 8313009"/>
              <a:gd name="connsiteY40" fmla="*/ 2885439 h 6858000"/>
              <a:gd name="connsiteX41" fmla="*/ 8233431 w 8313009"/>
              <a:gd name="connsiteY41" fmla="*/ 2881634 h 6858000"/>
              <a:gd name="connsiteX42" fmla="*/ 8233431 w 8313009"/>
              <a:gd name="connsiteY42" fmla="*/ 2875195 h 6858000"/>
              <a:gd name="connsiteX43" fmla="*/ 8313009 w 8313009"/>
              <a:gd name="connsiteY43" fmla="*/ 2745215 h 6858000"/>
              <a:gd name="connsiteX44" fmla="*/ 8313009 w 8313009"/>
              <a:gd name="connsiteY44" fmla="*/ 2790256 h 6858000"/>
              <a:gd name="connsiteX45" fmla="*/ 8303649 w 8313009"/>
              <a:gd name="connsiteY45" fmla="*/ 2781064 h 6858000"/>
              <a:gd name="connsiteX46" fmla="*/ 8305211 w 8313009"/>
              <a:gd name="connsiteY46" fmla="*/ 2746711 h 6858000"/>
              <a:gd name="connsiteX47" fmla="*/ 8133462 w 8313009"/>
              <a:gd name="connsiteY47" fmla="*/ 2689054 h 6858000"/>
              <a:gd name="connsiteX48" fmla="*/ 8138402 w 8313009"/>
              <a:gd name="connsiteY48" fmla="*/ 2692859 h 6858000"/>
              <a:gd name="connsiteX49" fmla="*/ 8133171 w 8313009"/>
              <a:gd name="connsiteY49" fmla="*/ 2701932 h 6858000"/>
              <a:gd name="connsiteX50" fmla="*/ 8127359 w 8313009"/>
              <a:gd name="connsiteY50" fmla="*/ 2697542 h 6858000"/>
              <a:gd name="connsiteX51" fmla="*/ 8215413 w 8313009"/>
              <a:gd name="connsiteY51" fmla="*/ 2554131 h 6858000"/>
              <a:gd name="connsiteX52" fmla="*/ 8218319 w 8313009"/>
              <a:gd name="connsiteY52" fmla="*/ 2586325 h 6858000"/>
              <a:gd name="connsiteX53" fmla="*/ 8297365 w 8313009"/>
              <a:gd name="connsiteY53" fmla="*/ 2510230 h 6858000"/>
              <a:gd name="connsiteX54" fmla="*/ 8313009 w 8313009"/>
              <a:gd name="connsiteY54" fmla="*/ 2522755 h 6858000"/>
              <a:gd name="connsiteX55" fmla="*/ 8313009 w 8313009"/>
              <a:gd name="connsiteY55" fmla="*/ 2641555 h 6858000"/>
              <a:gd name="connsiteX56" fmla="*/ 8305792 w 8313009"/>
              <a:gd name="connsiteY56" fmla="*/ 2634031 h 6858000"/>
              <a:gd name="connsiteX57" fmla="*/ 8286903 w 8313009"/>
              <a:gd name="connsiteY57" fmla="*/ 2554717 h 6858000"/>
              <a:gd name="connsiteX58" fmla="*/ 8297365 w 8313009"/>
              <a:gd name="connsiteY58" fmla="*/ 2510230 h 6858000"/>
              <a:gd name="connsiteX59" fmla="*/ 8263654 w 8313009"/>
              <a:gd name="connsiteY59" fmla="*/ 2466329 h 6858000"/>
              <a:gd name="connsiteX60" fmla="*/ 8271501 w 8313009"/>
              <a:gd name="connsiteY60" fmla="*/ 2479792 h 6858000"/>
              <a:gd name="connsiteX61" fmla="*/ 8265689 w 8313009"/>
              <a:gd name="connsiteY61" fmla="*/ 2483011 h 6858000"/>
              <a:gd name="connsiteX62" fmla="*/ 8258133 w 8313009"/>
              <a:gd name="connsiteY62" fmla="*/ 2469548 h 6858000"/>
              <a:gd name="connsiteX63" fmla="*/ 8263654 w 8313009"/>
              <a:gd name="connsiteY63" fmla="*/ 2466329 h 6858000"/>
              <a:gd name="connsiteX64" fmla="*/ 8145449 w 8313009"/>
              <a:gd name="connsiteY64" fmla="*/ 2290651 h 6858000"/>
              <a:gd name="connsiteX65" fmla="*/ 8132009 w 8313009"/>
              <a:gd name="connsiteY65" fmla="*/ 2306236 h 6858000"/>
              <a:gd name="connsiteX66" fmla="*/ 8141308 w 8313009"/>
              <a:gd name="connsiteY66" fmla="*/ 2320870 h 6858000"/>
              <a:gd name="connsiteX67" fmla="*/ 8167172 w 8313009"/>
              <a:gd name="connsiteY67" fmla="*/ 2293944 h 6858000"/>
              <a:gd name="connsiteX68" fmla="*/ 8145449 w 8313009"/>
              <a:gd name="connsiteY68" fmla="*/ 2290651 h 6858000"/>
              <a:gd name="connsiteX69" fmla="*/ 8309570 w 8313009"/>
              <a:gd name="connsiteY69" fmla="*/ 2048683 h 6858000"/>
              <a:gd name="connsiteX70" fmla="*/ 8313009 w 8313009"/>
              <a:gd name="connsiteY70" fmla="*/ 2058257 h 6858000"/>
              <a:gd name="connsiteX71" fmla="*/ 8313009 w 8313009"/>
              <a:gd name="connsiteY71" fmla="*/ 2064193 h 6858000"/>
              <a:gd name="connsiteX72" fmla="*/ 8307246 w 8313009"/>
              <a:gd name="connsiteY72" fmla="*/ 2070926 h 6858000"/>
              <a:gd name="connsiteX73" fmla="*/ 8300271 w 8313009"/>
              <a:gd name="connsiteY73" fmla="*/ 2065072 h 6858000"/>
              <a:gd name="connsiteX74" fmla="*/ 8309570 w 8313009"/>
              <a:gd name="connsiteY74" fmla="*/ 2048683 h 6858000"/>
              <a:gd name="connsiteX75" fmla="*/ 8138693 w 8313009"/>
              <a:gd name="connsiteY75" fmla="*/ 1967319 h 6858000"/>
              <a:gd name="connsiteX76" fmla="*/ 8132590 w 8313009"/>
              <a:gd name="connsiteY76" fmla="*/ 2023220 h 6858000"/>
              <a:gd name="connsiteX77" fmla="*/ 8083768 w 8313009"/>
              <a:gd name="connsiteY77" fmla="*/ 1999806 h 6858000"/>
              <a:gd name="connsiteX78" fmla="*/ 8076502 w 8313009"/>
              <a:gd name="connsiteY78" fmla="*/ 2011220 h 6858000"/>
              <a:gd name="connsiteX79" fmla="*/ 8086964 w 8313009"/>
              <a:gd name="connsiteY79" fmla="*/ 2145851 h 6858000"/>
              <a:gd name="connsiteX80" fmla="*/ 8123000 w 8313009"/>
              <a:gd name="connsiteY80" fmla="*/ 2211117 h 6858000"/>
              <a:gd name="connsiteX81" fmla="*/ 8086093 w 8313009"/>
              <a:gd name="connsiteY81" fmla="*/ 2177459 h 6858000"/>
              <a:gd name="connsiteX82" fmla="*/ 8090742 w 8313009"/>
              <a:gd name="connsiteY82" fmla="*/ 2229263 h 6858000"/>
              <a:gd name="connsiteX83" fmla="*/ 8150898 w 8313009"/>
              <a:gd name="connsiteY83" fmla="*/ 2234238 h 6858000"/>
              <a:gd name="connsiteX84" fmla="*/ 8170369 w 8313009"/>
              <a:gd name="connsiteY84" fmla="*/ 2141168 h 6858000"/>
              <a:gd name="connsiteX85" fmla="*/ 8168044 w 8313009"/>
              <a:gd name="connsiteY85" fmla="*/ 2121559 h 6858000"/>
              <a:gd name="connsiteX86" fmla="*/ 8168044 w 8313009"/>
              <a:gd name="connsiteY86" fmla="*/ 2053658 h 6858000"/>
              <a:gd name="connsiteX87" fmla="*/ 8161360 w 8313009"/>
              <a:gd name="connsiteY87" fmla="*/ 1982538 h 6858000"/>
              <a:gd name="connsiteX88" fmla="*/ 8138693 w 8313009"/>
              <a:gd name="connsiteY88" fmla="*/ 1967319 h 6858000"/>
              <a:gd name="connsiteX89" fmla="*/ 8306443 w 8313009"/>
              <a:gd name="connsiteY89" fmla="*/ 1842194 h 6858000"/>
              <a:gd name="connsiteX90" fmla="*/ 8313009 w 8313009"/>
              <a:gd name="connsiteY90" fmla="*/ 1843901 h 6858000"/>
              <a:gd name="connsiteX91" fmla="*/ 8313009 w 8313009"/>
              <a:gd name="connsiteY91" fmla="*/ 1900498 h 6858000"/>
              <a:gd name="connsiteX92" fmla="*/ 8299020 w 8313009"/>
              <a:gd name="connsiteY92" fmla="*/ 1889766 h 6858000"/>
              <a:gd name="connsiteX93" fmla="*/ 8292715 w 8313009"/>
              <a:gd name="connsiteY93" fmla="*/ 1859030 h 6858000"/>
              <a:gd name="connsiteX94" fmla="*/ 8295906 w 8313009"/>
              <a:gd name="connsiteY94" fmla="*/ 1848449 h 6858000"/>
              <a:gd name="connsiteX95" fmla="*/ 8306443 w 8313009"/>
              <a:gd name="connsiteY95" fmla="*/ 1842194 h 6858000"/>
              <a:gd name="connsiteX96" fmla="*/ 8129974 w 8313009"/>
              <a:gd name="connsiteY96" fmla="*/ 1698644 h 6858000"/>
              <a:gd name="connsiteX97" fmla="*/ 8125906 w 8313009"/>
              <a:gd name="connsiteY97" fmla="*/ 1797275 h 6858000"/>
              <a:gd name="connsiteX98" fmla="*/ 8132009 w 8313009"/>
              <a:gd name="connsiteY98" fmla="*/ 1897663 h 6858000"/>
              <a:gd name="connsiteX99" fmla="*/ 8091323 w 8313009"/>
              <a:gd name="connsiteY99" fmla="*/ 1926930 h 6858000"/>
              <a:gd name="connsiteX100" fmla="*/ 8092195 w 8313009"/>
              <a:gd name="connsiteY100" fmla="*/ 1924881 h 6858000"/>
              <a:gd name="connsiteX101" fmla="*/ 8146248 w 8313009"/>
              <a:gd name="connsiteY101" fmla="*/ 1940100 h 6858000"/>
              <a:gd name="connsiteX102" fmla="*/ 8157582 w 8313009"/>
              <a:gd name="connsiteY102" fmla="*/ 1910833 h 6858000"/>
              <a:gd name="connsiteX103" fmla="*/ 8170660 w 8313009"/>
              <a:gd name="connsiteY103" fmla="*/ 1833860 h 6858000"/>
              <a:gd name="connsiteX104" fmla="*/ 8163976 w 8313009"/>
              <a:gd name="connsiteY104" fmla="*/ 1792885 h 6858000"/>
              <a:gd name="connsiteX105" fmla="*/ 8148864 w 8313009"/>
              <a:gd name="connsiteY105" fmla="*/ 1707424 h 6858000"/>
              <a:gd name="connsiteX106" fmla="*/ 8129974 w 8313009"/>
              <a:gd name="connsiteY106" fmla="*/ 1698644 h 6858000"/>
              <a:gd name="connsiteX107" fmla="*/ 8216576 w 8313009"/>
              <a:gd name="connsiteY107" fmla="*/ 1567819 h 6858000"/>
              <a:gd name="connsiteX108" fmla="*/ 8239243 w 8313009"/>
              <a:gd name="connsiteY108" fmla="*/ 1631914 h 6858000"/>
              <a:gd name="connsiteX109" fmla="*/ 8239243 w 8313009"/>
              <a:gd name="connsiteY109" fmla="*/ 1631036 h 6858000"/>
              <a:gd name="connsiteX110" fmla="*/ 8279955 w 8313009"/>
              <a:gd name="connsiteY110" fmla="*/ 1625364 h 6858000"/>
              <a:gd name="connsiteX111" fmla="*/ 8280510 w 8313009"/>
              <a:gd name="connsiteY111" fmla="*/ 1624598 h 6858000"/>
              <a:gd name="connsiteX112" fmla="*/ 8216576 w 8313009"/>
              <a:gd name="connsiteY112" fmla="*/ 1567819 h 6858000"/>
              <a:gd name="connsiteX113" fmla="*/ 8183156 w 8313009"/>
              <a:gd name="connsiteY113" fmla="*/ 1113003 h 6858000"/>
              <a:gd name="connsiteX114" fmla="*/ 8189258 w 8313009"/>
              <a:gd name="connsiteY114" fmla="*/ 1117686 h 6858000"/>
              <a:gd name="connsiteX115" fmla="*/ 8185190 w 8313009"/>
              <a:gd name="connsiteY115" fmla="*/ 1127344 h 6858000"/>
              <a:gd name="connsiteX116" fmla="*/ 8179668 w 8313009"/>
              <a:gd name="connsiteY116" fmla="*/ 1123539 h 6858000"/>
              <a:gd name="connsiteX117" fmla="*/ 8183156 w 8313009"/>
              <a:gd name="connsiteY117" fmla="*/ 1113003 h 6858000"/>
              <a:gd name="connsiteX118" fmla="*/ 7636748 w 8313009"/>
              <a:gd name="connsiteY118" fmla="*/ 1097314 h 6858000"/>
              <a:gd name="connsiteX119" fmla="*/ 7622044 w 8313009"/>
              <a:gd name="connsiteY119" fmla="*/ 1103773 h 6858000"/>
              <a:gd name="connsiteX120" fmla="*/ 7669398 w 8313009"/>
              <a:gd name="connsiteY120" fmla="*/ 1160805 h 6858000"/>
              <a:gd name="connsiteX121" fmla="*/ 7636748 w 8313009"/>
              <a:gd name="connsiteY121" fmla="*/ 1097314 h 6858000"/>
              <a:gd name="connsiteX122" fmla="*/ 8313009 w 8313009"/>
              <a:gd name="connsiteY122" fmla="*/ 1047942 h 6858000"/>
              <a:gd name="connsiteX123" fmla="*/ 8313009 w 8313009"/>
              <a:gd name="connsiteY123" fmla="*/ 1124715 h 6858000"/>
              <a:gd name="connsiteX124" fmla="*/ 8303468 w 8313009"/>
              <a:gd name="connsiteY124" fmla="*/ 1072321 h 6858000"/>
              <a:gd name="connsiteX125" fmla="*/ 8306919 w 8313009"/>
              <a:gd name="connsiteY125" fmla="*/ 1050481 h 6858000"/>
              <a:gd name="connsiteX126" fmla="*/ 8166300 w 8313009"/>
              <a:gd name="connsiteY126" fmla="*/ 1001787 h 6858000"/>
              <a:gd name="connsiteX127" fmla="*/ 8146248 w 8313009"/>
              <a:gd name="connsiteY127" fmla="*/ 1058565 h 6858000"/>
              <a:gd name="connsiteX128" fmla="*/ 8166300 w 8313009"/>
              <a:gd name="connsiteY128" fmla="*/ 1001787 h 6858000"/>
              <a:gd name="connsiteX129" fmla="*/ 7921918 w 8313009"/>
              <a:gd name="connsiteY129" fmla="*/ 1000712 h 6858000"/>
              <a:gd name="connsiteX130" fmla="*/ 7874441 w 8313009"/>
              <a:gd name="connsiteY130" fmla="*/ 1016044 h 6858000"/>
              <a:gd name="connsiteX131" fmla="*/ 7953673 w 8313009"/>
              <a:gd name="connsiteY131" fmla="*/ 1019784 h 6858000"/>
              <a:gd name="connsiteX132" fmla="*/ 7936201 w 8313009"/>
              <a:gd name="connsiteY132" fmla="*/ 1001604 h 6858000"/>
              <a:gd name="connsiteX133" fmla="*/ 7921918 w 8313009"/>
              <a:gd name="connsiteY133" fmla="*/ 1000712 h 6858000"/>
              <a:gd name="connsiteX134" fmla="*/ 7428453 w 8313009"/>
              <a:gd name="connsiteY134" fmla="*/ 991736 h 6858000"/>
              <a:gd name="connsiteX135" fmla="*/ 7417466 w 8313009"/>
              <a:gd name="connsiteY135" fmla="*/ 1002488 h 6858000"/>
              <a:gd name="connsiteX136" fmla="*/ 7481068 w 8313009"/>
              <a:gd name="connsiteY136" fmla="*/ 1054689 h 6858000"/>
              <a:gd name="connsiteX137" fmla="*/ 7428453 w 8313009"/>
              <a:gd name="connsiteY137" fmla="*/ 991736 h 6858000"/>
              <a:gd name="connsiteX138" fmla="*/ 7743987 w 8313009"/>
              <a:gd name="connsiteY138" fmla="*/ 944209 h 6858000"/>
              <a:gd name="connsiteX139" fmla="*/ 7714430 w 8313009"/>
              <a:gd name="connsiteY139" fmla="*/ 1034120 h 6858000"/>
              <a:gd name="connsiteX140" fmla="*/ 7800935 w 8313009"/>
              <a:gd name="connsiteY140" fmla="*/ 1004357 h 6858000"/>
              <a:gd name="connsiteX141" fmla="*/ 7743987 w 8313009"/>
              <a:gd name="connsiteY141" fmla="*/ 944209 h 6858000"/>
              <a:gd name="connsiteX142" fmla="*/ 7465438 w 8313009"/>
              <a:gd name="connsiteY142" fmla="*/ 923329 h 6858000"/>
              <a:gd name="connsiteX143" fmla="*/ 7511553 w 8313009"/>
              <a:gd name="connsiteY143" fmla="*/ 1003111 h 6858000"/>
              <a:gd name="connsiteX144" fmla="*/ 7465438 w 8313009"/>
              <a:gd name="connsiteY144" fmla="*/ 923329 h 6858000"/>
              <a:gd name="connsiteX145" fmla="*/ 7918390 w 8313009"/>
              <a:gd name="connsiteY145" fmla="*/ 850715 h 6858000"/>
              <a:gd name="connsiteX146" fmla="*/ 7920401 w 8313009"/>
              <a:gd name="connsiteY146" fmla="*/ 932367 h 6858000"/>
              <a:gd name="connsiteX147" fmla="*/ 7918390 w 8313009"/>
              <a:gd name="connsiteY147" fmla="*/ 850715 h 6858000"/>
              <a:gd name="connsiteX148" fmla="*/ 7631794 w 8313009"/>
              <a:gd name="connsiteY148" fmla="*/ 777945 h 6858000"/>
              <a:gd name="connsiteX149" fmla="*/ 7560299 w 8313009"/>
              <a:gd name="connsiteY149" fmla="*/ 869726 h 6858000"/>
              <a:gd name="connsiteX150" fmla="*/ 7681004 w 8313009"/>
              <a:gd name="connsiteY150" fmla="*/ 834509 h 6858000"/>
              <a:gd name="connsiteX151" fmla="*/ 7631794 w 8313009"/>
              <a:gd name="connsiteY151" fmla="*/ 777945 h 6858000"/>
              <a:gd name="connsiteX152" fmla="*/ 7841789 w 8313009"/>
              <a:gd name="connsiteY152" fmla="*/ 774050 h 6858000"/>
              <a:gd name="connsiteX153" fmla="*/ 7817029 w 8313009"/>
              <a:gd name="connsiteY153" fmla="*/ 849780 h 6858000"/>
              <a:gd name="connsiteX154" fmla="*/ 7841789 w 8313009"/>
              <a:gd name="connsiteY154" fmla="*/ 774050 h 6858000"/>
              <a:gd name="connsiteX155" fmla="*/ 8032750 w 8313009"/>
              <a:gd name="connsiteY155" fmla="*/ 764700 h 6858000"/>
              <a:gd name="connsiteX156" fmla="*/ 7994526 w 8313009"/>
              <a:gd name="connsiteY156" fmla="*/ 822822 h 6858000"/>
              <a:gd name="connsiteX157" fmla="*/ 8032750 w 8313009"/>
              <a:gd name="connsiteY157" fmla="*/ 764700 h 6858000"/>
              <a:gd name="connsiteX158" fmla="*/ 7305333 w 8313009"/>
              <a:gd name="connsiteY158" fmla="*/ 756422 h 6858000"/>
              <a:gd name="connsiteX159" fmla="*/ 7280512 w 8313009"/>
              <a:gd name="connsiteY159" fmla="*/ 775764 h 6858000"/>
              <a:gd name="connsiteX160" fmla="*/ 7364851 w 8313009"/>
              <a:gd name="connsiteY160" fmla="*/ 814096 h 6858000"/>
              <a:gd name="connsiteX161" fmla="*/ 7305333 w 8313009"/>
              <a:gd name="connsiteY161" fmla="*/ 756422 h 6858000"/>
              <a:gd name="connsiteX162" fmla="*/ 7483389 w 8313009"/>
              <a:gd name="connsiteY162" fmla="*/ 719355 h 6858000"/>
              <a:gd name="connsiteX163" fmla="*/ 7523005 w 8313009"/>
              <a:gd name="connsiteY163" fmla="*/ 785269 h 6858000"/>
              <a:gd name="connsiteX164" fmla="*/ 7483389 w 8313009"/>
              <a:gd name="connsiteY164" fmla="*/ 719355 h 6858000"/>
              <a:gd name="connsiteX165" fmla="*/ 8313009 w 8313009"/>
              <a:gd name="connsiteY165" fmla="*/ 678295 h 6858000"/>
              <a:gd name="connsiteX166" fmla="*/ 8313009 w 8313009"/>
              <a:gd name="connsiteY166" fmla="*/ 684299 h 6858000"/>
              <a:gd name="connsiteX167" fmla="*/ 8309280 w 8313009"/>
              <a:gd name="connsiteY167" fmla="*/ 682772 h 6858000"/>
              <a:gd name="connsiteX168" fmla="*/ 8311963 w 8313009"/>
              <a:gd name="connsiteY168" fmla="*/ 679131 h 6858000"/>
              <a:gd name="connsiteX169" fmla="*/ 8025186 w 8313009"/>
              <a:gd name="connsiteY169" fmla="*/ 676621 h 6858000"/>
              <a:gd name="connsiteX170" fmla="*/ 7983849 w 8313009"/>
              <a:gd name="connsiteY170" fmla="*/ 689749 h 6858000"/>
              <a:gd name="connsiteX171" fmla="*/ 8046677 w 8313009"/>
              <a:gd name="connsiteY171" fmla="*/ 701124 h 6858000"/>
              <a:gd name="connsiteX172" fmla="*/ 8025186 w 8313009"/>
              <a:gd name="connsiteY172" fmla="*/ 676621 h 6858000"/>
              <a:gd name="connsiteX173" fmla="*/ 7798768 w 8313009"/>
              <a:gd name="connsiteY173" fmla="*/ 662791 h 6858000"/>
              <a:gd name="connsiteX174" fmla="*/ 7763176 w 8313009"/>
              <a:gd name="connsiteY174" fmla="*/ 748494 h 6858000"/>
              <a:gd name="connsiteX175" fmla="*/ 7798768 w 8313009"/>
              <a:gd name="connsiteY175" fmla="*/ 662791 h 6858000"/>
              <a:gd name="connsiteX176" fmla="*/ 8207234 w 8313009"/>
              <a:gd name="connsiteY176" fmla="*/ 660128 h 6858000"/>
              <a:gd name="connsiteX177" fmla="*/ 8239383 w 8313009"/>
              <a:gd name="connsiteY177" fmla="*/ 694517 h 6858000"/>
              <a:gd name="connsiteX178" fmla="*/ 8245553 w 8313009"/>
              <a:gd name="connsiteY178" fmla="*/ 676105 h 6858000"/>
              <a:gd name="connsiteX179" fmla="*/ 8248006 w 8313009"/>
              <a:gd name="connsiteY179" fmla="*/ 677127 h 6858000"/>
              <a:gd name="connsiteX180" fmla="*/ 8245994 w 8313009"/>
              <a:gd name="connsiteY180" fmla="*/ 674790 h 6858000"/>
              <a:gd name="connsiteX181" fmla="*/ 8245553 w 8313009"/>
              <a:gd name="connsiteY181" fmla="*/ 676105 h 6858000"/>
              <a:gd name="connsiteX182" fmla="*/ 7379552 w 8313009"/>
              <a:gd name="connsiteY182" fmla="*/ 652974 h 6858000"/>
              <a:gd name="connsiteX183" fmla="*/ 7375064 w 8313009"/>
              <a:gd name="connsiteY183" fmla="*/ 740392 h 6858000"/>
              <a:gd name="connsiteX184" fmla="*/ 7379552 w 8313009"/>
              <a:gd name="connsiteY184" fmla="*/ 652974 h 6858000"/>
              <a:gd name="connsiteX185" fmla="*/ 6915458 w 8313009"/>
              <a:gd name="connsiteY185" fmla="*/ 585035 h 6858000"/>
              <a:gd name="connsiteX186" fmla="*/ 6941301 w 8313009"/>
              <a:gd name="connsiteY186" fmla="*/ 683516 h 6858000"/>
              <a:gd name="connsiteX187" fmla="*/ 6915458 w 8313009"/>
              <a:gd name="connsiteY187" fmla="*/ 585035 h 6858000"/>
              <a:gd name="connsiteX188" fmla="*/ 7352471 w 8313009"/>
              <a:gd name="connsiteY188" fmla="*/ 575374 h 6858000"/>
              <a:gd name="connsiteX189" fmla="*/ 7282060 w 8313009"/>
              <a:gd name="connsiteY189" fmla="*/ 652818 h 6858000"/>
              <a:gd name="connsiteX190" fmla="*/ 7352471 w 8313009"/>
              <a:gd name="connsiteY190" fmla="*/ 575374 h 6858000"/>
              <a:gd name="connsiteX191" fmla="*/ 7615235 w 8313009"/>
              <a:gd name="connsiteY191" fmla="*/ 568362 h 6858000"/>
              <a:gd name="connsiteX192" fmla="*/ 7644638 w 8313009"/>
              <a:gd name="connsiteY192" fmla="*/ 636457 h 6858000"/>
              <a:gd name="connsiteX193" fmla="*/ 7615235 w 8313009"/>
              <a:gd name="connsiteY193" fmla="*/ 568362 h 6858000"/>
              <a:gd name="connsiteX194" fmla="*/ 7913735 w 8313009"/>
              <a:gd name="connsiteY194" fmla="*/ 539827 h 6858000"/>
              <a:gd name="connsiteX195" fmla="*/ 7881405 w 8313009"/>
              <a:gd name="connsiteY195" fmla="*/ 560259 h 6858000"/>
              <a:gd name="connsiteX196" fmla="*/ 7897537 w 8313009"/>
              <a:gd name="connsiteY196" fmla="*/ 602448 h 6858000"/>
              <a:gd name="connsiteX197" fmla="*/ 7941572 w 8313009"/>
              <a:gd name="connsiteY197" fmla="*/ 621290 h 6858000"/>
              <a:gd name="connsiteX198" fmla="*/ 7940828 w 8313009"/>
              <a:gd name="connsiteY198" fmla="*/ 624147 h 6858000"/>
              <a:gd name="connsiteX199" fmla="*/ 7943150 w 8313009"/>
              <a:gd name="connsiteY199" fmla="*/ 621965 h 6858000"/>
              <a:gd name="connsiteX200" fmla="*/ 7980135 w 8313009"/>
              <a:gd name="connsiteY200" fmla="*/ 666375 h 6858000"/>
              <a:gd name="connsiteX201" fmla="*/ 7943150 w 8313009"/>
              <a:gd name="connsiteY201" fmla="*/ 621965 h 6858000"/>
              <a:gd name="connsiteX202" fmla="*/ 7941572 w 8313009"/>
              <a:gd name="connsiteY202" fmla="*/ 621290 h 6858000"/>
              <a:gd name="connsiteX203" fmla="*/ 7950889 w 8313009"/>
              <a:gd name="connsiteY203" fmla="*/ 585503 h 6858000"/>
              <a:gd name="connsiteX204" fmla="*/ 7913735 w 8313009"/>
              <a:gd name="connsiteY204" fmla="*/ 539827 h 6858000"/>
              <a:gd name="connsiteX205" fmla="*/ 8198849 w 8313009"/>
              <a:gd name="connsiteY205" fmla="*/ 525198 h 6858000"/>
              <a:gd name="connsiteX206" fmla="*/ 8198849 w 8313009"/>
              <a:gd name="connsiteY206" fmla="*/ 542288 h 6858000"/>
              <a:gd name="connsiteX207" fmla="*/ 8176260 w 8313009"/>
              <a:gd name="connsiteY207" fmla="*/ 528500 h 6858000"/>
              <a:gd name="connsiteX208" fmla="*/ 8190846 w 8313009"/>
              <a:gd name="connsiteY208" fmla="*/ 528296 h 6858000"/>
              <a:gd name="connsiteX209" fmla="*/ 8278146 w 8313009"/>
              <a:gd name="connsiteY209" fmla="*/ 487283 h 6858000"/>
              <a:gd name="connsiteX210" fmla="*/ 8281672 w 8313009"/>
              <a:gd name="connsiteY210" fmla="*/ 520923 h 6858000"/>
              <a:gd name="connsiteX211" fmla="*/ 8286031 w 8313009"/>
              <a:gd name="connsiteY211" fmla="*/ 553409 h 6858000"/>
              <a:gd name="connsiteX212" fmla="*/ 8232632 w 8313009"/>
              <a:gd name="connsiteY212" fmla="*/ 540752 h 6858000"/>
              <a:gd name="connsiteX213" fmla="*/ 8210890 w 8313009"/>
              <a:gd name="connsiteY213" fmla="*/ 515370 h 6858000"/>
              <a:gd name="connsiteX214" fmla="*/ 8224861 w 8313009"/>
              <a:gd name="connsiteY214" fmla="*/ 493734 h 6858000"/>
              <a:gd name="connsiteX215" fmla="*/ 8272582 w 8313009"/>
              <a:gd name="connsiteY215" fmla="*/ 488441 h 6858000"/>
              <a:gd name="connsiteX216" fmla="*/ 7746482 w 8313009"/>
              <a:gd name="connsiteY216" fmla="*/ 486399 h 6858000"/>
              <a:gd name="connsiteX217" fmla="*/ 7707466 w 8313009"/>
              <a:gd name="connsiteY217" fmla="*/ 505876 h 6858000"/>
              <a:gd name="connsiteX218" fmla="*/ 7772151 w 8313009"/>
              <a:gd name="connsiteY218" fmla="*/ 507591 h 6858000"/>
              <a:gd name="connsiteX219" fmla="*/ 7746482 w 8313009"/>
              <a:gd name="connsiteY219" fmla="*/ 486399 h 6858000"/>
              <a:gd name="connsiteX220" fmla="*/ 7093575 w 8313009"/>
              <a:gd name="connsiteY220" fmla="*/ 457630 h 6858000"/>
              <a:gd name="connsiteX221" fmla="*/ 7070672 w 8313009"/>
              <a:gd name="connsiteY221" fmla="*/ 478919 h 6858000"/>
              <a:gd name="connsiteX222" fmla="*/ 7118335 w 8313009"/>
              <a:gd name="connsiteY222" fmla="*/ 467544 h 6858000"/>
              <a:gd name="connsiteX223" fmla="*/ 7093575 w 8313009"/>
              <a:gd name="connsiteY223" fmla="*/ 457630 h 6858000"/>
              <a:gd name="connsiteX224" fmla="*/ 7923496 w 8313009"/>
              <a:gd name="connsiteY224" fmla="*/ 451494 h 6858000"/>
              <a:gd name="connsiteX225" fmla="*/ 7903843 w 8313009"/>
              <a:gd name="connsiteY225" fmla="*/ 539067 h 6858000"/>
              <a:gd name="connsiteX226" fmla="*/ 7923496 w 8313009"/>
              <a:gd name="connsiteY226" fmla="*/ 451494 h 6858000"/>
              <a:gd name="connsiteX227" fmla="*/ 7560918 w 8313009"/>
              <a:gd name="connsiteY227" fmla="*/ 417213 h 6858000"/>
              <a:gd name="connsiteX228" fmla="*/ 7529349 w 8313009"/>
              <a:gd name="connsiteY228" fmla="*/ 431860 h 6858000"/>
              <a:gd name="connsiteX229" fmla="*/ 7478901 w 8313009"/>
              <a:gd name="connsiteY229" fmla="*/ 449001 h 6858000"/>
              <a:gd name="connsiteX230" fmla="*/ 7442071 w 8313009"/>
              <a:gd name="connsiteY230" fmla="*/ 512265 h 6858000"/>
              <a:gd name="connsiteX231" fmla="*/ 7494221 w 8313009"/>
              <a:gd name="connsiteY231" fmla="*/ 508681 h 6858000"/>
              <a:gd name="connsiteX232" fmla="*/ 7553800 w 8313009"/>
              <a:gd name="connsiteY232" fmla="*/ 496527 h 6858000"/>
              <a:gd name="connsiteX233" fmla="*/ 7560918 w 8313009"/>
              <a:gd name="connsiteY233" fmla="*/ 417213 h 6858000"/>
              <a:gd name="connsiteX234" fmla="*/ 7252116 w 8313009"/>
              <a:gd name="connsiteY234" fmla="*/ 402760 h 6858000"/>
              <a:gd name="connsiteX235" fmla="*/ 7212268 w 8313009"/>
              <a:gd name="connsiteY235" fmla="*/ 419706 h 6858000"/>
              <a:gd name="connsiteX236" fmla="*/ 7281750 w 8313009"/>
              <a:gd name="connsiteY236" fmla="*/ 431393 h 6858000"/>
              <a:gd name="connsiteX237" fmla="*/ 7252116 w 8313009"/>
              <a:gd name="connsiteY237" fmla="*/ 402760 h 6858000"/>
              <a:gd name="connsiteX238" fmla="*/ 7803894 w 8313009"/>
              <a:gd name="connsiteY238" fmla="*/ 389242 h 6858000"/>
              <a:gd name="connsiteX239" fmla="*/ 7763640 w 8313009"/>
              <a:gd name="connsiteY239" fmla="*/ 407084 h 6858000"/>
              <a:gd name="connsiteX240" fmla="*/ 7828480 w 8313009"/>
              <a:gd name="connsiteY240" fmla="*/ 420017 h 6858000"/>
              <a:gd name="connsiteX241" fmla="*/ 7803894 w 8313009"/>
              <a:gd name="connsiteY241" fmla="*/ 389242 h 6858000"/>
              <a:gd name="connsiteX242" fmla="*/ 8303177 w 8313009"/>
              <a:gd name="connsiteY242" fmla="*/ 357318 h 6858000"/>
              <a:gd name="connsiteX243" fmla="*/ 8313009 w 8313009"/>
              <a:gd name="connsiteY243" fmla="*/ 357318 h 6858000"/>
              <a:gd name="connsiteX244" fmla="*/ 8313009 w 8313009"/>
              <a:gd name="connsiteY244" fmla="*/ 374813 h 6858000"/>
              <a:gd name="connsiteX245" fmla="*/ 8308989 w 8313009"/>
              <a:gd name="connsiteY245" fmla="*/ 373122 h 6858000"/>
              <a:gd name="connsiteX246" fmla="*/ 8303177 w 8313009"/>
              <a:gd name="connsiteY246" fmla="*/ 357318 h 6858000"/>
              <a:gd name="connsiteX247" fmla="*/ 7623437 w 8313009"/>
              <a:gd name="connsiteY247" fmla="*/ 301338 h 6858000"/>
              <a:gd name="connsiteX248" fmla="*/ 7581500 w 8313009"/>
              <a:gd name="connsiteY248" fmla="*/ 317329 h 6858000"/>
              <a:gd name="connsiteX249" fmla="*/ 7644483 w 8313009"/>
              <a:gd name="connsiteY249" fmla="*/ 331509 h 6858000"/>
              <a:gd name="connsiteX250" fmla="*/ 7623437 w 8313009"/>
              <a:gd name="connsiteY250" fmla="*/ 301338 h 6858000"/>
              <a:gd name="connsiteX251" fmla="*/ 7395781 w 8313009"/>
              <a:gd name="connsiteY251" fmla="*/ 292833 h 6858000"/>
              <a:gd name="connsiteX252" fmla="*/ 7351542 w 8313009"/>
              <a:gd name="connsiteY252" fmla="*/ 314680 h 6858000"/>
              <a:gd name="connsiteX253" fmla="*/ 7436345 w 8313009"/>
              <a:gd name="connsiteY253" fmla="*/ 354260 h 6858000"/>
              <a:gd name="connsiteX254" fmla="*/ 7440523 w 8313009"/>
              <a:gd name="connsiteY254" fmla="*/ 367972 h 6858000"/>
              <a:gd name="connsiteX255" fmla="*/ 7395781 w 8313009"/>
              <a:gd name="connsiteY255" fmla="*/ 292833 h 6858000"/>
              <a:gd name="connsiteX256" fmla="*/ 7684718 w 8313009"/>
              <a:gd name="connsiteY256" fmla="*/ 247910 h 6858000"/>
              <a:gd name="connsiteX257" fmla="*/ 7649280 w 8313009"/>
              <a:gd name="connsiteY257" fmla="*/ 266531 h 6858000"/>
              <a:gd name="connsiteX258" fmla="*/ 7713656 w 8313009"/>
              <a:gd name="connsiteY258" fmla="*/ 271829 h 6858000"/>
              <a:gd name="connsiteX259" fmla="*/ 7684718 w 8313009"/>
              <a:gd name="connsiteY259" fmla="*/ 247910 h 6858000"/>
              <a:gd name="connsiteX260" fmla="*/ 7925353 w 8313009"/>
              <a:gd name="connsiteY260" fmla="*/ 201396 h 6858000"/>
              <a:gd name="connsiteX261" fmla="*/ 7883262 w 8313009"/>
              <a:gd name="connsiteY261" fmla="*/ 353013 h 6858000"/>
              <a:gd name="connsiteX262" fmla="*/ 7996383 w 8313009"/>
              <a:gd name="connsiteY262" fmla="*/ 292553 h 6858000"/>
              <a:gd name="connsiteX263" fmla="*/ 7925353 w 8313009"/>
              <a:gd name="connsiteY263" fmla="*/ 201396 h 6858000"/>
              <a:gd name="connsiteX264" fmla="*/ 7771068 w 8313009"/>
              <a:gd name="connsiteY264" fmla="*/ 179581 h 6858000"/>
              <a:gd name="connsiteX265" fmla="*/ 7752498 w 8313009"/>
              <a:gd name="connsiteY265" fmla="*/ 266063 h 6858000"/>
              <a:gd name="connsiteX266" fmla="*/ 7771068 w 8313009"/>
              <a:gd name="connsiteY266" fmla="*/ 179581 h 6858000"/>
              <a:gd name="connsiteX267" fmla="*/ 8259876 w 8313009"/>
              <a:gd name="connsiteY267" fmla="*/ 130495 h 6858000"/>
              <a:gd name="connsiteX268" fmla="*/ 8253192 w 8313009"/>
              <a:gd name="connsiteY268" fmla="*/ 137812 h 6858000"/>
              <a:gd name="connsiteX269" fmla="*/ 8253192 w 8313009"/>
              <a:gd name="connsiteY269" fmla="*/ 186396 h 6858000"/>
              <a:gd name="connsiteX270" fmla="*/ 8288937 w 8313009"/>
              <a:gd name="connsiteY270" fmla="*/ 186396 h 6858000"/>
              <a:gd name="connsiteX271" fmla="*/ 8259876 w 8313009"/>
              <a:gd name="connsiteY271" fmla="*/ 130495 h 6858000"/>
              <a:gd name="connsiteX272" fmla="*/ 7452363 w 8313009"/>
              <a:gd name="connsiteY272" fmla="*/ 128557 h 6858000"/>
              <a:gd name="connsiteX273" fmla="*/ 7434183 w 8313009"/>
              <a:gd name="connsiteY273" fmla="*/ 129126 h 6858000"/>
              <a:gd name="connsiteX274" fmla="*/ 7398741 w 8313009"/>
              <a:gd name="connsiteY274" fmla="*/ 145767 h 6858000"/>
              <a:gd name="connsiteX275" fmla="*/ 7486020 w 8313009"/>
              <a:gd name="connsiteY275" fmla="*/ 177399 h 6858000"/>
              <a:gd name="connsiteX276" fmla="*/ 7452363 w 8313009"/>
              <a:gd name="connsiteY276" fmla="*/ 128557 h 6858000"/>
              <a:gd name="connsiteX277" fmla="*/ 8202045 w 8313009"/>
              <a:gd name="connsiteY277" fmla="*/ 108837 h 6858000"/>
              <a:gd name="connsiteX278" fmla="*/ 8182992 w 8313009"/>
              <a:gd name="connsiteY278" fmla="*/ 132951 h 6858000"/>
              <a:gd name="connsiteX279" fmla="*/ 8177942 w 8313009"/>
              <a:gd name="connsiteY279" fmla="*/ 151327 h 6858000"/>
              <a:gd name="connsiteX280" fmla="*/ 8176007 w 8313009"/>
              <a:gd name="connsiteY280" fmla="*/ 149482 h 6858000"/>
              <a:gd name="connsiteX281" fmla="*/ 8156646 w 8313009"/>
              <a:gd name="connsiteY281" fmla="*/ 145532 h 6858000"/>
              <a:gd name="connsiteX282" fmla="*/ 8115076 w 8313009"/>
              <a:gd name="connsiteY282" fmla="*/ 256246 h 6858000"/>
              <a:gd name="connsiteX283" fmla="*/ 8258529 w 8313009"/>
              <a:gd name="connsiteY283" fmla="*/ 300033 h 6858000"/>
              <a:gd name="connsiteX284" fmla="*/ 8196320 w 8313009"/>
              <a:gd name="connsiteY284" fmla="*/ 229600 h 6858000"/>
              <a:gd name="connsiteX285" fmla="*/ 8196732 w 8313009"/>
              <a:gd name="connsiteY285" fmla="*/ 222339 h 6858000"/>
              <a:gd name="connsiteX286" fmla="*/ 8209819 w 8313009"/>
              <a:gd name="connsiteY286" fmla="*/ 175421 h 6858000"/>
              <a:gd name="connsiteX287" fmla="*/ 8202045 w 8313009"/>
              <a:gd name="connsiteY287" fmla="*/ 108837 h 6858000"/>
              <a:gd name="connsiteX288" fmla="*/ 7919318 w 8313009"/>
              <a:gd name="connsiteY288" fmla="*/ 78451 h 6858000"/>
              <a:gd name="connsiteX289" fmla="*/ 7911116 w 8313009"/>
              <a:gd name="connsiteY289" fmla="*/ 140002 h 6858000"/>
              <a:gd name="connsiteX290" fmla="*/ 7919318 w 8313009"/>
              <a:gd name="connsiteY290" fmla="*/ 78451 h 6858000"/>
              <a:gd name="connsiteX291" fmla="*/ 7655935 w 8313009"/>
              <a:gd name="connsiteY291" fmla="*/ 47754 h 6858000"/>
              <a:gd name="connsiteX292" fmla="*/ 7636591 w 8313009"/>
              <a:gd name="connsiteY292" fmla="*/ 60531 h 6858000"/>
              <a:gd name="connsiteX293" fmla="*/ 7644019 w 8313009"/>
              <a:gd name="connsiteY293" fmla="*/ 113667 h 6858000"/>
              <a:gd name="connsiteX294" fmla="*/ 7689670 w 8313009"/>
              <a:gd name="connsiteY294" fmla="*/ 83593 h 6858000"/>
              <a:gd name="connsiteX295" fmla="*/ 7655935 w 8313009"/>
              <a:gd name="connsiteY295" fmla="*/ 47754 h 6858000"/>
              <a:gd name="connsiteX296" fmla="*/ 8214006 w 8313009"/>
              <a:gd name="connsiteY296" fmla="*/ 32326 h 6858000"/>
              <a:gd name="connsiteX297" fmla="*/ 8205823 w 8313009"/>
              <a:gd name="connsiteY297" fmla="*/ 38595 h 6858000"/>
              <a:gd name="connsiteX298" fmla="*/ 8224466 w 8313009"/>
              <a:gd name="connsiteY298" fmla="*/ 42519 h 6858000"/>
              <a:gd name="connsiteX299" fmla="*/ 8224713 w 8313009"/>
              <a:gd name="connsiteY299" fmla="*/ 42985 h 6858000"/>
              <a:gd name="connsiteX300" fmla="*/ 8225294 w 8313009"/>
              <a:gd name="connsiteY300" fmla="*/ 42693 h 6858000"/>
              <a:gd name="connsiteX301" fmla="*/ 8224466 w 8313009"/>
              <a:gd name="connsiteY301" fmla="*/ 42519 h 6858000"/>
              <a:gd name="connsiteX302" fmla="*/ 8219191 w 8313009"/>
              <a:gd name="connsiteY302" fmla="*/ 32559 h 6858000"/>
              <a:gd name="connsiteX303" fmla="*/ 8214006 w 8313009"/>
              <a:gd name="connsiteY303" fmla="*/ 32326 h 6858000"/>
              <a:gd name="connsiteX304" fmla="*/ 7343086 w 8313009"/>
              <a:gd name="connsiteY304" fmla="*/ 20336 h 6858000"/>
              <a:gd name="connsiteX305" fmla="*/ 7314402 w 8313009"/>
              <a:gd name="connsiteY305" fmla="*/ 33106 h 6858000"/>
              <a:gd name="connsiteX306" fmla="*/ 7363303 w 8313009"/>
              <a:gd name="connsiteY306" fmla="*/ 90917 h 6858000"/>
              <a:gd name="connsiteX307" fmla="*/ 7343086 w 8313009"/>
              <a:gd name="connsiteY307" fmla="*/ 20336 h 6858000"/>
              <a:gd name="connsiteX308" fmla="*/ 8301143 w 8313009"/>
              <a:gd name="connsiteY308" fmla="*/ 2596 h 6858000"/>
              <a:gd name="connsiteX309" fmla="*/ 8294459 w 8313009"/>
              <a:gd name="connsiteY309" fmla="*/ 7865 h 6858000"/>
              <a:gd name="connsiteX310" fmla="*/ 8300562 w 8313009"/>
              <a:gd name="connsiteY310" fmla="*/ 16352 h 6858000"/>
              <a:gd name="connsiteX311" fmla="*/ 8305502 w 8313009"/>
              <a:gd name="connsiteY311" fmla="*/ 11962 h 6858000"/>
              <a:gd name="connsiteX312" fmla="*/ 8301143 w 8313009"/>
              <a:gd name="connsiteY312" fmla="*/ 2596 h 6858000"/>
              <a:gd name="connsiteX313" fmla="*/ 0 w 8313009"/>
              <a:gd name="connsiteY313" fmla="*/ 0 h 6858000"/>
              <a:gd name="connsiteX314" fmla="*/ 7677000 w 8313009"/>
              <a:gd name="connsiteY314" fmla="*/ 0 h 6858000"/>
              <a:gd name="connsiteX315" fmla="*/ 7662589 w 8313009"/>
              <a:gd name="connsiteY315" fmla="*/ 15654 h 6858000"/>
              <a:gd name="connsiteX316" fmla="*/ 7743523 w 8313009"/>
              <a:gd name="connsiteY316" fmla="*/ 21264 h 6858000"/>
              <a:gd name="connsiteX317" fmla="*/ 7728480 w 8313009"/>
              <a:gd name="connsiteY317" fmla="*/ 0 h 6858000"/>
              <a:gd name="connsiteX318" fmla="*/ 7858140 w 8313009"/>
              <a:gd name="connsiteY318" fmla="*/ 0 h 6858000"/>
              <a:gd name="connsiteX319" fmla="*/ 7864909 w 8313009"/>
              <a:gd name="connsiteY319" fmla="*/ 23246 h 6858000"/>
              <a:gd name="connsiteX320" fmla="*/ 7886975 w 8313009"/>
              <a:gd name="connsiteY320" fmla="*/ 59285 h 6858000"/>
              <a:gd name="connsiteX321" fmla="*/ 7936534 w 8313009"/>
              <a:gd name="connsiteY321" fmla="*/ 3948 h 6858000"/>
              <a:gd name="connsiteX322" fmla="*/ 7936178 w 8313009"/>
              <a:gd name="connsiteY322" fmla="*/ 0 h 6858000"/>
              <a:gd name="connsiteX323" fmla="*/ 8055636 w 8313009"/>
              <a:gd name="connsiteY323" fmla="*/ 0 h 6858000"/>
              <a:gd name="connsiteX324" fmla="*/ 8042760 w 8313009"/>
              <a:gd name="connsiteY324" fmla="*/ 8649 h 6858000"/>
              <a:gd name="connsiteX325" fmla="*/ 8036928 w 8313009"/>
              <a:gd name="connsiteY325" fmla="*/ 28743 h 6858000"/>
              <a:gd name="connsiteX326" fmla="*/ 8092483 w 8313009"/>
              <a:gd name="connsiteY326" fmla="*/ 117251 h 6858000"/>
              <a:gd name="connsiteX327" fmla="*/ 8111672 w 8313009"/>
              <a:gd name="connsiteY327" fmla="*/ 92164 h 6858000"/>
              <a:gd name="connsiteX328" fmla="*/ 8092638 w 8313009"/>
              <a:gd name="connsiteY328" fmla="*/ 11914 h 6858000"/>
              <a:gd name="connsiteX329" fmla="*/ 8078993 w 8313009"/>
              <a:gd name="connsiteY329" fmla="*/ 0 h 6858000"/>
              <a:gd name="connsiteX330" fmla="*/ 8245393 w 8313009"/>
              <a:gd name="connsiteY330" fmla="*/ 0 h 6858000"/>
              <a:gd name="connsiteX331" fmla="*/ 8224713 w 8313009"/>
              <a:gd name="connsiteY331" fmla="*/ 42107 h 6858000"/>
              <a:gd name="connsiteX332" fmla="*/ 8225294 w 8313009"/>
              <a:gd name="connsiteY332" fmla="*/ 41815 h 6858000"/>
              <a:gd name="connsiteX333" fmla="*/ 8251739 w 8313009"/>
              <a:gd name="connsiteY333" fmla="*/ 66107 h 6858000"/>
              <a:gd name="connsiteX334" fmla="*/ 8270629 w 8313009"/>
              <a:gd name="connsiteY334" fmla="*/ 34791 h 6858000"/>
              <a:gd name="connsiteX335" fmla="*/ 8279892 w 8313009"/>
              <a:gd name="connsiteY335" fmla="*/ 5304 h 6858000"/>
              <a:gd name="connsiteX336" fmla="*/ 8274670 w 8313009"/>
              <a:gd name="connsiteY336" fmla="*/ 0 h 6858000"/>
              <a:gd name="connsiteX337" fmla="*/ 8313009 w 8313009"/>
              <a:gd name="connsiteY337" fmla="*/ 0 h 6858000"/>
              <a:gd name="connsiteX338" fmla="*/ 8313009 w 8313009"/>
              <a:gd name="connsiteY338" fmla="*/ 67759 h 6858000"/>
              <a:gd name="connsiteX339" fmla="*/ 8297946 w 8313009"/>
              <a:gd name="connsiteY339" fmla="*/ 71375 h 6858000"/>
              <a:gd name="connsiteX340" fmla="*/ 8313009 w 8313009"/>
              <a:gd name="connsiteY340" fmla="*/ 92923 h 6858000"/>
              <a:gd name="connsiteX341" fmla="*/ 8313009 w 8313009"/>
              <a:gd name="connsiteY341" fmla="*/ 196639 h 6858000"/>
              <a:gd name="connsiteX342" fmla="*/ 8306955 w 8313009"/>
              <a:gd name="connsiteY342" fmla="*/ 196639 h 6858000"/>
              <a:gd name="connsiteX343" fmla="*/ 8305502 w 8313009"/>
              <a:gd name="connsiteY343" fmla="*/ 204834 h 6858000"/>
              <a:gd name="connsiteX344" fmla="*/ 8313009 w 8313009"/>
              <a:gd name="connsiteY344" fmla="*/ 206417 h 6858000"/>
              <a:gd name="connsiteX345" fmla="*/ 8313009 w 8313009"/>
              <a:gd name="connsiteY345" fmla="*/ 328996 h 6858000"/>
              <a:gd name="connsiteX346" fmla="*/ 8284869 w 8313009"/>
              <a:gd name="connsiteY346" fmla="*/ 323953 h 6858000"/>
              <a:gd name="connsiteX347" fmla="*/ 8272345 w 8313009"/>
              <a:gd name="connsiteY347" fmla="*/ 385249 h 6858000"/>
              <a:gd name="connsiteX348" fmla="*/ 8262981 w 8313009"/>
              <a:gd name="connsiteY348" fmla="*/ 383269 h 6858000"/>
              <a:gd name="connsiteX349" fmla="*/ 8224909 w 8313009"/>
              <a:gd name="connsiteY349" fmla="*/ 383890 h 6858000"/>
              <a:gd name="connsiteX350" fmla="*/ 8212217 w 8313009"/>
              <a:gd name="connsiteY350" fmla="*/ 369317 h 6858000"/>
              <a:gd name="connsiteX351" fmla="*/ 8205054 w 8313009"/>
              <a:gd name="connsiteY351" fmla="*/ 383112 h 6858000"/>
              <a:gd name="connsiteX352" fmla="*/ 8177235 w 8313009"/>
              <a:gd name="connsiteY352" fmla="*/ 381200 h 6858000"/>
              <a:gd name="connsiteX353" fmla="*/ 8145098 w 8313009"/>
              <a:gd name="connsiteY353" fmla="*/ 354104 h 6858000"/>
              <a:gd name="connsiteX354" fmla="*/ 8102387 w 8313009"/>
              <a:gd name="connsiteY354" fmla="*/ 368284 h 6858000"/>
              <a:gd name="connsiteX355" fmla="*/ 8153145 w 8313009"/>
              <a:gd name="connsiteY355" fmla="*/ 485931 h 6858000"/>
              <a:gd name="connsiteX356" fmla="*/ 8154267 w 8313009"/>
              <a:gd name="connsiteY356" fmla="*/ 507630 h 6858000"/>
              <a:gd name="connsiteX357" fmla="*/ 8158832 w 8313009"/>
              <a:gd name="connsiteY357" fmla="*/ 517862 h 6858000"/>
              <a:gd name="connsiteX358" fmla="*/ 8150898 w 8313009"/>
              <a:gd name="connsiteY358" fmla="*/ 513020 h 6858000"/>
              <a:gd name="connsiteX359" fmla="*/ 8092777 w 8313009"/>
              <a:gd name="connsiteY359" fmla="*/ 513020 h 6858000"/>
              <a:gd name="connsiteX360" fmla="*/ 8077904 w 8313009"/>
              <a:gd name="connsiteY360" fmla="*/ 448305 h 6858000"/>
              <a:gd name="connsiteX361" fmla="*/ 8085983 w 8313009"/>
              <a:gd name="connsiteY361" fmla="*/ 441521 h 6858000"/>
              <a:gd name="connsiteX362" fmla="*/ 8077060 w 8313009"/>
              <a:gd name="connsiteY362" fmla="*/ 427593 h 6858000"/>
              <a:gd name="connsiteX363" fmla="*/ 8076757 w 8313009"/>
              <a:gd name="connsiteY363" fmla="*/ 409816 h 6858000"/>
              <a:gd name="connsiteX364" fmla="*/ 8064587 w 8313009"/>
              <a:gd name="connsiteY364" fmla="*/ 374293 h 6858000"/>
              <a:gd name="connsiteX365" fmla="*/ 8052419 w 8313009"/>
              <a:gd name="connsiteY365" fmla="*/ 397231 h 6858000"/>
              <a:gd name="connsiteX366" fmla="*/ 8052534 w 8313009"/>
              <a:gd name="connsiteY366" fmla="*/ 408347 h 6858000"/>
              <a:gd name="connsiteX367" fmla="*/ 8034735 w 8313009"/>
              <a:gd name="connsiteY367" fmla="*/ 413320 h 6858000"/>
              <a:gd name="connsiteX368" fmla="*/ 8006133 w 8313009"/>
              <a:gd name="connsiteY368" fmla="*/ 431237 h 6858000"/>
              <a:gd name="connsiteX369" fmla="*/ 8048147 w 8313009"/>
              <a:gd name="connsiteY369" fmla="*/ 460804 h 6858000"/>
              <a:gd name="connsiteX370" fmla="*/ 8054580 w 8313009"/>
              <a:gd name="connsiteY370" fmla="*/ 460115 h 6858000"/>
              <a:gd name="connsiteX371" fmla="*/ 8055579 w 8313009"/>
              <a:gd name="connsiteY371" fmla="*/ 480241 h 6858000"/>
              <a:gd name="connsiteX372" fmla="*/ 8061972 w 8313009"/>
              <a:gd name="connsiteY372" fmla="*/ 603749 h 6858000"/>
              <a:gd name="connsiteX373" fmla="*/ 8072143 w 8313009"/>
              <a:gd name="connsiteY373" fmla="*/ 621017 h 6858000"/>
              <a:gd name="connsiteX374" fmla="*/ 8096845 w 8313009"/>
              <a:gd name="connsiteY374" fmla="*/ 540532 h 6858000"/>
              <a:gd name="connsiteX375" fmla="*/ 8176181 w 8313009"/>
              <a:gd name="connsiteY375" fmla="*/ 554288 h 6858000"/>
              <a:gd name="connsiteX376" fmla="*/ 8226747 w 8313009"/>
              <a:gd name="connsiteY376" fmla="*/ 597603 h 6858000"/>
              <a:gd name="connsiteX377" fmla="*/ 8229356 w 8313009"/>
              <a:gd name="connsiteY377" fmla="*/ 598887 h 6858000"/>
              <a:gd name="connsiteX378" fmla="*/ 8227315 w 8313009"/>
              <a:gd name="connsiteY378" fmla="*/ 613986 h 6858000"/>
              <a:gd name="connsiteX379" fmla="*/ 8232911 w 8313009"/>
              <a:gd name="connsiteY379" fmla="*/ 642354 h 6858000"/>
              <a:gd name="connsiteX380" fmla="*/ 8247328 w 8313009"/>
              <a:gd name="connsiteY380" fmla="*/ 675376 h 6858000"/>
              <a:gd name="connsiteX381" fmla="*/ 8246149 w 8313009"/>
              <a:gd name="connsiteY381" fmla="*/ 674945 h 6858000"/>
              <a:gd name="connsiteX382" fmla="*/ 8248161 w 8313009"/>
              <a:gd name="connsiteY382" fmla="*/ 677283 h 6858000"/>
              <a:gd name="connsiteX383" fmla="*/ 8247328 w 8313009"/>
              <a:gd name="connsiteY383" fmla="*/ 675376 h 6858000"/>
              <a:gd name="connsiteX384" fmla="*/ 8274818 w 8313009"/>
              <a:gd name="connsiteY384" fmla="*/ 685415 h 6858000"/>
              <a:gd name="connsiteX385" fmla="*/ 8255808 w 8313009"/>
              <a:gd name="connsiteY385" fmla="*/ 723453 h 6858000"/>
              <a:gd name="connsiteX386" fmla="*/ 8294967 w 8313009"/>
              <a:gd name="connsiteY386" fmla="*/ 751440 h 6858000"/>
              <a:gd name="connsiteX387" fmla="*/ 8313009 w 8313009"/>
              <a:gd name="connsiteY387" fmla="*/ 751236 h 6858000"/>
              <a:gd name="connsiteX388" fmla="*/ 8313009 w 8313009"/>
              <a:gd name="connsiteY388" fmla="*/ 859172 h 6858000"/>
              <a:gd name="connsiteX389" fmla="*/ 8310588 w 8313009"/>
              <a:gd name="connsiteY389" fmla="*/ 853072 h 6858000"/>
              <a:gd name="connsiteX390" fmla="*/ 8309280 w 8313009"/>
              <a:gd name="connsiteY390" fmla="*/ 822377 h 6858000"/>
              <a:gd name="connsiteX391" fmla="*/ 8272663 w 8313009"/>
              <a:gd name="connsiteY391" fmla="*/ 779061 h 6858000"/>
              <a:gd name="connsiteX392" fmla="*/ 8250577 w 8313009"/>
              <a:gd name="connsiteY392" fmla="*/ 777305 h 6858000"/>
              <a:gd name="connsiteX393" fmla="*/ 8226166 w 8313009"/>
              <a:gd name="connsiteY393" fmla="*/ 743355 h 6858000"/>
              <a:gd name="connsiteX394" fmla="*/ 8206695 w 8313009"/>
              <a:gd name="connsiteY394" fmla="*/ 776135 h 6858000"/>
              <a:gd name="connsiteX395" fmla="*/ 8163976 w 8313009"/>
              <a:gd name="connsiteY395" fmla="*/ 749501 h 6858000"/>
              <a:gd name="connsiteX396" fmla="*/ 8145377 w 8313009"/>
              <a:gd name="connsiteY396" fmla="*/ 799841 h 6858000"/>
              <a:gd name="connsiteX397" fmla="*/ 8214251 w 8313009"/>
              <a:gd name="connsiteY397" fmla="*/ 815353 h 6858000"/>
              <a:gd name="connsiteX398" fmla="*/ 8185190 w 8313009"/>
              <a:gd name="connsiteY398" fmla="*/ 862474 h 6858000"/>
              <a:gd name="connsiteX399" fmla="*/ 8174147 w 8313009"/>
              <a:gd name="connsiteY399" fmla="*/ 837596 h 6858000"/>
              <a:gd name="connsiteX400" fmla="*/ 8161651 w 8313009"/>
              <a:gd name="connsiteY400" fmla="*/ 821499 h 6858000"/>
              <a:gd name="connsiteX401" fmla="*/ 8125906 w 8313009"/>
              <a:gd name="connsiteY401" fmla="*/ 834670 h 6858000"/>
              <a:gd name="connsiteX402" fmla="*/ 8124162 w 8313009"/>
              <a:gd name="connsiteY402" fmla="*/ 855449 h 6858000"/>
              <a:gd name="connsiteX403" fmla="*/ 8124653 w 8313009"/>
              <a:gd name="connsiteY403" fmla="*/ 889474 h 6858000"/>
              <a:gd name="connsiteX404" fmla="*/ 8097774 w 8313009"/>
              <a:gd name="connsiteY404" fmla="*/ 893688 h 6858000"/>
              <a:gd name="connsiteX405" fmla="*/ 8113993 w 8313009"/>
              <a:gd name="connsiteY405" fmla="*/ 1005604 h 6858000"/>
              <a:gd name="connsiteX406" fmla="*/ 8126015 w 8313009"/>
              <a:gd name="connsiteY406" fmla="*/ 983872 h 6858000"/>
              <a:gd name="connsiteX407" fmla="*/ 8126197 w 8313009"/>
              <a:gd name="connsiteY407" fmla="*/ 996518 h 6858000"/>
              <a:gd name="connsiteX408" fmla="*/ 8117188 w 8313009"/>
              <a:gd name="connsiteY408" fmla="*/ 1021103 h 6858000"/>
              <a:gd name="connsiteX409" fmla="*/ 8088127 w 8313009"/>
              <a:gd name="connsiteY409" fmla="*/ 1015250 h 6858000"/>
              <a:gd name="connsiteX410" fmla="*/ 8062844 w 8313009"/>
              <a:gd name="connsiteY410" fmla="*/ 984519 h 6858000"/>
              <a:gd name="connsiteX411" fmla="*/ 8070690 w 8313009"/>
              <a:gd name="connsiteY411" fmla="*/ 1212512 h 6858000"/>
              <a:gd name="connsiteX412" fmla="*/ 8088999 w 8313009"/>
              <a:gd name="connsiteY412" fmla="*/ 1170660 h 6858000"/>
              <a:gd name="connsiteX413" fmla="*/ 8084930 w 8313009"/>
              <a:gd name="connsiteY413" fmla="*/ 1132027 h 6858000"/>
              <a:gd name="connsiteX414" fmla="*/ 8097136 w 8313009"/>
              <a:gd name="connsiteY414" fmla="*/ 1086955 h 6858000"/>
              <a:gd name="connsiteX415" fmla="*/ 8123000 w 8313009"/>
              <a:gd name="connsiteY415" fmla="*/ 1116222 h 6858000"/>
              <a:gd name="connsiteX416" fmla="*/ 8107016 w 8313009"/>
              <a:gd name="connsiteY416" fmla="*/ 1229487 h 6858000"/>
              <a:gd name="connsiteX417" fmla="*/ 8089580 w 8313009"/>
              <a:gd name="connsiteY417" fmla="*/ 1249389 h 6858000"/>
              <a:gd name="connsiteX418" fmla="*/ 8089580 w 8313009"/>
              <a:gd name="connsiteY418" fmla="*/ 1283047 h 6858000"/>
              <a:gd name="connsiteX419" fmla="*/ 8109632 w 8313009"/>
              <a:gd name="connsiteY419" fmla="*/ 1290656 h 6858000"/>
              <a:gd name="connsiteX420" fmla="*/ 8109632 w 8313009"/>
              <a:gd name="connsiteY420" fmla="*/ 1349191 h 6858000"/>
              <a:gd name="connsiteX421" fmla="*/ 8127068 w 8313009"/>
              <a:gd name="connsiteY421" fmla="*/ 1395726 h 6858000"/>
              <a:gd name="connsiteX422" fmla="*/ 8178797 w 8313009"/>
              <a:gd name="connsiteY422" fmla="*/ 1377580 h 6858000"/>
              <a:gd name="connsiteX423" fmla="*/ 8190712 w 8313009"/>
              <a:gd name="connsiteY423" fmla="*/ 1371434 h 6858000"/>
              <a:gd name="connsiteX424" fmla="*/ 8208729 w 8313009"/>
              <a:gd name="connsiteY424" fmla="*/ 1391043 h 6858000"/>
              <a:gd name="connsiteX425" fmla="*/ 8223260 w 8313009"/>
              <a:gd name="connsiteY425" fmla="*/ 1355337 h 6858000"/>
              <a:gd name="connsiteX426" fmla="*/ 8261911 w 8313009"/>
              <a:gd name="connsiteY426" fmla="*/ 1429969 h 6858000"/>
              <a:gd name="connsiteX427" fmla="*/ 8282834 w 8313009"/>
              <a:gd name="connsiteY427" fmla="*/ 1402165 h 6858000"/>
              <a:gd name="connsiteX428" fmla="*/ 8308147 w 8313009"/>
              <a:gd name="connsiteY428" fmla="*/ 1423578 h 6858000"/>
              <a:gd name="connsiteX429" fmla="*/ 8313009 w 8313009"/>
              <a:gd name="connsiteY429" fmla="*/ 1424178 h 6858000"/>
              <a:gd name="connsiteX430" fmla="*/ 8313009 w 8313009"/>
              <a:gd name="connsiteY430" fmla="*/ 1484100 h 6858000"/>
              <a:gd name="connsiteX431" fmla="*/ 8305211 w 8313009"/>
              <a:gd name="connsiteY431" fmla="*/ 1495821 h 6858000"/>
              <a:gd name="connsiteX432" fmla="*/ 8276150 w 8313009"/>
              <a:gd name="connsiteY432" fmla="*/ 1501674 h 6858000"/>
              <a:gd name="connsiteX433" fmla="*/ 8241859 w 8313009"/>
              <a:gd name="connsiteY433" fmla="*/ 1520405 h 6858000"/>
              <a:gd name="connsiteX434" fmla="*/ 8241859 w 8313009"/>
              <a:gd name="connsiteY434" fmla="*/ 1561965 h 6858000"/>
              <a:gd name="connsiteX435" fmla="*/ 8306224 w 8313009"/>
              <a:gd name="connsiteY435" fmla="*/ 1558426 h 6858000"/>
              <a:gd name="connsiteX436" fmla="*/ 8313009 w 8313009"/>
              <a:gd name="connsiteY436" fmla="*/ 1560182 h 6858000"/>
              <a:gd name="connsiteX437" fmla="*/ 8313009 w 8313009"/>
              <a:gd name="connsiteY437" fmla="*/ 1584932 h 6858000"/>
              <a:gd name="connsiteX438" fmla="*/ 8308844 w 8313009"/>
              <a:gd name="connsiteY438" fmla="*/ 1597452 h 6858000"/>
              <a:gd name="connsiteX439" fmla="*/ 8313009 w 8313009"/>
              <a:gd name="connsiteY439" fmla="*/ 1604922 h 6858000"/>
              <a:gd name="connsiteX440" fmla="*/ 8313009 w 8313009"/>
              <a:gd name="connsiteY440" fmla="*/ 1663078 h 6858000"/>
              <a:gd name="connsiteX441" fmla="*/ 8308117 w 8313009"/>
              <a:gd name="connsiteY441" fmla="*/ 1681376 h 6858000"/>
              <a:gd name="connsiteX442" fmla="*/ 8248543 w 8313009"/>
              <a:gd name="connsiteY442" fmla="*/ 1677864 h 6858000"/>
              <a:gd name="connsiteX443" fmla="*/ 8240115 w 8313009"/>
              <a:gd name="connsiteY443" fmla="*/ 1650646 h 6858000"/>
              <a:gd name="connsiteX444" fmla="*/ 8213670 w 8313009"/>
              <a:gd name="connsiteY444" fmla="*/ 1674060 h 6858000"/>
              <a:gd name="connsiteX445" fmla="*/ 8197105 w 8313009"/>
              <a:gd name="connsiteY445" fmla="*/ 1782056 h 6858000"/>
              <a:gd name="connsiteX446" fmla="*/ 8202336 w 8313009"/>
              <a:gd name="connsiteY446" fmla="*/ 1859615 h 6858000"/>
              <a:gd name="connsiteX447" fmla="*/ 8240115 w 8313009"/>
              <a:gd name="connsiteY447" fmla="*/ 1998050 h 6858000"/>
              <a:gd name="connsiteX448" fmla="*/ 8236918 w 8313009"/>
              <a:gd name="connsiteY448" fmla="*/ 2044585 h 6858000"/>
              <a:gd name="connsiteX449" fmla="*/ 8220935 w 8313009"/>
              <a:gd name="connsiteY449" fmla="*/ 2018830 h 6858000"/>
              <a:gd name="connsiteX450" fmla="*/ 8199430 w 8313009"/>
              <a:gd name="connsiteY450" fmla="*/ 2063609 h 6858000"/>
              <a:gd name="connsiteX451" fmla="*/ 8240696 w 8313009"/>
              <a:gd name="connsiteY451" fmla="*/ 2070048 h 6858000"/>
              <a:gd name="connsiteX452" fmla="*/ 8237790 w 8313009"/>
              <a:gd name="connsiteY452" fmla="*/ 2108974 h 6858000"/>
              <a:gd name="connsiteX453" fmla="*/ 8204370 w 8313009"/>
              <a:gd name="connsiteY453" fmla="*/ 2127412 h 6858000"/>
              <a:gd name="connsiteX454" fmla="*/ 8227909 w 8313009"/>
              <a:gd name="connsiteY454" fmla="*/ 2201459 h 6858000"/>
              <a:gd name="connsiteX455" fmla="*/ 8234884 w 8313009"/>
              <a:gd name="connsiteY455" fmla="*/ 2215507 h 6858000"/>
              <a:gd name="connsiteX456" fmla="*/ 8280510 w 8313009"/>
              <a:gd name="connsiteY456" fmla="*/ 2218434 h 6858000"/>
              <a:gd name="connsiteX457" fmla="*/ 8293587 w 8313009"/>
              <a:gd name="connsiteY457" fmla="*/ 2200581 h 6858000"/>
              <a:gd name="connsiteX458" fmla="*/ 8313009 w 8313009"/>
              <a:gd name="connsiteY458" fmla="*/ 2213278 h 6858000"/>
              <a:gd name="connsiteX459" fmla="*/ 8313009 w 8313009"/>
              <a:gd name="connsiteY459" fmla="*/ 2258787 h 6858000"/>
              <a:gd name="connsiteX460" fmla="*/ 8302886 w 8313009"/>
              <a:gd name="connsiteY460" fmla="*/ 2264091 h 6858000"/>
              <a:gd name="connsiteX461" fmla="*/ 8302886 w 8313009"/>
              <a:gd name="connsiteY461" fmla="*/ 2375015 h 6858000"/>
              <a:gd name="connsiteX462" fmla="*/ 8313009 w 8313009"/>
              <a:gd name="connsiteY462" fmla="*/ 2379564 h 6858000"/>
              <a:gd name="connsiteX463" fmla="*/ 8313009 w 8313009"/>
              <a:gd name="connsiteY463" fmla="*/ 2411948 h 6858000"/>
              <a:gd name="connsiteX464" fmla="*/ 8304049 w 8313009"/>
              <a:gd name="connsiteY464" fmla="*/ 2414526 h 6858000"/>
              <a:gd name="connsiteX465" fmla="*/ 8306664 w 8313009"/>
              <a:gd name="connsiteY465" fmla="*/ 2454915 h 6858000"/>
              <a:gd name="connsiteX466" fmla="*/ 8306664 w 8313009"/>
              <a:gd name="connsiteY466" fmla="*/ 2496474 h 6858000"/>
              <a:gd name="connsiteX467" fmla="*/ 8283416 w 8313009"/>
              <a:gd name="connsiteY467" fmla="*/ 2456963 h 6858000"/>
              <a:gd name="connsiteX468" fmla="*/ 8256389 w 8313009"/>
              <a:gd name="connsiteY468" fmla="*/ 2402819 h 6858000"/>
              <a:gd name="connsiteX469" fmla="*/ 8235175 w 8313009"/>
              <a:gd name="connsiteY469" fmla="*/ 2373551 h 6858000"/>
              <a:gd name="connsiteX470" fmla="*/ 8223260 w 8313009"/>
              <a:gd name="connsiteY470" fmla="*/ 2356283 h 6858000"/>
              <a:gd name="connsiteX471" fmla="*/ 8219191 w 8313009"/>
              <a:gd name="connsiteY471" fmla="*/ 2382039 h 6858000"/>
              <a:gd name="connsiteX472" fmla="*/ 8200592 w 8313009"/>
              <a:gd name="connsiteY472" fmla="*/ 2444671 h 6858000"/>
              <a:gd name="connsiteX473" fmla="*/ 8202626 w 8313009"/>
              <a:gd name="connsiteY473" fmla="*/ 2469548 h 6858000"/>
              <a:gd name="connsiteX474" fmla="*/ 8239243 w 8313009"/>
              <a:gd name="connsiteY474" fmla="*/ 2560570 h 6858000"/>
              <a:gd name="connsiteX475" fmla="*/ 8246799 w 8313009"/>
              <a:gd name="connsiteY475" fmla="*/ 2604764 h 6858000"/>
              <a:gd name="connsiteX476" fmla="*/ 8241417 w 8313009"/>
              <a:gd name="connsiteY476" fmla="*/ 2608302 h 6858000"/>
              <a:gd name="connsiteX477" fmla="*/ 8228491 w 8313009"/>
              <a:gd name="connsiteY477" fmla="*/ 2692566 h 6858000"/>
              <a:gd name="connsiteX478" fmla="*/ 8240115 w 8313009"/>
              <a:gd name="connsiteY478" fmla="*/ 2761637 h 6858000"/>
              <a:gd name="connsiteX479" fmla="*/ 8231106 w 8313009"/>
              <a:gd name="connsiteY479" fmla="*/ 2793831 h 6858000"/>
              <a:gd name="connsiteX480" fmla="*/ 8204370 w 8313009"/>
              <a:gd name="connsiteY480" fmla="*/ 2797636 h 6858000"/>
              <a:gd name="connsiteX481" fmla="*/ 8202045 w 8313009"/>
              <a:gd name="connsiteY481" fmla="*/ 2840074 h 6858000"/>
              <a:gd name="connsiteX482" fmla="*/ 8162523 w 8313009"/>
              <a:gd name="connsiteY482" fmla="*/ 2834513 h 6858000"/>
              <a:gd name="connsiteX483" fmla="*/ 8142471 w 8313009"/>
              <a:gd name="connsiteY483" fmla="*/ 2905926 h 6858000"/>
              <a:gd name="connsiteX484" fmla="*/ 8120675 w 8313009"/>
              <a:gd name="connsiteY484" fmla="*/ 2818123 h 6858000"/>
              <a:gd name="connsiteX485" fmla="*/ 8159326 w 8313009"/>
              <a:gd name="connsiteY485" fmla="*/ 2803197 h 6858000"/>
              <a:gd name="connsiteX486" fmla="*/ 8213960 w 8313009"/>
              <a:gd name="connsiteY486" fmla="*/ 2764564 h 6858000"/>
              <a:gd name="connsiteX487" fmla="*/ 8195652 w 8313009"/>
              <a:gd name="connsiteY487" fmla="*/ 2732955 h 6858000"/>
              <a:gd name="connsiteX488" fmla="*/ 8168335 w 8313009"/>
              <a:gd name="connsiteY488" fmla="*/ 2703688 h 6858000"/>
              <a:gd name="connsiteX489" fmla="*/ 8183737 w 8313009"/>
              <a:gd name="connsiteY489" fmla="*/ 2674420 h 6858000"/>
              <a:gd name="connsiteX490" fmla="*/ 8183156 w 8313009"/>
              <a:gd name="connsiteY490" fmla="*/ 2674713 h 6858000"/>
              <a:gd name="connsiteX491" fmla="*/ 8184496 w 8313009"/>
              <a:gd name="connsiteY491" fmla="*/ 2675118 h 6858000"/>
              <a:gd name="connsiteX492" fmla="*/ 8197105 w 8313009"/>
              <a:gd name="connsiteY492" fmla="*/ 2686713 h 6858000"/>
              <a:gd name="connsiteX493" fmla="*/ 8200592 w 8313009"/>
              <a:gd name="connsiteY493" fmla="*/ 2679981 h 6858000"/>
              <a:gd name="connsiteX494" fmla="*/ 8184496 w 8313009"/>
              <a:gd name="connsiteY494" fmla="*/ 2675118 h 6858000"/>
              <a:gd name="connsiteX495" fmla="*/ 8183737 w 8313009"/>
              <a:gd name="connsiteY495" fmla="*/ 2674420 h 6858000"/>
              <a:gd name="connsiteX496" fmla="*/ 8181703 w 8313009"/>
              <a:gd name="connsiteY496" fmla="*/ 2673250 h 6858000"/>
              <a:gd name="connsiteX497" fmla="*/ 8152642 w 8313009"/>
              <a:gd name="connsiteY497" fmla="*/ 2588667 h 6858000"/>
              <a:gd name="connsiteX498" fmla="*/ 8172694 w 8313009"/>
              <a:gd name="connsiteY498" fmla="*/ 2567009 h 6858000"/>
              <a:gd name="connsiteX499" fmla="*/ 8153514 w 8313009"/>
              <a:gd name="connsiteY499" fmla="*/ 2550619 h 6858000"/>
              <a:gd name="connsiteX500" fmla="*/ 8124453 w 8313009"/>
              <a:gd name="connsiteY500" fmla="*/ 2470426 h 6858000"/>
              <a:gd name="connsiteX501" fmla="*/ 8100332 w 8313009"/>
              <a:gd name="connsiteY501" fmla="*/ 2432379 h 6858000"/>
              <a:gd name="connsiteX502" fmla="*/ 8096554 w 8313009"/>
              <a:gd name="connsiteY502" fmla="*/ 2469256 h 6858000"/>
              <a:gd name="connsiteX503" fmla="*/ 8094811 w 8313009"/>
              <a:gd name="connsiteY503" fmla="*/ 2559107 h 6858000"/>
              <a:gd name="connsiteX504" fmla="*/ 8098007 w 8313009"/>
              <a:gd name="connsiteY504" fmla="*/ 2603301 h 6858000"/>
              <a:gd name="connsiteX505" fmla="*/ 8094811 w 8313009"/>
              <a:gd name="connsiteY505" fmla="*/ 2739687 h 6858000"/>
              <a:gd name="connsiteX506" fmla="*/ 8104401 w 8313009"/>
              <a:gd name="connsiteY506" fmla="*/ 2997240 h 6858000"/>
              <a:gd name="connsiteX507" fmla="*/ 8128812 w 8313009"/>
              <a:gd name="connsiteY507" fmla="*/ 3128651 h 6858000"/>
              <a:gd name="connsiteX508" fmla="*/ 8211926 w 8313009"/>
              <a:gd name="connsiteY508" fmla="*/ 3114603 h 6858000"/>
              <a:gd name="connsiteX509" fmla="*/ 8238662 w 8313009"/>
              <a:gd name="connsiteY509" fmla="*/ 3228746 h 6858000"/>
              <a:gd name="connsiteX510" fmla="*/ 8216866 w 8313009"/>
              <a:gd name="connsiteY510" fmla="*/ 3278793 h 6858000"/>
              <a:gd name="connsiteX511" fmla="*/ 8205533 w 8313009"/>
              <a:gd name="connsiteY511" fmla="*/ 3211478 h 6858000"/>
              <a:gd name="connsiteX512" fmla="*/ 8206550 w 8313009"/>
              <a:gd name="connsiteY512" fmla="*/ 3210161 h 6858000"/>
              <a:gd name="connsiteX513" fmla="*/ 8200883 w 8313009"/>
              <a:gd name="connsiteY513" fmla="*/ 3174601 h 6858000"/>
              <a:gd name="connsiteX514" fmla="*/ 8162232 w 8313009"/>
              <a:gd name="connsiteY514" fmla="*/ 3151772 h 6858000"/>
              <a:gd name="connsiteX515" fmla="*/ 8158454 w 8313009"/>
              <a:gd name="connsiteY515" fmla="*/ 3343181 h 6858000"/>
              <a:gd name="connsiteX516" fmla="*/ 8216576 w 8313009"/>
              <a:gd name="connsiteY516" fmla="*/ 3322109 h 6858000"/>
              <a:gd name="connsiteX517" fmla="*/ 8225294 w 8313009"/>
              <a:gd name="connsiteY517" fmla="*/ 3435081 h 6858000"/>
              <a:gd name="connsiteX518" fmla="*/ 8185190 w 8313009"/>
              <a:gd name="connsiteY518" fmla="*/ 3400253 h 6858000"/>
              <a:gd name="connsiteX519" fmla="*/ 8203208 w 8313009"/>
              <a:gd name="connsiteY519" fmla="*/ 3380644 h 6858000"/>
              <a:gd name="connsiteX520" fmla="*/ 8158745 w 8313009"/>
              <a:gd name="connsiteY520" fmla="*/ 3360742 h 6858000"/>
              <a:gd name="connsiteX521" fmla="*/ 8137240 w 8313009"/>
              <a:gd name="connsiteY521" fmla="*/ 3422203 h 6858000"/>
              <a:gd name="connsiteX522" fmla="*/ 8132590 w 8313009"/>
              <a:gd name="connsiteY522" fmla="*/ 3437422 h 6858000"/>
              <a:gd name="connsiteX523" fmla="*/ 8123000 w 8313009"/>
              <a:gd name="connsiteY523" fmla="*/ 3566492 h 6858000"/>
              <a:gd name="connsiteX524" fmla="*/ 8154676 w 8313009"/>
              <a:gd name="connsiteY524" fmla="*/ 3612149 h 6858000"/>
              <a:gd name="connsiteX525" fmla="*/ 8150317 w 8313009"/>
              <a:gd name="connsiteY525" fmla="*/ 3656928 h 6858000"/>
              <a:gd name="connsiteX526" fmla="*/ 8154095 w 8313009"/>
              <a:gd name="connsiteY526" fmla="*/ 3682683 h 6858000"/>
              <a:gd name="connsiteX527" fmla="*/ 8180250 w 8313009"/>
              <a:gd name="connsiteY527" fmla="*/ 3672440 h 6858000"/>
              <a:gd name="connsiteX528" fmla="*/ 8180250 w 8313009"/>
              <a:gd name="connsiteY528" fmla="*/ 3807948 h 6858000"/>
              <a:gd name="connsiteX529" fmla="*/ 8157582 w 8313009"/>
              <a:gd name="connsiteY529" fmla="*/ 3805314 h 6858000"/>
              <a:gd name="connsiteX530" fmla="*/ 8163394 w 8313009"/>
              <a:gd name="connsiteY530" fmla="*/ 3834582 h 6858000"/>
              <a:gd name="connsiteX531" fmla="*/ 8140146 w 8313009"/>
              <a:gd name="connsiteY531" fmla="*/ 3834582 h 6858000"/>
              <a:gd name="connsiteX532" fmla="*/ 8171531 w 8313009"/>
              <a:gd name="connsiteY532" fmla="*/ 3905409 h 6858000"/>
              <a:gd name="connsiteX533" fmla="*/ 8145958 w 8313009"/>
              <a:gd name="connsiteY533" fmla="*/ 3915359 h 6858000"/>
              <a:gd name="connsiteX534" fmla="*/ 8159326 w 8313009"/>
              <a:gd name="connsiteY534" fmla="*/ 3987358 h 6858000"/>
              <a:gd name="connsiteX535" fmla="*/ 8154385 w 8313009"/>
              <a:gd name="connsiteY535" fmla="*/ 4083062 h 6858000"/>
              <a:gd name="connsiteX536" fmla="*/ 8165138 w 8313009"/>
              <a:gd name="connsiteY536" fmla="*/ 4200132 h 6858000"/>
              <a:gd name="connsiteX537" fmla="*/ 8172694 w 8313009"/>
              <a:gd name="connsiteY537" fmla="*/ 4281788 h 6858000"/>
              <a:gd name="connsiteX538" fmla="*/ 8170950 w 8313009"/>
              <a:gd name="connsiteY538" fmla="*/ 4369590 h 6858000"/>
              <a:gd name="connsiteX539" fmla="*/ 8165138 w 8313009"/>
              <a:gd name="connsiteY539" fmla="*/ 4476416 h 6858000"/>
              <a:gd name="connsiteX540" fmla="*/ 8170950 w 8313009"/>
              <a:gd name="connsiteY540" fmla="*/ 4593486 h 6858000"/>
              <a:gd name="connsiteX541" fmla="*/ 8164847 w 8313009"/>
              <a:gd name="connsiteY541" fmla="*/ 4754750 h 6858000"/>
              <a:gd name="connsiteX542" fmla="*/ 8161941 w 8313009"/>
              <a:gd name="connsiteY542" fmla="*/ 4837869 h 6858000"/>
              <a:gd name="connsiteX543" fmla="*/ 8148283 w 8313009"/>
              <a:gd name="connsiteY543" fmla="*/ 5153665 h 6858000"/>
              <a:gd name="connsiteX544" fmla="*/ 8152351 w 8313009"/>
              <a:gd name="connsiteY544" fmla="*/ 5224199 h 6858000"/>
              <a:gd name="connsiteX545" fmla="*/ 8138983 w 8313009"/>
              <a:gd name="connsiteY545" fmla="*/ 5577457 h 6858000"/>
              <a:gd name="connsiteX546" fmla="*/ 8109922 w 8313009"/>
              <a:gd name="connsiteY546" fmla="*/ 5933642 h 6858000"/>
              <a:gd name="connsiteX547" fmla="*/ 8115735 w 8313009"/>
              <a:gd name="connsiteY547" fmla="*/ 6138514 h 6858000"/>
              <a:gd name="connsiteX548" fmla="*/ 8123000 w 8313009"/>
              <a:gd name="connsiteY548" fmla="*/ 6187683 h 6858000"/>
              <a:gd name="connsiteX549" fmla="*/ 8132881 w 8313009"/>
              <a:gd name="connsiteY549" fmla="*/ 6320557 h 6858000"/>
              <a:gd name="connsiteX550" fmla="*/ 8161941 w 8313009"/>
              <a:gd name="connsiteY550" fmla="*/ 6457822 h 6858000"/>
              <a:gd name="connsiteX551" fmla="*/ 8178215 w 8313009"/>
              <a:gd name="connsiteY551" fmla="*/ 6551770 h 6858000"/>
              <a:gd name="connsiteX552" fmla="*/ 8204080 w 8313009"/>
              <a:gd name="connsiteY552" fmla="*/ 6628158 h 6858000"/>
              <a:gd name="connsiteX553" fmla="*/ 8206114 w 8313009"/>
              <a:gd name="connsiteY553" fmla="*/ 6710107 h 6858000"/>
              <a:gd name="connsiteX554" fmla="*/ 8206114 w 8313009"/>
              <a:gd name="connsiteY554" fmla="*/ 6718009 h 6858000"/>
              <a:gd name="connsiteX555" fmla="*/ 8210764 w 8313009"/>
              <a:gd name="connsiteY555" fmla="*/ 6718009 h 6858000"/>
              <a:gd name="connsiteX556" fmla="*/ 8231106 w 8313009"/>
              <a:gd name="connsiteY556" fmla="*/ 6789421 h 6858000"/>
              <a:gd name="connsiteX557" fmla="*/ 8257551 w 8313009"/>
              <a:gd name="connsiteY557" fmla="*/ 6725033 h 6858000"/>
              <a:gd name="connsiteX558" fmla="*/ 8313009 w 8313009"/>
              <a:gd name="connsiteY558" fmla="*/ 6748015 h 6858000"/>
              <a:gd name="connsiteX559" fmla="*/ 8313009 w 8313009"/>
              <a:gd name="connsiteY559" fmla="*/ 6858000 h 6858000"/>
              <a:gd name="connsiteX560" fmla="*/ 0 w 8313009"/>
              <a:gd name="connsiteY560" fmla="*/ 6858000 h 6858000"/>
              <a:gd name="connsiteX561" fmla="*/ 0 w 8313009"/>
              <a:gd name="connsiteY561" fmla="*/ 6008577 h 6858000"/>
              <a:gd name="connsiteX562" fmla="*/ 1378809 w 8313009"/>
              <a:gd name="connsiteY562" fmla="*/ 6008577 h 6858000"/>
              <a:gd name="connsiteX563" fmla="*/ 1378809 w 8313009"/>
              <a:gd name="connsiteY563" fmla="*/ 871829 h 6858000"/>
              <a:gd name="connsiteX564" fmla="*/ 0 w 8313009"/>
              <a:gd name="connsiteY564" fmla="*/ 8718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</a:cxnLst>
            <a:rect l="l" t="t" r="r" b="b"/>
            <a:pathLst>
              <a:path w="8313009" h="6858000">
                <a:moveTo>
                  <a:pt x="8207090" y="4047240"/>
                </a:moveTo>
                <a:lnTo>
                  <a:pt x="8207567" y="4047648"/>
                </a:lnTo>
                <a:lnTo>
                  <a:pt x="8206986" y="4047648"/>
                </a:lnTo>
                <a:close/>
                <a:moveTo>
                  <a:pt x="8204370" y="4032137"/>
                </a:moveTo>
                <a:cubicBezTo>
                  <a:pt x="8204951" y="4031551"/>
                  <a:pt x="8209892" y="4034478"/>
                  <a:pt x="8209892" y="4036234"/>
                </a:cubicBezTo>
                <a:lnTo>
                  <a:pt x="8207090" y="4047240"/>
                </a:lnTo>
                <a:lnTo>
                  <a:pt x="8197977" y="4039454"/>
                </a:lnTo>
                <a:cubicBezTo>
                  <a:pt x="8197977" y="4036820"/>
                  <a:pt x="8203789" y="4032722"/>
                  <a:pt x="8204370" y="4032137"/>
                </a:cubicBezTo>
                <a:close/>
                <a:moveTo>
                  <a:pt x="8227038" y="3648148"/>
                </a:moveTo>
                <a:cubicBezTo>
                  <a:pt x="8228491" y="3648148"/>
                  <a:pt x="8229944" y="3648148"/>
                  <a:pt x="8231397" y="3648148"/>
                </a:cubicBezTo>
                <a:lnTo>
                  <a:pt x="8236918" y="3669806"/>
                </a:lnTo>
                <a:cubicBezTo>
                  <a:pt x="8234306" y="3669981"/>
                  <a:pt x="8231684" y="3669981"/>
                  <a:pt x="8229072" y="3669806"/>
                </a:cubicBezTo>
                <a:close/>
                <a:moveTo>
                  <a:pt x="8213960" y="3544541"/>
                </a:moveTo>
                <a:cubicBezTo>
                  <a:pt x="8233431" y="3561516"/>
                  <a:pt x="8233431" y="3561516"/>
                  <a:pt x="8222969" y="3609222"/>
                </a:cubicBezTo>
                <a:close/>
                <a:moveTo>
                  <a:pt x="8291553" y="3303963"/>
                </a:moveTo>
                <a:lnTo>
                  <a:pt x="8294749" y="3317719"/>
                </a:lnTo>
                <a:cubicBezTo>
                  <a:pt x="8291468" y="3316928"/>
                  <a:pt x="8288397" y="3315436"/>
                  <a:pt x="8285740" y="3313328"/>
                </a:cubicBezTo>
                <a:cubicBezTo>
                  <a:pt x="8283706" y="3312158"/>
                  <a:pt x="8283706" y="3308060"/>
                  <a:pt x="8285740" y="3306012"/>
                </a:cubicBezTo>
                <a:cubicBezTo>
                  <a:pt x="8287775" y="3303963"/>
                  <a:pt x="8289518" y="3303963"/>
                  <a:pt x="8291553" y="3303963"/>
                </a:cubicBezTo>
                <a:close/>
                <a:moveTo>
                  <a:pt x="8313009" y="3239999"/>
                </a:moveTo>
                <a:lnTo>
                  <a:pt x="8313009" y="3252665"/>
                </a:lnTo>
                <a:lnTo>
                  <a:pt x="8298237" y="3262110"/>
                </a:lnTo>
                <a:lnTo>
                  <a:pt x="8291553" y="3248355"/>
                </a:lnTo>
                <a:close/>
                <a:moveTo>
                  <a:pt x="8249705" y="3157333"/>
                </a:moveTo>
                <a:lnTo>
                  <a:pt x="8255517" y="3161138"/>
                </a:lnTo>
                <a:lnTo>
                  <a:pt x="8252611" y="3167869"/>
                </a:lnTo>
                <a:cubicBezTo>
                  <a:pt x="8250577" y="3166699"/>
                  <a:pt x="8247380" y="3166113"/>
                  <a:pt x="8247090" y="3164065"/>
                </a:cubicBezTo>
                <a:cubicBezTo>
                  <a:pt x="8246799" y="3162016"/>
                  <a:pt x="8249705" y="3159674"/>
                  <a:pt x="8249705" y="3157333"/>
                </a:cubicBezTo>
                <a:close/>
                <a:moveTo>
                  <a:pt x="8143924" y="2944852"/>
                </a:moveTo>
                <a:cubicBezTo>
                  <a:pt x="8161651" y="2957437"/>
                  <a:pt x="8175309" y="2967680"/>
                  <a:pt x="8191583" y="2978802"/>
                </a:cubicBezTo>
                <a:lnTo>
                  <a:pt x="8181121" y="3018605"/>
                </a:lnTo>
                <a:cubicBezTo>
                  <a:pt x="8156710" y="3001923"/>
                  <a:pt x="8125325" y="2990509"/>
                  <a:pt x="8143924" y="2944852"/>
                </a:cubicBezTo>
                <a:close/>
                <a:moveTo>
                  <a:pt x="8312440" y="2943745"/>
                </a:moveTo>
                <a:lnTo>
                  <a:pt x="8313009" y="2943757"/>
                </a:lnTo>
                <a:lnTo>
                  <a:pt x="8313009" y="2998505"/>
                </a:lnTo>
                <a:lnTo>
                  <a:pt x="8289269" y="3008485"/>
                </a:lnTo>
                <a:cubicBezTo>
                  <a:pt x="8264653" y="3013026"/>
                  <a:pt x="8240406" y="3002216"/>
                  <a:pt x="8218610" y="2995192"/>
                </a:cubicBezTo>
                <a:cubicBezTo>
                  <a:pt x="8241060" y="2955242"/>
                  <a:pt x="8275115" y="2945090"/>
                  <a:pt x="8312440" y="2943745"/>
                </a:cubicBezTo>
                <a:close/>
                <a:moveTo>
                  <a:pt x="8233431" y="2875195"/>
                </a:moveTo>
                <a:cubicBezTo>
                  <a:pt x="8236628" y="2876658"/>
                  <a:pt x="8239824" y="2879585"/>
                  <a:pt x="8243602" y="2879585"/>
                </a:cubicBezTo>
                <a:cubicBezTo>
                  <a:pt x="8241277" y="2882219"/>
                  <a:pt x="8239824" y="2885439"/>
                  <a:pt x="8239243" y="2885439"/>
                </a:cubicBezTo>
                <a:cubicBezTo>
                  <a:pt x="8236866" y="2885029"/>
                  <a:pt x="8234762" y="2883653"/>
                  <a:pt x="8233431" y="2881634"/>
                </a:cubicBezTo>
                <a:cubicBezTo>
                  <a:pt x="8231397" y="2880171"/>
                  <a:pt x="8230234" y="2873732"/>
                  <a:pt x="8233431" y="2875195"/>
                </a:cubicBezTo>
                <a:close/>
                <a:moveTo>
                  <a:pt x="8313009" y="2745215"/>
                </a:moveTo>
                <a:lnTo>
                  <a:pt x="8313009" y="2790256"/>
                </a:lnTo>
                <a:lnTo>
                  <a:pt x="8303649" y="2781064"/>
                </a:lnTo>
                <a:cubicBezTo>
                  <a:pt x="8300779" y="2772394"/>
                  <a:pt x="8301578" y="2761345"/>
                  <a:pt x="8305211" y="2746711"/>
                </a:cubicBezTo>
                <a:close/>
                <a:moveTo>
                  <a:pt x="8133462" y="2689054"/>
                </a:moveTo>
                <a:cubicBezTo>
                  <a:pt x="8135205" y="2690517"/>
                  <a:pt x="8138402" y="2692859"/>
                  <a:pt x="8138402" y="2692859"/>
                </a:cubicBezTo>
                <a:cubicBezTo>
                  <a:pt x="8136833" y="2695991"/>
                  <a:pt x="8135086" y="2699005"/>
                  <a:pt x="8133171" y="2701932"/>
                </a:cubicBezTo>
                <a:lnTo>
                  <a:pt x="8127359" y="2697542"/>
                </a:lnTo>
                <a:close/>
                <a:moveTo>
                  <a:pt x="8215413" y="2554131"/>
                </a:moveTo>
                <a:cubicBezTo>
                  <a:pt x="8208439" y="2563497"/>
                  <a:pt x="8199139" y="2573155"/>
                  <a:pt x="8218319" y="2586325"/>
                </a:cubicBezTo>
                <a:close/>
                <a:moveTo>
                  <a:pt x="8297365" y="2510230"/>
                </a:moveTo>
                <a:lnTo>
                  <a:pt x="8313009" y="2522755"/>
                </a:lnTo>
                <a:lnTo>
                  <a:pt x="8313009" y="2641555"/>
                </a:lnTo>
                <a:lnTo>
                  <a:pt x="8305792" y="2634031"/>
                </a:lnTo>
                <a:cubicBezTo>
                  <a:pt x="8296266" y="2608481"/>
                  <a:pt x="8289922" y="2581839"/>
                  <a:pt x="8286903" y="2554717"/>
                </a:cubicBezTo>
                <a:cubicBezTo>
                  <a:pt x="8288205" y="2539451"/>
                  <a:pt x="8291730" y="2524463"/>
                  <a:pt x="8297365" y="2510230"/>
                </a:cubicBezTo>
                <a:close/>
                <a:moveTo>
                  <a:pt x="8263654" y="2466329"/>
                </a:moveTo>
                <a:cubicBezTo>
                  <a:pt x="8266560" y="2470719"/>
                  <a:pt x="8269176" y="2475402"/>
                  <a:pt x="8271501" y="2479792"/>
                </a:cubicBezTo>
                <a:cubicBezTo>
                  <a:pt x="8269661" y="2481039"/>
                  <a:pt x="8267717" y="2482116"/>
                  <a:pt x="8265689" y="2483011"/>
                </a:cubicBezTo>
                <a:lnTo>
                  <a:pt x="8258133" y="2469548"/>
                </a:lnTo>
                <a:cubicBezTo>
                  <a:pt x="8259905" y="2468363"/>
                  <a:pt x="8261751" y="2467286"/>
                  <a:pt x="8263654" y="2466329"/>
                </a:cubicBezTo>
                <a:close/>
                <a:moveTo>
                  <a:pt x="8145449" y="2290651"/>
                </a:moveTo>
                <a:cubicBezTo>
                  <a:pt x="8139419" y="2292115"/>
                  <a:pt x="8134769" y="2296724"/>
                  <a:pt x="8132009" y="2306236"/>
                </a:cubicBezTo>
                <a:cubicBezTo>
                  <a:pt x="8132009" y="2310041"/>
                  <a:pt x="8137240" y="2320284"/>
                  <a:pt x="8141308" y="2320870"/>
                </a:cubicBezTo>
                <a:cubicBezTo>
                  <a:pt x="8159616" y="2323797"/>
                  <a:pt x="8167463" y="2313846"/>
                  <a:pt x="8167172" y="2293944"/>
                </a:cubicBezTo>
                <a:cubicBezTo>
                  <a:pt x="8158890" y="2290871"/>
                  <a:pt x="8151479" y="2289188"/>
                  <a:pt x="8145449" y="2290651"/>
                </a:cubicBezTo>
                <a:close/>
                <a:moveTo>
                  <a:pt x="8309570" y="2048683"/>
                </a:moveTo>
                <a:lnTo>
                  <a:pt x="8313009" y="2058257"/>
                </a:lnTo>
                <a:lnTo>
                  <a:pt x="8313009" y="2064193"/>
                </a:lnTo>
                <a:lnTo>
                  <a:pt x="8307246" y="2070926"/>
                </a:lnTo>
                <a:cubicBezTo>
                  <a:pt x="8306374" y="2071511"/>
                  <a:pt x="8300271" y="2065072"/>
                  <a:pt x="8300271" y="2065072"/>
                </a:cubicBezTo>
                <a:cubicBezTo>
                  <a:pt x="8302895" y="2059348"/>
                  <a:pt x="8306008" y="2053866"/>
                  <a:pt x="8309570" y="2048683"/>
                </a:cubicBezTo>
                <a:close/>
                <a:moveTo>
                  <a:pt x="8138693" y="1967319"/>
                </a:moveTo>
                <a:lnTo>
                  <a:pt x="8132590" y="2023220"/>
                </a:lnTo>
                <a:cubicBezTo>
                  <a:pt x="8112828" y="2013562"/>
                  <a:pt x="8098589" y="2006830"/>
                  <a:pt x="8083768" y="1999806"/>
                </a:cubicBezTo>
                <a:cubicBezTo>
                  <a:pt x="8080571" y="2004781"/>
                  <a:pt x="8076212" y="2008001"/>
                  <a:pt x="8076502" y="2011220"/>
                </a:cubicBezTo>
                <a:cubicBezTo>
                  <a:pt x="8079699" y="2056292"/>
                  <a:pt x="8083477" y="2101364"/>
                  <a:pt x="8086964" y="2145851"/>
                </a:cubicBezTo>
                <a:cubicBezTo>
                  <a:pt x="8132881" y="2150241"/>
                  <a:pt x="8139564" y="2161655"/>
                  <a:pt x="8123000" y="2211117"/>
                </a:cubicBezTo>
                <a:cubicBezTo>
                  <a:pt x="8120384" y="2188288"/>
                  <a:pt x="8114863" y="2171606"/>
                  <a:pt x="8086093" y="2177459"/>
                </a:cubicBezTo>
                <a:lnTo>
                  <a:pt x="8090742" y="2229263"/>
                </a:lnTo>
                <a:cubicBezTo>
                  <a:pt x="8112538" y="2231312"/>
                  <a:pt x="8129974" y="2232482"/>
                  <a:pt x="8150898" y="2234238"/>
                </a:cubicBezTo>
                <a:cubicBezTo>
                  <a:pt x="8155548" y="2200288"/>
                  <a:pt x="8141889" y="2166338"/>
                  <a:pt x="8170369" y="2141168"/>
                </a:cubicBezTo>
                <a:cubicBezTo>
                  <a:pt x="8172984" y="2138534"/>
                  <a:pt x="8168044" y="2128290"/>
                  <a:pt x="8168044" y="2121559"/>
                </a:cubicBezTo>
                <a:cubicBezTo>
                  <a:pt x="8164249" y="2099087"/>
                  <a:pt x="8164249" y="2076130"/>
                  <a:pt x="8168044" y="2053658"/>
                </a:cubicBezTo>
                <a:cubicBezTo>
                  <a:pt x="8173688" y="2029861"/>
                  <a:pt x="8171337" y="2004849"/>
                  <a:pt x="8161360" y="1982538"/>
                </a:cubicBezTo>
                <a:cubicBezTo>
                  <a:pt x="8159616" y="1976685"/>
                  <a:pt x="8148283" y="1973465"/>
                  <a:pt x="8138693" y="1967319"/>
                </a:cubicBezTo>
                <a:close/>
                <a:moveTo>
                  <a:pt x="8306443" y="1842194"/>
                </a:moveTo>
                <a:lnTo>
                  <a:pt x="8313009" y="1843901"/>
                </a:lnTo>
                <a:lnTo>
                  <a:pt x="8313009" y="1900498"/>
                </a:lnTo>
                <a:lnTo>
                  <a:pt x="8299020" y="1889766"/>
                </a:lnTo>
                <a:cubicBezTo>
                  <a:pt x="8293475" y="1880893"/>
                  <a:pt x="8291010" y="1870067"/>
                  <a:pt x="8292715" y="1859030"/>
                </a:cubicBezTo>
                <a:cubicBezTo>
                  <a:pt x="8292506" y="1855234"/>
                  <a:pt x="8293636" y="1851488"/>
                  <a:pt x="8295906" y="1848449"/>
                </a:cubicBezTo>
                <a:cubicBezTo>
                  <a:pt x="8298560" y="1844899"/>
                  <a:pt x="8302393" y="1842769"/>
                  <a:pt x="8306443" y="1842194"/>
                </a:cubicBezTo>
                <a:close/>
                <a:moveTo>
                  <a:pt x="8129974" y="1698644"/>
                </a:moveTo>
                <a:cubicBezTo>
                  <a:pt x="8116920" y="1729966"/>
                  <a:pt x="8115476" y="1764970"/>
                  <a:pt x="8125906" y="1797275"/>
                </a:cubicBezTo>
                <a:cubicBezTo>
                  <a:pt x="8139564" y="1830055"/>
                  <a:pt x="8130265" y="1866932"/>
                  <a:pt x="8132009" y="1897663"/>
                </a:cubicBezTo>
                <a:cubicBezTo>
                  <a:pt x="8116606" y="1912004"/>
                  <a:pt x="8086093" y="1891224"/>
                  <a:pt x="8091323" y="1926930"/>
                </a:cubicBezTo>
                <a:lnTo>
                  <a:pt x="8092195" y="1924881"/>
                </a:lnTo>
                <a:lnTo>
                  <a:pt x="8146248" y="1940100"/>
                </a:lnTo>
                <a:cubicBezTo>
                  <a:pt x="8150608" y="1927808"/>
                  <a:pt x="8151189" y="1915808"/>
                  <a:pt x="8157582" y="1910833"/>
                </a:cubicBezTo>
                <a:cubicBezTo>
                  <a:pt x="8182575" y="1888004"/>
                  <a:pt x="8175309" y="1861078"/>
                  <a:pt x="8170660" y="1833860"/>
                </a:cubicBezTo>
                <a:lnTo>
                  <a:pt x="8163976" y="1792885"/>
                </a:lnTo>
                <a:cubicBezTo>
                  <a:pt x="8159035" y="1763618"/>
                  <a:pt x="8154967" y="1734350"/>
                  <a:pt x="8148864" y="1707424"/>
                </a:cubicBezTo>
                <a:cubicBezTo>
                  <a:pt x="8148864" y="1703912"/>
                  <a:pt x="8138111" y="1702449"/>
                  <a:pt x="8129974" y="1698644"/>
                </a:cubicBezTo>
                <a:close/>
                <a:moveTo>
                  <a:pt x="8216576" y="1567819"/>
                </a:moveTo>
                <a:cubicBezTo>
                  <a:pt x="8207834" y="1591894"/>
                  <a:pt x="8217357" y="1618826"/>
                  <a:pt x="8239243" y="1631914"/>
                </a:cubicBezTo>
                <a:lnTo>
                  <a:pt x="8239243" y="1631036"/>
                </a:lnTo>
                <a:cubicBezTo>
                  <a:pt x="8252042" y="1640791"/>
                  <a:pt x="8270268" y="1638251"/>
                  <a:pt x="8279955" y="1625364"/>
                </a:cubicBezTo>
                <a:cubicBezTo>
                  <a:pt x="8280143" y="1625110"/>
                  <a:pt x="8280329" y="1624855"/>
                  <a:pt x="8280510" y="1624598"/>
                </a:cubicBezTo>
                <a:cubicBezTo>
                  <a:pt x="8260458" y="1606452"/>
                  <a:pt x="8240115" y="1588891"/>
                  <a:pt x="8216576" y="1567819"/>
                </a:cubicBezTo>
                <a:close/>
                <a:moveTo>
                  <a:pt x="8183156" y="1113003"/>
                </a:moveTo>
                <a:cubicBezTo>
                  <a:pt x="8186062" y="1115052"/>
                  <a:pt x="8189258" y="1117686"/>
                  <a:pt x="8189258" y="1117686"/>
                </a:cubicBezTo>
                <a:cubicBezTo>
                  <a:pt x="8188276" y="1121051"/>
                  <a:pt x="8186910" y="1124291"/>
                  <a:pt x="8185190" y="1127344"/>
                </a:cubicBezTo>
                <a:cubicBezTo>
                  <a:pt x="8183156" y="1125880"/>
                  <a:pt x="8179668" y="1123539"/>
                  <a:pt x="8179668" y="1123539"/>
                </a:cubicBezTo>
                <a:cubicBezTo>
                  <a:pt x="8180343" y="1119881"/>
                  <a:pt x="8181517" y="1116336"/>
                  <a:pt x="8183156" y="1113003"/>
                </a:cubicBezTo>
                <a:close/>
                <a:moveTo>
                  <a:pt x="7636748" y="1097314"/>
                </a:moveTo>
                <a:cubicBezTo>
                  <a:pt x="7631909" y="1098305"/>
                  <a:pt x="7626957" y="1100384"/>
                  <a:pt x="7622044" y="1103773"/>
                </a:cubicBezTo>
                <a:cubicBezTo>
                  <a:pt x="7611831" y="1134003"/>
                  <a:pt x="7635817" y="1168596"/>
                  <a:pt x="7669398" y="1160805"/>
                </a:cubicBezTo>
                <a:cubicBezTo>
                  <a:pt x="7698916" y="1136808"/>
                  <a:pt x="7670617" y="1090382"/>
                  <a:pt x="7636748" y="1097314"/>
                </a:cubicBezTo>
                <a:close/>
                <a:moveTo>
                  <a:pt x="8313009" y="1047942"/>
                </a:moveTo>
                <a:lnTo>
                  <a:pt x="8313009" y="1124715"/>
                </a:lnTo>
                <a:lnTo>
                  <a:pt x="8303468" y="1072321"/>
                </a:lnTo>
                <a:cubicBezTo>
                  <a:pt x="8301869" y="1062078"/>
                  <a:pt x="8302378" y="1055419"/>
                  <a:pt x="8306919" y="1050481"/>
                </a:cubicBezTo>
                <a:close/>
                <a:moveTo>
                  <a:pt x="8166300" y="1001787"/>
                </a:moveTo>
                <a:cubicBezTo>
                  <a:pt x="8170078" y="1022859"/>
                  <a:pt x="8175309" y="1041298"/>
                  <a:pt x="8146248" y="1058565"/>
                </a:cubicBezTo>
                <a:cubicBezTo>
                  <a:pt x="8154676" y="1035737"/>
                  <a:pt x="8131137" y="1011445"/>
                  <a:pt x="8166300" y="1001787"/>
                </a:cubicBezTo>
                <a:close/>
                <a:moveTo>
                  <a:pt x="7921918" y="1000712"/>
                </a:moveTo>
                <a:cubicBezTo>
                  <a:pt x="7907181" y="1003549"/>
                  <a:pt x="7891154" y="1015344"/>
                  <a:pt x="7874441" y="1016044"/>
                </a:cubicBezTo>
                <a:cubicBezTo>
                  <a:pt x="7890844" y="1072764"/>
                  <a:pt x="7961255" y="1079465"/>
                  <a:pt x="7953673" y="1019784"/>
                </a:cubicBezTo>
                <a:cubicBezTo>
                  <a:pt x="7948179" y="1009461"/>
                  <a:pt x="7942337" y="1003988"/>
                  <a:pt x="7936201" y="1001604"/>
                </a:cubicBezTo>
                <a:cubicBezTo>
                  <a:pt x="7931598" y="999816"/>
                  <a:pt x="7926830" y="999767"/>
                  <a:pt x="7921918" y="1000712"/>
                </a:cubicBezTo>
                <a:close/>
                <a:moveTo>
                  <a:pt x="7428453" y="991736"/>
                </a:moveTo>
                <a:cubicBezTo>
                  <a:pt x="7424739" y="995320"/>
                  <a:pt x="7421180" y="998904"/>
                  <a:pt x="7417466" y="1002488"/>
                </a:cubicBezTo>
                <a:cubicBezTo>
                  <a:pt x="7430619" y="1032873"/>
                  <a:pt x="7437583" y="1077751"/>
                  <a:pt x="7481068" y="1054689"/>
                </a:cubicBezTo>
                <a:cubicBezTo>
                  <a:pt x="7501649" y="1019784"/>
                  <a:pt x="7451975" y="1005448"/>
                  <a:pt x="7428453" y="991736"/>
                </a:cubicBezTo>
                <a:close/>
                <a:moveTo>
                  <a:pt x="7743987" y="944209"/>
                </a:moveTo>
                <a:cubicBezTo>
                  <a:pt x="7686730" y="970544"/>
                  <a:pt x="7668315" y="984256"/>
                  <a:pt x="7714430" y="1034120"/>
                </a:cubicBezTo>
                <a:cubicBezTo>
                  <a:pt x="7745689" y="1064038"/>
                  <a:pt x="7810375" y="1056714"/>
                  <a:pt x="7800935" y="1004357"/>
                </a:cubicBezTo>
                <a:cubicBezTo>
                  <a:pt x="7787162" y="983477"/>
                  <a:pt x="7766426" y="966960"/>
                  <a:pt x="7743987" y="944209"/>
                </a:cubicBezTo>
                <a:close/>
                <a:moveTo>
                  <a:pt x="7465438" y="923329"/>
                </a:moveTo>
                <a:cubicBezTo>
                  <a:pt x="7419323" y="938444"/>
                  <a:pt x="7475961" y="1002488"/>
                  <a:pt x="7511553" y="1003111"/>
                </a:cubicBezTo>
                <a:cubicBezTo>
                  <a:pt x="7530742" y="953403"/>
                  <a:pt x="7502114" y="942028"/>
                  <a:pt x="7465438" y="923329"/>
                </a:cubicBezTo>
                <a:close/>
                <a:moveTo>
                  <a:pt x="7918390" y="850715"/>
                </a:moveTo>
                <a:cubicBezTo>
                  <a:pt x="7874905" y="890918"/>
                  <a:pt x="7896570" y="897930"/>
                  <a:pt x="7920401" y="932367"/>
                </a:cubicBezTo>
                <a:cubicBezTo>
                  <a:pt x="7963577" y="908058"/>
                  <a:pt x="7935257" y="890762"/>
                  <a:pt x="7918390" y="850715"/>
                </a:cubicBezTo>
                <a:close/>
                <a:moveTo>
                  <a:pt x="7631794" y="777945"/>
                </a:moveTo>
                <a:cubicBezTo>
                  <a:pt x="7579488" y="769063"/>
                  <a:pt x="7580881" y="834665"/>
                  <a:pt x="7560299" y="869726"/>
                </a:cubicBezTo>
                <a:cubicBezTo>
                  <a:pt x="7614616" y="961662"/>
                  <a:pt x="7668315" y="931120"/>
                  <a:pt x="7681004" y="834509"/>
                </a:cubicBezTo>
                <a:cubicBezTo>
                  <a:pt x="7685492" y="804435"/>
                  <a:pt x="7661970" y="783243"/>
                  <a:pt x="7631794" y="777945"/>
                </a:cubicBezTo>
                <a:close/>
                <a:moveTo>
                  <a:pt x="7841789" y="774050"/>
                </a:moveTo>
                <a:cubicBezTo>
                  <a:pt x="7772616" y="763454"/>
                  <a:pt x="7771378" y="826562"/>
                  <a:pt x="7817029" y="849780"/>
                </a:cubicBezTo>
                <a:cubicBezTo>
                  <a:pt x="7870263" y="870037"/>
                  <a:pt x="7860049" y="798358"/>
                  <a:pt x="7841789" y="774050"/>
                </a:cubicBezTo>
                <a:close/>
                <a:moveTo>
                  <a:pt x="8032750" y="764700"/>
                </a:moveTo>
                <a:cubicBezTo>
                  <a:pt x="8019132" y="785425"/>
                  <a:pt x="8008609" y="801475"/>
                  <a:pt x="7994526" y="822822"/>
                </a:cubicBezTo>
                <a:cubicBezTo>
                  <a:pt x="8042808" y="839340"/>
                  <a:pt x="8087221" y="805214"/>
                  <a:pt x="8032750" y="764700"/>
                </a:cubicBezTo>
                <a:close/>
                <a:moveTo>
                  <a:pt x="7305333" y="756422"/>
                </a:moveTo>
                <a:cubicBezTo>
                  <a:pt x="7295977" y="758516"/>
                  <a:pt x="7287205" y="764584"/>
                  <a:pt x="7280512" y="775764"/>
                </a:cubicBezTo>
                <a:cubicBezTo>
                  <a:pt x="7280667" y="828744"/>
                  <a:pt x="7346126" y="879231"/>
                  <a:pt x="7364851" y="814096"/>
                </a:cubicBezTo>
                <a:cubicBezTo>
                  <a:pt x="7366708" y="779620"/>
                  <a:pt x="7333398" y="750140"/>
                  <a:pt x="7305333" y="756422"/>
                </a:cubicBezTo>
                <a:close/>
                <a:moveTo>
                  <a:pt x="7483389" y="719355"/>
                </a:moveTo>
                <a:cubicBezTo>
                  <a:pt x="7407252" y="776699"/>
                  <a:pt x="7491436" y="841521"/>
                  <a:pt x="7523005" y="785269"/>
                </a:cubicBezTo>
                <a:cubicBezTo>
                  <a:pt x="7513874" y="765012"/>
                  <a:pt x="7500566" y="746625"/>
                  <a:pt x="7483389" y="719355"/>
                </a:cubicBezTo>
                <a:close/>
                <a:moveTo>
                  <a:pt x="8313009" y="678295"/>
                </a:moveTo>
                <a:lnTo>
                  <a:pt x="8313009" y="684299"/>
                </a:lnTo>
                <a:lnTo>
                  <a:pt x="8309280" y="682772"/>
                </a:lnTo>
                <a:lnTo>
                  <a:pt x="8311963" y="679131"/>
                </a:lnTo>
                <a:close/>
                <a:moveTo>
                  <a:pt x="8025186" y="676621"/>
                </a:moveTo>
                <a:cubicBezTo>
                  <a:pt x="8014102" y="676076"/>
                  <a:pt x="7999710" y="681802"/>
                  <a:pt x="7983849" y="689749"/>
                </a:cubicBezTo>
                <a:cubicBezTo>
                  <a:pt x="8008763" y="725588"/>
                  <a:pt x="8023155" y="736340"/>
                  <a:pt x="8046677" y="701124"/>
                </a:cubicBezTo>
                <a:cubicBezTo>
                  <a:pt x="8044046" y="683984"/>
                  <a:pt x="8036270" y="677166"/>
                  <a:pt x="8025186" y="676621"/>
                </a:cubicBezTo>
                <a:close/>
                <a:moveTo>
                  <a:pt x="7798768" y="662791"/>
                </a:moveTo>
                <a:cubicBezTo>
                  <a:pt x="7746772" y="653753"/>
                  <a:pt x="7724798" y="712187"/>
                  <a:pt x="7763176" y="748494"/>
                </a:cubicBezTo>
                <a:cubicBezTo>
                  <a:pt x="7833277" y="759246"/>
                  <a:pt x="7842253" y="692709"/>
                  <a:pt x="7798768" y="662791"/>
                </a:cubicBezTo>
                <a:close/>
                <a:moveTo>
                  <a:pt x="8207234" y="660128"/>
                </a:moveTo>
                <a:cubicBezTo>
                  <a:pt x="8140752" y="646222"/>
                  <a:pt x="8207690" y="764835"/>
                  <a:pt x="8239383" y="694517"/>
                </a:cubicBezTo>
                <a:lnTo>
                  <a:pt x="8245553" y="676105"/>
                </a:lnTo>
                <a:lnTo>
                  <a:pt x="8248006" y="677127"/>
                </a:lnTo>
                <a:cubicBezTo>
                  <a:pt x="8248006" y="677127"/>
                  <a:pt x="8246149" y="674945"/>
                  <a:pt x="8245994" y="674790"/>
                </a:cubicBezTo>
                <a:lnTo>
                  <a:pt x="8245553" y="676105"/>
                </a:lnTo>
                <a:close/>
                <a:moveTo>
                  <a:pt x="7379552" y="652974"/>
                </a:moveTo>
                <a:cubicBezTo>
                  <a:pt x="7338543" y="680555"/>
                  <a:pt x="7324616" y="728705"/>
                  <a:pt x="7375064" y="740392"/>
                </a:cubicBezTo>
                <a:cubicBezTo>
                  <a:pt x="7428608" y="728393"/>
                  <a:pt x="7395491" y="692865"/>
                  <a:pt x="7379552" y="652974"/>
                </a:cubicBezTo>
                <a:close/>
                <a:moveTo>
                  <a:pt x="6915458" y="585035"/>
                </a:moveTo>
                <a:cubicBezTo>
                  <a:pt x="6876152" y="610902"/>
                  <a:pt x="6898126" y="687411"/>
                  <a:pt x="6941301" y="683516"/>
                </a:cubicBezTo>
                <a:cubicBezTo>
                  <a:pt x="6998094" y="665596"/>
                  <a:pt x="6972251" y="585970"/>
                  <a:pt x="6915458" y="585035"/>
                </a:cubicBezTo>
                <a:close/>
                <a:moveTo>
                  <a:pt x="7352471" y="575374"/>
                </a:moveTo>
                <a:cubicBezTo>
                  <a:pt x="7298463" y="588463"/>
                  <a:pt x="7182092" y="617914"/>
                  <a:pt x="7282060" y="652818"/>
                </a:cubicBezTo>
                <a:cubicBezTo>
                  <a:pt x="7315950" y="640197"/>
                  <a:pt x="7380635" y="623056"/>
                  <a:pt x="7352471" y="575374"/>
                </a:cubicBezTo>
                <a:close/>
                <a:moveTo>
                  <a:pt x="7615235" y="568362"/>
                </a:moveTo>
                <a:cubicBezTo>
                  <a:pt x="7521612" y="631782"/>
                  <a:pt x="7597903" y="706422"/>
                  <a:pt x="7644638" y="636457"/>
                </a:cubicBezTo>
                <a:cubicBezTo>
                  <a:pt x="7644174" y="618226"/>
                  <a:pt x="7630246" y="600462"/>
                  <a:pt x="7615235" y="568362"/>
                </a:cubicBezTo>
                <a:close/>
                <a:moveTo>
                  <a:pt x="7913735" y="539827"/>
                </a:moveTo>
                <a:cubicBezTo>
                  <a:pt x="7903660" y="540304"/>
                  <a:pt x="7892470" y="546352"/>
                  <a:pt x="7881405" y="560259"/>
                </a:cubicBezTo>
                <a:cubicBezTo>
                  <a:pt x="7877614" y="578023"/>
                  <a:pt x="7885119" y="592125"/>
                  <a:pt x="7897537" y="602448"/>
                </a:cubicBezTo>
                <a:lnTo>
                  <a:pt x="7941572" y="621290"/>
                </a:lnTo>
                <a:lnTo>
                  <a:pt x="7940828" y="624147"/>
                </a:lnTo>
                <a:cubicBezTo>
                  <a:pt x="7940828" y="624147"/>
                  <a:pt x="7943150" y="621965"/>
                  <a:pt x="7943150" y="621965"/>
                </a:cubicBezTo>
                <a:cubicBezTo>
                  <a:pt x="7932781" y="649390"/>
                  <a:pt x="7960791" y="657649"/>
                  <a:pt x="7980135" y="666375"/>
                </a:cubicBezTo>
                <a:cubicBezTo>
                  <a:pt x="8022536" y="635834"/>
                  <a:pt x="7966672" y="601241"/>
                  <a:pt x="7943150" y="621965"/>
                </a:cubicBezTo>
                <a:lnTo>
                  <a:pt x="7941572" y="621290"/>
                </a:lnTo>
                <a:lnTo>
                  <a:pt x="7950889" y="585503"/>
                </a:lnTo>
                <a:cubicBezTo>
                  <a:pt x="7949579" y="560201"/>
                  <a:pt x="7933886" y="538873"/>
                  <a:pt x="7913735" y="539827"/>
                </a:cubicBezTo>
                <a:close/>
                <a:moveTo>
                  <a:pt x="8198849" y="525198"/>
                </a:moveTo>
                <a:lnTo>
                  <a:pt x="8198849" y="542288"/>
                </a:lnTo>
                <a:lnTo>
                  <a:pt x="8176260" y="528500"/>
                </a:lnTo>
                <a:lnTo>
                  <a:pt x="8190846" y="528296"/>
                </a:lnTo>
                <a:close/>
                <a:moveTo>
                  <a:pt x="8278146" y="487283"/>
                </a:moveTo>
                <a:lnTo>
                  <a:pt x="8281672" y="520923"/>
                </a:lnTo>
                <a:lnTo>
                  <a:pt x="8286031" y="553409"/>
                </a:lnTo>
                <a:cubicBezTo>
                  <a:pt x="8263073" y="555605"/>
                  <a:pt x="8246218" y="550410"/>
                  <a:pt x="8232632" y="540752"/>
                </a:cubicBezTo>
                <a:lnTo>
                  <a:pt x="8210890" y="515370"/>
                </a:lnTo>
                <a:lnTo>
                  <a:pt x="8224861" y="493734"/>
                </a:lnTo>
                <a:cubicBezTo>
                  <a:pt x="8237841" y="485189"/>
                  <a:pt x="8255424" y="488690"/>
                  <a:pt x="8272582" y="488441"/>
                </a:cubicBezTo>
                <a:close/>
                <a:moveTo>
                  <a:pt x="7746482" y="486399"/>
                </a:moveTo>
                <a:cubicBezTo>
                  <a:pt x="7735244" y="487372"/>
                  <a:pt x="7721781" y="495125"/>
                  <a:pt x="7707466" y="505876"/>
                </a:cubicBezTo>
                <a:cubicBezTo>
                  <a:pt x="7737488" y="538599"/>
                  <a:pt x="7753891" y="547170"/>
                  <a:pt x="7772151" y="507591"/>
                </a:cubicBezTo>
                <a:cubicBezTo>
                  <a:pt x="7766735" y="491229"/>
                  <a:pt x="7757721" y="485425"/>
                  <a:pt x="7746482" y="486399"/>
                </a:cubicBezTo>
                <a:close/>
                <a:moveTo>
                  <a:pt x="7093575" y="457630"/>
                </a:moveTo>
                <a:cubicBezTo>
                  <a:pt x="7086998" y="459441"/>
                  <a:pt x="7080731" y="466453"/>
                  <a:pt x="7070672" y="478919"/>
                </a:cubicBezTo>
                <a:cubicBezTo>
                  <a:pt x="7100074" y="491073"/>
                  <a:pt x="7106574" y="494501"/>
                  <a:pt x="7118335" y="467544"/>
                </a:cubicBezTo>
                <a:cubicBezTo>
                  <a:pt x="7107038" y="459208"/>
                  <a:pt x="7100152" y="455818"/>
                  <a:pt x="7093575" y="457630"/>
                </a:cubicBezTo>
                <a:close/>
                <a:moveTo>
                  <a:pt x="7923496" y="451494"/>
                </a:moveTo>
                <a:cubicBezTo>
                  <a:pt x="7866858" y="460999"/>
                  <a:pt x="7874596" y="485619"/>
                  <a:pt x="7903843" y="539067"/>
                </a:cubicBezTo>
                <a:cubicBezTo>
                  <a:pt x="7942995" y="504474"/>
                  <a:pt x="7964660" y="477361"/>
                  <a:pt x="7923496" y="451494"/>
                </a:cubicBezTo>
                <a:close/>
                <a:moveTo>
                  <a:pt x="7560918" y="417213"/>
                </a:moveTo>
                <a:cubicBezTo>
                  <a:pt x="7545908" y="423757"/>
                  <a:pt x="7533528" y="425160"/>
                  <a:pt x="7529349" y="431860"/>
                </a:cubicBezTo>
                <a:cubicBezTo>
                  <a:pt x="7516196" y="452585"/>
                  <a:pt x="7501804" y="452896"/>
                  <a:pt x="7478901" y="449001"/>
                </a:cubicBezTo>
                <a:cubicBezTo>
                  <a:pt x="7450427" y="446040"/>
                  <a:pt x="7412668" y="487022"/>
                  <a:pt x="7442071" y="512265"/>
                </a:cubicBezTo>
                <a:cubicBezTo>
                  <a:pt x="7458784" y="516628"/>
                  <a:pt x="7488496" y="518031"/>
                  <a:pt x="7494221" y="508681"/>
                </a:cubicBezTo>
                <a:cubicBezTo>
                  <a:pt x="7512791" y="478607"/>
                  <a:pt x="7536158" y="503851"/>
                  <a:pt x="7553800" y="496527"/>
                </a:cubicBezTo>
                <a:cubicBezTo>
                  <a:pt x="7591868" y="478140"/>
                  <a:pt x="7586452" y="447754"/>
                  <a:pt x="7560918" y="417213"/>
                </a:cubicBezTo>
                <a:close/>
                <a:moveTo>
                  <a:pt x="7252116" y="402760"/>
                </a:moveTo>
                <a:cubicBezTo>
                  <a:pt x="7242831" y="399098"/>
                  <a:pt x="7231843" y="403033"/>
                  <a:pt x="7212268" y="419706"/>
                </a:cubicBezTo>
                <a:cubicBezTo>
                  <a:pt x="7243991" y="443391"/>
                  <a:pt x="7254205" y="469258"/>
                  <a:pt x="7281750" y="431393"/>
                </a:cubicBezTo>
                <a:cubicBezTo>
                  <a:pt x="7268983" y="417681"/>
                  <a:pt x="7261401" y="406422"/>
                  <a:pt x="7252116" y="402760"/>
                </a:cubicBezTo>
                <a:close/>
                <a:moveTo>
                  <a:pt x="7803894" y="389242"/>
                </a:moveTo>
                <a:cubicBezTo>
                  <a:pt x="7794552" y="387645"/>
                  <a:pt x="7782597" y="394151"/>
                  <a:pt x="7763640" y="407084"/>
                </a:cubicBezTo>
                <a:cubicBezTo>
                  <a:pt x="7788864" y="444793"/>
                  <a:pt x="7798149" y="448221"/>
                  <a:pt x="7828480" y="420017"/>
                </a:cubicBezTo>
                <a:cubicBezTo>
                  <a:pt x="7819969" y="400539"/>
                  <a:pt x="7813238" y="390839"/>
                  <a:pt x="7803894" y="389242"/>
                </a:cubicBezTo>
                <a:close/>
                <a:moveTo>
                  <a:pt x="8303177" y="357318"/>
                </a:moveTo>
                <a:lnTo>
                  <a:pt x="8313009" y="357318"/>
                </a:lnTo>
                <a:lnTo>
                  <a:pt x="8313009" y="374813"/>
                </a:lnTo>
                <a:lnTo>
                  <a:pt x="8308989" y="373122"/>
                </a:lnTo>
                <a:cubicBezTo>
                  <a:pt x="8306374" y="372244"/>
                  <a:pt x="8305792" y="364635"/>
                  <a:pt x="8303177" y="357318"/>
                </a:cubicBezTo>
                <a:close/>
                <a:moveTo>
                  <a:pt x="7623437" y="301338"/>
                </a:moveTo>
                <a:cubicBezTo>
                  <a:pt x="7612566" y="299526"/>
                  <a:pt x="7598213" y="305409"/>
                  <a:pt x="7581500" y="317329"/>
                </a:cubicBezTo>
                <a:cubicBezTo>
                  <a:pt x="7602236" y="352234"/>
                  <a:pt x="7625294" y="365791"/>
                  <a:pt x="7644483" y="331509"/>
                </a:cubicBezTo>
                <a:cubicBezTo>
                  <a:pt x="7641698" y="312655"/>
                  <a:pt x="7634308" y="303149"/>
                  <a:pt x="7623437" y="301338"/>
                </a:cubicBezTo>
                <a:close/>
                <a:moveTo>
                  <a:pt x="7395781" y="292833"/>
                </a:moveTo>
                <a:cubicBezTo>
                  <a:pt x="7376998" y="294842"/>
                  <a:pt x="7360092" y="301669"/>
                  <a:pt x="7351542" y="314680"/>
                </a:cubicBezTo>
                <a:cubicBezTo>
                  <a:pt x="7353554" y="357688"/>
                  <a:pt x="7406478" y="347559"/>
                  <a:pt x="7436345" y="354260"/>
                </a:cubicBezTo>
                <a:cubicBezTo>
                  <a:pt x="7437892" y="358779"/>
                  <a:pt x="7439285" y="363297"/>
                  <a:pt x="7440523" y="367972"/>
                </a:cubicBezTo>
                <a:cubicBezTo>
                  <a:pt x="7525364" y="324147"/>
                  <a:pt x="7452129" y="286807"/>
                  <a:pt x="7395781" y="292833"/>
                </a:cubicBezTo>
                <a:close/>
                <a:moveTo>
                  <a:pt x="7684718" y="247910"/>
                </a:moveTo>
                <a:cubicBezTo>
                  <a:pt x="7675626" y="246118"/>
                  <a:pt x="7665451" y="251416"/>
                  <a:pt x="7649280" y="266531"/>
                </a:cubicBezTo>
                <a:cubicBezTo>
                  <a:pt x="7677445" y="299098"/>
                  <a:pt x="7687658" y="305019"/>
                  <a:pt x="7713656" y="271829"/>
                </a:cubicBezTo>
                <a:cubicBezTo>
                  <a:pt x="7701818" y="258584"/>
                  <a:pt x="7693809" y="249702"/>
                  <a:pt x="7684718" y="247910"/>
                </a:cubicBezTo>
                <a:close/>
                <a:moveTo>
                  <a:pt x="7925353" y="201396"/>
                </a:moveTo>
                <a:cubicBezTo>
                  <a:pt x="7860359" y="287879"/>
                  <a:pt x="7860359" y="287879"/>
                  <a:pt x="7883262" y="353013"/>
                </a:cubicBezTo>
                <a:cubicBezTo>
                  <a:pt x="7936341" y="363609"/>
                  <a:pt x="7958779" y="312499"/>
                  <a:pt x="7996383" y="292553"/>
                </a:cubicBezTo>
                <a:cubicBezTo>
                  <a:pt x="8010620" y="251104"/>
                  <a:pt x="7959398" y="223679"/>
                  <a:pt x="7925353" y="201396"/>
                </a:cubicBezTo>
                <a:close/>
                <a:moveTo>
                  <a:pt x="7771068" y="179581"/>
                </a:moveTo>
                <a:cubicBezTo>
                  <a:pt x="7731298" y="216044"/>
                  <a:pt x="7704526" y="238638"/>
                  <a:pt x="7752498" y="266063"/>
                </a:cubicBezTo>
                <a:cubicBezTo>
                  <a:pt x="7808363" y="261389"/>
                  <a:pt x="7792733" y="229756"/>
                  <a:pt x="7771068" y="179581"/>
                </a:cubicBezTo>
                <a:close/>
                <a:moveTo>
                  <a:pt x="8259876" y="130495"/>
                </a:moveTo>
                <a:cubicBezTo>
                  <a:pt x="8256389" y="134007"/>
                  <a:pt x="8253192" y="135763"/>
                  <a:pt x="8253192" y="137812"/>
                </a:cubicBezTo>
                <a:cubicBezTo>
                  <a:pt x="8253192" y="152738"/>
                  <a:pt x="8253192" y="167079"/>
                  <a:pt x="8253192" y="186396"/>
                </a:cubicBezTo>
                <a:lnTo>
                  <a:pt x="8288937" y="186396"/>
                </a:lnTo>
                <a:cubicBezTo>
                  <a:pt x="8272373" y="167957"/>
                  <a:pt x="8287194" y="139275"/>
                  <a:pt x="8259876" y="130495"/>
                </a:cubicBezTo>
                <a:close/>
                <a:moveTo>
                  <a:pt x="7452363" y="128557"/>
                </a:moveTo>
                <a:cubicBezTo>
                  <a:pt x="7447232" y="127175"/>
                  <a:pt x="7441288" y="127309"/>
                  <a:pt x="7434183" y="129126"/>
                </a:cubicBezTo>
                <a:cubicBezTo>
                  <a:pt x="7424710" y="131548"/>
                  <a:pt x="7413171" y="136963"/>
                  <a:pt x="7398741" y="145767"/>
                </a:cubicBezTo>
                <a:cubicBezTo>
                  <a:pt x="7432786" y="182074"/>
                  <a:pt x="7454296" y="232561"/>
                  <a:pt x="7486020" y="177399"/>
                </a:cubicBezTo>
                <a:cubicBezTo>
                  <a:pt x="7475835" y="150491"/>
                  <a:pt x="7467756" y="132703"/>
                  <a:pt x="7452363" y="128557"/>
                </a:cubicBezTo>
                <a:close/>
                <a:moveTo>
                  <a:pt x="8202045" y="108837"/>
                </a:moveTo>
                <a:cubicBezTo>
                  <a:pt x="8193908" y="115935"/>
                  <a:pt x="8187551" y="123947"/>
                  <a:pt x="8182992" y="132951"/>
                </a:cubicBezTo>
                <a:lnTo>
                  <a:pt x="8177942" y="151327"/>
                </a:lnTo>
                <a:lnTo>
                  <a:pt x="8176007" y="149482"/>
                </a:lnTo>
                <a:cubicBezTo>
                  <a:pt x="8170147" y="146551"/>
                  <a:pt x="8163541" y="145329"/>
                  <a:pt x="8156646" y="145532"/>
                </a:cubicBezTo>
                <a:cubicBezTo>
                  <a:pt x="8110676" y="146890"/>
                  <a:pt x="8051822" y="211642"/>
                  <a:pt x="8115076" y="256246"/>
                </a:cubicBezTo>
                <a:cubicBezTo>
                  <a:pt x="8150514" y="277127"/>
                  <a:pt x="8232995" y="355818"/>
                  <a:pt x="8258529" y="300033"/>
                </a:cubicBezTo>
                <a:cubicBezTo>
                  <a:pt x="8274004" y="253753"/>
                  <a:pt x="8230674" y="243469"/>
                  <a:pt x="8196320" y="229600"/>
                </a:cubicBezTo>
                <a:lnTo>
                  <a:pt x="8196732" y="222339"/>
                </a:lnTo>
                <a:lnTo>
                  <a:pt x="8209819" y="175421"/>
                </a:lnTo>
                <a:cubicBezTo>
                  <a:pt x="8212652" y="153617"/>
                  <a:pt x="8211054" y="131959"/>
                  <a:pt x="8202045" y="108837"/>
                </a:cubicBezTo>
                <a:close/>
                <a:moveTo>
                  <a:pt x="7919318" y="78451"/>
                </a:moveTo>
                <a:cubicBezTo>
                  <a:pt x="7882952" y="102760"/>
                  <a:pt x="7890071" y="112265"/>
                  <a:pt x="7911116" y="140002"/>
                </a:cubicBezTo>
                <a:cubicBezTo>
                  <a:pt x="7949649" y="122705"/>
                  <a:pt x="7946709" y="112109"/>
                  <a:pt x="7919318" y="78451"/>
                </a:cubicBezTo>
                <a:close/>
                <a:moveTo>
                  <a:pt x="7655935" y="47754"/>
                </a:moveTo>
                <a:cubicBezTo>
                  <a:pt x="7649435" y="51961"/>
                  <a:pt x="7642936" y="56324"/>
                  <a:pt x="7636591" y="60531"/>
                </a:cubicBezTo>
                <a:cubicBezTo>
                  <a:pt x="7639222" y="78919"/>
                  <a:pt x="7641698" y="97306"/>
                  <a:pt x="7644019" y="113667"/>
                </a:cubicBezTo>
                <a:cubicBezTo>
                  <a:pt x="7664601" y="128471"/>
                  <a:pt x="7689825" y="92631"/>
                  <a:pt x="7689670" y="83593"/>
                </a:cubicBezTo>
                <a:cubicBezTo>
                  <a:pt x="7686265" y="69725"/>
                  <a:pt x="7668005" y="59596"/>
                  <a:pt x="7655935" y="47754"/>
                </a:cubicBezTo>
                <a:close/>
                <a:moveTo>
                  <a:pt x="8214006" y="32326"/>
                </a:moveTo>
                <a:cubicBezTo>
                  <a:pt x="8211835" y="33199"/>
                  <a:pt x="8209165" y="35156"/>
                  <a:pt x="8205823" y="38595"/>
                </a:cubicBezTo>
                <a:lnTo>
                  <a:pt x="8224466" y="42519"/>
                </a:lnTo>
                <a:lnTo>
                  <a:pt x="8224713" y="42985"/>
                </a:lnTo>
                <a:lnTo>
                  <a:pt x="8225294" y="42693"/>
                </a:lnTo>
                <a:lnTo>
                  <a:pt x="8224466" y="42519"/>
                </a:lnTo>
                <a:lnTo>
                  <a:pt x="8219191" y="32559"/>
                </a:lnTo>
                <a:cubicBezTo>
                  <a:pt x="8217847" y="31663"/>
                  <a:pt x="8216176" y="31453"/>
                  <a:pt x="8214006" y="32326"/>
                </a:cubicBezTo>
                <a:close/>
                <a:moveTo>
                  <a:pt x="7343086" y="20336"/>
                </a:moveTo>
                <a:cubicBezTo>
                  <a:pt x="7334007" y="20865"/>
                  <a:pt x="7323996" y="24887"/>
                  <a:pt x="7314402" y="33106"/>
                </a:cubicBezTo>
                <a:cubicBezTo>
                  <a:pt x="7300475" y="51026"/>
                  <a:pt x="7312855" y="64739"/>
                  <a:pt x="7363303" y="90917"/>
                </a:cubicBezTo>
                <a:cubicBezTo>
                  <a:pt x="7389185" y="48611"/>
                  <a:pt x="7370325" y="18752"/>
                  <a:pt x="7343086" y="20336"/>
                </a:cubicBezTo>
                <a:close/>
                <a:moveTo>
                  <a:pt x="8301143" y="2596"/>
                </a:moveTo>
                <a:lnTo>
                  <a:pt x="8294459" y="7865"/>
                </a:lnTo>
                <a:lnTo>
                  <a:pt x="8300562" y="16352"/>
                </a:lnTo>
                <a:cubicBezTo>
                  <a:pt x="8302305" y="16352"/>
                  <a:pt x="8305792" y="13133"/>
                  <a:pt x="8305502" y="11962"/>
                </a:cubicBezTo>
                <a:cubicBezTo>
                  <a:pt x="8304290" y="8731"/>
                  <a:pt x="8302831" y="5602"/>
                  <a:pt x="8301143" y="2596"/>
                </a:cubicBezTo>
                <a:close/>
                <a:moveTo>
                  <a:pt x="0" y="0"/>
                </a:moveTo>
                <a:lnTo>
                  <a:pt x="7677000" y="0"/>
                </a:lnTo>
                <a:lnTo>
                  <a:pt x="7662589" y="15654"/>
                </a:lnTo>
                <a:cubicBezTo>
                  <a:pt x="7693229" y="45416"/>
                  <a:pt x="7710097" y="56792"/>
                  <a:pt x="7743523" y="21264"/>
                </a:cubicBezTo>
                <a:lnTo>
                  <a:pt x="7728480" y="0"/>
                </a:lnTo>
                <a:lnTo>
                  <a:pt x="7858140" y="0"/>
                </a:lnTo>
                <a:lnTo>
                  <a:pt x="7864909" y="23246"/>
                </a:lnTo>
                <a:cubicBezTo>
                  <a:pt x="7870591" y="35132"/>
                  <a:pt x="7878348" y="47520"/>
                  <a:pt x="7886975" y="59285"/>
                </a:cubicBezTo>
                <a:cubicBezTo>
                  <a:pt x="7909723" y="42534"/>
                  <a:pt x="7930112" y="22277"/>
                  <a:pt x="7936534" y="3948"/>
                </a:cubicBezTo>
                <a:lnTo>
                  <a:pt x="7936178" y="0"/>
                </a:lnTo>
                <a:lnTo>
                  <a:pt x="8055636" y="0"/>
                </a:lnTo>
                <a:lnTo>
                  <a:pt x="8042760" y="8649"/>
                </a:lnTo>
                <a:cubicBezTo>
                  <a:pt x="8038785" y="13852"/>
                  <a:pt x="8036464" y="20640"/>
                  <a:pt x="8036928" y="28743"/>
                </a:cubicBezTo>
                <a:cubicBezTo>
                  <a:pt x="8050546" y="61934"/>
                  <a:pt x="8057819" y="98085"/>
                  <a:pt x="8092483" y="117251"/>
                </a:cubicBezTo>
                <a:cubicBezTo>
                  <a:pt x="8099756" y="107902"/>
                  <a:pt x="8112910" y="93410"/>
                  <a:pt x="8111672" y="92164"/>
                </a:cubicBezTo>
                <a:cubicBezTo>
                  <a:pt x="8090316" y="68167"/>
                  <a:pt x="8096971" y="39184"/>
                  <a:pt x="8092638" y="11914"/>
                </a:cubicBezTo>
                <a:lnTo>
                  <a:pt x="8078993" y="0"/>
                </a:lnTo>
                <a:lnTo>
                  <a:pt x="8245393" y="0"/>
                </a:lnTo>
                <a:lnTo>
                  <a:pt x="8224713" y="42107"/>
                </a:lnTo>
                <a:lnTo>
                  <a:pt x="8225294" y="41815"/>
                </a:lnTo>
                <a:lnTo>
                  <a:pt x="8251739" y="66107"/>
                </a:lnTo>
                <a:cubicBezTo>
                  <a:pt x="8259295" y="53229"/>
                  <a:pt x="8264817" y="43863"/>
                  <a:pt x="8270629" y="34791"/>
                </a:cubicBezTo>
                <a:cubicBezTo>
                  <a:pt x="8279202" y="21035"/>
                  <a:pt x="8282689" y="12182"/>
                  <a:pt x="8279892" y="5304"/>
                </a:cubicBezTo>
                <a:lnTo>
                  <a:pt x="8274670" y="0"/>
                </a:lnTo>
                <a:lnTo>
                  <a:pt x="8313009" y="0"/>
                </a:lnTo>
                <a:lnTo>
                  <a:pt x="8313009" y="67759"/>
                </a:lnTo>
                <a:lnTo>
                  <a:pt x="8297946" y="71375"/>
                </a:lnTo>
                <a:lnTo>
                  <a:pt x="8313009" y="92923"/>
                </a:lnTo>
                <a:lnTo>
                  <a:pt x="8313009" y="196639"/>
                </a:lnTo>
                <a:lnTo>
                  <a:pt x="8306955" y="196639"/>
                </a:lnTo>
                <a:lnTo>
                  <a:pt x="8305502" y="204834"/>
                </a:lnTo>
                <a:lnTo>
                  <a:pt x="8313009" y="206417"/>
                </a:lnTo>
                <a:lnTo>
                  <a:pt x="8313009" y="328996"/>
                </a:lnTo>
                <a:lnTo>
                  <a:pt x="8284869" y="323953"/>
                </a:lnTo>
                <a:lnTo>
                  <a:pt x="8272345" y="385249"/>
                </a:lnTo>
                <a:lnTo>
                  <a:pt x="8262981" y="383269"/>
                </a:lnTo>
                <a:lnTo>
                  <a:pt x="8224909" y="383890"/>
                </a:lnTo>
                <a:lnTo>
                  <a:pt x="8212217" y="369317"/>
                </a:lnTo>
                <a:lnTo>
                  <a:pt x="8205054" y="383112"/>
                </a:lnTo>
                <a:lnTo>
                  <a:pt x="8177235" y="381200"/>
                </a:lnTo>
                <a:cubicBezTo>
                  <a:pt x="8164838" y="377370"/>
                  <a:pt x="8153880" y="369492"/>
                  <a:pt x="8145098" y="354104"/>
                </a:cubicBezTo>
                <a:cubicBezTo>
                  <a:pt x="8143705" y="351611"/>
                  <a:pt x="8117243" y="363142"/>
                  <a:pt x="8102387" y="368284"/>
                </a:cubicBezTo>
                <a:cubicBezTo>
                  <a:pt x="8106101" y="443079"/>
                  <a:pt x="8215663" y="400228"/>
                  <a:pt x="8153145" y="485931"/>
                </a:cubicBezTo>
                <a:cubicBezTo>
                  <a:pt x="8150360" y="489515"/>
                  <a:pt x="8151327" y="498631"/>
                  <a:pt x="8154267" y="507630"/>
                </a:cubicBezTo>
                <a:lnTo>
                  <a:pt x="8158832" y="517862"/>
                </a:lnTo>
                <a:lnTo>
                  <a:pt x="8150898" y="513020"/>
                </a:lnTo>
                <a:cubicBezTo>
                  <a:pt x="8131599" y="510591"/>
                  <a:pt x="8112076" y="510591"/>
                  <a:pt x="8092777" y="513020"/>
                </a:cubicBezTo>
                <a:lnTo>
                  <a:pt x="8077904" y="448305"/>
                </a:lnTo>
                <a:lnTo>
                  <a:pt x="8085983" y="441521"/>
                </a:lnTo>
                <a:lnTo>
                  <a:pt x="8077060" y="427593"/>
                </a:lnTo>
                <a:lnTo>
                  <a:pt x="8076757" y="409816"/>
                </a:lnTo>
                <a:cubicBezTo>
                  <a:pt x="8076866" y="397487"/>
                  <a:pt x="8075049" y="385268"/>
                  <a:pt x="8064587" y="374293"/>
                </a:cubicBezTo>
                <a:cubicBezTo>
                  <a:pt x="8056305" y="381464"/>
                  <a:pt x="8053327" y="389219"/>
                  <a:pt x="8052419" y="397231"/>
                </a:cubicBezTo>
                <a:lnTo>
                  <a:pt x="8052534" y="408347"/>
                </a:lnTo>
                <a:lnTo>
                  <a:pt x="8034735" y="413320"/>
                </a:lnTo>
                <a:cubicBezTo>
                  <a:pt x="8026937" y="417330"/>
                  <a:pt x="8017662" y="423407"/>
                  <a:pt x="8006133" y="431237"/>
                </a:cubicBezTo>
                <a:cubicBezTo>
                  <a:pt x="8025090" y="446196"/>
                  <a:pt x="8036967" y="457571"/>
                  <a:pt x="8048147" y="460804"/>
                </a:cubicBezTo>
                <a:lnTo>
                  <a:pt x="8054580" y="460115"/>
                </a:lnTo>
                <a:lnTo>
                  <a:pt x="8055579" y="480241"/>
                </a:lnTo>
                <a:cubicBezTo>
                  <a:pt x="8057613" y="521508"/>
                  <a:pt x="8059066" y="562482"/>
                  <a:pt x="8061972" y="603749"/>
                </a:cubicBezTo>
                <a:cubicBezTo>
                  <a:pt x="8062263" y="609603"/>
                  <a:pt x="8068075" y="614871"/>
                  <a:pt x="8072143" y="621017"/>
                </a:cubicBezTo>
                <a:cubicBezTo>
                  <a:pt x="8112538" y="602286"/>
                  <a:pt x="8076212" y="564824"/>
                  <a:pt x="8096845" y="540532"/>
                </a:cubicBezTo>
                <a:cubicBezTo>
                  <a:pt x="8122128" y="546385"/>
                  <a:pt x="8151770" y="531166"/>
                  <a:pt x="8176181" y="554288"/>
                </a:cubicBezTo>
                <a:cubicBezTo>
                  <a:pt x="8211345" y="547849"/>
                  <a:pt x="8222097" y="571263"/>
                  <a:pt x="8226747" y="597603"/>
                </a:cubicBezTo>
                <a:lnTo>
                  <a:pt x="8229356" y="598887"/>
                </a:lnTo>
                <a:lnTo>
                  <a:pt x="8227315" y="613986"/>
                </a:lnTo>
                <a:cubicBezTo>
                  <a:pt x="8227894" y="623057"/>
                  <a:pt x="8229953" y="632811"/>
                  <a:pt x="8232911" y="642354"/>
                </a:cubicBezTo>
                <a:lnTo>
                  <a:pt x="8247328" y="675376"/>
                </a:lnTo>
                <a:lnTo>
                  <a:pt x="8246149" y="674945"/>
                </a:lnTo>
                <a:cubicBezTo>
                  <a:pt x="8246149" y="674945"/>
                  <a:pt x="8248006" y="677127"/>
                  <a:pt x="8248161" y="677283"/>
                </a:cubicBezTo>
                <a:lnTo>
                  <a:pt x="8247328" y="675376"/>
                </a:lnTo>
                <a:lnTo>
                  <a:pt x="8274818" y="685415"/>
                </a:lnTo>
                <a:lnTo>
                  <a:pt x="8255808" y="723453"/>
                </a:lnTo>
                <a:cubicBezTo>
                  <a:pt x="8263800" y="746428"/>
                  <a:pt x="8278475" y="750891"/>
                  <a:pt x="8294967" y="751440"/>
                </a:cubicBezTo>
                <a:lnTo>
                  <a:pt x="8313009" y="751236"/>
                </a:lnTo>
                <a:lnTo>
                  <a:pt x="8313009" y="859172"/>
                </a:lnTo>
                <a:lnTo>
                  <a:pt x="8310588" y="853072"/>
                </a:lnTo>
                <a:cubicBezTo>
                  <a:pt x="8308481" y="843011"/>
                  <a:pt x="8309280" y="832475"/>
                  <a:pt x="8309280" y="822377"/>
                </a:cubicBezTo>
                <a:cubicBezTo>
                  <a:pt x="8307827" y="789305"/>
                  <a:pt x="8304049" y="784037"/>
                  <a:pt x="8272663" y="779061"/>
                </a:cubicBezTo>
                <a:cubicBezTo>
                  <a:pt x="8264817" y="777305"/>
                  <a:pt x="8256970" y="777305"/>
                  <a:pt x="8250577" y="777305"/>
                </a:cubicBezTo>
                <a:cubicBezTo>
                  <a:pt x="8242149" y="764720"/>
                  <a:pt x="8251158" y="743355"/>
                  <a:pt x="8226166" y="743355"/>
                </a:cubicBezTo>
                <a:lnTo>
                  <a:pt x="8206695" y="776135"/>
                </a:lnTo>
                <a:cubicBezTo>
                  <a:pt x="8194780" y="762964"/>
                  <a:pt x="8167172" y="778769"/>
                  <a:pt x="8163976" y="749501"/>
                </a:cubicBezTo>
                <a:cubicBezTo>
                  <a:pt x="8139564" y="770574"/>
                  <a:pt x="8139564" y="770574"/>
                  <a:pt x="8145377" y="799841"/>
                </a:cubicBezTo>
                <a:cubicBezTo>
                  <a:pt x="8168044" y="798378"/>
                  <a:pt x="8193908" y="786086"/>
                  <a:pt x="8214251" y="815353"/>
                </a:cubicBezTo>
                <a:lnTo>
                  <a:pt x="8185190" y="862474"/>
                </a:lnTo>
                <a:cubicBezTo>
                  <a:pt x="8179378" y="849596"/>
                  <a:pt x="8177344" y="843157"/>
                  <a:pt x="8174147" y="837596"/>
                </a:cubicBezTo>
                <a:cubicBezTo>
                  <a:pt x="8170883" y="831579"/>
                  <a:pt x="8166664" y="826141"/>
                  <a:pt x="8161651" y="821499"/>
                </a:cubicBezTo>
                <a:cubicBezTo>
                  <a:pt x="8144795" y="808036"/>
                  <a:pt x="8129684" y="813597"/>
                  <a:pt x="8125906" y="834670"/>
                </a:cubicBezTo>
                <a:cubicBezTo>
                  <a:pt x="8124592" y="841515"/>
                  <a:pt x="8124008" y="848481"/>
                  <a:pt x="8124162" y="855449"/>
                </a:cubicBezTo>
                <a:lnTo>
                  <a:pt x="8124653" y="889474"/>
                </a:lnTo>
                <a:lnTo>
                  <a:pt x="8097774" y="893688"/>
                </a:lnTo>
                <a:cubicBezTo>
                  <a:pt x="8038707" y="914917"/>
                  <a:pt x="8034645" y="1004104"/>
                  <a:pt x="8113993" y="1005604"/>
                </a:cubicBezTo>
                <a:lnTo>
                  <a:pt x="8126015" y="983872"/>
                </a:lnTo>
                <a:lnTo>
                  <a:pt x="8126197" y="996518"/>
                </a:lnTo>
                <a:cubicBezTo>
                  <a:pt x="8126197" y="1005006"/>
                  <a:pt x="8122419" y="1021103"/>
                  <a:pt x="8117188" y="1021103"/>
                </a:cubicBezTo>
                <a:cubicBezTo>
                  <a:pt x="8107115" y="1023327"/>
                  <a:pt x="8096578" y="1021203"/>
                  <a:pt x="8088127" y="1015250"/>
                </a:cubicBezTo>
                <a:cubicBezTo>
                  <a:pt x="8078516" y="1006054"/>
                  <a:pt x="8070031" y="995737"/>
                  <a:pt x="8062844" y="984519"/>
                </a:cubicBezTo>
                <a:cubicBezTo>
                  <a:pt x="8041629" y="1025493"/>
                  <a:pt x="8047732" y="1168026"/>
                  <a:pt x="8070690" y="1212512"/>
                </a:cubicBezTo>
                <a:cubicBezTo>
                  <a:pt x="8094520" y="1206073"/>
                  <a:pt x="8092195" y="1189098"/>
                  <a:pt x="8088999" y="1170660"/>
                </a:cubicBezTo>
                <a:cubicBezTo>
                  <a:pt x="8086674" y="1157197"/>
                  <a:pt x="8079990" y="1135246"/>
                  <a:pt x="8084930" y="1132027"/>
                </a:cubicBezTo>
                <a:cubicBezTo>
                  <a:pt x="8104110" y="1119442"/>
                  <a:pt x="8089870" y="1100418"/>
                  <a:pt x="8097136" y="1086955"/>
                </a:cubicBezTo>
                <a:cubicBezTo>
                  <a:pt x="8123000" y="1097198"/>
                  <a:pt x="8125034" y="1097491"/>
                  <a:pt x="8123000" y="1116222"/>
                </a:cubicBezTo>
                <a:cubicBezTo>
                  <a:pt x="8119513" y="1153977"/>
                  <a:pt x="8113700" y="1192025"/>
                  <a:pt x="8107016" y="1229487"/>
                </a:cubicBezTo>
                <a:cubicBezTo>
                  <a:pt x="8105563" y="1237097"/>
                  <a:pt x="8096554" y="1244121"/>
                  <a:pt x="8089580" y="1249389"/>
                </a:cubicBezTo>
                <a:cubicBezTo>
                  <a:pt x="8073596" y="1262267"/>
                  <a:pt x="8072725" y="1272218"/>
                  <a:pt x="8089580" y="1283047"/>
                </a:cubicBezTo>
                <a:cubicBezTo>
                  <a:pt x="8096017" y="1286199"/>
                  <a:pt x="8102730" y="1288748"/>
                  <a:pt x="8109632" y="1290656"/>
                </a:cubicBezTo>
                <a:cubicBezTo>
                  <a:pt x="8109632" y="1310558"/>
                  <a:pt x="8109051" y="1331923"/>
                  <a:pt x="8109632" y="1349191"/>
                </a:cubicBezTo>
                <a:cubicBezTo>
                  <a:pt x="8110213" y="1366459"/>
                  <a:pt x="8105273" y="1387239"/>
                  <a:pt x="8127068" y="1395726"/>
                </a:cubicBezTo>
                <a:cubicBezTo>
                  <a:pt x="8146402" y="1402826"/>
                  <a:pt x="8168027" y="1395240"/>
                  <a:pt x="8178797" y="1377580"/>
                </a:cubicBezTo>
                <a:cubicBezTo>
                  <a:pt x="8180831" y="1374946"/>
                  <a:pt x="8185481" y="1374068"/>
                  <a:pt x="8190712" y="1371434"/>
                </a:cubicBezTo>
                <a:lnTo>
                  <a:pt x="8208729" y="1391043"/>
                </a:lnTo>
                <a:lnTo>
                  <a:pt x="8223260" y="1355337"/>
                </a:lnTo>
                <a:cubicBezTo>
                  <a:pt x="8234593" y="1385483"/>
                  <a:pt x="8238081" y="1412116"/>
                  <a:pt x="8261911" y="1429969"/>
                </a:cubicBezTo>
                <a:lnTo>
                  <a:pt x="8282834" y="1402165"/>
                </a:lnTo>
                <a:cubicBezTo>
                  <a:pt x="8289169" y="1411824"/>
                  <a:pt x="8298033" y="1419148"/>
                  <a:pt x="8308147" y="1423578"/>
                </a:cubicBezTo>
                <a:lnTo>
                  <a:pt x="8313009" y="1424178"/>
                </a:lnTo>
                <a:lnTo>
                  <a:pt x="8313009" y="1484100"/>
                </a:lnTo>
                <a:lnTo>
                  <a:pt x="8305211" y="1495821"/>
                </a:lnTo>
                <a:cubicBezTo>
                  <a:pt x="8298707" y="1505391"/>
                  <a:pt x="8285810" y="1507990"/>
                  <a:pt x="8276150" y="1501674"/>
                </a:cubicBezTo>
                <a:cubicBezTo>
                  <a:pt x="8247090" y="1488211"/>
                  <a:pt x="8244184" y="1491138"/>
                  <a:pt x="8241859" y="1520405"/>
                </a:cubicBezTo>
                <a:cubicBezTo>
                  <a:pt x="8241859" y="1532405"/>
                  <a:pt x="8241859" y="1544405"/>
                  <a:pt x="8241859" y="1561965"/>
                </a:cubicBezTo>
                <a:cubicBezTo>
                  <a:pt x="8266706" y="1561526"/>
                  <a:pt x="8286812" y="1556313"/>
                  <a:pt x="8306224" y="1558426"/>
                </a:cubicBezTo>
                <a:lnTo>
                  <a:pt x="8313009" y="1560182"/>
                </a:lnTo>
                <a:lnTo>
                  <a:pt x="8313009" y="1584932"/>
                </a:lnTo>
                <a:lnTo>
                  <a:pt x="8308844" y="1597452"/>
                </a:lnTo>
                <a:lnTo>
                  <a:pt x="8313009" y="1604922"/>
                </a:lnTo>
                <a:lnTo>
                  <a:pt x="8313009" y="1663078"/>
                </a:lnTo>
                <a:lnTo>
                  <a:pt x="8308117" y="1681376"/>
                </a:lnTo>
                <a:cubicBezTo>
                  <a:pt x="8288647" y="1680206"/>
                  <a:pt x="8269466" y="1677864"/>
                  <a:pt x="8248543" y="1677864"/>
                </a:cubicBezTo>
                <a:lnTo>
                  <a:pt x="8240115" y="1650646"/>
                </a:lnTo>
                <a:cubicBezTo>
                  <a:pt x="8228491" y="1660597"/>
                  <a:pt x="8216285" y="1665572"/>
                  <a:pt x="8213670" y="1674060"/>
                </a:cubicBezTo>
                <a:cubicBezTo>
                  <a:pt x="8197892" y="1707688"/>
                  <a:pt x="8192138" y="1745203"/>
                  <a:pt x="8197105" y="1782056"/>
                </a:cubicBezTo>
                <a:cubicBezTo>
                  <a:pt x="8202025" y="1807592"/>
                  <a:pt x="8203783" y="1833643"/>
                  <a:pt x="8202336" y="1859615"/>
                </a:cubicBezTo>
                <a:cubicBezTo>
                  <a:pt x="8201755" y="1908199"/>
                  <a:pt x="8195652" y="1960002"/>
                  <a:pt x="8240115" y="1998050"/>
                </a:cubicBezTo>
                <a:cubicBezTo>
                  <a:pt x="8253774" y="2009464"/>
                  <a:pt x="8251158" y="2027610"/>
                  <a:pt x="8236918" y="2044585"/>
                </a:cubicBezTo>
                <a:lnTo>
                  <a:pt x="8220935" y="2018830"/>
                </a:lnTo>
                <a:lnTo>
                  <a:pt x="8199430" y="2063609"/>
                </a:lnTo>
                <a:lnTo>
                  <a:pt x="8240696" y="2070048"/>
                </a:lnTo>
                <a:lnTo>
                  <a:pt x="8237790" y="2108974"/>
                </a:lnTo>
                <a:cubicBezTo>
                  <a:pt x="8215123" y="2098145"/>
                  <a:pt x="8205823" y="2110437"/>
                  <a:pt x="8204370" y="2127412"/>
                </a:cubicBezTo>
                <a:cubicBezTo>
                  <a:pt x="8202336" y="2154631"/>
                  <a:pt x="8188387" y="2186825"/>
                  <a:pt x="8227909" y="2201459"/>
                </a:cubicBezTo>
                <a:cubicBezTo>
                  <a:pt x="8231687" y="2202629"/>
                  <a:pt x="8232559" y="2210824"/>
                  <a:pt x="8234884" y="2215507"/>
                </a:cubicBezTo>
                <a:cubicBezTo>
                  <a:pt x="8247961" y="2239799"/>
                  <a:pt x="8263364" y="2240970"/>
                  <a:pt x="8280510" y="2218434"/>
                </a:cubicBezTo>
                <a:cubicBezTo>
                  <a:pt x="8284578" y="2213458"/>
                  <a:pt x="8288065" y="2207898"/>
                  <a:pt x="8293587" y="2200581"/>
                </a:cubicBezTo>
                <a:lnTo>
                  <a:pt x="8313009" y="2213278"/>
                </a:lnTo>
                <a:lnTo>
                  <a:pt x="8313009" y="2258787"/>
                </a:lnTo>
                <a:lnTo>
                  <a:pt x="8302886" y="2264091"/>
                </a:lnTo>
                <a:lnTo>
                  <a:pt x="8302886" y="2375015"/>
                </a:lnTo>
                <a:lnTo>
                  <a:pt x="8313009" y="2379564"/>
                </a:lnTo>
                <a:lnTo>
                  <a:pt x="8313009" y="2411948"/>
                </a:lnTo>
                <a:lnTo>
                  <a:pt x="8304049" y="2414526"/>
                </a:lnTo>
                <a:cubicBezTo>
                  <a:pt x="8304921" y="2427989"/>
                  <a:pt x="8306664" y="2442622"/>
                  <a:pt x="8306664" y="2454915"/>
                </a:cubicBezTo>
                <a:cubicBezTo>
                  <a:pt x="8306664" y="2467207"/>
                  <a:pt x="8306664" y="2480670"/>
                  <a:pt x="8306664" y="2496474"/>
                </a:cubicBezTo>
                <a:cubicBezTo>
                  <a:pt x="8278766" y="2490914"/>
                  <a:pt x="8283416" y="2472182"/>
                  <a:pt x="8283416" y="2456963"/>
                </a:cubicBezTo>
                <a:cubicBezTo>
                  <a:pt x="8283125" y="2434427"/>
                  <a:pt x="8283706" y="2413355"/>
                  <a:pt x="8256389" y="2402819"/>
                </a:cubicBezTo>
                <a:cubicBezTo>
                  <a:pt x="8247090" y="2398721"/>
                  <a:pt x="8242149" y="2383502"/>
                  <a:pt x="8235175" y="2373551"/>
                </a:cubicBezTo>
                <a:lnTo>
                  <a:pt x="8223260" y="2356283"/>
                </a:lnTo>
                <a:cubicBezTo>
                  <a:pt x="8219999" y="2364452"/>
                  <a:pt x="8218607" y="2373256"/>
                  <a:pt x="8219191" y="2382039"/>
                </a:cubicBezTo>
                <a:cubicBezTo>
                  <a:pt x="8215123" y="2403404"/>
                  <a:pt x="8229653" y="2430037"/>
                  <a:pt x="8200592" y="2444671"/>
                </a:cubicBezTo>
                <a:cubicBezTo>
                  <a:pt x="8197550" y="2452854"/>
                  <a:pt x="8198296" y="2461977"/>
                  <a:pt x="8202626" y="2469548"/>
                </a:cubicBezTo>
                <a:cubicBezTo>
                  <a:pt x="8237209" y="2491499"/>
                  <a:pt x="8239243" y="2525449"/>
                  <a:pt x="8239243" y="2560570"/>
                </a:cubicBezTo>
                <a:cubicBezTo>
                  <a:pt x="8240725" y="2575461"/>
                  <a:pt x="8243251" y="2590230"/>
                  <a:pt x="8246799" y="2604764"/>
                </a:cubicBezTo>
                <a:cubicBezTo>
                  <a:pt x="8244945" y="2605844"/>
                  <a:pt x="8243149" y="2607026"/>
                  <a:pt x="8241417" y="2608302"/>
                </a:cubicBezTo>
                <a:cubicBezTo>
                  <a:pt x="8214745" y="2627973"/>
                  <a:pt x="8208956" y="2665699"/>
                  <a:pt x="8228491" y="2692566"/>
                </a:cubicBezTo>
                <a:cubicBezTo>
                  <a:pt x="8245020" y="2711532"/>
                  <a:pt x="8249516" y="2738253"/>
                  <a:pt x="8240115" y="2761637"/>
                </a:cubicBezTo>
                <a:cubicBezTo>
                  <a:pt x="8238081" y="2771881"/>
                  <a:pt x="8234593" y="2782125"/>
                  <a:pt x="8231106" y="2793831"/>
                </a:cubicBezTo>
                <a:cubicBezTo>
                  <a:pt x="8224132" y="2794710"/>
                  <a:pt x="8215123" y="2796173"/>
                  <a:pt x="8204370" y="2797636"/>
                </a:cubicBezTo>
                <a:lnTo>
                  <a:pt x="8202045" y="2840074"/>
                </a:lnTo>
                <a:cubicBezTo>
                  <a:pt x="8186643" y="2838025"/>
                  <a:pt x="8173566" y="2836269"/>
                  <a:pt x="8162523" y="2834513"/>
                </a:cubicBezTo>
                <a:cubicBezTo>
                  <a:pt x="8138402" y="2855293"/>
                  <a:pt x="8150317" y="2882219"/>
                  <a:pt x="8142471" y="2905926"/>
                </a:cubicBezTo>
                <a:cubicBezTo>
                  <a:pt x="8130064" y="2878210"/>
                  <a:pt x="8122683" y="2848474"/>
                  <a:pt x="8120675" y="2818123"/>
                </a:cubicBezTo>
                <a:cubicBezTo>
                  <a:pt x="8133996" y="2814377"/>
                  <a:pt x="8146940" y="2809402"/>
                  <a:pt x="8159326" y="2803197"/>
                </a:cubicBezTo>
                <a:cubicBezTo>
                  <a:pt x="8177053" y="2793831"/>
                  <a:pt x="8193327" y="2779198"/>
                  <a:pt x="8213960" y="2764564"/>
                </a:cubicBezTo>
                <a:cubicBezTo>
                  <a:pt x="8210473" y="2756955"/>
                  <a:pt x="8213670" y="2741735"/>
                  <a:pt x="8195652" y="2732955"/>
                </a:cubicBezTo>
                <a:cubicBezTo>
                  <a:pt x="8184501" y="2725375"/>
                  <a:pt x="8175170" y="2715365"/>
                  <a:pt x="8168335" y="2703688"/>
                </a:cubicBezTo>
                <a:cubicBezTo>
                  <a:pt x="8154676" y="2684664"/>
                  <a:pt x="8163976" y="2676469"/>
                  <a:pt x="8183737" y="2674420"/>
                </a:cubicBezTo>
                <a:lnTo>
                  <a:pt x="8183156" y="2674713"/>
                </a:lnTo>
                <a:lnTo>
                  <a:pt x="8184496" y="2675118"/>
                </a:lnTo>
                <a:lnTo>
                  <a:pt x="8197105" y="2686713"/>
                </a:lnTo>
                <a:lnTo>
                  <a:pt x="8200592" y="2679981"/>
                </a:lnTo>
                <a:lnTo>
                  <a:pt x="8184496" y="2675118"/>
                </a:lnTo>
                <a:lnTo>
                  <a:pt x="8183737" y="2674420"/>
                </a:lnTo>
                <a:lnTo>
                  <a:pt x="8181703" y="2673250"/>
                </a:lnTo>
                <a:cubicBezTo>
                  <a:pt x="8166431" y="2647319"/>
                  <a:pt x="8156545" y="2618552"/>
                  <a:pt x="8152642" y="2588667"/>
                </a:cubicBezTo>
                <a:lnTo>
                  <a:pt x="8172694" y="2567009"/>
                </a:lnTo>
                <a:cubicBezTo>
                  <a:pt x="8164266" y="2560277"/>
                  <a:pt x="8153514" y="2556180"/>
                  <a:pt x="8153514" y="2550619"/>
                </a:cubicBezTo>
                <a:cubicBezTo>
                  <a:pt x="8148864" y="2521937"/>
                  <a:pt x="8118931" y="2503499"/>
                  <a:pt x="8124453" y="2470426"/>
                </a:cubicBezTo>
                <a:cubicBezTo>
                  <a:pt x="8125906" y="2461646"/>
                  <a:pt x="8111957" y="2449939"/>
                  <a:pt x="8100332" y="2432379"/>
                </a:cubicBezTo>
                <a:cubicBezTo>
                  <a:pt x="8098589" y="2451403"/>
                  <a:pt x="8100914" y="2462232"/>
                  <a:pt x="8096554" y="2469256"/>
                </a:cubicBezTo>
                <a:cubicBezTo>
                  <a:pt x="8080917" y="2496981"/>
                  <a:pt x="8080263" y="2530788"/>
                  <a:pt x="8094811" y="2559107"/>
                </a:cubicBezTo>
                <a:cubicBezTo>
                  <a:pt x="8100350" y="2573161"/>
                  <a:pt x="8101466" y="2588588"/>
                  <a:pt x="8098007" y="2603301"/>
                </a:cubicBezTo>
                <a:cubicBezTo>
                  <a:pt x="8089836" y="2648314"/>
                  <a:pt x="8088754" y="2694352"/>
                  <a:pt x="8094811" y="2739687"/>
                </a:cubicBezTo>
                <a:cubicBezTo>
                  <a:pt x="8098879" y="2825440"/>
                  <a:pt x="8104401" y="2911487"/>
                  <a:pt x="8104401" y="2997240"/>
                </a:cubicBezTo>
                <a:cubicBezTo>
                  <a:pt x="8104691" y="3044361"/>
                  <a:pt x="8103529" y="3090311"/>
                  <a:pt x="8128812" y="3128651"/>
                </a:cubicBezTo>
                <a:cubicBezTo>
                  <a:pt x="8157292" y="3128066"/>
                  <a:pt x="8184609" y="3141821"/>
                  <a:pt x="8211926" y="3114603"/>
                </a:cubicBezTo>
                <a:cubicBezTo>
                  <a:pt x="8222097" y="3157040"/>
                  <a:pt x="8231687" y="3192747"/>
                  <a:pt x="8238662" y="3228746"/>
                </a:cubicBezTo>
                <a:cubicBezTo>
                  <a:pt x="8240051" y="3248033"/>
                  <a:pt x="8231894" y="3266764"/>
                  <a:pt x="8216866" y="3278793"/>
                </a:cubicBezTo>
                <a:cubicBezTo>
                  <a:pt x="8186934" y="3248355"/>
                  <a:pt x="8186352" y="3246013"/>
                  <a:pt x="8205533" y="3211478"/>
                </a:cubicBezTo>
                <a:cubicBezTo>
                  <a:pt x="8205887" y="3211039"/>
                  <a:pt x="8206224" y="3210600"/>
                  <a:pt x="8206550" y="3210161"/>
                </a:cubicBezTo>
                <a:cubicBezTo>
                  <a:pt x="8214733" y="3198747"/>
                  <a:pt x="8212196" y="3182854"/>
                  <a:pt x="8200883" y="3174601"/>
                </a:cubicBezTo>
                <a:cubicBezTo>
                  <a:pt x="8188398" y="3166318"/>
                  <a:pt x="8175498" y="3158709"/>
                  <a:pt x="8162232" y="3151772"/>
                </a:cubicBezTo>
                <a:cubicBezTo>
                  <a:pt x="8156088" y="3215370"/>
                  <a:pt x="8154824" y="3279378"/>
                  <a:pt x="8158454" y="3343181"/>
                </a:cubicBezTo>
                <a:cubicBezTo>
                  <a:pt x="8178215" y="3335572"/>
                  <a:pt x="8194489" y="3330011"/>
                  <a:pt x="8216576" y="3322109"/>
                </a:cubicBezTo>
                <a:lnTo>
                  <a:pt x="8225294" y="3435081"/>
                </a:lnTo>
                <a:cubicBezTo>
                  <a:pt x="8188968" y="3435374"/>
                  <a:pt x="8188968" y="3435374"/>
                  <a:pt x="8185190" y="3400253"/>
                </a:cubicBezTo>
                <a:cubicBezTo>
                  <a:pt x="8193036" y="3391765"/>
                  <a:pt x="8203208" y="3384448"/>
                  <a:pt x="8203208" y="3380644"/>
                </a:cubicBezTo>
                <a:cubicBezTo>
                  <a:pt x="8197105" y="3360742"/>
                  <a:pt x="8180250" y="3357522"/>
                  <a:pt x="8158745" y="3360742"/>
                </a:cubicBezTo>
                <a:cubicBezTo>
                  <a:pt x="8161360" y="3385912"/>
                  <a:pt x="8162813" y="3409326"/>
                  <a:pt x="8137240" y="3422203"/>
                </a:cubicBezTo>
                <a:cubicBezTo>
                  <a:pt x="8132590" y="3423667"/>
                  <a:pt x="8132590" y="3432447"/>
                  <a:pt x="8132590" y="3437422"/>
                </a:cubicBezTo>
                <a:cubicBezTo>
                  <a:pt x="8134194" y="3480680"/>
                  <a:pt x="8130977" y="3523966"/>
                  <a:pt x="8123000" y="3566492"/>
                </a:cubicBezTo>
                <a:cubicBezTo>
                  <a:pt x="8119513" y="3595174"/>
                  <a:pt x="8125615" y="3602198"/>
                  <a:pt x="8154676" y="3612149"/>
                </a:cubicBezTo>
                <a:cubicBezTo>
                  <a:pt x="8153223" y="3627661"/>
                  <a:pt x="8150317" y="3642002"/>
                  <a:pt x="8150317" y="3656928"/>
                </a:cubicBezTo>
                <a:cubicBezTo>
                  <a:pt x="8150718" y="3665621"/>
                  <a:pt x="8151985" y="3674255"/>
                  <a:pt x="8154095" y="3682683"/>
                </a:cubicBezTo>
                <a:cubicBezTo>
                  <a:pt x="8162523" y="3679464"/>
                  <a:pt x="8170950" y="3675952"/>
                  <a:pt x="8180250" y="3672440"/>
                </a:cubicBezTo>
                <a:lnTo>
                  <a:pt x="8180250" y="3807948"/>
                </a:lnTo>
                <a:cubicBezTo>
                  <a:pt x="8172403" y="3807070"/>
                  <a:pt x="8166010" y="3805314"/>
                  <a:pt x="8157582" y="3805314"/>
                </a:cubicBezTo>
                <a:lnTo>
                  <a:pt x="8163394" y="3834582"/>
                </a:lnTo>
                <a:lnTo>
                  <a:pt x="8140146" y="3834582"/>
                </a:lnTo>
                <a:cubicBezTo>
                  <a:pt x="8137530" y="3862971"/>
                  <a:pt x="8134915" y="3889897"/>
                  <a:pt x="8171531" y="3905409"/>
                </a:cubicBezTo>
                <a:lnTo>
                  <a:pt x="8145958" y="3915359"/>
                </a:lnTo>
                <a:cubicBezTo>
                  <a:pt x="8146248" y="3943749"/>
                  <a:pt x="8140146" y="3972431"/>
                  <a:pt x="8159326" y="3987358"/>
                </a:cubicBezTo>
                <a:cubicBezTo>
                  <a:pt x="8157292" y="4024527"/>
                  <a:pt x="8154385" y="4053795"/>
                  <a:pt x="8154385" y="4083062"/>
                </a:cubicBezTo>
                <a:cubicBezTo>
                  <a:pt x="8156129" y="4122865"/>
                  <a:pt x="8161069" y="4161499"/>
                  <a:pt x="8165138" y="4200132"/>
                </a:cubicBezTo>
                <a:cubicBezTo>
                  <a:pt x="8168044" y="4227351"/>
                  <a:pt x="8167172" y="4254277"/>
                  <a:pt x="8172694" y="4281788"/>
                </a:cubicBezTo>
                <a:cubicBezTo>
                  <a:pt x="8179308" y="4310763"/>
                  <a:pt x="8178709" y="4340908"/>
                  <a:pt x="8170950" y="4369590"/>
                </a:cubicBezTo>
                <a:cubicBezTo>
                  <a:pt x="8160758" y="4404243"/>
                  <a:pt x="8158768" y="4440827"/>
                  <a:pt x="8165138" y="4476416"/>
                </a:cubicBezTo>
                <a:cubicBezTo>
                  <a:pt x="8174679" y="4514669"/>
                  <a:pt x="8176652" y="4554443"/>
                  <a:pt x="8170950" y="4593486"/>
                </a:cubicBezTo>
                <a:cubicBezTo>
                  <a:pt x="8165118" y="4647016"/>
                  <a:pt x="8163078" y="4700927"/>
                  <a:pt x="8164847" y="4754750"/>
                </a:cubicBezTo>
                <a:lnTo>
                  <a:pt x="8161941" y="4837869"/>
                </a:lnTo>
                <a:cubicBezTo>
                  <a:pt x="8157292" y="4942939"/>
                  <a:pt x="8152061" y="5048302"/>
                  <a:pt x="8148283" y="5153665"/>
                </a:cubicBezTo>
                <a:cubicBezTo>
                  <a:pt x="8147701" y="5177079"/>
                  <a:pt x="8152351" y="5200785"/>
                  <a:pt x="8152351" y="5224199"/>
                </a:cubicBezTo>
                <a:cubicBezTo>
                  <a:pt x="8148477" y="5342644"/>
                  <a:pt x="8144020" y="5460388"/>
                  <a:pt x="8138983" y="5577457"/>
                </a:cubicBezTo>
                <a:cubicBezTo>
                  <a:pt x="8136408" y="5696664"/>
                  <a:pt x="8126702" y="5815606"/>
                  <a:pt x="8109922" y="5933642"/>
                </a:cubicBezTo>
                <a:cubicBezTo>
                  <a:pt x="8099170" y="6000957"/>
                  <a:pt x="8090161" y="6070321"/>
                  <a:pt x="8115735" y="6138514"/>
                </a:cubicBezTo>
                <a:cubicBezTo>
                  <a:pt x="8120504" y="6154465"/>
                  <a:pt x="8122950" y="6171030"/>
                  <a:pt x="8123000" y="6187683"/>
                </a:cubicBezTo>
                <a:cubicBezTo>
                  <a:pt x="8126487" y="6232755"/>
                  <a:pt x="8127359" y="6274315"/>
                  <a:pt x="8132881" y="6320557"/>
                </a:cubicBezTo>
                <a:cubicBezTo>
                  <a:pt x="8138402" y="6366800"/>
                  <a:pt x="8152061" y="6411872"/>
                  <a:pt x="8161941" y="6457822"/>
                </a:cubicBezTo>
                <a:cubicBezTo>
                  <a:pt x="8170224" y="6488552"/>
                  <a:pt x="8175673" y="6520015"/>
                  <a:pt x="8178215" y="6551770"/>
                </a:cubicBezTo>
                <a:cubicBezTo>
                  <a:pt x="8178707" y="6579340"/>
                  <a:pt x="8187750" y="6606032"/>
                  <a:pt x="8204080" y="6628158"/>
                </a:cubicBezTo>
                <a:cubicBezTo>
                  <a:pt x="8233431" y="6669718"/>
                  <a:pt x="8232850" y="6670303"/>
                  <a:pt x="8206114" y="6710107"/>
                </a:cubicBezTo>
                <a:cubicBezTo>
                  <a:pt x="8206114" y="6712155"/>
                  <a:pt x="8206114" y="6715375"/>
                  <a:pt x="8206114" y="6718009"/>
                </a:cubicBezTo>
                <a:cubicBezTo>
                  <a:pt x="8207660" y="6718185"/>
                  <a:pt x="8209217" y="6718185"/>
                  <a:pt x="8210764" y="6718009"/>
                </a:cubicBezTo>
                <a:lnTo>
                  <a:pt x="8231106" y="6789421"/>
                </a:lnTo>
                <a:cubicBezTo>
                  <a:pt x="8264526" y="6778593"/>
                  <a:pt x="8228491" y="6732643"/>
                  <a:pt x="8257551" y="6725033"/>
                </a:cubicBezTo>
                <a:lnTo>
                  <a:pt x="8313009" y="6748015"/>
                </a:lnTo>
                <a:lnTo>
                  <a:pt x="8313009" y="6858000"/>
                </a:lnTo>
                <a:lnTo>
                  <a:pt x="0" y="6858000"/>
                </a:lnTo>
                <a:lnTo>
                  <a:pt x="0" y="6008577"/>
                </a:lnTo>
                <a:lnTo>
                  <a:pt x="1378809" y="6008577"/>
                </a:lnTo>
                <a:lnTo>
                  <a:pt x="1378809" y="871829"/>
                </a:lnTo>
                <a:lnTo>
                  <a:pt x="0" y="87182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51F22A0-2471-304F-3C43-A6C39485C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0362" r="22991"/>
          <a:stretch/>
        </p:blipFill>
        <p:spPr>
          <a:xfrm>
            <a:off x="10464021" y="-1"/>
            <a:ext cx="1727980" cy="147577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48B5F6E-2920-2224-E4F2-A9C7D0825D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85" t="59914" r="4383" b="17661"/>
          <a:stretch/>
        </p:blipFill>
        <p:spPr>
          <a:xfrm rot="5400000">
            <a:off x="8609852" y="3275853"/>
            <a:ext cx="6858001" cy="30629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93CF1-E8C2-A31E-FFDC-0C0FD53F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172C3-1E92-FC5F-1C39-763E7F0D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D81E-A2A5-2815-56BD-35737D84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079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6F542BE-EC8F-E713-237C-646C8553838A}"/>
              </a:ext>
            </a:extLst>
          </p:cNvPr>
          <p:cNvSpPr/>
          <p:nvPr userDrawn="1"/>
        </p:nvSpPr>
        <p:spPr>
          <a:xfrm>
            <a:off x="7266925" y="293670"/>
            <a:ext cx="3586394" cy="1700420"/>
          </a:xfrm>
          <a:custGeom>
            <a:avLst/>
            <a:gdLst>
              <a:gd name="connsiteX0" fmla="*/ 2254996 w 3586394"/>
              <a:gd name="connsiteY0" fmla="*/ 880582 h 1700420"/>
              <a:gd name="connsiteX1" fmla="*/ 2749754 w 3586394"/>
              <a:gd name="connsiteY1" fmla="*/ 1375432 h 1700420"/>
              <a:gd name="connsiteX2" fmla="*/ 2743190 w 3586394"/>
              <a:gd name="connsiteY2" fmla="*/ 1700324 h 1700420"/>
              <a:gd name="connsiteX3" fmla="*/ 2504369 w 3586394"/>
              <a:gd name="connsiteY3" fmla="*/ 1565117 h 1700420"/>
              <a:gd name="connsiteX4" fmla="*/ 2371651 w 3586394"/>
              <a:gd name="connsiteY4" fmla="*/ 1317747 h 1700420"/>
              <a:gd name="connsiteX5" fmla="*/ 2254996 w 3586394"/>
              <a:gd name="connsiteY5" fmla="*/ 880582 h 1700420"/>
              <a:gd name="connsiteX6" fmla="*/ 1558066 w 3586394"/>
              <a:gd name="connsiteY6" fmla="*/ 622967 h 1700420"/>
              <a:gd name="connsiteX7" fmla="*/ 2112289 w 3586394"/>
              <a:gd name="connsiteY7" fmla="*/ 1350546 h 1700420"/>
              <a:gd name="connsiteX8" fmla="*/ 1942665 w 3586394"/>
              <a:gd name="connsiteY8" fmla="*/ 1499665 h 1700420"/>
              <a:gd name="connsiteX9" fmla="*/ 1761301 w 3586394"/>
              <a:gd name="connsiteY9" fmla="*/ 1287130 h 1700420"/>
              <a:gd name="connsiteX10" fmla="*/ 1558066 w 3586394"/>
              <a:gd name="connsiteY10" fmla="*/ 622967 h 1700420"/>
              <a:gd name="connsiteX11" fmla="*/ 314789 w 3586394"/>
              <a:gd name="connsiteY11" fmla="*/ 614380 h 1700420"/>
              <a:gd name="connsiteX12" fmla="*/ 620569 w 3586394"/>
              <a:gd name="connsiteY12" fmla="*/ 711792 h 1700420"/>
              <a:gd name="connsiteX13" fmla="*/ 835000 w 3586394"/>
              <a:gd name="connsiteY13" fmla="*/ 901926 h 1700420"/>
              <a:gd name="connsiteX14" fmla="*/ 839901 w 3586394"/>
              <a:gd name="connsiteY14" fmla="*/ 968210 h 1700420"/>
              <a:gd name="connsiteX15" fmla="*/ 662458 w 3586394"/>
              <a:gd name="connsiteY15" fmla="*/ 1022037 h 1700420"/>
              <a:gd name="connsiteX16" fmla="*/ 460350 w 3586394"/>
              <a:gd name="connsiteY16" fmla="*/ 856302 h 1700420"/>
              <a:gd name="connsiteX17" fmla="*/ 314789 w 3586394"/>
              <a:gd name="connsiteY17" fmla="*/ 614380 h 1700420"/>
              <a:gd name="connsiteX18" fmla="*/ 957414 w 3586394"/>
              <a:gd name="connsiteY18" fmla="*/ 565522 h 1700420"/>
              <a:gd name="connsiteX19" fmla="*/ 1201547 w 3586394"/>
              <a:gd name="connsiteY19" fmla="*/ 768901 h 1700420"/>
              <a:gd name="connsiteX20" fmla="*/ 1413485 w 3586394"/>
              <a:gd name="connsiteY20" fmla="*/ 1027144 h 1700420"/>
              <a:gd name="connsiteX21" fmla="*/ 1416371 w 3586394"/>
              <a:gd name="connsiteY21" fmla="*/ 1142381 h 1700420"/>
              <a:gd name="connsiteX22" fmla="*/ 1330753 w 3586394"/>
              <a:gd name="connsiteY22" fmla="*/ 1212823 h 1700420"/>
              <a:gd name="connsiteX23" fmla="*/ 957414 w 3586394"/>
              <a:gd name="connsiteY23" fmla="*/ 565522 h 1700420"/>
              <a:gd name="connsiteX24" fmla="*/ 2897286 w 3586394"/>
              <a:gd name="connsiteY24" fmla="*/ 518867 h 1700420"/>
              <a:gd name="connsiteX25" fmla="*/ 3111543 w 3586394"/>
              <a:gd name="connsiteY25" fmla="*/ 646527 h 1700420"/>
              <a:gd name="connsiteX26" fmla="*/ 3022626 w 3586394"/>
              <a:gd name="connsiteY26" fmla="*/ 748034 h 1700420"/>
              <a:gd name="connsiteX27" fmla="*/ 2881993 w 3586394"/>
              <a:gd name="connsiteY27" fmla="*/ 762851 h 1700420"/>
              <a:gd name="connsiteX28" fmla="*/ 2444674 w 3586394"/>
              <a:gd name="connsiteY28" fmla="*/ 754055 h 1700420"/>
              <a:gd name="connsiteX29" fmla="*/ 2295457 w 3586394"/>
              <a:gd name="connsiteY29" fmla="*/ 757566 h 1700420"/>
              <a:gd name="connsiteX30" fmla="*/ 2897286 w 3586394"/>
              <a:gd name="connsiteY30" fmla="*/ 518867 h 1700420"/>
              <a:gd name="connsiteX31" fmla="*/ 2378229 w 3586394"/>
              <a:gd name="connsiteY31" fmla="*/ 225397 h 1700420"/>
              <a:gd name="connsiteX32" fmla="*/ 2457295 w 3586394"/>
              <a:gd name="connsiteY32" fmla="*/ 245811 h 1700420"/>
              <a:gd name="connsiteX33" fmla="*/ 2504044 w 3586394"/>
              <a:gd name="connsiteY33" fmla="*/ 386054 h 1700420"/>
              <a:gd name="connsiteX34" fmla="*/ 2456292 w 3586394"/>
              <a:gd name="connsiteY34" fmla="*/ 423313 h 1700420"/>
              <a:gd name="connsiteX35" fmla="*/ 1660312 w 3586394"/>
              <a:gd name="connsiteY35" fmla="*/ 550354 h 1700420"/>
              <a:gd name="connsiteX36" fmla="*/ 1558326 w 3586394"/>
              <a:gd name="connsiteY36" fmla="*/ 575618 h 1700420"/>
              <a:gd name="connsiteX37" fmla="*/ 1608648 w 3586394"/>
              <a:gd name="connsiteY37" fmla="*/ 585793 h 1700420"/>
              <a:gd name="connsiteX38" fmla="*/ 2766989 w 3586394"/>
              <a:gd name="connsiteY38" fmla="*/ 1047695 h 1700420"/>
              <a:gd name="connsiteX39" fmla="*/ 2767342 w 3586394"/>
              <a:gd name="connsiteY39" fmla="*/ 1048038 h 1700420"/>
              <a:gd name="connsiteX40" fmla="*/ 2808228 w 3586394"/>
              <a:gd name="connsiteY40" fmla="*/ 1057407 h 1700420"/>
              <a:gd name="connsiteX41" fmla="*/ 3568302 w 3586394"/>
              <a:gd name="connsiteY41" fmla="*/ 1499784 h 1700420"/>
              <a:gd name="connsiteX42" fmla="*/ 3520635 w 3586394"/>
              <a:gd name="connsiteY42" fmla="*/ 1663847 h 1700420"/>
              <a:gd name="connsiteX43" fmla="*/ 3404767 w 3586394"/>
              <a:gd name="connsiteY43" fmla="*/ 1642767 h 1700420"/>
              <a:gd name="connsiteX44" fmla="*/ 2877001 w 3586394"/>
              <a:gd name="connsiteY44" fmla="*/ 1228625 h 1700420"/>
              <a:gd name="connsiteX45" fmla="*/ 2784209 w 3586394"/>
              <a:gd name="connsiteY45" fmla="*/ 1096103 h 1700420"/>
              <a:gd name="connsiteX46" fmla="*/ 2477299 w 3586394"/>
              <a:gd name="connsiteY46" fmla="*/ 928574 h 1700420"/>
              <a:gd name="connsiteX47" fmla="*/ 20058 w 3586394"/>
              <a:gd name="connsiteY47" fmla="*/ 602242 h 1700420"/>
              <a:gd name="connsiteX48" fmla="*/ 471 w 3586394"/>
              <a:gd name="connsiteY48" fmla="*/ 590369 h 1700420"/>
              <a:gd name="connsiteX49" fmla="*/ 12344 w 3586394"/>
              <a:gd name="connsiteY49" fmla="*/ 570781 h 1700420"/>
              <a:gd name="connsiteX50" fmla="*/ 1433124 w 3586394"/>
              <a:gd name="connsiteY50" fmla="*/ 550304 h 1700420"/>
              <a:gd name="connsiteX51" fmla="*/ 1556063 w 3586394"/>
              <a:gd name="connsiteY51" fmla="*/ 575160 h 1700420"/>
              <a:gd name="connsiteX52" fmla="*/ 1569466 w 3586394"/>
              <a:gd name="connsiteY52" fmla="*/ 563887 h 1700420"/>
              <a:gd name="connsiteX53" fmla="*/ 2294765 w 3586394"/>
              <a:gd name="connsiteY53" fmla="*/ 230981 h 1700420"/>
              <a:gd name="connsiteX54" fmla="*/ 2378229 w 3586394"/>
              <a:gd name="connsiteY54" fmla="*/ 225397 h 1700420"/>
              <a:gd name="connsiteX55" fmla="*/ 1744725 w 3586394"/>
              <a:gd name="connsiteY55" fmla="*/ 92568 h 1700420"/>
              <a:gd name="connsiteX56" fmla="*/ 1856439 w 3586394"/>
              <a:gd name="connsiteY56" fmla="*/ 146258 h 1700420"/>
              <a:gd name="connsiteX57" fmla="*/ 1636815 w 3586394"/>
              <a:gd name="connsiteY57" fmla="*/ 330144 h 1700420"/>
              <a:gd name="connsiteX58" fmla="*/ 1333931 w 3586394"/>
              <a:gd name="connsiteY58" fmla="*/ 357644 h 1700420"/>
              <a:gd name="connsiteX59" fmla="*/ 976013 w 3586394"/>
              <a:gd name="connsiteY59" fmla="*/ 494510 h 1700420"/>
              <a:gd name="connsiteX60" fmla="*/ 1699752 w 3586394"/>
              <a:gd name="connsiteY60" fmla="*/ 97103 h 1700420"/>
              <a:gd name="connsiteX61" fmla="*/ 1744725 w 3586394"/>
              <a:gd name="connsiteY61" fmla="*/ 92568 h 1700420"/>
              <a:gd name="connsiteX62" fmla="*/ 1034439 w 3586394"/>
              <a:gd name="connsiteY62" fmla="*/ 360 h 1700420"/>
              <a:gd name="connsiteX63" fmla="*/ 1134675 w 3586394"/>
              <a:gd name="connsiteY63" fmla="*/ 44377 h 1700420"/>
              <a:gd name="connsiteX64" fmla="*/ 835489 w 3586394"/>
              <a:gd name="connsiteY64" fmla="*/ 280007 h 1700420"/>
              <a:gd name="connsiteX65" fmla="*/ 257863 w 3586394"/>
              <a:gd name="connsiteY65" fmla="*/ 523348 h 1700420"/>
              <a:gd name="connsiteX66" fmla="*/ 685096 w 3586394"/>
              <a:gd name="connsiteY66" fmla="*/ 102170 h 1700420"/>
              <a:gd name="connsiteX67" fmla="*/ 904877 w 3586394"/>
              <a:gd name="connsiteY67" fmla="*/ 14029 h 1700420"/>
              <a:gd name="connsiteX68" fmla="*/ 1034439 w 3586394"/>
              <a:gd name="connsiteY68" fmla="*/ 360 h 1700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586394" h="1700420">
                <a:moveTo>
                  <a:pt x="2254996" y="880582"/>
                </a:moveTo>
                <a:cubicBezTo>
                  <a:pt x="2530566" y="1053669"/>
                  <a:pt x="2659000" y="1242597"/>
                  <a:pt x="2749754" y="1375432"/>
                </a:cubicBezTo>
                <a:cubicBezTo>
                  <a:pt x="2892429" y="1584444"/>
                  <a:pt x="2837193" y="1704322"/>
                  <a:pt x="2743190" y="1700324"/>
                </a:cubicBezTo>
                <a:cubicBezTo>
                  <a:pt x="2649189" y="1696327"/>
                  <a:pt x="2563414" y="1638096"/>
                  <a:pt x="2504369" y="1565117"/>
                </a:cubicBezTo>
                <a:cubicBezTo>
                  <a:pt x="2445326" y="1492139"/>
                  <a:pt x="2408791" y="1404026"/>
                  <a:pt x="2371651" y="1317747"/>
                </a:cubicBezTo>
                <a:cubicBezTo>
                  <a:pt x="2312489" y="1178205"/>
                  <a:pt x="2273219" y="1031048"/>
                  <a:pt x="2254996" y="880582"/>
                </a:cubicBezTo>
                <a:close/>
                <a:moveTo>
                  <a:pt x="1558066" y="622967"/>
                </a:moveTo>
                <a:cubicBezTo>
                  <a:pt x="1558066" y="622967"/>
                  <a:pt x="2145295" y="940786"/>
                  <a:pt x="2112289" y="1350546"/>
                </a:cubicBezTo>
                <a:cubicBezTo>
                  <a:pt x="2105361" y="1435572"/>
                  <a:pt x="2024125" y="1523045"/>
                  <a:pt x="1942665" y="1499665"/>
                </a:cubicBezTo>
                <a:cubicBezTo>
                  <a:pt x="1890653" y="1484593"/>
                  <a:pt x="1815066" y="1406517"/>
                  <a:pt x="1761301" y="1287130"/>
                </a:cubicBezTo>
                <a:cubicBezTo>
                  <a:pt x="1670420" y="1073493"/>
                  <a:pt x="1602299" y="850878"/>
                  <a:pt x="1558066" y="622967"/>
                </a:cubicBezTo>
                <a:close/>
                <a:moveTo>
                  <a:pt x="314789" y="614380"/>
                </a:moveTo>
                <a:cubicBezTo>
                  <a:pt x="419975" y="635538"/>
                  <a:pt x="522513" y="668221"/>
                  <a:pt x="620569" y="711792"/>
                </a:cubicBezTo>
                <a:cubicBezTo>
                  <a:pt x="710334" y="751895"/>
                  <a:pt x="802790" y="808943"/>
                  <a:pt x="835000" y="901926"/>
                </a:cubicBezTo>
                <a:cubicBezTo>
                  <a:pt x="843536" y="922961"/>
                  <a:pt x="845251" y="946145"/>
                  <a:pt x="839901" y="968210"/>
                </a:cubicBezTo>
                <a:cubicBezTo>
                  <a:pt x="821065" y="1033947"/>
                  <a:pt x="729088" y="1040071"/>
                  <a:pt x="662458" y="1022037"/>
                </a:cubicBezTo>
                <a:cubicBezTo>
                  <a:pt x="574227" y="998307"/>
                  <a:pt x="510541" y="933067"/>
                  <a:pt x="460350" y="856302"/>
                </a:cubicBezTo>
                <a:cubicBezTo>
                  <a:pt x="396915" y="759842"/>
                  <a:pt x="314789" y="614380"/>
                  <a:pt x="314789" y="614380"/>
                </a:cubicBezTo>
                <a:close/>
                <a:moveTo>
                  <a:pt x="957414" y="565522"/>
                </a:moveTo>
                <a:cubicBezTo>
                  <a:pt x="1038808" y="633095"/>
                  <a:pt x="1120181" y="700882"/>
                  <a:pt x="1201547" y="768901"/>
                </a:cubicBezTo>
                <a:cubicBezTo>
                  <a:pt x="1288300" y="841102"/>
                  <a:pt x="1379317" y="919462"/>
                  <a:pt x="1413485" y="1027144"/>
                </a:cubicBezTo>
                <a:cubicBezTo>
                  <a:pt x="1427052" y="1064201"/>
                  <a:pt x="1428063" y="1104691"/>
                  <a:pt x="1416371" y="1142381"/>
                </a:cubicBezTo>
                <a:cubicBezTo>
                  <a:pt x="1403422" y="1179566"/>
                  <a:pt x="1368578" y="1223261"/>
                  <a:pt x="1330753" y="1212823"/>
                </a:cubicBezTo>
                <a:cubicBezTo>
                  <a:pt x="1072256" y="1139917"/>
                  <a:pt x="957414" y="565522"/>
                  <a:pt x="957414" y="565522"/>
                </a:cubicBezTo>
                <a:close/>
                <a:moveTo>
                  <a:pt x="2897286" y="518867"/>
                </a:moveTo>
                <a:cubicBezTo>
                  <a:pt x="3050940" y="514906"/>
                  <a:pt x="3117428" y="585044"/>
                  <a:pt x="3111543" y="646527"/>
                </a:cubicBezTo>
                <a:cubicBezTo>
                  <a:pt x="3103275" y="694356"/>
                  <a:pt x="3068950" y="733543"/>
                  <a:pt x="3022626" y="748034"/>
                </a:cubicBezTo>
                <a:cubicBezTo>
                  <a:pt x="2977084" y="761713"/>
                  <a:pt x="2929383" y="766738"/>
                  <a:pt x="2881993" y="762851"/>
                </a:cubicBezTo>
                <a:lnTo>
                  <a:pt x="2444674" y="754055"/>
                </a:lnTo>
                <a:cubicBezTo>
                  <a:pt x="2394910" y="752273"/>
                  <a:pt x="2345082" y="753447"/>
                  <a:pt x="2295457" y="757566"/>
                </a:cubicBezTo>
                <a:cubicBezTo>
                  <a:pt x="2487697" y="578041"/>
                  <a:pt x="2788305" y="522246"/>
                  <a:pt x="2897286" y="518867"/>
                </a:cubicBezTo>
                <a:close/>
                <a:moveTo>
                  <a:pt x="2378229" y="225397"/>
                </a:moveTo>
                <a:cubicBezTo>
                  <a:pt x="2405955" y="226741"/>
                  <a:pt x="2432948" y="232419"/>
                  <a:pt x="2457295" y="245811"/>
                </a:cubicBezTo>
                <a:cubicBezTo>
                  <a:pt x="2505989" y="272595"/>
                  <a:pt x="2535928" y="340508"/>
                  <a:pt x="2504044" y="386054"/>
                </a:cubicBezTo>
                <a:cubicBezTo>
                  <a:pt x="2491382" y="402162"/>
                  <a:pt x="2474995" y="414948"/>
                  <a:pt x="2456292" y="423313"/>
                </a:cubicBezTo>
                <a:cubicBezTo>
                  <a:pt x="2266487" y="521061"/>
                  <a:pt x="1921241" y="500459"/>
                  <a:pt x="1660312" y="550354"/>
                </a:cubicBezTo>
                <a:lnTo>
                  <a:pt x="1558326" y="575618"/>
                </a:lnTo>
                <a:lnTo>
                  <a:pt x="1608648" y="585793"/>
                </a:lnTo>
                <a:cubicBezTo>
                  <a:pt x="2016321" y="677920"/>
                  <a:pt x="2409764" y="834857"/>
                  <a:pt x="2766989" y="1047695"/>
                </a:cubicBezTo>
                <a:lnTo>
                  <a:pt x="2767342" y="1048038"/>
                </a:lnTo>
                <a:lnTo>
                  <a:pt x="2808228" y="1057407"/>
                </a:lnTo>
                <a:cubicBezTo>
                  <a:pt x="2983735" y="1101173"/>
                  <a:pt x="3373857" y="1226571"/>
                  <a:pt x="3568302" y="1499784"/>
                </a:cubicBezTo>
                <a:cubicBezTo>
                  <a:pt x="3605978" y="1552650"/>
                  <a:pt x="3582285" y="1643431"/>
                  <a:pt x="3520635" y="1663847"/>
                </a:cubicBezTo>
                <a:cubicBezTo>
                  <a:pt x="3482657" y="1676148"/>
                  <a:pt x="3441387" y="1660101"/>
                  <a:pt x="3404767" y="1642767"/>
                </a:cubicBezTo>
                <a:cubicBezTo>
                  <a:pt x="3199570" y="1545008"/>
                  <a:pt x="3019577" y="1403251"/>
                  <a:pt x="2877001" y="1228625"/>
                </a:cubicBezTo>
                <a:lnTo>
                  <a:pt x="2784209" y="1096103"/>
                </a:lnTo>
                <a:lnTo>
                  <a:pt x="2477299" y="928574"/>
                </a:lnTo>
                <a:cubicBezTo>
                  <a:pt x="1723523" y="560599"/>
                  <a:pt x="839137" y="424499"/>
                  <a:pt x="20058" y="602242"/>
                </a:cubicBezTo>
                <a:cubicBezTo>
                  <a:pt x="11359" y="604374"/>
                  <a:pt x="2603" y="599068"/>
                  <a:pt x="471" y="590369"/>
                </a:cubicBezTo>
                <a:cubicBezTo>
                  <a:pt x="-1661" y="581670"/>
                  <a:pt x="3645" y="572912"/>
                  <a:pt x="12344" y="570781"/>
                </a:cubicBezTo>
                <a:cubicBezTo>
                  <a:pt x="478545" y="468778"/>
                  <a:pt x="963077" y="466386"/>
                  <a:pt x="1433124" y="550304"/>
                </a:cubicBezTo>
                <a:lnTo>
                  <a:pt x="1556063" y="575160"/>
                </a:lnTo>
                <a:lnTo>
                  <a:pt x="1569466" y="563887"/>
                </a:lnTo>
                <a:cubicBezTo>
                  <a:pt x="1638847" y="506977"/>
                  <a:pt x="1938630" y="276489"/>
                  <a:pt x="2294765" y="230981"/>
                </a:cubicBezTo>
                <a:cubicBezTo>
                  <a:pt x="2322043" y="227041"/>
                  <a:pt x="2350503" y="224053"/>
                  <a:pt x="2378229" y="225397"/>
                </a:cubicBezTo>
                <a:close/>
                <a:moveTo>
                  <a:pt x="1744725" y="92568"/>
                </a:moveTo>
                <a:cubicBezTo>
                  <a:pt x="1790432" y="90660"/>
                  <a:pt x="1835673" y="99612"/>
                  <a:pt x="1856439" y="146258"/>
                </a:cubicBezTo>
                <a:cubicBezTo>
                  <a:pt x="1884127" y="208454"/>
                  <a:pt x="1736314" y="309811"/>
                  <a:pt x="1636815" y="330144"/>
                </a:cubicBezTo>
                <a:cubicBezTo>
                  <a:pt x="1537316" y="350476"/>
                  <a:pt x="1433807" y="339877"/>
                  <a:pt x="1333931" y="357644"/>
                </a:cubicBezTo>
                <a:cubicBezTo>
                  <a:pt x="1207104" y="380445"/>
                  <a:pt x="1085690" y="426869"/>
                  <a:pt x="976013" y="494510"/>
                </a:cubicBezTo>
                <a:cubicBezTo>
                  <a:pt x="1035802" y="332429"/>
                  <a:pt x="1468349" y="130835"/>
                  <a:pt x="1699752" y="97103"/>
                </a:cubicBezTo>
                <a:cubicBezTo>
                  <a:pt x="1714203" y="95047"/>
                  <a:pt x="1729490" y="93204"/>
                  <a:pt x="1744725" y="92568"/>
                </a:cubicBezTo>
                <a:close/>
                <a:moveTo>
                  <a:pt x="1034439" y="360"/>
                </a:moveTo>
                <a:cubicBezTo>
                  <a:pt x="1077424" y="2470"/>
                  <a:pt x="1115522" y="14193"/>
                  <a:pt x="1134675" y="44377"/>
                </a:cubicBezTo>
                <a:cubicBezTo>
                  <a:pt x="1172981" y="104744"/>
                  <a:pt x="955007" y="233547"/>
                  <a:pt x="835489" y="280007"/>
                </a:cubicBezTo>
                <a:cubicBezTo>
                  <a:pt x="713726" y="327199"/>
                  <a:pt x="258042" y="523188"/>
                  <a:pt x="257863" y="523348"/>
                </a:cubicBezTo>
                <a:cubicBezTo>
                  <a:pt x="295950" y="446380"/>
                  <a:pt x="314769" y="364514"/>
                  <a:pt x="685096" y="102170"/>
                </a:cubicBezTo>
                <a:cubicBezTo>
                  <a:pt x="751643" y="58226"/>
                  <a:pt x="826411" y="28239"/>
                  <a:pt x="904877" y="14029"/>
                </a:cubicBezTo>
                <a:cubicBezTo>
                  <a:pt x="943580" y="5754"/>
                  <a:pt x="991454" y="-1750"/>
                  <a:pt x="1034439" y="360"/>
                </a:cubicBezTo>
                <a:close/>
              </a:path>
            </a:pathLst>
          </a:custGeom>
          <a:solidFill>
            <a:schemeClr val="accent5">
              <a:lumMod val="90000"/>
            </a:schemeClr>
          </a:solidFill>
          <a:ln w="2395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3CE60-74FD-C32B-BEFA-B6B943FB645C}"/>
              </a:ext>
            </a:extLst>
          </p:cNvPr>
          <p:cNvSpPr/>
          <p:nvPr userDrawn="1"/>
        </p:nvSpPr>
        <p:spPr>
          <a:xfrm rot="497064">
            <a:off x="3992880" y="399425"/>
            <a:ext cx="4195915" cy="604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CAB826-1CDF-BB83-FFB6-4D92726064D0}"/>
              </a:ext>
            </a:extLst>
          </p:cNvPr>
          <p:cNvSpPr/>
          <p:nvPr userDrawn="1"/>
        </p:nvSpPr>
        <p:spPr>
          <a:xfrm rot="21149862">
            <a:off x="363443" y="652968"/>
            <a:ext cx="4195915" cy="5136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367075-DE7E-6AC6-9D88-E15303ADFEC2}"/>
              </a:ext>
            </a:extLst>
          </p:cNvPr>
          <p:cNvSpPr/>
          <p:nvPr userDrawn="1"/>
        </p:nvSpPr>
        <p:spPr>
          <a:xfrm rot="239088">
            <a:off x="7689120" y="1357095"/>
            <a:ext cx="4195915" cy="5136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E6412A03-D69E-FE04-CF40-4E74E94D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96054E4C-7EEB-2DDC-4601-B5723DFAB8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835" y="591755"/>
            <a:ext cx="4487457" cy="5233289"/>
          </a:xfrm>
          <a:custGeom>
            <a:avLst/>
            <a:gdLst>
              <a:gd name="connsiteX0" fmla="*/ 643894 w 4487457"/>
              <a:gd name="connsiteY0" fmla="*/ 4354926 h 5233289"/>
              <a:gd name="connsiteX1" fmla="*/ 647457 w 4487457"/>
              <a:gd name="connsiteY1" fmla="*/ 4397734 h 5233289"/>
              <a:gd name="connsiteX2" fmla="*/ 645441 w 4487457"/>
              <a:gd name="connsiteY2" fmla="*/ 4398025 h 5233289"/>
              <a:gd name="connsiteX3" fmla="*/ 639314 w 4487457"/>
              <a:gd name="connsiteY3" fmla="*/ 4355588 h 5233289"/>
              <a:gd name="connsiteX4" fmla="*/ 643894 w 4487457"/>
              <a:gd name="connsiteY4" fmla="*/ 4354926 h 5233289"/>
              <a:gd name="connsiteX5" fmla="*/ 638485 w 4487457"/>
              <a:gd name="connsiteY5" fmla="*/ 4327830 h 5233289"/>
              <a:gd name="connsiteX6" fmla="*/ 641346 w 4487457"/>
              <a:gd name="connsiteY6" fmla="*/ 4330807 h 5233289"/>
              <a:gd name="connsiteX7" fmla="*/ 638032 w 4487457"/>
              <a:gd name="connsiteY7" fmla="*/ 4335053 h 5233289"/>
              <a:gd name="connsiteX8" fmla="*/ 636163 w 4487457"/>
              <a:gd name="connsiteY8" fmla="*/ 4331180 h 5233289"/>
              <a:gd name="connsiteX9" fmla="*/ 526567 w 4487457"/>
              <a:gd name="connsiteY9" fmla="*/ 4018596 h 5233289"/>
              <a:gd name="connsiteX10" fmla="*/ 533082 w 4487457"/>
              <a:gd name="connsiteY10" fmla="*/ 4023976 h 5233289"/>
              <a:gd name="connsiteX11" fmla="*/ 529173 w 4487457"/>
              <a:gd name="connsiteY11" fmla="*/ 4031885 h 5233289"/>
              <a:gd name="connsiteX12" fmla="*/ 523745 w 4487457"/>
              <a:gd name="connsiteY12" fmla="*/ 4027961 h 5233289"/>
              <a:gd name="connsiteX13" fmla="*/ 526653 w 4487457"/>
              <a:gd name="connsiteY13" fmla="*/ 4018311 h 5233289"/>
              <a:gd name="connsiteX14" fmla="*/ 526567 w 4487457"/>
              <a:gd name="connsiteY14" fmla="*/ 4018596 h 5233289"/>
              <a:gd name="connsiteX15" fmla="*/ 526286 w 4487457"/>
              <a:gd name="connsiteY15" fmla="*/ 4018364 h 5233289"/>
              <a:gd name="connsiteX16" fmla="*/ 495240 w 4487457"/>
              <a:gd name="connsiteY16" fmla="*/ 3988567 h 5233289"/>
              <a:gd name="connsiteX17" fmla="*/ 495320 w 4487457"/>
              <a:gd name="connsiteY17" fmla="*/ 3989120 h 5233289"/>
              <a:gd name="connsiteX18" fmla="*/ 524621 w 4487457"/>
              <a:gd name="connsiteY18" fmla="*/ 4001652 h 5233289"/>
              <a:gd name="connsiteX19" fmla="*/ 502004 w 4487457"/>
              <a:gd name="connsiteY19" fmla="*/ 4023754 h 5233289"/>
              <a:gd name="connsiteX20" fmla="*/ 490434 w 4487457"/>
              <a:gd name="connsiteY20" fmla="*/ 3992839 h 5233289"/>
              <a:gd name="connsiteX21" fmla="*/ 495240 w 4487457"/>
              <a:gd name="connsiteY21" fmla="*/ 3988567 h 5233289"/>
              <a:gd name="connsiteX22" fmla="*/ 515102 w 4487457"/>
              <a:gd name="connsiteY22" fmla="*/ 3946568 h 5233289"/>
              <a:gd name="connsiteX23" fmla="*/ 523490 w 4487457"/>
              <a:gd name="connsiteY23" fmla="*/ 3967911 h 5233289"/>
              <a:gd name="connsiteX24" fmla="*/ 492110 w 4487457"/>
              <a:gd name="connsiteY24" fmla="*/ 3951347 h 5233289"/>
              <a:gd name="connsiteX25" fmla="*/ 515102 w 4487457"/>
              <a:gd name="connsiteY25" fmla="*/ 3946568 h 5233289"/>
              <a:gd name="connsiteX26" fmla="*/ 495986 w 4487457"/>
              <a:gd name="connsiteY26" fmla="*/ 3889148 h 5233289"/>
              <a:gd name="connsiteX27" fmla="*/ 512724 w 4487457"/>
              <a:gd name="connsiteY27" fmla="*/ 3892052 h 5233289"/>
              <a:gd name="connsiteX28" fmla="*/ 480250 w 4487457"/>
              <a:gd name="connsiteY28" fmla="*/ 3899001 h 5233289"/>
              <a:gd name="connsiteX29" fmla="*/ 480223 w 4487457"/>
              <a:gd name="connsiteY29" fmla="*/ 3898817 h 5233289"/>
              <a:gd name="connsiteX30" fmla="*/ 495986 w 4487457"/>
              <a:gd name="connsiteY30" fmla="*/ 3889148 h 5233289"/>
              <a:gd name="connsiteX31" fmla="*/ 580904 w 4487457"/>
              <a:gd name="connsiteY31" fmla="*/ 3747721 h 5233289"/>
              <a:gd name="connsiteX32" fmla="*/ 575774 w 4487457"/>
              <a:gd name="connsiteY32" fmla="*/ 3748462 h 5233289"/>
              <a:gd name="connsiteX33" fmla="*/ 578172 w 4487457"/>
              <a:gd name="connsiteY33" fmla="*/ 3765068 h 5233289"/>
              <a:gd name="connsiteX34" fmla="*/ 583302 w 4487457"/>
              <a:gd name="connsiteY34" fmla="*/ 3764327 h 5233289"/>
              <a:gd name="connsiteX35" fmla="*/ 466049 w 4487457"/>
              <a:gd name="connsiteY35" fmla="*/ 3709988 h 5233289"/>
              <a:gd name="connsiteX36" fmla="*/ 471245 w 4487457"/>
              <a:gd name="connsiteY36" fmla="*/ 3711004 h 5233289"/>
              <a:gd name="connsiteX37" fmla="*/ 477977 w 4487457"/>
              <a:gd name="connsiteY37" fmla="*/ 3722652 h 5233289"/>
              <a:gd name="connsiteX38" fmla="*/ 465629 w 4487457"/>
              <a:gd name="connsiteY38" fmla="*/ 3736866 h 5233289"/>
              <a:gd name="connsiteX39" fmla="*/ 465709 w 4487457"/>
              <a:gd name="connsiteY39" fmla="*/ 3737420 h 5233289"/>
              <a:gd name="connsiteX40" fmla="*/ 462452 w 4487457"/>
              <a:gd name="connsiteY40" fmla="*/ 3712273 h 5233289"/>
              <a:gd name="connsiteX41" fmla="*/ 466049 w 4487457"/>
              <a:gd name="connsiteY41" fmla="*/ 3709988 h 5233289"/>
              <a:gd name="connsiteX42" fmla="*/ 465682 w 4487457"/>
              <a:gd name="connsiteY42" fmla="*/ 3642681 h 5233289"/>
              <a:gd name="connsiteX43" fmla="*/ 478611 w 4487457"/>
              <a:gd name="connsiteY43" fmla="*/ 3672646 h 5233289"/>
              <a:gd name="connsiteX44" fmla="*/ 459822 w 4487457"/>
              <a:gd name="connsiteY44" fmla="*/ 3644846 h 5233289"/>
              <a:gd name="connsiteX45" fmla="*/ 465682 w 4487457"/>
              <a:gd name="connsiteY45" fmla="*/ 3642681 h 5233289"/>
              <a:gd name="connsiteX46" fmla="*/ 418125 w 4487457"/>
              <a:gd name="connsiteY46" fmla="*/ 3595678 h 5233289"/>
              <a:gd name="connsiteX47" fmla="*/ 462165 w 4487457"/>
              <a:gd name="connsiteY47" fmla="*/ 3597607 h 5233289"/>
              <a:gd name="connsiteX48" fmla="*/ 468790 w 4487457"/>
              <a:gd name="connsiteY48" fmla="*/ 3618876 h 5233289"/>
              <a:gd name="connsiteX49" fmla="*/ 419342 w 4487457"/>
              <a:gd name="connsiteY49" fmla="*/ 3622249 h 5233289"/>
              <a:gd name="connsiteX50" fmla="*/ 418151 w 4487457"/>
              <a:gd name="connsiteY50" fmla="*/ 3595863 h 5233289"/>
              <a:gd name="connsiteX51" fmla="*/ 388954 w 4487457"/>
              <a:gd name="connsiteY51" fmla="*/ 3394959 h 5233289"/>
              <a:gd name="connsiteX52" fmla="*/ 420754 w 4487457"/>
              <a:gd name="connsiteY52" fmla="*/ 3401480 h 5233289"/>
              <a:gd name="connsiteX53" fmla="*/ 437441 w 4487457"/>
              <a:gd name="connsiteY53" fmla="*/ 3436741 h 5233289"/>
              <a:gd name="connsiteX54" fmla="*/ 430729 w 4487457"/>
              <a:gd name="connsiteY54" fmla="*/ 3453721 h 5233289"/>
              <a:gd name="connsiteX55" fmla="*/ 427717 w 4487457"/>
              <a:gd name="connsiteY55" fmla="*/ 3455606 h 5233289"/>
              <a:gd name="connsiteX56" fmla="*/ 411370 w 4487457"/>
              <a:gd name="connsiteY56" fmla="*/ 3449171 h 5233289"/>
              <a:gd name="connsiteX57" fmla="*/ 388138 w 4487457"/>
              <a:gd name="connsiteY57" fmla="*/ 3403553 h 5233289"/>
              <a:gd name="connsiteX58" fmla="*/ 388954 w 4487457"/>
              <a:gd name="connsiteY58" fmla="*/ 3394959 h 5233289"/>
              <a:gd name="connsiteX59" fmla="*/ 365933 w 4487457"/>
              <a:gd name="connsiteY59" fmla="*/ 3287651 h 5233289"/>
              <a:gd name="connsiteX60" fmla="*/ 367440 w 4487457"/>
              <a:gd name="connsiteY60" fmla="*/ 3292587 h 5233289"/>
              <a:gd name="connsiteX61" fmla="*/ 397970 w 4487457"/>
              <a:gd name="connsiteY61" fmla="*/ 3314924 h 5233289"/>
              <a:gd name="connsiteX62" fmla="*/ 425669 w 4487457"/>
              <a:gd name="connsiteY62" fmla="*/ 3315069 h 5233289"/>
              <a:gd name="connsiteX63" fmla="*/ 405211 w 4487457"/>
              <a:gd name="connsiteY63" fmla="*/ 3352115 h 5233289"/>
              <a:gd name="connsiteX64" fmla="*/ 386224 w 4487457"/>
              <a:gd name="connsiteY64" fmla="*/ 3350147 h 5233289"/>
              <a:gd name="connsiteX65" fmla="*/ 382044 w 4487457"/>
              <a:gd name="connsiteY65" fmla="*/ 3374296 h 5233289"/>
              <a:gd name="connsiteX66" fmla="*/ 376680 w 4487457"/>
              <a:gd name="connsiteY66" fmla="*/ 3369258 h 5233289"/>
              <a:gd name="connsiteX67" fmla="*/ 395315 w 4487457"/>
              <a:gd name="connsiteY67" fmla="*/ 3205873 h 5233289"/>
              <a:gd name="connsiteX68" fmla="*/ 407719 w 4487457"/>
              <a:gd name="connsiteY68" fmla="*/ 3224424 h 5233289"/>
              <a:gd name="connsiteX69" fmla="*/ 420722 w 4487457"/>
              <a:gd name="connsiteY69" fmla="*/ 3262667 h 5233289"/>
              <a:gd name="connsiteX70" fmla="*/ 417574 w 4487457"/>
              <a:gd name="connsiteY70" fmla="*/ 3281015 h 5233289"/>
              <a:gd name="connsiteX71" fmla="*/ 392811 w 4487457"/>
              <a:gd name="connsiteY71" fmla="*/ 3283083 h 5233289"/>
              <a:gd name="connsiteX72" fmla="*/ 388009 w 4487457"/>
              <a:gd name="connsiteY72" fmla="*/ 3267955 h 5233289"/>
              <a:gd name="connsiteX73" fmla="*/ 377124 w 4487457"/>
              <a:gd name="connsiteY73" fmla="*/ 3249561 h 5233289"/>
              <a:gd name="connsiteX74" fmla="*/ 362252 w 4487457"/>
              <a:gd name="connsiteY74" fmla="*/ 3259696 h 5233289"/>
              <a:gd name="connsiteX75" fmla="*/ 357523 w 4487457"/>
              <a:gd name="connsiteY75" fmla="*/ 3223791 h 5233289"/>
              <a:gd name="connsiteX76" fmla="*/ 360273 w 4487457"/>
              <a:gd name="connsiteY76" fmla="*/ 3222234 h 5233289"/>
              <a:gd name="connsiteX77" fmla="*/ 395315 w 4487457"/>
              <a:gd name="connsiteY77" fmla="*/ 3205873 h 5233289"/>
              <a:gd name="connsiteX78" fmla="*/ 400940 w 4487457"/>
              <a:gd name="connsiteY78" fmla="*/ 3130849 h 5233289"/>
              <a:gd name="connsiteX79" fmla="*/ 374349 w 4487457"/>
              <a:gd name="connsiteY79" fmla="*/ 3155219 h 5233289"/>
              <a:gd name="connsiteX80" fmla="*/ 419721 w 4487457"/>
              <a:gd name="connsiteY80" fmla="*/ 3166373 h 5233289"/>
              <a:gd name="connsiteX81" fmla="*/ 410566 w 4487457"/>
              <a:gd name="connsiteY81" fmla="*/ 3137934 h 5233289"/>
              <a:gd name="connsiteX82" fmla="*/ 331094 w 4487457"/>
              <a:gd name="connsiteY82" fmla="*/ 2871209 h 5233289"/>
              <a:gd name="connsiteX83" fmla="*/ 325248 w 4487457"/>
              <a:gd name="connsiteY83" fmla="*/ 2909724 h 5233289"/>
              <a:gd name="connsiteX84" fmla="*/ 316263 w 4487457"/>
              <a:gd name="connsiteY84" fmla="*/ 2910484 h 5233289"/>
              <a:gd name="connsiteX85" fmla="*/ 311772 w 4487457"/>
              <a:gd name="connsiteY85" fmla="*/ 2876382 h 5233289"/>
              <a:gd name="connsiteX86" fmla="*/ 323862 w 4487457"/>
              <a:gd name="connsiteY86" fmla="*/ 2795215 h 5233289"/>
              <a:gd name="connsiteX87" fmla="*/ 318262 w 4487457"/>
              <a:gd name="connsiteY87" fmla="*/ 2796589 h 5233289"/>
              <a:gd name="connsiteX88" fmla="*/ 335549 w 4487457"/>
              <a:gd name="connsiteY88" fmla="*/ 2841182 h 5233289"/>
              <a:gd name="connsiteX89" fmla="*/ 353778 w 4487457"/>
              <a:gd name="connsiteY89" fmla="*/ 2729114 h 5233289"/>
              <a:gd name="connsiteX90" fmla="*/ 336791 w 4487457"/>
              <a:gd name="connsiteY90" fmla="*/ 2730625 h 5233289"/>
              <a:gd name="connsiteX91" fmla="*/ 337640 w 4487457"/>
              <a:gd name="connsiteY91" fmla="*/ 2735212 h 5233289"/>
              <a:gd name="connsiteX92" fmla="*/ 354497 w 4487457"/>
              <a:gd name="connsiteY92" fmla="*/ 2734096 h 5233289"/>
              <a:gd name="connsiteX93" fmla="*/ 304910 w 4487457"/>
              <a:gd name="connsiteY93" fmla="*/ 2660075 h 5233289"/>
              <a:gd name="connsiteX94" fmla="*/ 314249 w 4487457"/>
              <a:gd name="connsiteY94" fmla="*/ 2688487 h 5233289"/>
              <a:gd name="connsiteX95" fmla="*/ 314065 w 4487457"/>
              <a:gd name="connsiteY95" fmla="*/ 2688514 h 5233289"/>
              <a:gd name="connsiteX96" fmla="*/ 323875 w 4487457"/>
              <a:gd name="connsiteY96" fmla="*/ 2705932 h 5233289"/>
              <a:gd name="connsiteX97" fmla="*/ 338777 w 4487457"/>
              <a:gd name="connsiteY97" fmla="*/ 2718473 h 5233289"/>
              <a:gd name="connsiteX98" fmla="*/ 346715 w 4487457"/>
              <a:gd name="connsiteY98" fmla="*/ 2699621 h 5233289"/>
              <a:gd name="connsiteX99" fmla="*/ 304910 w 4487457"/>
              <a:gd name="connsiteY99" fmla="*/ 2660075 h 5233289"/>
              <a:gd name="connsiteX100" fmla="*/ 344165 w 4487457"/>
              <a:gd name="connsiteY100" fmla="*/ 2622386 h 5233289"/>
              <a:gd name="connsiteX101" fmla="*/ 334046 w 4487457"/>
              <a:gd name="connsiteY101" fmla="*/ 2627426 h 5233289"/>
              <a:gd name="connsiteX102" fmla="*/ 344218 w 4487457"/>
              <a:gd name="connsiteY102" fmla="*/ 2633115 h 5233289"/>
              <a:gd name="connsiteX103" fmla="*/ 344192 w 4487457"/>
              <a:gd name="connsiteY103" fmla="*/ 2632930 h 5233289"/>
              <a:gd name="connsiteX104" fmla="*/ 351143 w 4487457"/>
              <a:gd name="connsiteY104" fmla="*/ 2627972 h 5233289"/>
              <a:gd name="connsiteX105" fmla="*/ 344165 w 4487457"/>
              <a:gd name="connsiteY105" fmla="*/ 2622386 h 5233289"/>
              <a:gd name="connsiteX106" fmla="*/ 295911 w 4487457"/>
              <a:gd name="connsiteY106" fmla="*/ 2621067 h 5233289"/>
              <a:gd name="connsiteX107" fmla="*/ 294441 w 4487457"/>
              <a:gd name="connsiteY107" fmla="*/ 2640680 h 5233289"/>
              <a:gd name="connsiteX108" fmla="*/ 293449 w 4487457"/>
              <a:gd name="connsiteY108" fmla="*/ 2641576 h 5233289"/>
              <a:gd name="connsiteX109" fmla="*/ 316992 w 4487457"/>
              <a:gd name="connsiteY109" fmla="*/ 2640678 h 5233289"/>
              <a:gd name="connsiteX110" fmla="*/ 319826 w 4487457"/>
              <a:gd name="connsiteY110" fmla="*/ 2636448 h 5233289"/>
              <a:gd name="connsiteX111" fmla="*/ 295911 w 4487457"/>
              <a:gd name="connsiteY111" fmla="*/ 2621067 h 5233289"/>
              <a:gd name="connsiteX112" fmla="*/ 321682 w 4487457"/>
              <a:gd name="connsiteY112" fmla="*/ 2603972 h 5233289"/>
              <a:gd name="connsiteX113" fmla="*/ 316553 w 4487457"/>
              <a:gd name="connsiteY113" fmla="*/ 2604713 h 5233289"/>
              <a:gd name="connsiteX114" fmla="*/ 318658 w 4487457"/>
              <a:gd name="connsiteY114" fmla="*/ 2619289 h 5233289"/>
              <a:gd name="connsiteX115" fmla="*/ 326195 w 4487457"/>
              <a:gd name="connsiteY115" fmla="*/ 2618389 h 5233289"/>
              <a:gd name="connsiteX116" fmla="*/ 357007 w 4487457"/>
              <a:gd name="connsiteY116" fmla="*/ 2596046 h 5233289"/>
              <a:gd name="connsiteX117" fmla="*/ 334513 w 4487457"/>
              <a:gd name="connsiteY117" fmla="*/ 2615116 h 5233289"/>
              <a:gd name="connsiteX118" fmla="*/ 359771 w 4487457"/>
              <a:gd name="connsiteY118" fmla="*/ 2602240 h 5233289"/>
              <a:gd name="connsiteX119" fmla="*/ 309620 w 4487457"/>
              <a:gd name="connsiteY119" fmla="*/ 2282118 h 5233289"/>
              <a:gd name="connsiteX120" fmla="*/ 303524 w 4487457"/>
              <a:gd name="connsiteY120" fmla="*/ 2283940 h 5233289"/>
              <a:gd name="connsiteX121" fmla="*/ 318279 w 4487457"/>
              <a:gd name="connsiteY121" fmla="*/ 2311005 h 5233289"/>
              <a:gd name="connsiteX122" fmla="*/ 252881 w 4487457"/>
              <a:gd name="connsiteY122" fmla="*/ 2080860 h 5233289"/>
              <a:gd name="connsiteX123" fmla="*/ 242717 w 4487457"/>
              <a:gd name="connsiteY123" fmla="*/ 2110203 h 5233289"/>
              <a:gd name="connsiteX124" fmla="*/ 259229 w 4487457"/>
              <a:gd name="connsiteY124" fmla="*/ 2108149 h 5233289"/>
              <a:gd name="connsiteX125" fmla="*/ 266197 w 4487457"/>
              <a:gd name="connsiteY125" fmla="*/ 2099250 h 5233289"/>
              <a:gd name="connsiteX126" fmla="*/ 266200 w 4487457"/>
              <a:gd name="connsiteY126" fmla="*/ 2099279 h 5233289"/>
              <a:gd name="connsiteX127" fmla="*/ 266670 w 4487457"/>
              <a:gd name="connsiteY127" fmla="*/ 2098646 h 5233289"/>
              <a:gd name="connsiteX128" fmla="*/ 266197 w 4487457"/>
              <a:gd name="connsiteY128" fmla="*/ 2099250 h 5233289"/>
              <a:gd name="connsiteX129" fmla="*/ 265427 w 4487457"/>
              <a:gd name="connsiteY129" fmla="*/ 2088583 h 5233289"/>
              <a:gd name="connsiteX130" fmla="*/ 252881 w 4487457"/>
              <a:gd name="connsiteY130" fmla="*/ 2080860 h 5233289"/>
              <a:gd name="connsiteX131" fmla="*/ 228581 w 4487457"/>
              <a:gd name="connsiteY131" fmla="*/ 1985105 h 5233289"/>
              <a:gd name="connsiteX132" fmla="*/ 239051 w 4487457"/>
              <a:gd name="connsiteY132" fmla="*/ 2057616 h 5233289"/>
              <a:gd name="connsiteX133" fmla="*/ 256692 w 4487457"/>
              <a:gd name="connsiteY133" fmla="*/ 2034727 h 5233289"/>
              <a:gd name="connsiteX134" fmla="*/ 257058 w 4487457"/>
              <a:gd name="connsiteY134" fmla="*/ 2034674 h 5233289"/>
              <a:gd name="connsiteX135" fmla="*/ 251990 w 4487457"/>
              <a:gd name="connsiteY135" fmla="*/ 2017700 h 5233289"/>
              <a:gd name="connsiteX136" fmla="*/ 228581 w 4487457"/>
              <a:gd name="connsiteY136" fmla="*/ 1985105 h 5233289"/>
              <a:gd name="connsiteX137" fmla="*/ 93821 w 4487457"/>
              <a:gd name="connsiteY137" fmla="*/ 1071260 h 5233289"/>
              <a:gd name="connsiteX138" fmla="*/ 87277 w 4487457"/>
              <a:gd name="connsiteY138" fmla="*/ 1071263 h 5233289"/>
              <a:gd name="connsiteX139" fmla="*/ 86560 w 4487457"/>
              <a:gd name="connsiteY139" fmla="*/ 1088319 h 5233289"/>
              <a:gd name="connsiteX140" fmla="*/ 94441 w 4487457"/>
              <a:gd name="connsiteY140" fmla="*/ 1088499 h 5233289"/>
              <a:gd name="connsiteX141" fmla="*/ 3864837 w 4487457"/>
              <a:gd name="connsiteY141" fmla="*/ 0 h 5233289"/>
              <a:gd name="connsiteX142" fmla="*/ 4487457 w 4487457"/>
              <a:gd name="connsiteY142" fmla="*/ 4727796 h 5233289"/>
              <a:gd name="connsiteX143" fmla="*/ 3083094 w 4487457"/>
              <a:gd name="connsiteY143" fmla="*/ 4912741 h 5233289"/>
              <a:gd name="connsiteX144" fmla="*/ 3058583 w 4487457"/>
              <a:gd name="connsiteY144" fmla="*/ 4863266 h 5233289"/>
              <a:gd name="connsiteX145" fmla="*/ 2925256 w 4487457"/>
              <a:gd name="connsiteY145" fmla="*/ 4727784 h 5233289"/>
              <a:gd name="connsiteX146" fmla="*/ 2895002 w 4487457"/>
              <a:gd name="connsiteY146" fmla="*/ 4723005 h 5233289"/>
              <a:gd name="connsiteX147" fmla="*/ 2750876 w 4487457"/>
              <a:gd name="connsiteY147" fmla="*/ 4871314 h 5233289"/>
              <a:gd name="connsiteX148" fmla="*/ 2749202 w 4487457"/>
              <a:gd name="connsiteY148" fmla="*/ 4946997 h 5233289"/>
              <a:gd name="connsiteX149" fmla="*/ 2750647 w 4487457"/>
              <a:gd name="connsiteY149" fmla="*/ 4956522 h 5233289"/>
              <a:gd name="connsiteX150" fmla="*/ 2522088 w 4487457"/>
              <a:gd name="connsiteY150" fmla="*/ 4986622 h 5233289"/>
              <a:gd name="connsiteX151" fmla="*/ 2490586 w 4487457"/>
              <a:gd name="connsiteY151" fmla="*/ 4895672 h 5233289"/>
              <a:gd name="connsiteX152" fmla="*/ 2365972 w 4487457"/>
              <a:gd name="connsiteY152" fmla="*/ 4644122 h 5233289"/>
              <a:gd name="connsiteX153" fmla="*/ 2131670 w 4487457"/>
              <a:gd name="connsiteY153" fmla="*/ 4501228 h 5233289"/>
              <a:gd name="connsiteX154" fmla="*/ 2114556 w 4487457"/>
              <a:gd name="connsiteY154" fmla="*/ 4825735 h 5233289"/>
              <a:gd name="connsiteX155" fmla="*/ 2232758 w 4487457"/>
              <a:gd name="connsiteY155" fmla="*/ 4998977 h 5233289"/>
              <a:gd name="connsiteX156" fmla="*/ 2251533 w 4487457"/>
              <a:gd name="connsiteY156" fmla="*/ 5022252 h 5233289"/>
              <a:gd name="connsiteX157" fmla="*/ 2036313 w 4487457"/>
              <a:gd name="connsiteY157" fmla="*/ 5050595 h 5233289"/>
              <a:gd name="connsiteX158" fmla="*/ 1982608 w 4487457"/>
              <a:gd name="connsiteY158" fmla="*/ 4968331 h 5233289"/>
              <a:gd name="connsiteX159" fmla="*/ 1468572 w 4487457"/>
              <a:gd name="connsiteY159" fmla="*/ 4537265 h 5233289"/>
              <a:gd name="connsiteX160" fmla="*/ 1382553 w 4487457"/>
              <a:gd name="connsiteY160" fmla="*/ 4509042 h 5233289"/>
              <a:gd name="connsiteX161" fmla="*/ 1353450 w 4487457"/>
              <a:gd name="connsiteY161" fmla="*/ 4512432 h 5233289"/>
              <a:gd name="connsiteX162" fmla="*/ 1300478 w 4487457"/>
              <a:gd name="connsiteY162" fmla="*/ 4674860 h 5233289"/>
              <a:gd name="connsiteX163" fmla="*/ 1782404 w 4487457"/>
              <a:gd name="connsiteY163" fmla="*/ 5045922 h 5233289"/>
              <a:gd name="connsiteX164" fmla="*/ 1852217 w 4487457"/>
              <a:gd name="connsiteY164" fmla="*/ 5074840 h 5233289"/>
              <a:gd name="connsiteX165" fmla="*/ 649045 w 4487457"/>
              <a:gd name="connsiteY165" fmla="*/ 5233289 h 5233289"/>
              <a:gd name="connsiteX166" fmla="*/ 653790 w 4487457"/>
              <a:gd name="connsiteY166" fmla="*/ 5225537 h 5233289"/>
              <a:gd name="connsiteX167" fmla="*/ 671400 w 4487457"/>
              <a:gd name="connsiteY167" fmla="*/ 5220216 h 5233289"/>
              <a:gd name="connsiteX168" fmla="*/ 702231 w 4487457"/>
              <a:gd name="connsiteY168" fmla="*/ 5205781 h 5233289"/>
              <a:gd name="connsiteX169" fmla="*/ 715915 w 4487457"/>
              <a:gd name="connsiteY169" fmla="*/ 5171033 h 5233289"/>
              <a:gd name="connsiteX170" fmla="*/ 730821 w 4487457"/>
              <a:gd name="connsiteY170" fmla="*/ 5059257 h 5233289"/>
              <a:gd name="connsiteX171" fmla="*/ 721039 w 4487457"/>
              <a:gd name="connsiteY171" fmla="*/ 4906029 h 5233289"/>
              <a:gd name="connsiteX172" fmla="*/ 707729 w 4487457"/>
              <a:gd name="connsiteY172" fmla="*/ 4755571 h 5233289"/>
              <a:gd name="connsiteX173" fmla="*/ 672934 w 4487457"/>
              <a:gd name="connsiteY173" fmla="*/ 4556041 h 5233289"/>
              <a:gd name="connsiteX174" fmla="*/ 659608 w 4487457"/>
              <a:gd name="connsiteY174" fmla="*/ 4524627 h 5233289"/>
              <a:gd name="connsiteX175" fmla="*/ 650626 w 4487457"/>
              <a:gd name="connsiteY175" fmla="*/ 4492208 h 5233289"/>
              <a:gd name="connsiteX176" fmla="*/ 658874 w 4487457"/>
              <a:gd name="connsiteY176" fmla="*/ 4430177 h 5233289"/>
              <a:gd name="connsiteX177" fmla="*/ 661173 w 4487457"/>
              <a:gd name="connsiteY177" fmla="*/ 4417602 h 5233289"/>
              <a:gd name="connsiteX178" fmla="*/ 674724 w 4487457"/>
              <a:gd name="connsiteY178" fmla="*/ 4381930 h 5233289"/>
              <a:gd name="connsiteX179" fmla="*/ 655435 w 4487457"/>
              <a:gd name="connsiteY179" fmla="*/ 4353260 h 5233289"/>
              <a:gd name="connsiteX180" fmla="*/ 643387 w 4487457"/>
              <a:gd name="connsiteY180" fmla="*/ 4277585 h 5233289"/>
              <a:gd name="connsiteX181" fmla="*/ 634825 w 4487457"/>
              <a:gd name="connsiteY181" fmla="*/ 4308958 h 5233289"/>
              <a:gd name="connsiteX182" fmla="*/ 625733 w 4487457"/>
              <a:gd name="connsiteY182" fmla="*/ 4264124 h 5233289"/>
              <a:gd name="connsiteX183" fmla="*/ 613714 w 4487457"/>
              <a:gd name="connsiteY183" fmla="*/ 4210672 h 5233289"/>
              <a:gd name="connsiteX184" fmla="*/ 608678 w 4487457"/>
              <a:gd name="connsiteY184" fmla="*/ 4175799 h 5233289"/>
              <a:gd name="connsiteX185" fmla="*/ 608818 w 4487457"/>
              <a:gd name="connsiteY185" fmla="*/ 4158638 h 5233289"/>
              <a:gd name="connsiteX186" fmla="*/ 587076 w 4487457"/>
              <a:gd name="connsiteY186" fmla="*/ 4090956 h 5233289"/>
              <a:gd name="connsiteX187" fmla="*/ 584517 w 4487457"/>
              <a:gd name="connsiteY187" fmla="*/ 4040846 h 5233289"/>
              <a:gd name="connsiteX188" fmla="*/ 586047 w 4487457"/>
              <a:gd name="connsiteY188" fmla="*/ 3982801 h 5233289"/>
              <a:gd name="connsiteX189" fmla="*/ 582666 w 4487457"/>
              <a:gd name="connsiteY189" fmla="*/ 3939966 h 5233289"/>
              <a:gd name="connsiteX190" fmla="*/ 583589 w 4487457"/>
              <a:gd name="connsiteY190" fmla="*/ 3932111 h 5233289"/>
              <a:gd name="connsiteX191" fmla="*/ 566648 w 4487457"/>
              <a:gd name="connsiteY191" fmla="*/ 3847160 h 5233289"/>
              <a:gd name="connsiteX192" fmla="*/ 546931 w 4487457"/>
              <a:gd name="connsiteY192" fmla="*/ 3762421 h 5233289"/>
              <a:gd name="connsiteX193" fmla="*/ 533257 w 4487457"/>
              <a:gd name="connsiteY193" fmla="*/ 3696211 h 5233289"/>
              <a:gd name="connsiteX194" fmla="*/ 532472 w 4487457"/>
              <a:gd name="connsiteY194" fmla="*/ 3654509 h 5233289"/>
              <a:gd name="connsiteX195" fmla="*/ 518986 w 4487457"/>
              <a:gd name="connsiteY195" fmla="*/ 3611628 h 5233289"/>
              <a:gd name="connsiteX196" fmla="*/ 480424 w 4487457"/>
              <a:gd name="connsiteY196" fmla="*/ 3507761 h 5233289"/>
              <a:gd name="connsiteX197" fmla="*/ 474659 w 4487457"/>
              <a:gd name="connsiteY197" fmla="*/ 3505392 h 5233289"/>
              <a:gd name="connsiteX198" fmla="*/ 435020 w 4487457"/>
              <a:gd name="connsiteY198" fmla="*/ 3526184 h 5233289"/>
              <a:gd name="connsiteX199" fmla="*/ 465330 w 4487457"/>
              <a:gd name="connsiteY199" fmla="*/ 3575488 h 5233289"/>
              <a:gd name="connsiteX200" fmla="*/ 419401 w 4487457"/>
              <a:gd name="connsiteY200" fmla="*/ 3572138 h 5233289"/>
              <a:gd name="connsiteX201" fmla="*/ 439802 w 4487457"/>
              <a:gd name="connsiteY201" fmla="*/ 3564483 h 5233289"/>
              <a:gd name="connsiteX202" fmla="*/ 445809 w 4487457"/>
              <a:gd name="connsiteY202" fmla="*/ 3547794 h 5233289"/>
              <a:gd name="connsiteX203" fmla="*/ 429360 w 4487457"/>
              <a:gd name="connsiteY203" fmla="*/ 3555630 h 5233289"/>
              <a:gd name="connsiteX204" fmla="*/ 414462 w 4487457"/>
              <a:gd name="connsiteY204" fmla="*/ 3534049 h 5233289"/>
              <a:gd name="connsiteX205" fmla="*/ 403196 w 4487457"/>
              <a:gd name="connsiteY205" fmla="*/ 3533251 h 5233289"/>
              <a:gd name="connsiteX206" fmla="*/ 398396 w 4487457"/>
              <a:gd name="connsiteY206" fmla="*/ 3534150 h 5233289"/>
              <a:gd name="connsiteX207" fmla="*/ 392054 w 4487457"/>
              <a:gd name="connsiteY207" fmla="*/ 3485996 h 5233289"/>
              <a:gd name="connsiteX208" fmla="*/ 429130 w 4487457"/>
              <a:gd name="connsiteY208" fmla="*/ 3463370 h 5233289"/>
              <a:gd name="connsiteX209" fmla="*/ 471498 w 4487457"/>
              <a:gd name="connsiteY209" fmla="*/ 3497749 h 5233289"/>
              <a:gd name="connsiteX210" fmla="*/ 484282 w 4487457"/>
              <a:gd name="connsiteY210" fmla="*/ 3480081 h 5233289"/>
              <a:gd name="connsiteX211" fmla="*/ 489378 w 4487457"/>
              <a:gd name="connsiteY211" fmla="*/ 3466160 h 5233289"/>
              <a:gd name="connsiteX212" fmla="*/ 476977 w 4487457"/>
              <a:gd name="connsiteY212" fmla="*/ 3395810 h 5233289"/>
              <a:gd name="connsiteX213" fmla="*/ 455273 w 4487457"/>
              <a:gd name="connsiteY213" fmla="*/ 3375023 h 5233289"/>
              <a:gd name="connsiteX214" fmla="*/ 435967 w 4487457"/>
              <a:gd name="connsiteY214" fmla="*/ 3370842 h 5233289"/>
              <a:gd name="connsiteX215" fmla="*/ 439392 w 4487457"/>
              <a:gd name="connsiteY215" fmla="*/ 3358293 h 5233289"/>
              <a:gd name="connsiteX216" fmla="*/ 462981 w 4487457"/>
              <a:gd name="connsiteY216" fmla="*/ 3358465 h 5233289"/>
              <a:gd name="connsiteX217" fmla="*/ 458513 w 4487457"/>
              <a:gd name="connsiteY217" fmla="*/ 3299025 h 5233289"/>
              <a:gd name="connsiteX218" fmla="*/ 456728 w 4487457"/>
              <a:gd name="connsiteY218" fmla="*/ 3286663 h 5233289"/>
              <a:gd name="connsiteX219" fmla="*/ 435911 w 4487457"/>
              <a:gd name="connsiteY219" fmla="*/ 3233162 h 5233289"/>
              <a:gd name="connsiteX220" fmla="*/ 441125 w 4487457"/>
              <a:gd name="connsiteY220" fmla="*/ 3213573 h 5233289"/>
              <a:gd name="connsiteX221" fmla="*/ 439168 w 4487457"/>
              <a:gd name="connsiteY221" fmla="*/ 3196226 h 5233289"/>
              <a:gd name="connsiteX222" fmla="*/ 405158 w 4487457"/>
              <a:gd name="connsiteY222" fmla="*/ 3184674 h 5233289"/>
              <a:gd name="connsiteX223" fmla="*/ 370251 w 4487457"/>
              <a:gd name="connsiteY223" fmla="*/ 3201958 h 5233289"/>
              <a:gd name="connsiteX224" fmla="*/ 352708 w 4487457"/>
              <a:gd name="connsiteY224" fmla="*/ 3149114 h 5233289"/>
              <a:gd name="connsiteX225" fmla="*/ 348316 w 4487457"/>
              <a:gd name="connsiteY225" fmla="*/ 3153874 h 5233289"/>
              <a:gd name="connsiteX226" fmla="*/ 346094 w 4487457"/>
              <a:gd name="connsiteY226" fmla="*/ 3137006 h 5233289"/>
              <a:gd name="connsiteX227" fmla="*/ 349720 w 4487457"/>
              <a:gd name="connsiteY227" fmla="*/ 3137491 h 5233289"/>
              <a:gd name="connsiteX228" fmla="*/ 345774 w 4487457"/>
              <a:gd name="connsiteY228" fmla="*/ 3119225 h 5233289"/>
              <a:gd name="connsiteX229" fmla="*/ 343790 w 4487457"/>
              <a:gd name="connsiteY229" fmla="*/ 3119512 h 5233289"/>
              <a:gd name="connsiteX230" fmla="*/ 341974 w 4487457"/>
              <a:gd name="connsiteY230" fmla="*/ 3105716 h 5233289"/>
              <a:gd name="connsiteX231" fmla="*/ 357164 w 4487457"/>
              <a:gd name="connsiteY231" fmla="*/ 3087208 h 5233289"/>
              <a:gd name="connsiteX232" fmla="*/ 348044 w 4487457"/>
              <a:gd name="connsiteY232" fmla="*/ 3063709 h 5233289"/>
              <a:gd name="connsiteX233" fmla="*/ 339193 w 4487457"/>
              <a:gd name="connsiteY233" fmla="*/ 3052932 h 5233289"/>
              <a:gd name="connsiteX234" fmla="*/ 334304 w 4487457"/>
              <a:gd name="connsiteY234" fmla="*/ 3047475 h 5233289"/>
              <a:gd name="connsiteX235" fmla="*/ 326967 w 4487457"/>
              <a:gd name="connsiteY235" fmla="*/ 2991763 h 5233289"/>
              <a:gd name="connsiteX236" fmla="*/ 326984 w 4487457"/>
              <a:gd name="connsiteY236" fmla="*/ 2991756 h 5233289"/>
              <a:gd name="connsiteX237" fmla="*/ 332617 w 4487457"/>
              <a:gd name="connsiteY237" fmla="*/ 2977598 h 5233289"/>
              <a:gd name="connsiteX238" fmla="*/ 330246 w 4487457"/>
              <a:gd name="connsiteY238" fmla="*/ 2961176 h 5233289"/>
              <a:gd name="connsiteX239" fmla="*/ 341887 w 4487457"/>
              <a:gd name="connsiteY239" fmla="*/ 2978331 h 5233289"/>
              <a:gd name="connsiteX240" fmla="*/ 367238 w 4487457"/>
              <a:gd name="connsiteY240" fmla="*/ 3002359 h 5233289"/>
              <a:gd name="connsiteX241" fmla="*/ 382976 w 4487457"/>
              <a:gd name="connsiteY241" fmla="*/ 3003853 h 5233289"/>
              <a:gd name="connsiteX242" fmla="*/ 395133 w 4487457"/>
              <a:gd name="connsiteY242" fmla="*/ 3028468 h 5233289"/>
              <a:gd name="connsiteX243" fmla="*/ 360569 w 4487457"/>
              <a:gd name="connsiteY243" fmla="*/ 3026113 h 5233289"/>
              <a:gd name="connsiteX244" fmla="*/ 376789 w 4487457"/>
              <a:gd name="connsiteY244" fmla="*/ 3104764 h 5233289"/>
              <a:gd name="connsiteX245" fmla="*/ 403072 w 4487457"/>
              <a:gd name="connsiteY245" fmla="*/ 3114530 h 5233289"/>
              <a:gd name="connsiteX246" fmla="*/ 423098 w 4487457"/>
              <a:gd name="connsiteY246" fmla="*/ 3102975 h 5233289"/>
              <a:gd name="connsiteX247" fmla="*/ 428874 w 4487457"/>
              <a:gd name="connsiteY247" fmla="*/ 3067859 h 5233289"/>
              <a:gd name="connsiteX248" fmla="*/ 409523 w 4487457"/>
              <a:gd name="connsiteY248" fmla="*/ 3014147 h 5233289"/>
              <a:gd name="connsiteX249" fmla="*/ 399505 w 4487457"/>
              <a:gd name="connsiteY249" fmla="*/ 2975850 h 5233289"/>
              <a:gd name="connsiteX250" fmla="*/ 401148 w 4487457"/>
              <a:gd name="connsiteY250" fmla="*/ 2931538 h 5233289"/>
              <a:gd name="connsiteX251" fmla="*/ 356467 w 4487457"/>
              <a:gd name="connsiteY251" fmla="*/ 2945901 h 5233289"/>
              <a:gd name="connsiteX252" fmla="*/ 325884 w 4487457"/>
              <a:gd name="connsiteY252" fmla="*/ 2933553 h 5233289"/>
              <a:gd name="connsiteX253" fmla="*/ 324392 w 4487457"/>
              <a:gd name="connsiteY253" fmla="*/ 2923221 h 5233289"/>
              <a:gd name="connsiteX254" fmla="*/ 343590 w 4487457"/>
              <a:gd name="connsiteY254" fmla="*/ 2926664 h 5233289"/>
              <a:gd name="connsiteX255" fmla="*/ 344334 w 4487457"/>
              <a:gd name="connsiteY255" fmla="*/ 2899433 h 5233289"/>
              <a:gd name="connsiteX256" fmla="*/ 351966 w 4487457"/>
              <a:gd name="connsiteY256" fmla="*/ 2873280 h 5233289"/>
              <a:gd name="connsiteX257" fmla="*/ 362594 w 4487457"/>
              <a:gd name="connsiteY257" fmla="*/ 2914502 h 5233289"/>
              <a:gd name="connsiteX258" fmla="*/ 392189 w 4487457"/>
              <a:gd name="connsiteY258" fmla="*/ 2908345 h 5233289"/>
              <a:gd name="connsiteX259" fmla="*/ 368457 w 4487457"/>
              <a:gd name="connsiteY259" fmla="*/ 2892937 h 5233289"/>
              <a:gd name="connsiteX260" fmla="*/ 370874 w 4487457"/>
              <a:gd name="connsiteY260" fmla="*/ 2890779 h 5233289"/>
              <a:gd name="connsiteX261" fmla="*/ 372645 w 4487457"/>
              <a:gd name="connsiteY261" fmla="*/ 2819627 h 5233289"/>
              <a:gd name="connsiteX262" fmla="*/ 352574 w 4487457"/>
              <a:gd name="connsiteY262" fmla="*/ 2792011 h 5233289"/>
              <a:gd name="connsiteX263" fmla="*/ 339561 w 4487457"/>
              <a:gd name="connsiteY263" fmla="*/ 2770534 h 5233289"/>
              <a:gd name="connsiteX264" fmla="*/ 334432 w 4487457"/>
              <a:gd name="connsiteY264" fmla="*/ 2771275 h 5233289"/>
              <a:gd name="connsiteX265" fmla="*/ 339024 w 4487457"/>
              <a:gd name="connsiteY265" fmla="*/ 2817324 h 5233289"/>
              <a:gd name="connsiteX266" fmla="*/ 338047 w 4487457"/>
              <a:gd name="connsiteY266" fmla="*/ 2845530 h 5233289"/>
              <a:gd name="connsiteX267" fmla="*/ 326216 w 4487457"/>
              <a:gd name="connsiteY267" fmla="*/ 2856844 h 5233289"/>
              <a:gd name="connsiteX268" fmla="*/ 313598 w 4487457"/>
              <a:gd name="connsiteY268" fmla="*/ 2847176 h 5233289"/>
              <a:gd name="connsiteX269" fmla="*/ 308782 w 4487457"/>
              <a:gd name="connsiteY269" fmla="*/ 2826776 h 5233289"/>
              <a:gd name="connsiteX270" fmla="*/ 304227 w 4487457"/>
              <a:gd name="connsiteY270" fmla="*/ 2795225 h 5233289"/>
              <a:gd name="connsiteX271" fmla="*/ 300147 w 4487457"/>
              <a:gd name="connsiteY271" fmla="*/ 2788111 h 5233289"/>
              <a:gd name="connsiteX272" fmla="*/ 257844 w 4487457"/>
              <a:gd name="connsiteY272" fmla="*/ 2466886 h 5233289"/>
              <a:gd name="connsiteX273" fmla="*/ 259400 w 4487457"/>
              <a:gd name="connsiteY273" fmla="*/ 2469721 h 5233289"/>
              <a:gd name="connsiteX274" fmla="*/ 264338 w 4487457"/>
              <a:gd name="connsiteY274" fmla="*/ 2474941 h 5233289"/>
              <a:gd name="connsiteX275" fmla="*/ 300826 w 4487457"/>
              <a:gd name="connsiteY275" fmla="*/ 2545015 h 5233289"/>
              <a:gd name="connsiteX276" fmla="*/ 331086 w 4487457"/>
              <a:gd name="connsiteY276" fmla="*/ 2584909 h 5233289"/>
              <a:gd name="connsiteX277" fmla="*/ 352423 w 4487457"/>
              <a:gd name="connsiteY277" fmla="*/ 2574670 h 5233289"/>
              <a:gd name="connsiteX278" fmla="*/ 331691 w 4487457"/>
              <a:gd name="connsiteY278" fmla="*/ 2502321 h 5233289"/>
              <a:gd name="connsiteX279" fmla="*/ 358927 w 4487457"/>
              <a:gd name="connsiteY279" fmla="*/ 2547173 h 5233289"/>
              <a:gd name="connsiteX280" fmla="*/ 303264 w 4487457"/>
              <a:gd name="connsiteY280" fmla="*/ 2420724 h 5233289"/>
              <a:gd name="connsiteX281" fmla="*/ 320668 w 4487457"/>
              <a:gd name="connsiteY281" fmla="*/ 2397492 h 5233289"/>
              <a:gd name="connsiteX282" fmla="*/ 306956 w 4487457"/>
              <a:gd name="connsiteY282" fmla="*/ 2347862 h 5233289"/>
              <a:gd name="connsiteX283" fmla="*/ 301314 w 4487457"/>
              <a:gd name="connsiteY283" fmla="*/ 2342461 h 5233289"/>
              <a:gd name="connsiteX284" fmla="*/ 240200 w 4487457"/>
              <a:gd name="connsiteY284" fmla="*/ 2328495 h 5233289"/>
              <a:gd name="connsiteX285" fmla="*/ 259362 w 4487457"/>
              <a:gd name="connsiteY285" fmla="*/ 2358879 h 5233289"/>
              <a:gd name="connsiteX286" fmla="*/ 249774 w 4487457"/>
              <a:gd name="connsiteY286" fmla="*/ 2388328 h 5233289"/>
              <a:gd name="connsiteX287" fmla="*/ 249251 w 4487457"/>
              <a:gd name="connsiteY287" fmla="*/ 2398951 h 5233289"/>
              <a:gd name="connsiteX288" fmla="*/ 258233 w 4487457"/>
              <a:gd name="connsiteY288" fmla="*/ 2448219 h 5233289"/>
              <a:gd name="connsiteX289" fmla="*/ 257201 w 4487457"/>
              <a:gd name="connsiteY289" fmla="*/ 2462006 h 5233289"/>
              <a:gd name="connsiteX290" fmla="*/ 226805 w 4487457"/>
              <a:gd name="connsiteY290" fmla="*/ 2231197 h 5233289"/>
              <a:gd name="connsiteX291" fmla="*/ 233195 w 4487457"/>
              <a:gd name="connsiteY291" fmla="*/ 2237401 h 5233289"/>
              <a:gd name="connsiteX292" fmla="*/ 242760 w 4487457"/>
              <a:gd name="connsiteY292" fmla="*/ 2252971 h 5233289"/>
              <a:gd name="connsiteX293" fmla="*/ 270495 w 4487457"/>
              <a:gd name="connsiteY293" fmla="*/ 2277973 h 5233289"/>
              <a:gd name="connsiteX294" fmla="*/ 250802 w 4487457"/>
              <a:gd name="connsiteY294" fmla="*/ 2223180 h 5233289"/>
              <a:gd name="connsiteX295" fmla="*/ 288454 w 4487457"/>
              <a:gd name="connsiteY295" fmla="*/ 2214541 h 5233289"/>
              <a:gd name="connsiteX296" fmla="*/ 256758 w 4487457"/>
              <a:gd name="connsiteY296" fmla="*/ 2186721 h 5233289"/>
              <a:gd name="connsiteX297" fmla="*/ 251575 w 4487457"/>
              <a:gd name="connsiteY297" fmla="*/ 2207812 h 5233289"/>
              <a:gd name="connsiteX298" fmla="*/ 246218 w 4487457"/>
              <a:gd name="connsiteY298" fmla="*/ 2212164 h 5233289"/>
              <a:gd name="connsiteX299" fmla="*/ 234358 w 4487457"/>
              <a:gd name="connsiteY299" fmla="*/ 2190897 h 5233289"/>
              <a:gd name="connsiteX300" fmla="*/ 224115 w 4487457"/>
              <a:gd name="connsiteY300" fmla="*/ 2210769 h 5233289"/>
              <a:gd name="connsiteX301" fmla="*/ 173419 w 4487457"/>
              <a:gd name="connsiteY301" fmla="*/ 1825811 h 5233289"/>
              <a:gd name="connsiteX302" fmla="*/ 180449 w 4487457"/>
              <a:gd name="connsiteY302" fmla="*/ 1825808 h 5233289"/>
              <a:gd name="connsiteX303" fmla="*/ 184434 w 4487457"/>
              <a:gd name="connsiteY303" fmla="*/ 1846446 h 5233289"/>
              <a:gd name="connsiteX304" fmla="*/ 186409 w 4487457"/>
              <a:gd name="connsiteY304" fmla="*/ 1851057 h 5233289"/>
              <a:gd name="connsiteX305" fmla="*/ 202531 w 4487457"/>
              <a:gd name="connsiteY305" fmla="*/ 1848729 h 5233289"/>
              <a:gd name="connsiteX306" fmla="*/ 207406 w 4487457"/>
              <a:gd name="connsiteY306" fmla="*/ 1872135 h 5233289"/>
              <a:gd name="connsiteX307" fmla="*/ 223045 w 4487457"/>
              <a:gd name="connsiteY307" fmla="*/ 1885887 h 5233289"/>
              <a:gd name="connsiteX308" fmla="*/ 230935 w 4487457"/>
              <a:gd name="connsiteY308" fmla="*/ 1869302 h 5233289"/>
              <a:gd name="connsiteX309" fmla="*/ 224296 w 4487457"/>
              <a:gd name="connsiteY309" fmla="*/ 1800005 h 5233289"/>
              <a:gd name="connsiteX310" fmla="*/ 220962 w 4487457"/>
              <a:gd name="connsiteY310" fmla="*/ 1796342 h 5233289"/>
              <a:gd name="connsiteX311" fmla="*/ 212435 w 4487457"/>
              <a:gd name="connsiteY311" fmla="*/ 1778738 h 5233289"/>
              <a:gd name="connsiteX312" fmla="*/ 176249 w 4487457"/>
              <a:gd name="connsiteY312" fmla="*/ 1756086 h 5233289"/>
              <a:gd name="connsiteX313" fmla="*/ 170469 w 4487457"/>
              <a:gd name="connsiteY313" fmla="*/ 1778228 h 5233289"/>
              <a:gd name="connsiteX314" fmla="*/ 168756 w 4487457"/>
              <a:gd name="connsiteY314" fmla="*/ 1790408 h 5233289"/>
              <a:gd name="connsiteX315" fmla="*/ 143017 w 4487457"/>
              <a:gd name="connsiteY315" fmla="*/ 1594956 h 5233289"/>
              <a:gd name="connsiteX316" fmla="*/ 155976 w 4487457"/>
              <a:gd name="connsiteY316" fmla="*/ 1607105 h 5233289"/>
              <a:gd name="connsiteX317" fmla="*/ 162703 w 4487457"/>
              <a:gd name="connsiteY317" fmla="*/ 1636365 h 5233289"/>
              <a:gd name="connsiteX318" fmla="*/ 186632 w 4487457"/>
              <a:gd name="connsiteY318" fmla="*/ 1636300 h 5233289"/>
              <a:gd name="connsiteX319" fmla="*/ 187591 w 4487457"/>
              <a:gd name="connsiteY319" fmla="*/ 1642942 h 5233289"/>
              <a:gd name="connsiteX320" fmla="*/ 164120 w 4487457"/>
              <a:gd name="connsiteY320" fmla="*/ 1679858 h 5233289"/>
              <a:gd name="connsiteX321" fmla="*/ 161461 w 4487457"/>
              <a:gd name="connsiteY321" fmla="*/ 1707931 h 5233289"/>
              <a:gd name="connsiteX322" fmla="*/ 161887 w 4487457"/>
              <a:gd name="connsiteY322" fmla="*/ 1708434 h 5233289"/>
              <a:gd name="connsiteX323" fmla="*/ 176083 w 4487457"/>
              <a:gd name="connsiteY323" fmla="*/ 1731624 h 5233289"/>
              <a:gd name="connsiteX324" fmla="*/ 195219 w 4487457"/>
              <a:gd name="connsiteY324" fmla="*/ 1720384 h 5233289"/>
              <a:gd name="connsiteX325" fmla="*/ 195768 w 4487457"/>
              <a:gd name="connsiteY325" fmla="*/ 1720305 h 5233289"/>
              <a:gd name="connsiteX326" fmla="*/ 217920 w 4487457"/>
              <a:gd name="connsiteY326" fmla="*/ 1679436 h 5233289"/>
              <a:gd name="connsiteX327" fmla="*/ 209520 w 4487457"/>
              <a:gd name="connsiteY327" fmla="*/ 1660118 h 5233289"/>
              <a:gd name="connsiteX328" fmla="*/ 198333 w 4487457"/>
              <a:gd name="connsiteY328" fmla="*/ 1615021 h 5233289"/>
              <a:gd name="connsiteX329" fmla="*/ 193537 w 4487457"/>
              <a:gd name="connsiteY329" fmla="*/ 1581809 h 5233289"/>
              <a:gd name="connsiteX330" fmla="*/ 176843 w 4487457"/>
              <a:gd name="connsiteY330" fmla="*/ 1595710 h 5233289"/>
              <a:gd name="connsiteX331" fmla="*/ 141168 w 4487457"/>
              <a:gd name="connsiteY331" fmla="*/ 1580917 h 5233289"/>
              <a:gd name="connsiteX332" fmla="*/ 130419 w 4487457"/>
              <a:gd name="connsiteY332" fmla="*/ 1499296 h 5233289"/>
              <a:gd name="connsiteX333" fmla="*/ 138544 w 4487457"/>
              <a:gd name="connsiteY333" fmla="*/ 1502729 h 5233289"/>
              <a:gd name="connsiteX334" fmla="*/ 131632 w 4487457"/>
              <a:gd name="connsiteY334" fmla="*/ 1482067 h 5233289"/>
              <a:gd name="connsiteX335" fmla="*/ 128313 w 4487457"/>
              <a:gd name="connsiteY335" fmla="*/ 1483301 h 5233289"/>
              <a:gd name="connsiteX336" fmla="*/ 126077 w 4487457"/>
              <a:gd name="connsiteY336" fmla="*/ 1466324 h 5233289"/>
              <a:gd name="connsiteX337" fmla="*/ 126486 w 4487457"/>
              <a:gd name="connsiteY337" fmla="*/ 1465858 h 5233289"/>
              <a:gd name="connsiteX338" fmla="*/ 125929 w 4487457"/>
              <a:gd name="connsiteY338" fmla="*/ 1465200 h 5233289"/>
              <a:gd name="connsiteX339" fmla="*/ 0 w 4487457"/>
              <a:gd name="connsiteY339" fmla="*/ 508973 h 523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4487457" h="5233289">
                <a:moveTo>
                  <a:pt x="643894" y="4354926"/>
                </a:moveTo>
                <a:lnTo>
                  <a:pt x="647457" y="4397734"/>
                </a:lnTo>
                <a:lnTo>
                  <a:pt x="645441" y="4398025"/>
                </a:lnTo>
                <a:lnTo>
                  <a:pt x="639314" y="4355588"/>
                </a:lnTo>
                <a:cubicBezTo>
                  <a:pt x="640853" y="4355460"/>
                  <a:pt x="642381" y="4355239"/>
                  <a:pt x="643894" y="4354926"/>
                </a:cubicBezTo>
                <a:close/>
                <a:moveTo>
                  <a:pt x="638485" y="4327830"/>
                </a:moveTo>
                <a:cubicBezTo>
                  <a:pt x="639561" y="4328805"/>
                  <a:pt x="641346" y="4330807"/>
                  <a:pt x="641346" y="4330807"/>
                </a:cubicBezTo>
                <a:cubicBezTo>
                  <a:pt x="640454" y="4332387"/>
                  <a:pt x="639336" y="4333810"/>
                  <a:pt x="638032" y="4335053"/>
                </a:cubicBezTo>
                <a:lnTo>
                  <a:pt x="636163" y="4331180"/>
                </a:lnTo>
                <a:close/>
                <a:moveTo>
                  <a:pt x="526567" y="4018596"/>
                </a:moveTo>
                <a:lnTo>
                  <a:pt x="533082" y="4023976"/>
                </a:lnTo>
                <a:cubicBezTo>
                  <a:pt x="532174" y="4026800"/>
                  <a:pt x="530858" y="4029457"/>
                  <a:pt x="529173" y="4031885"/>
                </a:cubicBezTo>
                <a:cubicBezTo>
                  <a:pt x="527312" y="4030648"/>
                  <a:pt x="523958" y="4029437"/>
                  <a:pt x="523745" y="4027961"/>
                </a:cubicBezTo>
                <a:close/>
                <a:moveTo>
                  <a:pt x="526653" y="4018311"/>
                </a:moveTo>
                <a:lnTo>
                  <a:pt x="526567" y="4018596"/>
                </a:lnTo>
                <a:lnTo>
                  <a:pt x="526286" y="4018364"/>
                </a:lnTo>
                <a:close/>
                <a:moveTo>
                  <a:pt x="495240" y="3988567"/>
                </a:moveTo>
                <a:lnTo>
                  <a:pt x="495320" y="3989120"/>
                </a:lnTo>
                <a:cubicBezTo>
                  <a:pt x="504493" y="3993069"/>
                  <a:pt x="513537" y="3997414"/>
                  <a:pt x="524621" y="4001652"/>
                </a:cubicBezTo>
                <a:cubicBezTo>
                  <a:pt x="517100" y="4009143"/>
                  <a:pt x="511171" y="4014708"/>
                  <a:pt x="502004" y="4023754"/>
                </a:cubicBezTo>
                <a:lnTo>
                  <a:pt x="490434" y="3992839"/>
                </a:lnTo>
                <a:cubicBezTo>
                  <a:pt x="491949" y="3991321"/>
                  <a:pt x="493555" y="3989902"/>
                  <a:pt x="495240" y="3988567"/>
                </a:cubicBezTo>
                <a:close/>
                <a:moveTo>
                  <a:pt x="515102" y="3946568"/>
                </a:moveTo>
                <a:cubicBezTo>
                  <a:pt x="520046" y="3949244"/>
                  <a:pt x="522558" y="3956274"/>
                  <a:pt x="523490" y="3967911"/>
                </a:cubicBezTo>
                <a:cubicBezTo>
                  <a:pt x="505170" y="3970557"/>
                  <a:pt x="505170" y="3970557"/>
                  <a:pt x="492110" y="3951347"/>
                </a:cubicBezTo>
                <a:cubicBezTo>
                  <a:pt x="502778" y="3945569"/>
                  <a:pt x="510157" y="3943891"/>
                  <a:pt x="515102" y="3946568"/>
                </a:cubicBezTo>
                <a:close/>
                <a:moveTo>
                  <a:pt x="495986" y="3889148"/>
                </a:moveTo>
                <a:cubicBezTo>
                  <a:pt x="501499" y="3889765"/>
                  <a:pt x="507174" y="3892477"/>
                  <a:pt x="512724" y="3892052"/>
                </a:cubicBezTo>
                <a:cubicBezTo>
                  <a:pt x="503922" y="3911406"/>
                  <a:pt x="500835" y="3912039"/>
                  <a:pt x="480250" y="3899001"/>
                </a:cubicBezTo>
                <a:lnTo>
                  <a:pt x="480223" y="3898817"/>
                </a:lnTo>
                <a:cubicBezTo>
                  <a:pt x="485123" y="3890010"/>
                  <a:pt x="490474" y="3888531"/>
                  <a:pt x="495986" y="3889148"/>
                </a:cubicBezTo>
                <a:close/>
                <a:moveTo>
                  <a:pt x="580904" y="3747721"/>
                </a:moveTo>
                <a:cubicBezTo>
                  <a:pt x="579177" y="3747838"/>
                  <a:pt x="577463" y="3748086"/>
                  <a:pt x="575774" y="3748462"/>
                </a:cubicBezTo>
                <a:lnTo>
                  <a:pt x="578172" y="3765068"/>
                </a:lnTo>
                <a:cubicBezTo>
                  <a:pt x="579821" y="3764830"/>
                  <a:pt x="581469" y="3764592"/>
                  <a:pt x="583302" y="3764327"/>
                </a:cubicBezTo>
                <a:close/>
                <a:moveTo>
                  <a:pt x="466049" y="3709988"/>
                </a:moveTo>
                <a:cubicBezTo>
                  <a:pt x="467701" y="3709444"/>
                  <a:pt x="469618" y="3709449"/>
                  <a:pt x="471245" y="3711004"/>
                </a:cubicBezTo>
                <a:cubicBezTo>
                  <a:pt x="474499" y="3714113"/>
                  <a:pt x="478913" y="3720069"/>
                  <a:pt x="477977" y="3722652"/>
                </a:cubicBezTo>
                <a:cubicBezTo>
                  <a:pt x="474605" y="3727999"/>
                  <a:pt x="470440" y="3732782"/>
                  <a:pt x="465629" y="3736866"/>
                </a:cubicBezTo>
                <a:lnTo>
                  <a:pt x="465709" y="3737420"/>
                </a:lnTo>
                <a:cubicBezTo>
                  <a:pt x="453957" y="3728569"/>
                  <a:pt x="458781" y="3720526"/>
                  <a:pt x="462452" y="3712273"/>
                </a:cubicBezTo>
                <a:cubicBezTo>
                  <a:pt x="463013" y="3711627"/>
                  <a:pt x="464398" y="3710533"/>
                  <a:pt x="466049" y="3709988"/>
                </a:cubicBezTo>
                <a:close/>
                <a:moveTo>
                  <a:pt x="465682" y="3642681"/>
                </a:moveTo>
                <a:lnTo>
                  <a:pt x="478611" y="3672646"/>
                </a:lnTo>
                <a:cubicBezTo>
                  <a:pt x="456541" y="3672631"/>
                  <a:pt x="456541" y="3672631"/>
                  <a:pt x="459822" y="3644846"/>
                </a:cubicBezTo>
                <a:cubicBezTo>
                  <a:pt x="461784" y="3644185"/>
                  <a:pt x="463666" y="3642972"/>
                  <a:pt x="465682" y="3642681"/>
                </a:cubicBezTo>
                <a:close/>
                <a:moveTo>
                  <a:pt x="418125" y="3595678"/>
                </a:moveTo>
                <a:cubicBezTo>
                  <a:pt x="433913" y="3596224"/>
                  <a:pt x="447266" y="3596744"/>
                  <a:pt x="462165" y="3597607"/>
                </a:cubicBezTo>
                <a:lnTo>
                  <a:pt x="468790" y="3618876"/>
                </a:lnTo>
                <a:cubicBezTo>
                  <a:pt x="453101" y="3625304"/>
                  <a:pt x="435771" y="3626488"/>
                  <a:pt x="419342" y="3622249"/>
                </a:cubicBezTo>
                <a:lnTo>
                  <a:pt x="418151" y="3595863"/>
                </a:lnTo>
                <a:close/>
                <a:moveTo>
                  <a:pt x="388954" y="3394959"/>
                </a:moveTo>
                <a:cubicBezTo>
                  <a:pt x="399327" y="3396852"/>
                  <a:pt x="409096" y="3398454"/>
                  <a:pt x="420754" y="3401480"/>
                </a:cubicBezTo>
                <a:cubicBezTo>
                  <a:pt x="427174" y="3412796"/>
                  <a:pt x="432754" y="3424591"/>
                  <a:pt x="437441" y="3436741"/>
                </a:cubicBezTo>
                <a:cubicBezTo>
                  <a:pt x="438097" y="3443164"/>
                  <a:pt x="435592" y="3449516"/>
                  <a:pt x="430729" y="3453721"/>
                </a:cubicBezTo>
                <a:cubicBezTo>
                  <a:pt x="429821" y="3454493"/>
                  <a:pt x="428806" y="3455129"/>
                  <a:pt x="427717" y="3455606"/>
                </a:cubicBezTo>
                <a:cubicBezTo>
                  <a:pt x="421448" y="3458376"/>
                  <a:pt x="414129" y="3455497"/>
                  <a:pt x="411370" y="3449171"/>
                </a:cubicBezTo>
                <a:cubicBezTo>
                  <a:pt x="407330" y="3432331"/>
                  <a:pt x="399367" y="3416698"/>
                  <a:pt x="388138" y="3403553"/>
                </a:cubicBezTo>
                <a:cubicBezTo>
                  <a:pt x="386589" y="3401893"/>
                  <a:pt x="389221" y="3396804"/>
                  <a:pt x="388954" y="3394959"/>
                </a:cubicBezTo>
                <a:close/>
                <a:moveTo>
                  <a:pt x="365933" y="3287651"/>
                </a:moveTo>
                <a:lnTo>
                  <a:pt x="367440" y="3292587"/>
                </a:lnTo>
                <a:cubicBezTo>
                  <a:pt x="373098" y="3314936"/>
                  <a:pt x="375170" y="3316333"/>
                  <a:pt x="397970" y="3314924"/>
                </a:cubicBezTo>
                <a:cubicBezTo>
                  <a:pt x="405928" y="3314341"/>
                  <a:pt x="414255" y="3315022"/>
                  <a:pt x="425669" y="3315069"/>
                </a:cubicBezTo>
                <a:lnTo>
                  <a:pt x="405211" y="3352115"/>
                </a:lnTo>
                <a:cubicBezTo>
                  <a:pt x="400261" y="3351511"/>
                  <a:pt x="393635" y="3350961"/>
                  <a:pt x="386224" y="3350147"/>
                </a:cubicBezTo>
                <a:lnTo>
                  <a:pt x="382044" y="3374296"/>
                </a:lnTo>
                <a:lnTo>
                  <a:pt x="376680" y="3369258"/>
                </a:lnTo>
                <a:close/>
                <a:moveTo>
                  <a:pt x="395315" y="3205873"/>
                </a:moveTo>
                <a:cubicBezTo>
                  <a:pt x="400282" y="3213067"/>
                  <a:pt x="406840" y="3218335"/>
                  <a:pt x="407719" y="3224424"/>
                </a:cubicBezTo>
                <a:cubicBezTo>
                  <a:pt x="408717" y="3238087"/>
                  <a:pt x="413195" y="3251247"/>
                  <a:pt x="420722" y="3262667"/>
                </a:cubicBezTo>
                <a:cubicBezTo>
                  <a:pt x="422999" y="3268912"/>
                  <a:pt x="421800" y="3275903"/>
                  <a:pt x="417574" y="3281015"/>
                </a:cubicBezTo>
                <a:cubicBezTo>
                  <a:pt x="409675" y="3284002"/>
                  <a:pt x="401100" y="3284712"/>
                  <a:pt x="392811" y="3283083"/>
                </a:cubicBezTo>
                <a:cubicBezTo>
                  <a:pt x="390140" y="3282716"/>
                  <a:pt x="386316" y="3271778"/>
                  <a:pt x="388009" y="3267955"/>
                </a:cubicBezTo>
                <a:cubicBezTo>
                  <a:pt x="394258" y="3254245"/>
                  <a:pt x="381404" y="3254594"/>
                  <a:pt x="377124" y="3249561"/>
                </a:cubicBezTo>
                <a:lnTo>
                  <a:pt x="362252" y="3259696"/>
                </a:lnTo>
                <a:lnTo>
                  <a:pt x="357523" y="3223791"/>
                </a:lnTo>
                <a:lnTo>
                  <a:pt x="360273" y="3222234"/>
                </a:lnTo>
                <a:cubicBezTo>
                  <a:pt x="372344" y="3217665"/>
                  <a:pt x="384059" y="3212208"/>
                  <a:pt x="395315" y="3205873"/>
                </a:cubicBezTo>
                <a:close/>
                <a:moveTo>
                  <a:pt x="400940" y="3130849"/>
                </a:moveTo>
                <a:cubicBezTo>
                  <a:pt x="403523" y="3159106"/>
                  <a:pt x="383092" y="3144538"/>
                  <a:pt x="374349" y="3155219"/>
                </a:cubicBezTo>
                <a:cubicBezTo>
                  <a:pt x="385447" y="3175090"/>
                  <a:pt x="401794" y="3158790"/>
                  <a:pt x="419721" y="3166373"/>
                </a:cubicBezTo>
                <a:lnTo>
                  <a:pt x="410566" y="3137934"/>
                </a:lnTo>
                <a:close/>
                <a:moveTo>
                  <a:pt x="331094" y="2871209"/>
                </a:moveTo>
                <a:lnTo>
                  <a:pt x="325248" y="2909724"/>
                </a:lnTo>
                <a:lnTo>
                  <a:pt x="316263" y="2910484"/>
                </a:lnTo>
                <a:lnTo>
                  <a:pt x="311772" y="2876382"/>
                </a:lnTo>
                <a:close/>
                <a:moveTo>
                  <a:pt x="323862" y="2795215"/>
                </a:moveTo>
                <a:lnTo>
                  <a:pt x="318262" y="2796589"/>
                </a:lnTo>
                <a:cubicBezTo>
                  <a:pt x="315461" y="2827695"/>
                  <a:pt x="317679" y="2835286"/>
                  <a:pt x="335549" y="2841182"/>
                </a:cubicBezTo>
                <a:close/>
                <a:moveTo>
                  <a:pt x="353778" y="2729114"/>
                </a:moveTo>
                <a:cubicBezTo>
                  <a:pt x="348099" y="2729934"/>
                  <a:pt x="342420" y="2730754"/>
                  <a:pt x="336791" y="2730625"/>
                </a:cubicBezTo>
                <a:lnTo>
                  <a:pt x="337640" y="2735212"/>
                </a:lnTo>
                <a:cubicBezTo>
                  <a:pt x="343137" y="2734418"/>
                  <a:pt x="348632" y="2733625"/>
                  <a:pt x="354497" y="2734096"/>
                </a:cubicBezTo>
                <a:close/>
                <a:moveTo>
                  <a:pt x="304910" y="2660075"/>
                </a:moveTo>
                <a:cubicBezTo>
                  <a:pt x="302661" y="2671701"/>
                  <a:pt x="300356" y="2681641"/>
                  <a:pt x="314249" y="2688487"/>
                </a:cubicBezTo>
                <a:lnTo>
                  <a:pt x="314065" y="2688514"/>
                </a:lnTo>
                <a:cubicBezTo>
                  <a:pt x="318888" y="2690831"/>
                  <a:pt x="321736" y="2698896"/>
                  <a:pt x="323875" y="2705932"/>
                </a:cubicBezTo>
                <a:cubicBezTo>
                  <a:pt x="326013" y="2712970"/>
                  <a:pt x="327711" y="2722142"/>
                  <a:pt x="338777" y="2718473"/>
                </a:cubicBezTo>
                <a:cubicBezTo>
                  <a:pt x="349842" y="2714803"/>
                  <a:pt x="348570" y="2708582"/>
                  <a:pt x="346715" y="2699621"/>
                </a:cubicBezTo>
                <a:cubicBezTo>
                  <a:pt x="341420" y="2679497"/>
                  <a:pt x="325190" y="2664135"/>
                  <a:pt x="304910" y="2660075"/>
                </a:cubicBezTo>
                <a:close/>
                <a:moveTo>
                  <a:pt x="344165" y="2622386"/>
                </a:moveTo>
                <a:cubicBezTo>
                  <a:pt x="341676" y="2621992"/>
                  <a:pt x="339249" y="2624603"/>
                  <a:pt x="334046" y="2627426"/>
                </a:cubicBezTo>
                <a:cubicBezTo>
                  <a:pt x="339185" y="2630640"/>
                  <a:pt x="341810" y="2633274"/>
                  <a:pt x="344218" y="2633115"/>
                </a:cubicBezTo>
                <a:lnTo>
                  <a:pt x="344192" y="2632930"/>
                </a:lnTo>
                <a:cubicBezTo>
                  <a:pt x="346573" y="2632586"/>
                  <a:pt x="348791" y="2629818"/>
                  <a:pt x="351143" y="2627972"/>
                </a:cubicBezTo>
                <a:cubicBezTo>
                  <a:pt x="348781" y="2625864"/>
                  <a:pt x="346653" y="2622781"/>
                  <a:pt x="344165" y="2622386"/>
                </a:cubicBezTo>
                <a:close/>
                <a:moveTo>
                  <a:pt x="295911" y="2621067"/>
                </a:moveTo>
                <a:cubicBezTo>
                  <a:pt x="288329" y="2635911"/>
                  <a:pt x="288043" y="2636518"/>
                  <a:pt x="294441" y="2640680"/>
                </a:cubicBezTo>
                <a:lnTo>
                  <a:pt x="293449" y="2641576"/>
                </a:lnTo>
                <a:cubicBezTo>
                  <a:pt x="300210" y="2647871"/>
                  <a:pt x="310751" y="2647478"/>
                  <a:pt x="316992" y="2640678"/>
                </a:cubicBezTo>
                <a:cubicBezTo>
                  <a:pt x="318146" y="2639422"/>
                  <a:pt x="319101" y="2637996"/>
                  <a:pt x="319826" y="2636448"/>
                </a:cubicBezTo>
                <a:cubicBezTo>
                  <a:pt x="311512" y="2630680"/>
                  <a:pt x="304667" y="2626018"/>
                  <a:pt x="295911" y="2621067"/>
                </a:cubicBezTo>
                <a:close/>
                <a:moveTo>
                  <a:pt x="321682" y="2603972"/>
                </a:moveTo>
                <a:cubicBezTo>
                  <a:pt x="319988" y="2604320"/>
                  <a:pt x="318276" y="2604567"/>
                  <a:pt x="316553" y="2604713"/>
                </a:cubicBezTo>
                <a:lnTo>
                  <a:pt x="318658" y="2619289"/>
                </a:lnTo>
                <a:lnTo>
                  <a:pt x="326195" y="2618389"/>
                </a:lnTo>
                <a:close/>
                <a:moveTo>
                  <a:pt x="357007" y="2596046"/>
                </a:moveTo>
                <a:cubicBezTo>
                  <a:pt x="345272" y="2593785"/>
                  <a:pt x="340132" y="2600931"/>
                  <a:pt x="334513" y="2615116"/>
                </a:cubicBezTo>
                <a:cubicBezTo>
                  <a:pt x="345678" y="2609549"/>
                  <a:pt x="351900" y="2606013"/>
                  <a:pt x="359771" y="2602240"/>
                </a:cubicBezTo>
                <a:close/>
                <a:moveTo>
                  <a:pt x="309620" y="2282118"/>
                </a:moveTo>
                <a:cubicBezTo>
                  <a:pt x="307631" y="2282594"/>
                  <a:pt x="305486" y="2283281"/>
                  <a:pt x="303524" y="2283940"/>
                </a:cubicBezTo>
                <a:cubicBezTo>
                  <a:pt x="300693" y="2303185"/>
                  <a:pt x="300693" y="2303185"/>
                  <a:pt x="318279" y="2311005"/>
                </a:cubicBezTo>
                <a:close/>
                <a:moveTo>
                  <a:pt x="252881" y="2080860"/>
                </a:moveTo>
                <a:lnTo>
                  <a:pt x="242717" y="2110203"/>
                </a:lnTo>
                <a:cubicBezTo>
                  <a:pt x="249854" y="2111057"/>
                  <a:pt x="255297" y="2110224"/>
                  <a:pt x="259229" y="2108149"/>
                </a:cubicBezTo>
                <a:lnTo>
                  <a:pt x="266197" y="2099250"/>
                </a:lnTo>
                <a:lnTo>
                  <a:pt x="266200" y="2099279"/>
                </a:lnTo>
                <a:lnTo>
                  <a:pt x="266670" y="2098646"/>
                </a:lnTo>
                <a:lnTo>
                  <a:pt x="266197" y="2099250"/>
                </a:lnTo>
                <a:lnTo>
                  <a:pt x="265427" y="2088583"/>
                </a:lnTo>
                <a:cubicBezTo>
                  <a:pt x="263560" y="2085204"/>
                  <a:pt x="259730" y="2082319"/>
                  <a:pt x="252881" y="2080860"/>
                </a:cubicBezTo>
                <a:close/>
                <a:moveTo>
                  <a:pt x="228581" y="1985105"/>
                </a:moveTo>
                <a:lnTo>
                  <a:pt x="239051" y="2057616"/>
                </a:lnTo>
                <a:cubicBezTo>
                  <a:pt x="259027" y="2057369"/>
                  <a:pt x="262394" y="2053493"/>
                  <a:pt x="256692" y="2034727"/>
                </a:cubicBezTo>
                <a:lnTo>
                  <a:pt x="257058" y="2034674"/>
                </a:lnTo>
                <a:cubicBezTo>
                  <a:pt x="255107" y="2028929"/>
                  <a:pt x="250850" y="2022763"/>
                  <a:pt x="251990" y="2017700"/>
                </a:cubicBezTo>
                <a:cubicBezTo>
                  <a:pt x="255611" y="2000038"/>
                  <a:pt x="243346" y="1995404"/>
                  <a:pt x="228581" y="1985105"/>
                </a:cubicBezTo>
                <a:close/>
                <a:moveTo>
                  <a:pt x="93821" y="1071260"/>
                </a:moveTo>
                <a:cubicBezTo>
                  <a:pt x="91623" y="1071578"/>
                  <a:pt x="89608" y="1071869"/>
                  <a:pt x="87277" y="1071263"/>
                </a:cubicBezTo>
                <a:lnTo>
                  <a:pt x="86560" y="1088319"/>
                </a:lnTo>
                <a:cubicBezTo>
                  <a:pt x="88995" y="1088344"/>
                  <a:pt x="91979" y="1088290"/>
                  <a:pt x="94441" y="1088499"/>
                </a:cubicBezTo>
                <a:close/>
                <a:moveTo>
                  <a:pt x="3864837" y="0"/>
                </a:moveTo>
                <a:lnTo>
                  <a:pt x="4487457" y="4727796"/>
                </a:lnTo>
                <a:lnTo>
                  <a:pt x="3083094" y="4912741"/>
                </a:lnTo>
                <a:lnTo>
                  <a:pt x="3058583" y="4863266"/>
                </a:lnTo>
                <a:cubicBezTo>
                  <a:pt x="3014600" y="4788767"/>
                  <a:pt x="2963877" y="4740350"/>
                  <a:pt x="2925256" y="4727784"/>
                </a:cubicBezTo>
                <a:cubicBezTo>
                  <a:pt x="2915173" y="4724533"/>
                  <a:pt x="2905038" y="4723012"/>
                  <a:pt x="2895002" y="4723005"/>
                </a:cubicBezTo>
                <a:cubicBezTo>
                  <a:pt x="2824751" y="4722966"/>
                  <a:pt x="2759353" y="4797154"/>
                  <a:pt x="2750876" y="4871314"/>
                </a:cubicBezTo>
                <a:cubicBezTo>
                  <a:pt x="2747983" y="4896844"/>
                  <a:pt x="2747522" y="4922093"/>
                  <a:pt x="2749202" y="4946997"/>
                </a:cubicBezTo>
                <a:lnTo>
                  <a:pt x="2750647" y="4956522"/>
                </a:lnTo>
                <a:lnTo>
                  <a:pt x="2522088" y="4986622"/>
                </a:lnTo>
                <a:lnTo>
                  <a:pt x="2490586" y="4895672"/>
                </a:lnTo>
                <a:cubicBezTo>
                  <a:pt x="2456268" y="4808234"/>
                  <a:pt x="2422614" y="4718979"/>
                  <a:pt x="2365972" y="4644122"/>
                </a:cubicBezTo>
                <a:cubicBezTo>
                  <a:pt x="2309330" y="4569264"/>
                  <a:pt x="2225493" y="4508277"/>
                  <a:pt x="2131670" y="4501228"/>
                </a:cubicBezTo>
                <a:cubicBezTo>
                  <a:pt x="2037847" y="4494180"/>
                  <a:pt x="1978746" y="4612201"/>
                  <a:pt x="2114556" y="4825735"/>
                </a:cubicBezTo>
                <a:cubicBezTo>
                  <a:pt x="2146953" y="4876628"/>
                  <a:pt x="2184390" y="4935577"/>
                  <a:pt x="2232758" y="4998977"/>
                </a:cubicBezTo>
                <a:lnTo>
                  <a:pt x="2251533" y="5022252"/>
                </a:lnTo>
                <a:lnTo>
                  <a:pt x="2036313" y="5050595"/>
                </a:lnTo>
                <a:lnTo>
                  <a:pt x="1982608" y="4968331"/>
                </a:lnTo>
                <a:cubicBezTo>
                  <a:pt x="1845778" y="4789165"/>
                  <a:pt x="1670485" y="4641636"/>
                  <a:pt x="1468572" y="4537265"/>
                </a:cubicBezTo>
                <a:cubicBezTo>
                  <a:pt x="1441544" y="4523379"/>
                  <a:pt x="1411879" y="4510131"/>
                  <a:pt x="1382553" y="4509042"/>
                </a:cubicBezTo>
                <a:cubicBezTo>
                  <a:pt x="1372778" y="4508679"/>
                  <a:pt x="1363040" y="4509667"/>
                  <a:pt x="1353450" y="4512432"/>
                </a:cubicBezTo>
                <a:cubicBezTo>
                  <a:pt x="1291168" y="4530835"/>
                  <a:pt x="1264540" y="4620798"/>
                  <a:pt x="1300478" y="4674860"/>
                </a:cubicBezTo>
                <a:cubicBezTo>
                  <a:pt x="1416396" y="4849476"/>
                  <a:pt x="1610585" y="4968865"/>
                  <a:pt x="1782404" y="5045922"/>
                </a:cubicBezTo>
                <a:lnTo>
                  <a:pt x="1852217" y="5074840"/>
                </a:lnTo>
                <a:lnTo>
                  <a:pt x="649045" y="5233289"/>
                </a:lnTo>
                <a:lnTo>
                  <a:pt x="653790" y="5225537"/>
                </a:lnTo>
                <a:cubicBezTo>
                  <a:pt x="658660" y="5221773"/>
                  <a:pt x="664857" y="5219748"/>
                  <a:pt x="671400" y="5220216"/>
                </a:cubicBezTo>
                <a:cubicBezTo>
                  <a:pt x="685777" y="5221342"/>
                  <a:pt x="692142" y="5212325"/>
                  <a:pt x="702231" y="5205781"/>
                </a:cubicBezTo>
                <a:cubicBezTo>
                  <a:pt x="717680" y="5196206"/>
                  <a:pt x="713823" y="5182447"/>
                  <a:pt x="715915" y="5171033"/>
                </a:cubicBezTo>
                <a:cubicBezTo>
                  <a:pt x="724390" y="5134341"/>
                  <a:pt x="729379" y="5096910"/>
                  <a:pt x="730821" y="5059257"/>
                </a:cubicBezTo>
                <a:cubicBezTo>
                  <a:pt x="731322" y="5008329"/>
                  <a:pt x="725091" y="4956111"/>
                  <a:pt x="721039" y="4906029"/>
                </a:cubicBezTo>
                <a:cubicBezTo>
                  <a:pt x="716986" y="4855946"/>
                  <a:pt x="711992" y="4805811"/>
                  <a:pt x="707729" y="4755571"/>
                </a:cubicBezTo>
                <a:cubicBezTo>
                  <a:pt x="704015" y="4687923"/>
                  <a:pt x="692336" y="4620953"/>
                  <a:pt x="672934" y="4556041"/>
                </a:cubicBezTo>
                <a:cubicBezTo>
                  <a:pt x="669347" y="4545445"/>
                  <a:pt x="664138" y="4535273"/>
                  <a:pt x="659608" y="4524627"/>
                </a:cubicBezTo>
                <a:cubicBezTo>
                  <a:pt x="672696" y="4502582"/>
                  <a:pt x="675204" y="4500525"/>
                  <a:pt x="650626" y="4492208"/>
                </a:cubicBezTo>
                <a:cubicBezTo>
                  <a:pt x="650023" y="4471198"/>
                  <a:pt x="639155" y="4449035"/>
                  <a:pt x="658874" y="4430177"/>
                </a:cubicBezTo>
                <a:cubicBezTo>
                  <a:pt x="661502" y="4426558"/>
                  <a:pt x="662350" y="4421934"/>
                  <a:pt x="661173" y="4417602"/>
                </a:cubicBezTo>
                <a:cubicBezTo>
                  <a:pt x="656503" y="4403396"/>
                  <a:pt x="667213" y="4393374"/>
                  <a:pt x="674724" y="4381930"/>
                </a:cubicBezTo>
                <a:lnTo>
                  <a:pt x="655435" y="4353260"/>
                </a:lnTo>
                <a:cubicBezTo>
                  <a:pt x="663574" y="4327561"/>
                  <a:pt x="659103" y="4299481"/>
                  <a:pt x="643387" y="4277585"/>
                </a:cubicBezTo>
                <a:lnTo>
                  <a:pt x="634825" y="4308958"/>
                </a:lnTo>
                <a:cubicBezTo>
                  <a:pt x="630117" y="4294400"/>
                  <a:pt x="627069" y="4279357"/>
                  <a:pt x="625733" y="4264124"/>
                </a:cubicBezTo>
                <a:cubicBezTo>
                  <a:pt x="624408" y="4245800"/>
                  <a:pt x="620358" y="4227794"/>
                  <a:pt x="613714" y="4210672"/>
                </a:cubicBezTo>
                <a:cubicBezTo>
                  <a:pt x="608243" y="4199915"/>
                  <a:pt x="606473" y="4187664"/>
                  <a:pt x="608678" y="4175799"/>
                </a:cubicBezTo>
                <a:cubicBezTo>
                  <a:pt x="609887" y="4170143"/>
                  <a:pt x="609938" y="4164315"/>
                  <a:pt x="608818" y="4158638"/>
                </a:cubicBezTo>
                <a:cubicBezTo>
                  <a:pt x="600188" y="4136547"/>
                  <a:pt x="592927" y="4113938"/>
                  <a:pt x="587076" y="4090956"/>
                </a:cubicBezTo>
                <a:cubicBezTo>
                  <a:pt x="584182" y="4074799"/>
                  <a:pt x="574266" y="4056641"/>
                  <a:pt x="584517" y="4040846"/>
                </a:cubicBezTo>
                <a:cubicBezTo>
                  <a:pt x="595387" y="4023210"/>
                  <a:pt x="595970" y="4001031"/>
                  <a:pt x="586047" y="3982801"/>
                </a:cubicBezTo>
                <a:cubicBezTo>
                  <a:pt x="577775" y="3970019"/>
                  <a:pt x="576503" y="3953890"/>
                  <a:pt x="582666" y="3939966"/>
                </a:cubicBezTo>
                <a:cubicBezTo>
                  <a:pt x="583988" y="3937572"/>
                  <a:pt x="584319" y="3934755"/>
                  <a:pt x="583589" y="3932111"/>
                </a:cubicBezTo>
                <a:cubicBezTo>
                  <a:pt x="573651" y="3904728"/>
                  <a:pt x="577399" y="3874991"/>
                  <a:pt x="566648" y="3847160"/>
                </a:cubicBezTo>
                <a:cubicBezTo>
                  <a:pt x="555701" y="3820129"/>
                  <a:pt x="549046" y="3791518"/>
                  <a:pt x="546931" y="3762421"/>
                </a:cubicBezTo>
                <a:cubicBezTo>
                  <a:pt x="544879" y="3739908"/>
                  <a:pt x="540290" y="3717685"/>
                  <a:pt x="533257" y="3696211"/>
                </a:cubicBezTo>
                <a:cubicBezTo>
                  <a:pt x="528215" y="3679422"/>
                  <a:pt x="524171" y="3664372"/>
                  <a:pt x="532472" y="3654509"/>
                </a:cubicBezTo>
                <a:cubicBezTo>
                  <a:pt x="525622" y="3641071"/>
                  <a:pt x="521064" y="3626584"/>
                  <a:pt x="518986" y="3611628"/>
                </a:cubicBezTo>
                <a:cubicBezTo>
                  <a:pt x="521659" y="3570557"/>
                  <a:pt x="496818" y="3540993"/>
                  <a:pt x="480424" y="3507761"/>
                </a:cubicBezTo>
                <a:cubicBezTo>
                  <a:pt x="479688" y="3506549"/>
                  <a:pt x="477227" y="3506339"/>
                  <a:pt x="474659" y="3505392"/>
                </a:cubicBezTo>
                <a:cubicBezTo>
                  <a:pt x="462657" y="3511646"/>
                  <a:pt x="449949" y="3518188"/>
                  <a:pt x="435020" y="3526184"/>
                </a:cubicBezTo>
                <a:cubicBezTo>
                  <a:pt x="471713" y="3541981"/>
                  <a:pt x="473158" y="3544221"/>
                  <a:pt x="465330" y="3575488"/>
                </a:cubicBezTo>
                <a:cubicBezTo>
                  <a:pt x="439479" y="3581670"/>
                  <a:pt x="437803" y="3581724"/>
                  <a:pt x="419401" y="3572138"/>
                </a:cubicBezTo>
                <a:cubicBezTo>
                  <a:pt x="425942" y="3568933"/>
                  <a:pt x="432775" y="3566382"/>
                  <a:pt x="439802" y="3564483"/>
                </a:cubicBezTo>
                <a:cubicBezTo>
                  <a:pt x="452024" y="3562341"/>
                  <a:pt x="452037" y="3557254"/>
                  <a:pt x="445809" y="3547794"/>
                </a:cubicBezTo>
                <a:cubicBezTo>
                  <a:pt x="438801" y="3551066"/>
                  <a:pt x="433048" y="3553969"/>
                  <a:pt x="429360" y="3555630"/>
                </a:cubicBezTo>
                <a:cubicBezTo>
                  <a:pt x="423788" y="3546829"/>
                  <a:pt x="420335" y="3537157"/>
                  <a:pt x="414462" y="3534049"/>
                </a:cubicBezTo>
                <a:cubicBezTo>
                  <a:pt x="411526" y="3532496"/>
                  <a:pt x="407475" y="3532610"/>
                  <a:pt x="403196" y="3533251"/>
                </a:cubicBezTo>
                <a:lnTo>
                  <a:pt x="398396" y="3534150"/>
                </a:lnTo>
                <a:lnTo>
                  <a:pt x="392054" y="3485996"/>
                </a:lnTo>
                <a:lnTo>
                  <a:pt x="429130" y="3463370"/>
                </a:lnTo>
                <a:cubicBezTo>
                  <a:pt x="435995" y="3486300"/>
                  <a:pt x="454960" y="3490719"/>
                  <a:pt x="471498" y="3497749"/>
                </a:cubicBezTo>
                <a:cubicBezTo>
                  <a:pt x="476507" y="3490998"/>
                  <a:pt x="480814" y="3485856"/>
                  <a:pt x="484282" y="3480081"/>
                </a:cubicBezTo>
                <a:cubicBezTo>
                  <a:pt x="487334" y="3476062"/>
                  <a:pt x="489109" y="3471209"/>
                  <a:pt x="489378" y="3466160"/>
                </a:cubicBezTo>
                <a:cubicBezTo>
                  <a:pt x="485785" y="3442569"/>
                  <a:pt x="481485" y="3419269"/>
                  <a:pt x="476977" y="3395810"/>
                </a:cubicBezTo>
                <a:cubicBezTo>
                  <a:pt x="474995" y="3384871"/>
                  <a:pt x="466221" y="3376475"/>
                  <a:pt x="455273" y="3375023"/>
                </a:cubicBezTo>
                <a:cubicBezTo>
                  <a:pt x="448934" y="3373867"/>
                  <a:pt x="443302" y="3372420"/>
                  <a:pt x="435967" y="3370842"/>
                </a:cubicBezTo>
                <a:cubicBezTo>
                  <a:pt x="437317" y="3365939"/>
                  <a:pt x="438109" y="3358478"/>
                  <a:pt x="439392" y="3358293"/>
                </a:cubicBezTo>
                <a:cubicBezTo>
                  <a:pt x="447248" y="3357798"/>
                  <a:pt x="455128" y="3357847"/>
                  <a:pt x="462981" y="3358465"/>
                </a:cubicBezTo>
                <a:cubicBezTo>
                  <a:pt x="473761" y="3339637"/>
                  <a:pt x="471991" y="3316065"/>
                  <a:pt x="458513" y="3299025"/>
                </a:cubicBezTo>
                <a:cubicBezTo>
                  <a:pt x="456631" y="3295191"/>
                  <a:pt x="456008" y="3290872"/>
                  <a:pt x="456728" y="3286663"/>
                </a:cubicBezTo>
                <a:cubicBezTo>
                  <a:pt x="459324" y="3266435"/>
                  <a:pt x="451474" y="3246265"/>
                  <a:pt x="435911" y="3233162"/>
                </a:cubicBezTo>
                <a:cubicBezTo>
                  <a:pt x="438316" y="3226825"/>
                  <a:pt x="440063" y="3220263"/>
                  <a:pt x="441125" y="3213573"/>
                </a:cubicBezTo>
                <a:cubicBezTo>
                  <a:pt x="442517" y="3207740"/>
                  <a:pt x="441823" y="3201587"/>
                  <a:pt x="439168" y="3196226"/>
                </a:cubicBezTo>
                <a:cubicBezTo>
                  <a:pt x="432923" y="3183585"/>
                  <a:pt x="417698" y="3178419"/>
                  <a:pt x="405158" y="3184674"/>
                </a:cubicBezTo>
                <a:cubicBezTo>
                  <a:pt x="393136" y="3189613"/>
                  <a:pt x="381470" y="3195384"/>
                  <a:pt x="370251" y="3201958"/>
                </a:cubicBezTo>
                <a:cubicBezTo>
                  <a:pt x="351607" y="3190711"/>
                  <a:pt x="366547" y="3165952"/>
                  <a:pt x="352708" y="3149114"/>
                </a:cubicBezTo>
                <a:lnTo>
                  <a:pt x="348316" y="3153874"/>
                </a:lnTo>
                <a:lnTo>
                  <a:pt x="346094" y="3137006"/>
                </a:lnTo>
                <a:lnTo>
                  <a:pt x="349720" y="3137491"/>
                </a:lnTo>
                <a:lnTo>
                  <a:pt x="345774" y="3119225"/>
                </a:lnTo>
                <a:lnTo>
                  <a:pt x="343790" y="3119512"/>
                </a:lnTo>
                <a:lnTo>
                  <a:pt x="341974" y="3105716"/>
                </a:lnTo>
                <a:lnTo>
                  <a:pt x="357164" y="3087208"/>
                </a:lnTo>
                <a:cubicBezTo>
                  <a:pt x="358256" y="3080364"/>
                  <a:pt x="355161" y="3072853"/>
                  <a:pt x="348044" y="3063709"/>
                </a:cubicBezTo>
                <a:cubicBezTo>
                  <a:pt x="345076" y="3059994"/>
                  <a:pt x="340539" y="3057070"/>
                  <a:pt x="339193" y="3052932"/>
                </a:cubicBezTo>
                <a:lnTo>
                  <a:pt x="334304" y="3047475"/>
                </a:lnTo>
                <a:lnTo>
                  <a:pt x="326967" y="2991763"/>
                </a:lnTo>
                <a:lnTo>
                  <a:pt x="326984" y="2991756"/>
                </a:lnTo>
                <a:cubicBezTo>
                  <a:pt x="330526" y="2988113"/>
                  <a:pt x="332684" y="2983107"/>
                  <a:pt x="332617" y="2977598"/>
                </a:cubicBezTo>
                <a:cubicBezTo>
                  <a:pt x="332378" y="2972057"/>
                  <a:pt x="331584" y="2966558"/>
                  <a:pt x="330246" y="2961176"/>
                </a:cubicBezTo>
                <a:cubicBezTo>
                  <a:pt x="336558" y="2964767"/>
                  <a:pt x="340860" y="2971115"/>
                  <a:pt x="341887" y="2978331"/>
                </a:cubicBezTo>
                <a:cubicBezTo>
                  <a:pt x="342323" y="2995597"/>
                  <a:pt x="352285" y="3001127"/>
                  <a:pt x="367238" y="3002359"/>
                </a:cubicBezTo>
                <a:cubicBezTo>
                  <a:pt x="372516" y="3002407"/>
                  <a:pt x="377781" y="3002908"/>
                  <a:pt x="382976" y="3003853"/>
                </a:cubicBezTo>
                <a:cubicBezTo>
                  <a:pt x="394818" y="3006853"/>
                  <a:pt x="400150" y="3013994"/>
                  <a:pt x="395133" y="3028468"/>
                </a:cubicBezTo>
                <a:cubicBezTo>
                  <a:pt x="383212" y="3024915"/>
                  <a:pt x="371828" y="3016011"/>
                  <a:pt x="360569" y="3026113"/>
                </a:cubicBezTo>
                <a:cubicBezTo>
                  <a:pt x="359714" y="3053246"/>
                  <a:pt x="365274" y="3080207"/>
                  <a:pt x="376789" y="3104764"/>
                </a:cubicBezTo>
                <a:cubicBezTo>
                  <a:pt x="381599" y="3114524"/>
                  <a:pt x="393138" y="3118809"/>
                  <a:pt x="403072" y="3114530"/>
                </a:cubicBezTo>
                <a:cubicBezTo>
                  <a:pt x="410070" y="3111278"/>
                  <a:pt x="416769" y="3107410"/>
                  <a:pt x="423098" y="3102975"/>
                </a:cubicBezTo>
                <a:cubicBezTo>
                  <a:pt x="433891" y="3094635"/>
                  <a:pt x="436412" y="3079297"/>
                  <a:pt x="428874" y="3067859"/>
                </a:cubicBezTo>
                <a:cubicBezTo>
                  <a:pt x="416189" y="3052890"/>
                  <a:pt x="409313" y="3033804"/>
                  <a:pt x="409523" y="3014147"/>
                </a:cubicBezTo>
                <a:cubicBezTo>
                  <a:pt x="407909" y="3000988"/>
                  <a:pt x="404539" y="2988102"/>
                  <a:pt x="399505" y="2975850"/>
                </a:cubicBezTo>
                <a:cubicBezTo>
                  <a:pt x="393393" y="2960723"/>
                  <a:pt x="387964" y="2946438"/>
                  <a:pt x="401148" y="2931538"/>
                </a:cubicBezTo>
                <a:cubicBezTo>
                  <a:pt x="378728" y="2917447"/>
                  <a:pt x="370880" y="2940805"/>
                  <a:pt x="356467" y="2945901"/>
                </a:cubicBezTo>
                <a:cubicBezTo>
                  <a:pt x="345828" y="2942163"/>
                  <a:pt x="335923" y="2938319"/>
                  <a:pt x="325884" y="2933553"/>
                </a:cubicBezTo>
                <a:cubicBezTo>
                  <a:pt x="324651" y="2932789"/>
                  <a:pt x="325031" y="2927649"/>
                  <a:pt x="324392" y="2923221"/>
                </a:cubicBezTo>
                <a:cubicBezTo>
                  <a:pt x="332643" y="2924666"/>
                  <a:pt x="338038" y="2925771"/>
                  <a:pt x="343590" y="2926664"/>
                </a:cubicBezTo>
                <a:cubicBezTo>
                  <a:pt x="350663" y="2917355"/>
                  <a:pt x="355069" y="2910315"/>
                  <a:pt x="344334" y="2899433"/>
                </a:cubicBezTo>
                <a:cubicBezTo>
                  <a:pt x="333599" y="2888552"/>
                  <a:pt x="342117" y="2881483"/>
                  <a:pt x="351966" y="2873280"/>
                </a:cubicBezTo>
                <a:lnTo>
                  <a:pt x="362594" y="2914502"/>
                </a:lnTo>
                <a:cubicBezTo>
                  <a:pt x="372930" y="2912256"/>
                  <a:pt x="382479" y="2909747"/>
                  <a:pt x="392189" y="2908345"/>
                </a:cubicBezTo>
                <a:cubicBezTo>
                  <a:pt x="394104" y="2889233"/>
                  <a:pt x="376194" y="2898600"/>
                  <a:pt x="368457" y="2892937"/>
                </a:cubicBezTo>
                <a:cubicBezTo>
                  <a:pt x="369284" y="2892234"/>
                  <a:pt x="370089" y="2891515"/>
                  <a:pt x="370874" y="2890779"/>
                </a:cubicBezTo>
                <a:cubicBezTo>
                  <a:pt x="390876" y="2871655"/>
                  <a:pt x="391669" y="2839803"/>
                  <a:pt x="372645" y="2819627"/>
                </a:cubicBezTo>
                <a:cubicBezTo>
                  <a:pt x="365424" y="2810819"/>
                  <a:pt x="358721" y="2801596"/>
                  <a:pt x="352574" y="2792011"/>
                </a:cubicBezTo>
                <a:cubicBezTo>
                  <a:pt x="348028" y="2785133"/>
                  <a:pt x="343977" y="2777807"/>
                  <a:pt x="339561" y="2770534"/>
                </a:cubicBezTo>
                <a:cubicBezTo>
                  <a:pt x="337729" y="2770799"/>
                  <a:pt x="336081" y="2771037"/>
                  <a:pt x="334432" y="2771275"/>
                </a:cubicBezTo>
                <a:cubicBezTo>
                  <a:pt x="336093" y="2786668"/>
                  <a:pt x="338095" y="2801825"/>
                  <a:pt x="339024" y="2817324"/>
                </a:cubicBezTo>
                <a:cubicBezTo>
                  <a:pt x="339949" y="2826721"/>
                  <a:pt x="339623" y="2836224"/>
                  <a:pt x="338047" y="2845530"/>
                </a:cubicBezTo>
                <a:cubicBezTo>
                  <a:pt x="336060" y="2850940"/>
                  <a:pt x="331692" y="2855130"/>
                  <a:pt x="326216" y="2856844"/>
                </a:cubicBezTo>
                <a:cubicBezTo>
                  <a:pt x="322159" y="2857242"/>
                  <a:pt x="315756" y="2851762"/>
                  <a:pt x="313598" y="2847176"/>
                </a:cubicBezTo>
                <a:cubicBezTo>
                  <a:pt x="311071" y="2840629"/>
                  <a:pt x="309449" y="2833762"/>
                  <a:pt x="308782" y="2826776"/>
                </a:cubicBezTo>
                <a:cubicBezTo>
                  <a:pt x="307264" y="2816259"/>
                  <a:pt x="307660" y="2807349"/>
                  <a:pt x="304227" y="2795225"/>
                </a:cubicBezTo>
                <a:lnTo>
                  <a:pt x="300147" y="2788111"/>
                </a:lnTo>
                <a:lnTo>
                  <a:pt x="257844" y="2466886"/>
                </a:lnTo>
                <a:lnTo>
                  <a:pt x="259400" y="2469721"/>
                </a:lnTo>
                <a:cubicBezTo>
                  <a:pt x="261024" y="2471417"/>
                  <a:pt x="263064" y="2473241"/>
                  <a:pt x="264338" y="2474941"/>
                </a:cubicBezTo>
                <a:cubicBezTo>
                  <a:pt x="279812" y="2496628"/>
                  <a:pt x="300177" y="2515913"/>
                  <a:pt x="300826" y="2545015"/>
                </a:cubicBezTo>
                <a:cubicBezTo>
                  <a:pt x="300798" y="2563656"/>
                  <a:pt x="313209" y="2580018"/>
                  <a:pt x="331086" y="2584909"/>
                </a:cubicBezTo>
                <a:cubicBezTo>
                  <a:pt x="337884" y="2581479"/>
                  <a:pt x="345233" y="2577968"/>
                  <a:pt x="352423" y="2574670"/>
                </a:cubicBezTo>
                <a:cubicBezTo>
                  <a:pt x="346418" y="2549921"/>
                  <a:pt x="321898" y="2532931"/>
                  <a:pt x="331691" y="2502321"/>
                </a:cubicBezTo>
                <a:cubicBezTo>
                  <a:pt x="344475" y="2515733"/>
                  <a:pt x="336833" y="2537932"/>
                  <a:pt x="358927" y="2547173"/>
                </a:cubicBezTo>
                <a:cubicBezTo>
                  <a:pt x="355216" y="2499897"/>
                  <a:pt x="335576" y="2455284"/>
                  <a:pt x="303264" y="2420724"/>
                </a:cubicBezTo>
                <a:cubicBezTo>
                  <a:pt x="310886" y="2411336"/>
                  <a:pt x="321391" y="2403792"/>
                  <a:pt x="320668" y="2397492"/>
                </a:cubicBezTo>
                <a:cubicBezTo>
                  <a:pt x="317689" y="2380549"/>
                  <a:pt x="313098" y="2363927"/>
                  <a:pt x="306956" y="2347862"/>
                </a:cubicBezTo>
                <a:cubicBezTo>
                  <a:pt x="306637" y="2345648"/>
                  <a:pt x="303256" y="2344253"/>
                  <a:pt x="301314" y="2342461"/>
                </a:cubicBezTo>
                <a:cubicBezTo>
                  <a:pt x="284904" y="2327069"/>
                  <a:pt x="261561" y="2321734"/>
                  <a:pt x="240200" y="2328495"/>
                </a:cubicBezTo>
                <a:lnTo>
                  <a:pt x="259362" y="2358879"/>
                </a:lnTo>
                <a:cubicBezTo>
                  <a:pt x="268691" y="2372976"/>
                  <a:pt x="249904" y="2377573"/>
                  <a:pt x="249774" y="2388328"/>
                </a:cubicBezTo>
                <a:lnTo>
                  <a:pt x="249251" y="2398951"/>
                </a:lnTo>
                <a:cubicBezTo>
                  <a:pt x="248999" y="2415658"/>
                  <a:pt x="256829" y="2431514"/>
                  <a:pt x="258233" y="2448219"/>
                </a:cubicBezTo>
                <a:lnTo>
                  <a:pt x="257201" y="2462006"/>
                </a:lnTo>
                <a:lnTo>
                  <a:pt x="226805" y="2231197"/>
                </a:lnTo>
                <a:lnTo>
                  <a:pt x="233195" y="2237401"/>
                </a:lnTo>
                <a:cubicBezTo>
                  <a:pt x="238145" y="2242384"/>
                  <a:pt x="242157" y="2247502"/>
                  <a:pt x="242760" y="2252971"/>
                </a:cubicBezTo>
                <a:cubicBezTo>
                  <a:pt x="245664" y="2273083"/>
                  <a:pt x="263424" y="2266562"/>
                  <a:pt x="270495" y="2277973"/>
                </a:cubicBezTo>
                <a:cubicBezTo>
                  <a:pt x="275439" y="2255222"/>
                  <a:pt x="259667" y="2240547"/>
                  <a:pt x="250802" y="2223180"/>
                </a:cubicBezTo>
                <a:cubicBezTo>
                  <a:pt x="264382" y="2220089"/>
                  <a:pt x="276313" y="2217236"/>
                  <a:pt x="288454" y="2214541"/>
                </a:cubicBezTo>
                <a:cubicBezTo>
                  <a:pt x="284161" y="2193877"/>
                  <a:pt x="273852" y="2185948"/>
                  <a:pt x="256758" y="2186721"/>
                </a:cubicBezTo>
                <a:lnTo>
                  <a:pt x="251575" y="2207812"/>
                </a:lnTo>
                <a:lnTo>
                  <a:pt x="246218" y="2212164"/>
                </a:lnTo>
                <a:lnTo>
                  <a:pt x="234358" y="2190897"/>
                </a:lnTo>
                <a:lnTo>
                  <a:pt x="224115" y="2210769"/>
                </a:lnTo>
                <a:lnTo>
                  <a:pt x="173419" y="1825811"/>
                </a:lnTo>
                <a:lnTo>
                  <a:pt x="180449" y="1825808"/>
                </a:lnTo>
                <a:cubicBezTo>
                  <a:pt x="183860" y="1828870"/>
                  <a:pt x="184799" y="1835374"/>
                  <a:pt x="184434" y="1846446"/>
                </a:cubicBezTo>
                <a:cubicBezTo>
                  <a:pt x="184254" y="1847790"/>
                  <a:pt x="186143" y="1849212"/>
                  <a:pt x="186409" y="1851057"/>
                </a:cubicBezTo>
                <a:cubicBezTo>
                  <a:pt x="191355" y="1850343"/>
                  <a:pt x="196301" y="1849629"/>
                  <a:pt x="202531" y="1848729"/>
                </a:cubicBezTo>
                <a:lnTo>
                  <a:pt x="207406" y="1872135"/>
                </a:lnTo>
                <a:cubicBezTo>
                  <a:pt x="209548" y="1880490"/>
                  <a:pt x="213547" y="1888765"/>
                  <a:pt x="223045" y="1885887"/>
                </a:cubicBezTo>
                <a:cubicBezTo>
                  <a:pt x="227178" y="1884726"/>
                  <a:pt x="230323" y="1875419"/>
                  <a:pt x="230935" y="1869302"/>
                </a:cubicBezTo>
                <a:cubicBezTo>
                  <a:pt x="233365" y="1845972"/>
                  <a:pt x="216004" y="1824182"/>
                  <a:pt x="224296" y="1800005"/>
                </a:cubicBezTo>
                <a:cubicBezTo>
                  <a:pt x="224583" y="1799398"/>
                  <a:pt x="221175" y="1797819"/>
                  <a:pt x="220962" y="1796342"/>
                </a:cubicBezTo>
                <a:cubicBezTo>
                  <a:pt x="217687" y="1790695"/>
                  <a:pt x="214836" y="1784812"/>
                  <a:pt x="212435" y="1778738"/>
                </a:cubicBezTo>
                <a:cubicBezTo>
                  <a:pt x="203945" y="1754913"/>
                  <a:pt x="203785" y="1753805"/>
                  <a:pt x="176249" y="1756086"/>
                </a:cubicBezTo>
                <a:cubicBezTo>
                  <a:pt x="171239" y="1762837"/>
                  <a:pt x="170649" y="1770409"/>
                  <a:pt x="170469" y="1778228"/>
                </a:cubicBezTo>
                <a:lnTo>
                  <a:pt x="168756" y="1790408"/>
                </a:lnTo>
                <a:lnTo>
                  <a:pt x="143017" y="1594956"/>
                </a:lnTo>
                <a:lnTo>
                  <a:pt x="155976" y="1607105"/>
                </a:lnTo>
                <a:cubicBezTo>
                  <a:pt x="162321" y="1614617"/>
                  <a:pt x="166087" y="1623539"/>
                  <a:pt x="162703" y="1636365"/>
                </a:cubicBezTo>
                <a:cubicBezTo>
                  <a:pt x="172232" y="1636307"/>
                  <a:pt x="179536" y="1636383"/>
                  <a:pt x="186632" y="1636300"/>
                </a:cubicBezTo>
                <a:cubicBezTo>
                  <a:pt x="187138" y="1639806"/>
                  <a:pt x="187537" y="1642573"/>
                  <a:pt x="187591" y="1642942"/>
                </a:cubicBezTo>
                <a:cubicBezTo>
                  <a:pt x="176122" y="1652886"/>
                  <a:pt x="176897" y="1669914"/>
                  <a:pt x="164120" y="1679858"/>
                </a:cubicBezTo>
                <a:cubicBezTo>
                  <a:pt x="155686" y="1686855"/>
                  <a:pt x="154496" y="1699425"/>
                  <a:pt x="161461" y="1707931"/>
                </a:cubicBezTo>
                <a:cubicBezTo>
                  <a:pt x="161600" y="1708101"/>
                  <a:pt x="161742" y="1708268"/>
                  <a:pt x="161887" y="1708434"/>
                </a:cubicBezTo>
                <a:cubicBezTo>
                  <a:pt x="166983" y="1715233"/>
                  <a:pt x="170930" y="1723138"/>
                  <a:pt x="176083" y="1731624"/>
                </a:cubicBezTo>
                <a:cubicBezTo>
                  <a:pt x="182026" y="1727172"/>
                  <a:pt x="188443" y="1723403"/>
                  <a:pt x="195219" y="1720384"/>
                </a:cubicBezTo>
                <a:lnTo>
                  <a:pt x="195768" y="1720305"/>
                </a:lnTo>
                <a:cubicBezTo>
                  <a:pt x="221457" y="1711699"/>
                  <a:pt x="225394" y="1705291"/>
                  <a:pt x="217920" y="1679436"/>
                </a:cubicBezTo>
                <a:cubicBezTo>
                  <a:pt x="216128" y="1672601"/>
                  <a:pt x="213294" y="1666085"/>
                  <a:pt x="209520" y="1660118"/>
                </a:cubicBezTo>
                <a:cubicBezTo>
                  <a:pt x="200931" y="1646740"/>
                  <a:pt x="196994" y="1630876"/>
                  <a:pt x="198333" y="1615021"/>
                </a:cubicBezTo>
                <a:cubicBezTo>
                  <a:pt x="197585" y="1603844"/>
                  <a:pt x="195982" y="1592740"/>
                  <a:pt x="193537" y="1581809"/>
                </a:cubicBezTo>
                <a:cubicBezTo>
                  <a:pt x="185646" y="1588034"/>
                  <a:pt x="180631" y="1592150"/>
                  <a:pt x="176843" y="1595710"/>
                </a:cubicBezTo>
                <a:lnTo>
                  <a:pt x="141168" y="1580917"/>
                </a:lnTo>
                <a:lnTo>
                  <a:pt x="130419" y="1499296"/>
                </a:lnTo>
                <a:lnTo>
                  <a:pt x="138544" y="1502729"/>
                </a:lnTo>
                <a:cubicBezTo>
                  <a:pt x="136249" y="1495903"/>
                  <a:pt x="133771" y="1489104"/>
                  <a:pt x="131632" y="1482067"/>
                </a:cubicBezTo>
                <a:lnTo>
                  <a:pt x="128313" y="1483301"/>
                </a:lnTo>
                <a:lnTo>
                  <a:pt x="126077" y="1466324"/>
                </a:lnTo>
                <a:lnTo>
                  <a:pt x="126486" y="1465858"/>
                </a:lnTo>
                <a:lnTo>
                  <a:pt x="125929" y="1465200"/>
                </a:lnTo>
                <a:lnTo>
                  <a:pt x="0" y="508973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1EA218F5-CD30-B8DE-CAD7-8B57818934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54444" y="303696"/>
            <a:ext cx="4683110" cy="6231629"/>
          </a:xfrm>
          <a:custGeom>
            <a:avLst/>
            <a:gdLst>
              <a:gd name="connsiteX0" fmla="*/ 964 w 4683110"/>
              <a:gd name="connsiteY0" fmla="*/ 5663330 h 6231629"/>
              <a:gd name="connsiteX1" fmla="*/ 8387 w 4683110"/>
              <a:gd name="connsiteY1" fmla="*/ 5671169 h 6231629"/>
              <a:gd name="connsiteX2" fmla="*/ 0 w 4683110"/>
              <a:gd name="connsiteY2" fmla="*/ 5669948 h 6231629"/>
              <a:gd name="connsiteX3" fmla="*/ 825580 w 4683110"/>
              <a:gd name="connsiteY3" fmla="*/ 0 h 6231629"/>
              <a:gd name="connsiteX4" fmla="*/ 4683110 w 4683110"/>
              <a:gd name="connsiteY4" fmla="*/ 561680 h 6231629"/>
              <a:gd name="connsiteX5" fmla="*/ 4626680 w 4683110"/>
              <a:gd name="connsiteY5" fmla="*/ 949236 h 6231629"/>
              <a:gd name="connsiteX6" fmla="*/ 4118229 w 4683110"/>
              <a:gd name="connsiteY6" fmla="*/ 913817 h 6231629"/>
              <a:gd name="connsiteX7" fmla="*/ 3761267 w 4683110"/>
              <a:gd name="connsiteY7" fmla="*/ 6038147 h 6231629"/>
              <a:gd name="connsiteX8" fmla="*/ 3884454 w 4683110"/>
              <a:gd name="connsiteY8" fmla="*/ 6046729 h 6231629"/>
              <a:gd name="connsiteX9" fmla="*/ 3857531 w 4683110"/>
              <a:gd name="connsiteY9" fmla="*/ 6231629 h 6231629"/>
              <a:gd name="connsiteX10" fmla="*/ 909722 w 4683110"/>
              <a:gd name="connsiteY10" fmla="*/ 5802409 h 6231629"/>
              <a:gd name="connsiteX11" fmla="*/ 901210 w 4683110"/>
              <a:gd name="connsiteY11" fmla="*/ 5787078 h 6231629"/>
              <a:gd name="connsiteX12" fmla="*/ 854281 w 4683110"/>
              <a:gd name="connsiteY12" fmla="*/ 5707017 h 6231629"/>
              <a:gd name="connsiteX13" fmla="*/ 657662 w 4683110"/>
              <a:gd name="connsiteY13" fmla="*/ 5534804 h 6231629"/>
              <a:gd name="connsiteX14" fmla="*/ 604779 w 4683110"/>
              <a:gd name="connsiteY14" fmla="*/ 5524639 h 6231629"/>
              <a:gd name="connsiteX15" fmla="*/ 478564 w 4683110"/>
              <a:gd name="connsiteY15" fmla="*/ 5582839 h 6231629"/>
              <a:gd name="connsiteX16" fmla="*/ 481310 w 4683110"/>
              <a:gd name="connsiteY16" fmla="*/ 5649247 h 6231629"/>
              <a:gd name="connsiteX17" fmla="*/ 513706 w 4683110"/>
              <a:gd name="connsiteY17" fmla="*/ 5713630 h 6231629"/>
              <a:gd name="connsiteX18" fmla="*/ 547139 w 4683110"/>
              <a:gd name="connsiteY18" fmla="*/ 5749615 h 6231629"/>
              <a:gd name="connsiteX19" fmla="*/ 276964 w 4683110"/>
              <a:gd name="connsiteY19" fmla="*/ 5710276 h 6231629"/>
              <a:gd name="connsiteX20" fmla="*/ 267973 w 4683110"/>
              <a:gd name="connsiteY20" fmla="*/ 5682429 h 6231629"/>
              <a:gd name="connsiteX21" fmla="*/ 84546 w 4683110"/>
              <a:gd name="connsiteY21" fmla="*/ 5374063 h 6231629"/>
              <a:gd name="connsiteX22" fmla="*/ 47049 w 4683110"/>
              <a:gd name="connsiteY22" fmla="*/ 5346829 h 6231629"/>
              <a:gd name="connsiteX23" fmla="*/ 49292 w 4683110"/>
              <a:gd name="connsiteY23" fmla="*/ 5331420 h 6231629"/>
              <a:gd name="connsiteX24" fmla="*/ 1122297 w 4683110"/>
              <a:gd name="connsiteY24" fmla="*/ 5190112 h 6231629"/>
              <a:gd name="connsiteX25" fmla="*/ 622484 w 4683110"/>
              <a:gd name="connsiteY25" fmla="*/ 1394831 h 623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683110" h="6231629">
                <a:moveTo>
                  <a:pt x="964" y="5663330"/>
                </a:moveTo>
                <a:lnTo>
                  <a:pt x="8387" y="5671169"/>
                </a:lnTo>
                <a:lnTo>
                  <a:pt x="0" y="5669948"/>
                </a:lnTo>
                <a:close/>
                <a:moveTo>
                  <a:pt x="825580" y="0"/>
                </a:moveTo>
                <a:lnTo>
                  <a:pt x="4683110" y="561680"/>
                </a:lnTo>
                <a:lnTo>
                  <a:pt x="4626680" y="949236"/>
                </a:lnTo>
                <a:lnTo>
                  <a:pt x="4118229" y="913817"/>
                </a:lnTo>
                <a:lnTo>
                  <a:pt x="3761267" y="6038147"/>
                </a:lnTo>
                <a:lnTo>
                  <a:pt x="3884454" y="6046729"/>
                </a:lnTo>
                <a:lnTo>
                  <a:pt x="3857531" y="6231629"/>
                </a:lnTo>
                <a:lnTo>
                  <a:pt x="909722" y="5802409"/>
                </a:lnTo>
                <a:lnTo>
                  <a:pt x="901210" y="5787078"/>
                </a:lnTo>
                <a:cubicBezTo>
                  <a:pt x="885483" y="5759351"/>
                  <a:pt x="869348" y="5731635"/>
                  <a:pt x="854281" y="5707017"/>
                </a:cubicBezTo>
                <a:cubicBezTo>
                  <a:pt x="806610" y="5628662"/>
                  <a:pt x="745076" y="5561387"/>
                  <a:pt x="657662" y="5534804"/>
                </a:cubicBezTo>
                <a:cubicBezTo>
                  <a:pt x="641160" y="5529757"/>
                  <a:pt x="623026" y="5526167"/>
                  <a:pt x="604779" y="5524639"/>
                </a:cubicBezTo>
                <a:cubicBezTo>
                  <a:pt x="550038" y="5520054"/>
                  <a:pt x="494285" y="5534020"/>
                  <a:pt x="478564" y="5582839"/>
                </a:cubicBezTo>
                <a:cubicBezTo>
                  <a:pt x="472502" y="5604718"/>
                  <a:pt x="473462" y="5627946"/>
                  <a:pt x="481310" y="5649247"/>
                </a:cubicBezTo>
                <a:cubicBezTo>
                  <a:pt x="488604" y="5672742"/>
                  <a:pt x="499733" y="5694115"/>
                  <a:pt x="513706" y="5713630"/>
                </a:cubicBezTo>
                <a:lnTo>
                  <a:pt x="547139" y="5749615"/>
                </a:lnTo>
                <a:lnTo>
                  <a:pt x="276964" y="5710276"/>
                </a:lnTo>
                <a:lnTo>
                  <a:pt x="267973" y="5682429"/>
                </a:lnTo>
                <a:cubicBezTo>
                  <a:pt x="225951" y="5566468"/>
                  <a:pt x="165929" y="5444794"/>
                  <a:pt x="84546" y="5374063"/>
                </a:cubicBezTo>
                <a:lnTo>
                  <a:pt x="47049" y="5346829"/>
                </a:lnTo>
                <a:lnTo>
                  <a:pt x="49292" y="5331420"/>
                </a:lnTo>
                <a:lnTo>
                  <a:pt x="1122297" y="5190112"/>
                </a:lnTo>
                <a:lnTo>
                  <a:pt x="622484" y="1394831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F857EB6C-72E7-8601-C014-0937036C24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82157" y="1400275"/>
            <a:ext cx="4156368" cy="5027983"/>
          </a:xfrm>
          <a:custGeom>
            <a:avLst/>
            <a:gdLst>
              <a:gd name="connsiteX0" fmla="*/ 3904231 w 4156368"/>
              <a:gd name="connsiteY0" fmla="*/ 4429419 h 5027983"/>
              <a:gd name="connsiteX1" fmla="*/ 3901381 w 4156368"/>
              <a:gd name="connsiteY1" fmla="*/ 4446432 h 5027983"/>
              <a:gd name="connsiteX2" fmla="*/ 3907793 w 4156368"/>
              <a:gd name="connsiteY2" fmla="*/ 4447741 h 5027983"/>
              <a:gd name="connsiteX3" fmla="*/ 3911915 w 4156368"/>
              <a:gd name="connsiteY3" fmla="*/ 4431176 h 5027983"/>
              <a:gd name="connsiteX4" fmla="*/ 3904231 w 4156368"/>
              <a:gd name="connsiteY4" fmla="*/ 4429419 h 5027983"/>
              <a:gd name="connsiteX5" fmla="*/ 3953540 w 4156368"/>
              <a:gd name="connsiteY5" fmla="*/ 4049485 h 5027983"/>
              <a:gd name="connsiteX6" fmla="*/ 3948496 w 4156368"/>
              <a:gd name="connsiteY6" fmla="*/ 4053298 h 5027983"/>
              <a:gd name="connsiteX7" fmla="*/ 3950506 w 4156368"/>
              <a:gd name="connsiteY7" fmla="*/ 4056964 h 5027983"/>
              <a:gd name="connsiteX8" fmla="*/ 3956039 w 4156368"/>
              <a:gd name="connsiteY8" fmla="*/ 4054300 h 5027983"/>
              <a:gd name="connsiteX9" fmla="*/ 3944077 w 4156368"/>
              <a:gd name="connsiteY9" fmla="*/ 4014758 h 5027983"/>
              <a:gd name="connsiteX10" fmla="*/ 3946705 w 4156368"/>
              <a:gd name="connsiteY10" fmla="*/ 4036386 h 5027983"/>
              <a:gd name="connsiteX11" fmla="*/ 3954564 w 4156368"/>
              <a:gd name="connsiteY11" fmla="*/ 4035166 h 5027983"/>
              <a:gd name="connsiteX12" fmla="*/ 3944077 w 4156368"/>
              <a:gd name="connsiteY12" fmla="*/ 4014758 h 5027983"/>
              <a:gd name="connsiteX13" fmla="*/ 3956866 w 4156368"/>
              <a:gd name="connsiteY13" fmla="*/ 3450987 h 5027983"/>
              <a:gd name="connsiteX14" fmla="*/ 3934993 w 4156368"/>
              <a:gd name="connsiteY14" fmla="*/ 3469875 h 5027983"/>
              <a:gd name="connsiteX15" fmla="*/ 3934624 w 4156368"/>
              <a:gd name="connsiteY15" fmla="*/ 3469853 h 5027983"/>
              <a:gd name="connsiteX16" fmla="*/ 3936186 w 4156368"/>
              <a:gd name="connsiteY16" fmla="*/ 3487498 h 5027983"/>
              <a:gd name="connsiteX17" fmla="*/ 3952585 w 4156368"/>
              <a:gd name="connsiteY17" fmla="*/ 3524125 h 5027983"/>
              <a:gd name="connsiteX18" fmla="*/ 3947229 w 4156368"/>
              <a:gd name="connsiteY18" fmla="*/ 3397434 h 5027983"/>
              <a:gd name="connsiteX19" fmla="*/ 3938618 w 4156368"/>
              <a:gd name="connsiteY19" fmla="*/ 3404756 h 5027983"/>
              <a:gd name="connsiteX20" fmla="*/ 3938622 w 4156368"/>
              <a:gd name="connsiteY20" fmla="*/ 3404727 h 5027983"/>
              <a:gd name="connsiteX21" fmla="*/ 3938034 w 4156368"/>
              <a:gd name="connsiteY21" fmla="*/ 3405253 h 5027983"/>
              <a:gd name="connsiteX22" fmla="*/ 3938618 w 4156368"/>
              <a:gd name="connsiteY22" fmla="*/ 3404756 h 5027983"/>
              <a:gd name="connsiteX23" fmla="*/ 3937234 w 4156368"/>
              <a:gd name="connsiteY23" fmla="*/ 3415361 h 5027983"/>
              <a:gd name="connsiteX24" fmla="*/ 3947977 w 4156368"/>
              <a:gd name="connsiteY24" fmla="*/ 3425443 h 5027983"/>
              <a:gd name="connsiteX25" fmla="*/ 3963817 w 4156368"/>
              <a:gd name="connsiteY25" fmla="*/ 3398733 h 5027983"/>
              <a:gd name="connsiteX26" fmla="*/ 3947229 w 4156368"/>
              <a:gd name="connsiteY26" fmla="*/ 3397434 h 5027983"/>
              <a:gd name="connsiteX27" fmla="*/ 3930050 w 4156368"/>
              <a:gd name="connsiteY27" fmla="*/ 3186859 h 5027983"/>
              <a:gd name="connsiteX28" fmla="*/ 3932742 w 4156368"/>
              <a:gd name="connsiteY28" fmla="*/ 3216895 h 5027983"/>
              <a:gd name="connsiteX29" fmla="*/ 3939080 w 4156368"/>
              <a:gd name="connsiteY29" fmla="*/ 3216332 h 5027983"/>
              <a:gd name="connsiteX30" fmla="*/ 3930050 w 4156368"/>
              <a:gd name="connsiteY30" fmla="*/ 3186859 h 5027983"/>
              <a:gd name="connsiteX31" fmla="*/ 3972422 w 4156368"/>
              <a:gd name="connsiteY31" fmla="*/ 2915949 h 5027983"/>
              <a:gd name="connsiteX32" fmla="*/ 3949465 w 4156368"/>
              <a:gd name="connsiteY32" fmla="*/ 2921701 h 5027983"/>
              <a:gd name="connsiteX33" fmla="*/ 3955271 w 4156368"/>
              <a:gd name="connsiteY33" fmla="*/ 2996738 h 5027983"/>
              <a:gd name="connsiteX34" fmla="*/ 3937581 w 4156368"/>
              <a:gd name="connsiteY34" fmla="*/ 2947336 h 5027983"/>
              <a:gd name="connsiteX35" fmla="*/ 3966760 w 4156368"/>
              <a:gd name="connsiteY35" fmla="*/ 3082378 h 5027983"/>
              <a:gd name="connsiteX36" fmla="*/ 3945051 w 4156368"/>
              <a:gd name="connsiteY36" fmla="*/ 3101649 h 5027983"/>
              <a:gd name="connsiteX37" fmla="*/ 3948534 w 4156368"/>
              <a:gd name="connsiteY37" fmla="*/ 3153020 h 5027983"/>
              <a:gd name="connsiteX38" fmla="*/ 3952979 w 4156368"/>
              <a:gd name="connsiteY38" fmla="*/ 3159443 h 5027983"/>
              <a:gd name="connsiteX39" fmla="*/ 4010052 w 4156368"/>
              <a:gd name="connsiteY39" fmla="*/ 3185379 h 5027983"/>
              <a:gd name="connsiteX40" fmla="*/ 3997371 w 4156368"/>
              <a:gd name="connsiteY40" fmla="*/ 3151770 h 5027983"/>
              <a:gd name="connsiteX41" fmla="*/ 4012668 w 4156368"/>
              <a:gd name="connsiteY41" fmla="*/ 3124841 h 5027983"/>
              <a:gd name="connsiteX42" fmla="*/ 4015311 w 4156368"/>
              <a:gd name="connsiteY42" fmla="*/ 3114538 h 5027983"/>
              <a:gd name="connsiteX43" fmla="*/ 4021058 w 4156368"/>
              <a:gd name="connsiteY43" fmla="*/ 3048021 h 5027983"/>
              <a:gd name="connsiteX44" fmla="*/ 4015766 w 4156368"/>
              <a:gd name="connsiteY44" fmla="*/ 3037067 h 5027983"/>
              <a:gd name="connsiteX45" fmla="*/ 3994069 w 4156368"/>
              <a:gd name="connsiteY45" fmla="*/ 2961100 h 5027983"/>
              <a:gd name="connsiteX46" fmla="*/ 3972422 w 4156368"/>
              <a:gd name="connsiteY46" fmla="*/ 2915949 h 5027983"/>
              <a:gd name="connsiteX47" fmla="*/ 3975121 w 4156368"/>
              <a:gd name="connsiteY47" fmla="*/ 2885668 h 5027983"/>
              <a:gd name="connsiteX48" fmla="*/ 3947795 w 4156368"/>
              <a:gd name="connsiteY48" fmla="*/ 2893219 h 5027983"/>
              <a:gd name="connsiteX49" fmla="*/ 3949261 w 4156368"/>
              <a:gd name="connsiteY49" fmla="*/ 2899841 h 5027983"/>
              <a:gd name="connsiteX50" fmla="*/ 3975121 w 4156368"/>
              <a:gd name="connsiteY50" fmla="*/ 2885668 h 5027983"/>
              <a:gd name="connsiteX51" fmla="*/ 3983926 w 4156368"/>
              <a:gd name="connsiteY51" fmla="*/ 2884129 h 5027983"/>
              <a:gd name="connsiteX52" fmla="*/ 3985457 w 4156368"/>
              <a:gd name="connsiteY52" fmla="*/ 2899158 h 5027983"/>
              <a:gd name="connsiteX53" fmla="*/ 3990630 w 4156368"/>
              <a:gd name="connsiteY53" fmla="*/ 2899461 h 5027983"/>
              <a:gd name="connsiteX54" fmla="*/ 3991491 w 4156368"/>
              <a:gd name="connsiteY54" fmla="*/ 2884759 h 5027983"/>
              <a:gd name="connsiteX55" fmla="*/ 3969222 w 4156368"/>
              <a:gd name="connsiteY55" fmla="*/ 2866089 h 5027983"/>
              <a:gd name="connsiteX56" fmla="*/ 3969211 w 4156368"/>
              <a:gd name="connsiteY56" fmla="*/ 2866275 h 5027983"/>
              <a:gd name="connsiteX57" fmla="*/ 3961407 w 4156368"/>
              <a:gd name="connsiteY57" fmla="*/ 2869739 h 5027983"/>
              <a:gd name="connsiteX58" fmla="*/ 3967123 w 4156368"/>
              <a:gd name="connsiteY58" fmla="*/ 2876610 h 5027983"/>
              <a:gd name="connsiteX59" fmla="*/ 3978047 w 4156368"/>
              <a:gd name="connsiteY59" fmla="*/ 2873702 h 5027983"/>
              <a:gd name="connsiteX60" fmla="*/ 3969222 w 4156368"/>
              <a:gd name="connsiteY60" fmla="*/ 2866089 h 5027983"/>
              <a:gd name="connsiteX61" fmla="*/ 4009827 w 4156368"/>
              <a:gd name="connsiteY61" fmla="*/ 2861208 h 5027983"/>
              <a:gd name="connsiteX62" fmla="*/ 3997412 w 4156368"/>
              <a:gd name="connsiteY62" fmla="*/ 2864138 h 5027983"/>
              <a:gd name="connsiteX63" fmla="*/ 3993787 w 4156368"/>
              <a:gd name="connsiteY63" fmla="*/ 2867714 h 5027983"/>
              <a:gd name="connsiteX64" fmla="*/ 4014132 w 4156368"/>
              <a:gd name="connsiteY64" fmla="*/ 2887578 h 5027983"/>
              <a:gd name="connsiteX65" fmla="*/ 4019505 w 4156368"/>
              <a:gd name="connsiteY65" fmla="*/ 2868658 h 5027983"/>
              <a:gd name="connsiteX66" fmla="*/ 4020656 w 4156368"/>
              <a:gd name="connsiteY66" fmla="*/ 2867979 h 5027983"/>
              <a:gd name="connsiteX67" fmla="*/ 4009827 w 4156368"/>
              <a:gd name="connsiteY67" fmla="*/ 2861208 h 5027983"/>
              <a:gd name="connsiteX68" fmla="*/ 3991667 w 4156368"/>
              <a:gd name="connsiteY68" fmla="*/ 2783555 h 5027983"/>
              <a:gd name="connsiteX69" fmla="*/ 3980110 w 4156368"/>
              <a:gd name="connsiteY69" fmla="*/ 2800432 h 5027983"/>
              <a:gd name="connsiteX70" fmla="*/ 4013138 w 4156368"/>
              <a:gd name="connsiteY70" fmla="*/ 2847557 h 5027983"/>
              <a:gd name="connsiteX71" fmla="*/ 4009684 w 4156368"/>
              <a:gd name="connsiteY71" fmla="*/ 2817850 h 5027983"/>
              <a:gd name="connsiteX72" fmla="*/ 4009870 w 4156368"/>
              <a:gd name="connsiteY72" fmla="*/ 2817860 h 5027983"/>
              <a:gd name="connsiteX73" fmla="*/ 4003752 w 4156368"/>
              <a:gd name="connsiteY73" fmla="*/ 2798829 h 5027983"/>
              <a:gd name="connsiteX74" fmla="*/ 3991667 w 4156368"/>
              <a:gd name="connsiteY74" fmla="*/ 2783555 h 5027983"/>
              <a:gd name="connsiteX75" fmla="*/ 3979398 w 4156368"/>
              <a:gd name="connsiteY75" fmla="*/ 2765097 h 5027983"/>
              <a:gd name="connsiteX76" fmla="*/ 3979104 w 4156368"/>
              <a:gd name="connsiteY76" fmla="*/ 2770122 h 5027983"/>
              <a:gd name="connsiteX77" fmla="*/ 3996049 w 4156368"/>
              <a:gd name="connsiteY77" fmla="*/ 2772047 h 5027983"/>
              <a:gd name="connsiteX78" fmla="*/ 3996137 w 4156368"/>
              <a:gd name="connsiteY78" fmla="*/ 2767384 h 5027983"/>
              <a:gd name="connsiteX79" fmla="*/ 3979398 w 4156368"/>
              <a:gd name="connsiteY79" fmla="*/ 2765097 h 5027983"/>
              <a:gd name="connsiteX80" fmla="*/ 4019432 w 4156368"/>
              <a:gd name="connsiteY80" fmla="*/ 2663985 h 5027983"/>
              <a:gd name="connsiteX81" fmla="*/ 4021665 w 4156368"/>
              <a:gd name="connsiteY81" fmla="*/ 2711362 h 5027983"/>
              <a:gd name="connsiteX82" fmla="*/ 4027427 w 4156368"/>
              <a:gd name="connsiteY82" fmla="*/ 2711138 h 5027983"/>
              <a:gd name="connsiteX83" fmla="*/ 4019432 w 4156368"/>
              <a:gd name="connsiteY83" fmla="*/ 2663985 h 5027983"/>
              <a:gd name="connsiteX84" fmla="*/ 4043267 w 4156368"/>
              <a:gd name="connsiteY84" fmla="*/ 2598900 h 5027983"/>
              <a:gd name="connsiteX85" fmla="*/ 4057874 w 4156368"/>
              <a:gd name="connsiteY85" fmla="*/ 2600624 h 5027983"/>
              <a:gd name="connsiteX86" fmla="*/ 4055555 w 4156368"/>
              <a:gd name="connsiteY86" fmla="*/ 2633922 h 5027983"/>
              <a:gd name="connsiteX87" fmla="*/ 4029817 w 4156368"/>
              <a:gd name="connsiteY87" fmla="*/ 2635461 h 5027983"/>
              <a:gd name="connsiteX88" fmla="*/ 4002170 w 4156368"/>
              <a:gd name="connsiteY88" fmla="*/ 2328520 h 5027983"/>
              <a:gd name="connsiteX89" fmla="*/ 4005438 w 4156368"/>
              <a:gd name="connsiteY89" fmla="*/ 2358217 h 5027983"/>
              <a:gd name="connsiteX90" fmla="*/ 4013448 w 4156368"/>
              <a:gd name="connsiteY90" fmla="*/ 2367089 h 5027983"/>
              <a:gd name="connsiteX91" fmla="*/ 4044385 w 4156368"/>
              <a:gd name="connsiteY91" fmla="*/ 2348545 h 5027983"/>
              <a:gd name="connsiteX92" fmla="*/ 4002170 w 4156368"/>
              <a:gd name="connsiteY92" fmla="*/ 2328520 h 5027983"/>
              <a:gd name="connsiteX93" fmla="*/ 4027260 w 4156368"/>
              <a:gd name="connsiteY93" fmla="*/ 2216637 h 5027983"/>
              <a:gd name="connsiteX94" fmla="*/ 4051934 w 4156368"/>
              <a:gd name="connsiteY94" fmla="*/ 2219576 h 5027983"/>
              <a:gd name="connsiteX95" fmla="*/ 4053606 w 4156368"/>
              <a:gd name="connsiteY95" fmla="*/ 2235360 h 5027983"/>
              <a:gd name="connsiteX96" fmla="*/ 4060582 w 4156368"/>
              <a:gd name="connsiteY96" fmla="*/ 2255562 h 5027983"/>
              <a:gd name="connsiteX97" fmla="*/ 4082552 w 4156368"/>
              <a:gd name="connsiteY97" fmla="*/ 2246370 h 5027983"/>
              <a:gd name="connsiteX98" fmla="*/ 4080001 w 4156368"/>
              <a:gd name="connsiteY98" fmla="*/ 2282995 h 5027983"/>
              <a:gd name="connsiteX99" fmla="*/ 4071611 w 4156368"/>
              <a:gd name="connsiteY99" fmla="*/ 2285713 h 5027983"/>
              <a:gd name="connsiteX100" fmla="*/ 4034001 w 4156368"/>
              <a:gd name="connsiteY100" fmla="*/ 2294716 h 5027983"/>
              <a:gd name="connsiteX101" fmla="*/ 4025568 w 4156368"/>
              <a:gd name="connsiteY101" fmla="*/ 2274054 h 5027983"/>
              <a:gd name="connsiteX102" fmla="*/ 4020497 w 4156368"/>
              <a:gd name="connsiteY102" fmla="*/ 2233981 h 5027983"/>
              <a:gd name="connsiteX103" fmla="*/ 4027260 w 4156368"/>
              <a:gd name="connsiteY103" fmla="*/ 2216637 h 5027983"/>
              <a:gd name="connsiteX104" fmla="*/ 4080772 w 4156368"/>
              <a:gd name="connsiteY104" fmla="*/ 2132374 h 5027983"/>
              <a:gd name="connsiteX105" fmla="*/ 4089161 w 4156368"/>
              <a:gd name="connsiteY105" fmla="*/ 2144257 h 5027983"/>
              <a:gd name="connsiteX106" fmla="*/ 4089595 w 4156368"/>
              <a:gd name="connsiteY106" fmla="*/ 2145270 h 5027983"/>
              <a:gd name="connsiteX107" fmla="*/ 4083603 w 4156368"/>
              <a:gd name="connsiteY107" fmla="*/ 2231283 h 5027983"/>
              <a:gd name="connsiteX108" fmla="*/ 4080758 w 4156368"/>
              <a:gd name="connsiteY108" fmla="*/ 2237136 h 5027983"/>
              <a:gd name="connsiteX109" fmla="*/ 4078696 w 4156368"/>
              <a:gd name="connsiteY109" fmla="*/ 2215352 h 5027983"/>
              <a:gd name="connsiteX110" fmla="*/ 4053265 w 4156368"/>
              <a:gd name="connsiteY110" fmla="*/ 2187347 h 5027983"/>
              <a:gd name="connsiteX111" fmla="*/ 4026157 w 4156368"/>
              <a:gd name="connsiteY111" fmla="*/ 2181652 h 5027983"/>
              <a:gd name="connsiteX112" fmla="*/ 4053628 w 4156368"/>
              <a:gd name="connsiteY112" fmla="*/ 2149460 h 5027983"/>
              <a:gd name="connsiteX113" fmla="*/ 4071834 w 4156368"/>
              <a:gd name="connsiteY113" fmla="*/ 2155194 h 5027983"/>
              <a:gd name="connsiteX114" fmla="*/ 4052329 w 4156368"/>
              <a:gd name="connsiteY114" fmla="*/ 2043558 h 5027983"/>
              <a:gd name="connsiteX115" fmla="*/ 4067053 w 4156368"/>
              <a:gd name="connsiteY115" fmla="*/ 2053140 h 5027983"/>
              <a:gd name="connsiteX116" fmla="*/ 4080667 w 4156368"/>
              <a:gd name="connsiteY116" fmla="*/ 2102489 h 5027983"/>
              <a:gd name="connsiteX117" fmla="*/ 4078144 w 4156368"/>
              <a:gd name="connsiteY117" fmla="*/ 2110745 h 5027983"/>
              <a:gd name="connsiteX118" fmla="*/ 4048298 w 4156368"/>
              <a:gd name="connsiteY118" fmla="*/ 2097981 h 5027983"/>
              <a:gd name="connsiteX119" fmla="*/ 4039020 w 4156368"/>
              <a:gd name="connsiteY119" fmla="*/ 2060090 h 5027983"/>
              <a:gd name="connsiteX120" fmla="*/ 4049000 w 4156368"/>
              <a:gd name="connsiteY120" fmla="*/ 2044801 h 5027983"/>
              <a:gd name="connsiteX121" fmla="*/ 4052329 w 4156368"/>
              <a:gd name="connsiteY121" fmla="*/ 2043558 h 5027983"/>
              <a:gd name="connsiteX122" fmla="*/ 4044825 w 4156368"/>
              <a:gd name="connsiteY122" fmla="*/ 1875368 h 5027983"/>
              <a:gd name="connsiteX123" fmla="*/ 4093945 w 4156368"/>
              <a:gd name="connsiteY123" fmla="*/ 1881978 h 5027983"/>
              <a:gd name="connsiteX124" fmla="*/ 4089822 w 4156368"/>
              <a:gd name="connsiteY124" fmla="*/ 1908067 h 5027983"/>
              <a:gd name="connsiteX125" fmla="*/ 4089811 w 4156368"/>
              <a:gd name="connsiteY125" fmla="*/ 1908254 h 5027983"/>
              <a:gd name="connsiteX126" fmla="*/ 4047051 w 4156368"/>
              <a:gd name="connsiteY126" fmla="*/ 1897534 h 5027983"/>
              <a:gd name="connsiteX127" fmla="*/ 4045984 w 4156368"/>
              <a:gd name="connsiteY127" fmla="*/ 1820721 h 5027983"/>
              <a:gd name="connsiteX128" fmla="*/ 4058818 w 4156368"/>
              <a:gd name="connsiteY128" fmla="*/ 1851724 h 5027983"/>
              <a:gd name="connsiteX129" fmla="*/ 4052643 w 4156368"/>
              <a:gd name="connsiteY129" fmla="*/ 1852670 h 5027983"/>
              <a:gd name="connsiteX130" fmla="*/ 4071612 w 4156368"/>
              <a:gd name="connsiteY130" fmla="*/ 1759849 h 5027983"/>
              <a:gd name="connsiteX131" fmla="*/ 4069761 w 4156368"/>
              <a:gd name="connsiteY131" fmla="*/ 1785138 h 5027983"/>
              <a:gd name="connsiteX132" fmla="*/ 4060892 w 4156368"/>
              <a:gd name="connsiteY132" fmla="*/ 1784619 h 5027983"/>
              <a:gd name="connsiteX133" fmla="*/ 4056632 w 4156368"/>
              <a:gd name="connsiteY133" fmla="*/ 1771857 h 5027983"/>
              <a:gd name="connsiteX134" fmla="*/ 4071579 w 4156368"/>
              <a:gd name="connsiteY134" fmla="*/ 1760407 h 5027983"/>
              <a:gd name="connsiteX135" fmla="*/ 3961802 w 4156368"/>
              <a:gd name="connsiteY135" fmla="*/ 1709911 h 5027983"/>
              <a:gd name="connsiteX136" fmla="*/ 3960822 w 4156368"/>
              <a:gd name="connsiteY136" fmla="*/ 1726660 h 5027983"/>
              <a:gd name="connsiteX137" fmla="*/ 3965996 w 4156368"/>
              <a:gd name="connsiteY137" fmla="*/ 1726963 h 5027983"/>
              <a:gd name="connsiteX138" fmla="*/ 3966976 w 4156368"/>
              <a:gd name="connsiteY138" fmla="*/ 1710213 h 5027983"/>
              <a:gd name="connsiteX139" fmla="*/ 3961802 w 4156368"/>
              <a:gd name="connsiteY139" fmla="*/ 1709911 h 5027983"/>
              <a:gd name="connsiteX140" fmla="*/ 4071266 w 4156368"/>
              <a:gd name="connsiteY140" fmla="*/ 1585996 h 5027983"/>
              <a:gd name="connsiteX141" fmla="*/ 4089763 w 4156368"/>
              <a:gd name="connsiteY141" fmla="*/ 1598634 h 5027983"/>
              <a:gd name="connsiteX142" fmla="*/ 4089752 w 4156368"/>
              <a:gd name="connsiteY142" fmla="*/ 1598819 h 5027983"/>
              <a:gd name="connsiteX143" fmla="*/ 4056556 w 4156368"/>
              <a:gd name="connsiteY143" fmla="*/ 1598930 h 5027983"/>
              <a:gd name="connsiteX144" fmla="*/ 4071266 w 4156368"/>
              <a:gd name="connsiteY144" fmla="*/ 1585996 h 5027983"/>
              <a:gd name="connsiteX145" fmla="*/ 4061218 w 4156368"/>
              <a:gd name="connsiteY145" fmla="*/ 1522453 h 5027983"/>
              <a:gd name="connsiteX146" fmla="*/ 4088639 w 4156368"/>
              <a:gd name="connsiteY146" fmla="*/ 1544973 h 5027983"/>
              <a:gd name="connsiteX147" fmla="*/ 4061218 w 4156368"/>
              <a:gd name="connsiteY147" fmla="*/ 1522453 h 5027983"/>
              <a:gd name="connsiteX148" fmla="*/ 4068365 w 4156368"/>
              <a:gd name="connsiteY148" fmla="*/ 1472181 h 5027983"/>
              <a:gd name="connsiteX149" fmla="*/ 4068594 w 4156368"/>
              <a:gd name="connsiteY149" fmla="*/ 1472464 h 5027983"/>
              <a:gd name="connsiteX150" fmla="*/ 4068224 w 4156368"/>
              <a:gd name="connsiteY150" fmla="*/ 1472443 h 5027983"/>
              <a:gd name="connsiteX151" fmla="*/ 4093464 w 4156368"/>
              <a:gd name="connsiteY151" fmla="*/ 1472052 h 5027983"/>
              <a:gd name="connsiteX152" fmla="*/ 4098601 w 4156368"/>
              <a:gd name="connsiteY152" fmla="*/ 1504659 h 5027983"/>
              <a:gd name="connsiteX153" fmla="*/ 4093036 w 4156368"/>
              <a:gd name="connsiteY153" fmla="*/ 1507881 h 5027983"/>
              <a:gd name="connsiteX154" fmla="*/ 4093068 w 4156368"/>
              <a:gd name="connsiteY154" fmla="*/ 1507323 h 5027983"/>
              <a:gd name="connsiteX155" fmla="*/ 4066874 w 4156368"/>
              <a:gd name="connsiteY155" fmla="*/ 1489170 h 5027983"/>
              <a:gd name="connsiteX156" fmla="*/ 4093464 w 4156368"/>
              <a:gd name="connsiteY156" fmla="*/ 1472052 h 5027983"/>
              <a:gd name="connsiteX157" fmla="*/ 4068476 w 4156368"/>
              <a:gd name="connsiteY157" fmla="*/ 1458639 h 5027983"/>
              <a:gd name="connsiteX158" fmla="*/ 4073008 w 4156368"/>
              <a:gd name="connsiteY158" fmla="*/ 1463572 h 5027983"/>
              <a:gd name="connsiteX159" fmla="*/ 4068365 w 4156368"/>
              <a:gd name="connsiteY159" fmla="*/ 1472181 h 5027983"/>
              <a:gd name="connsiteX160" fmla="*/ 4063062 w 4156368"/>
              <a:gd name="connsiteY160" fmla="*/ 1465604 h 5027983"/>
              <a:gd name="connsiteX161" fmla="*/ 4068476 w 4156368"/>
              <a:gd name="connsiteY161" fmla="*/ 1458639 h 5027983"/>
              <a:gd name="connsiteX162" fmla="*/ 4022614 w 4156368"/>
              <a:gd name="connsiteY162" fmla="*/ 1139801 h 5027983"/>
              <a:gd name="connsiteX163" fmla="*/ 4023668 w 4156368"/>
              <a:gd name="connsiteY163" fmla="*/ 1143970 h 5027983"/>
              <a:gd name="connsiteX164" fmla="*/ 4020722 w 4156368"/>
              <a:gd name="connsiteY164" fmla="*/ 1146786 h 5027983"/>
              <a:gd name="connsiteX165" fmla="*/ 4018515 w 4156368"/>
              <a:gd name="connsiteY165" fmla="*/ 1143296 h 5027983"/>
              <a:gd name="connsiteX166" fmla="*/ 4022614 w 4156368"/>
              <a:gd name="connsiteY166" fmla="*/ 1139801 h 5027983"/>
              <a:gd name="connsiteX167" fmla="*/ 4025948 w 4156368"/>
              <a:gd name="connsiteY167" fmla="*/ 1076504 h 5027983"/>
              <a:gd name="connsiteX168" fmla="*/ 4027981 w 4156368"/>
              <a:gd name="connsiteY168" fmla="*/ 1076622 h 5027983"/>
              <a:gd name="connsiteX169" fmla="*/ 4025475 w 4156368"/>
              <a:gd name="connsiteY169" fmla="*/ 1119426 h 5027983"/>
              <a:gd name="connsiteX170" fmla="*/ 4020855 w 4156368"/>
              <a:gd name="connsiteY170" fmla="*/ 1119156 h 5027983"/>
              <a:gd name="connsiteX171" fmla="*/ 331380 w 4156368"/>
              <a:gd name="connsiteY171" fmla="*/ 0 h 5027983"/>
              <a:gd name="connsiteX172" fmla="*/ 4156368 w 4156368"/>
              <a:gd name="connsiteY172" fmla="*/ 266450 h 5027983"/>
              <a:gd name="connsiteX173" fmla="*/ 4149851 w 4156368"/>
              <a:gd name="connsiteY173" fmla="*/ 266762 h 5027983"/>
              <a:gd name="connsiteX174" fmla="*/ 4134300 w 4156368"/>
              <a:gd name="connsiteY174" fmla="*/ 273882 h 5027983"/>
              <a:gd name="connsiteX175" fmla="*/ 4113927 w 4156368"/>
              <a:gd name="connsiteY175" fmla="*/ 305181 h 5027983"/>
              <a:gd name="connsiteX176" fmla="*/ 4076912 w 4156368"/>
              <a:gd name="connsiteY176" fmla="*/ 411699 h 5027983"/>
              <a:gd name="connsiteX177" fmla="*/ 4055773 w 4156368"/>
              <a:gd name="connsiteY177" fmla="*/ 563776 h 5027983"/>
              <a:gd name="connsiteX178" fmla="*/ 4038646 w 4156368"/>
              <a:gd name="connsiteY178" fmla="*/ 713848 h 5027983"/>
              <a:gd name="connsiteX179" fmla="*/ 4032729 w 4156368"/>
              <a:gd name="connsiteY179" fmla="*/ 916303 h 5027983"/>
              <a:gd name="connsiteX180" fmla="*/ 4039486 w 4156368"/>
              <a:gd name="connsiteY180" fmla="*/ 949751 h 5027983"/>
              <a:gd name="connsiteX181" fmla="*/ 4041786 w 4156368"/>
              <a:gd name="connsiteY181" fmla="*/ 983312 h 5027983"/>
              <a:gd name="connsiteX182" fmla="*/ 4021267 w 4156368"/>
              <a:gd name="connsiteY182" fmla="*/ 1042430 h 5027983"/>
              <a:gd name="connsiteX183" fmla="*/ 4016494 w 4156368"/>
              <a:gd name="connsiteY183" fmla="*/ 1054288 h 5027983"/>
              <a:gd name="connsiteX184" fmla="*/ 3996066 w 4156368"/>
              <a:gd name="connsiteY184" fmla="*/ 1086520 h 5027983"/>
              <a:gd name="connsiteX185" fmla="*/ 4009214 w 4156368"/>
              <a:gd name="connsiteY185" fmla="*/ 1118474 h 5027983"/>
              <a:gd name="connsiteX186" fmla="*/ 4005845 w 4156368"/>
              <a:gd name="connsiteY186" fmla="*/ 1195028 h 5027983"/>
              <a:gd name="connsiteX187" fmla="*/ 4020523 w 4156368"/>
              <a:gd name="connsiteY187" fmla="*/ 1166009 h 5027983"/>
              <a:gd name="connsiteX188" fmla="*/ 4020442 w 4156368"/>
              <a:gd name="connsiteY188" fmla="*/ 1211756 h 5027983"/>
              <a:gd name="connsiteX189" fmla="*/ 4021500 w 4156368"/>
              <a:gd name="connsiteY189" fmla="*/ 1266532 h 5027983"/>
              <a:gd name="connsiteX190" fmla="*/ 4019441 w 4156368"/>
              <a:gd name="connsiteY190" fmla="*/ 1301706 h 5027983"/>
              <a:gd name="connsiteX191" fmla="*/ 4015863 w 4156368"/>
              <a:gd name="connsiteY191" fmla="*/ 1318491 h 5027983"/>
              <a:gd name="connsiteX192" fmla="*/ 4023593 w 4156368"/>
              <a:gd name="connsiteY192" fmla="*/ 1389158 h 5027983"/>
              <a:gd name="connsiteX193" fmla="*/ 4016054 w 4156368"/>
              <a:gd name="connsiteY193" fmla="*/ 1438763 h 5027983"/>
              <a:gd name="connsiteX194" fmla="*/ 4002916 w 4156368"/>
              <a:gd name="connsiteY194" fmla="*/ 1495323 h 5027983"/>
              <a:gd name="connsiteX195" fmla="*/ 3997640 w 4156368"/>
              <a:gd name="connsiteY195" fmla="*/ 1537966 h 5027983"/>
              <a:gd name="connsiteX196" fmla="*/ 3995161 w 4156368"/>
              <a:gd name="connsiteY196" fmla="*/ 1545477 h 5027983"/>
              <a:gd name="connsiteX197" fmla="*/ 3994726 w 4156368"/>
              <a:gd name="connsiteY197" fmla="*/ 1632099 h 5027983"/>
              <a:gd name="connsiteX198" fmla="*/ 3997051 w 4156368"/>
              <a:gd name="connsiteY198" fmla="*/ 1719070 h 5027983"/>
              <a:gd name="connsiteX199" fmla="*/ 3997173 w 4156368"/>
              <a:gd name="connsiteY199" fmla="*/ 1786678 h 5027983"/>
              <a:gd name="connsiteX200" fmla="*/ 3989581 w 4156368"/>
              <a:gd name="connsiteY200" fmla="*/ 1827690 h 5027983"/>
              <a:gd name="connsiteX201" fmla="*/ 3994195 w 4156368"/>
              <a:gd name="connsiteY201" fmla="*/ 1872404 h 5027983"/>
              <a:gd name="connsiteX202" fmla="*/ 4011149 w 4156368"/>
              <a:gd name="connsiteY202" fmla="*/ 1981894 h 5027983"/>
              <a:gd name="connsiteX203" fmla="*/ 4016322 w 4156368"/>
              <a:gd name="connsiteY203" fmla="*/ 1985371 h 5027983"/>
              <a:gd name="connsiteX204" fmla="*/ 4059324 w 4156368"/>
              <a:gd name="connsiteY204" fmla="*/ 1972949 h 5027983"/>
              <a:gd name="connsiteX205" fmla="*/ 4039516 w 4156368"/>
              <a:gd name="connsiteY205" fmla="*/ 1918568 h 5027983"/>
              <a:gd name="connsiteX206" fmla="*/ 4083841 w 4156368"/>
              <a:gd name="connsiteY206" fmla="*/ 1931059 h 5027983"/>
              <a:gd name="connsiteX207" fmla="*/ 4062319 w 4156368"/>
              <a:gd name="connsiteY207" fmla="*/ 1934468 h 5027983"/>
              <a:gd name="connsiteX208" fmla="*/ 4053088 w 4156368"/>
              <a:gd name="connsiteY208" fmla="*/ 1949614 h 5027983"/>
              <a:gd name="connsiteX209" fmla="*/ 4070774 w 4156368"/>
              <a:gd name="connsiteY209" fmla="*/ 1945235 h 5027983"/>
              <a:gd name="connsiteX210" fmla="*/ 4081042 w 4156368"/>
              <a:gd name="connsiteY210" fmla="*/ 1969365 h 5027983"/>
              <a:gd name="connsiteX211" fmla="*/ 4091920 w 4156368"/>
              <a:gd name="connsiteY211" fmla="*/ 1972406 h 5027983"/>
              <a:gd name="connsiteX212" fmla="*/ 4101625 w 4156368"/>
              <a:gd name="connsiteY212" fmla="*/ 1972569 h 5027983"/>
              <a:gd name="connsiteX213" fmla="*/ 4098382 w 4156368"/>
              <a:gd name="connsiteY213" fmla="*/ 2019125 h 5027983"/>
              <a:gd name="connsiteX214" fmla="*/ 4052501 w 4156368"/>
              <a:gd name="connsiteY214" fmla="*/ 2035668 h 5027983"/>
              <a:gd name="connsiteX215" fmla="*/ 4017886 w 4156368"/>
              <a:gd name="connsiteY215" fmla="*/ 1993493 h 5027983"/>
              <a:gd name="connsiteX216" fmla="*/ 4001819 w 4156368"/>
              <a:gd name="connsiteY216" fmla="*/ 2008238 h 5027983"/>
              <a:gd name="connsiteX217" fmla="*/ 3994035 w 4156368"/>
              <a:gd name="connsiteY217" fmla="*/ 2020855 h 5027983"/>
              <a:gd name="connsiteX218" fmla="*/ 3992080 w 4156368"/>
              <a:gd name="connsiteY218" fmla="*/ 2092263 h 5027983"/>
              <a:gd name="connsiteX219" fmla="*/ 4009176 w 4156368"/>
              <a:gd name="connsiteY219" fmla="*/ 2116979 h 5027983"/>
              <a:gd name="connsiteX220" fmla="*/ 4027250 w 4156368"/>
              <a:gd name="connsiteY220" fmla="*/ 2124947 h 5027983"/>
              <a:gd name="connsiteX221" fmla="*/ 4021379 w 4156368"/>
              <a:gd name="connsiteY221" fmla="*/ 2136554 h 5027983"/>
              <a:gd name="connsiteX222" fmla="*/ 3998304 w 4156368"/>
              <a:gd name="connsiteY222" fmla="*/ 2131655 h 5027983"/>
              <a:gd name="connsiteX223" fmla="*/ 3990764 w 4156368"/>
              <a:gd name="connsiteY223" fmla="*/ 2190784 h 5027983"/>
              <a:gd name="connsiteX224" fmla="*/ 3990034 w 4156368"/>
              <a:gd name="connsiteY224" fmla="*/ 2203253 h 5027983"/>
              <a:gd name="connsiteX225" fmla="*/ 3999701 w 4156368"/>
              <a:gd name="connsiteY225" fmla="*/ 2259842 h 5027983"/>
              <a:gd name="connsiteX226" fmla="*/ 3990665 w 4156368"/>
              <a:gd name="connsiteY226" fmla="*/ 2277987 h 5027983"/>
              <a:gd name="connsiteX227" fmla="*/ 3989105 w 4156368"/>
              <a:gd name="connsiteY227" fmla="*/ 2295375 h 5027983"/>
              <a:gd name="connsiteX228" fmla="*/ 4020107 w 4156368"/>
              <a:gd name="connsiteY228" fmla="*/ 2313511 h 5027983"/>
              <a:gd name="connsiteX229" fmla="*/ 4057771 w 4156368"/>
              <a:gd name="connsiteY229" fmla="*/ 2303577 h 5027983"/>
              <a:gd name="connsiteX230" fmla="*/ 4064362 w 4156368"/>
              <a:gd name="connsiteY230" fmla="*/ 2358865 h 5027983"/>
              <a:gd name="connsiteX231" fmla="*/ 4075262 w 4156368"/>
              <a:gd name="connsiteY231" fmla="*/ 2351024 h 5027983"/>
              <a:gd name="connsiteX232" fmla="*/ 4073669 w 4156368"/>
              <a:gd name="connsiteY232" fmla="*/ 2373883 h 5027983"/>
              <a:gd name="connsiteX233" fmla="*/ 4064959 w 4156368"/>
              <a:gd name="connsiteY233" fmla="*/ 2370851 h 5027983"/>
              <a:gd name="connsiteX234" fmla="*/ 4065163 w 4156368"/>
              <a:gd name="connsiteY234" fmla="*/ 2389537 h 5027983"/>
              <a:gd name="connsiteX235" fmla="*/ 4072549 w 4156368"/>
              <a:gd name="connsiteY235" fmla="*/ 2389970 h 5027983"/>
              <a:gd name="connsiteX236" fmla="*/ 4071804 w 4156368"/>
              <a:gd name="connsiteY236" fmla="*/ 2400665 h 5027983"/>
              <a:gd name="connsiteX237" fmla="*/ 4067173 w 4156368"/>
              <a:gd name="connsiteY237" fmla="*/ 2402727 h 5027983"/>
              <a:gd name="connsiteX238" fmla="*/ 4051808 w 4156368"/>
              <a:gd name="connsiteY238" fmla="*/ 2443471 h 5027983"/>
              <a:gd name="connsiteX239" fmla="*/ 4058318 w 4156368"/>
              <a:gd name="connsiteY239" fmla="*/ 2455803 h 5027983"/>
              <a:gd name="connsiteX240" fmla="*/ 4066935 w 4156368"/>
              <a:gd name="connsiteY240" fmla="*/ 2470554 h 5027983"/>
              <a:gd name="connsiteX241" fmla="*/ 4063699 w 4156368"/>
              <a:gd name="connsiteY241" fmla="*/ 2517013 h 5027983"/>
              <a:gd name="connsiteX242" fmla="*/ 4058013 w 4156368"/>
              <a:gd name="connsiteY242" fmla="*/ 2518186 h 5027983"/>
              <a:gd name="connsiteX243" fmla="*/ 4049656 w 4156368"/>
              <a:gd name="connsiteY243" fmla="*/ 2530927 h 5027983"/>
              <a:gd name="connsiteX244" fmla="*/ 4048686 w 4156368"/>
              <a:gd name="connsiteY244" fmla="*/ 2547490 h 5027983"/>
              <a:gd name="connsiteX245" fmla="*/ 4040722 w 4156368"/>
              <a:gd name="connsiteY245" fmla="*/ 2528349 h 5027983"/>
              <a:gd name="connsiteX246" fmla="*/ 4020703 w 4156368"/>
              <a:gd name="connsiteY246" fmla="*/ 2499727 h 5027983"/>
              <a:gd name="connsiteX247" fmla="*/ 4005584 w 4156368"/>
              <a:gd name="connsiteY247" fmla="*/ 2495107 h 5027983"/>
              <a:gd name="connsiteX248" fmla="*/ 3998609 w 4156368"/>
              <a:gd name="connsiteY248" fmla="*/ 2468556 h 5027983"/>
              <a:gd name="connsiteX249" fmla="*/ 4031999 w 4156368"/>
              <a:gd name="connsiteY249" fmla="*/ 2477792 h 5027983"/>
              <a:gd name="connsiteX250" fmla="*/ 4031879 w 4156368"/>
              <a:gd name="connsiteY250" fmla="*/ 2397487 h 5027983"/>
              <a:gd name="connsiteX251" fmla="*/ 4008087 w 4156368"/>
              <a:gd name="connsiteY251" fmla="*/ 2382649 h 5027983"/>
              <a:gd name="connsiteX252" fmla="*/ 3986151 w 4156368"/>
              <a:gd name="connsiteY252" fmla="*/ 2389955 h 5027983"/>
              <a:gd name="connsiteX253" fmla="*/ 3973452 w 4156368"/>
              <a:gd name="connsiteY253" fmla="*/ 2423199 h 5027983"/>
              <a:gd name="connsiteX254" fmla="*/ 3981640 w 4156368"/>
              <a:gd name="connsiteY254" fmla="*/ 2479700 h 5027983"/>
              <a:gd name="connsiteX255" fmla="*/ 3983776 w 4156368"/>
              <a:gd name="connsiteY255" fmla="*/ 2519228 h 5027983"/>
              <a:gd name="connsiteX256" fmla="*/ 3973282 w 4156368"/>
              <a:gd name="connsiteY256" fmla="*/ 2562311 h 5027983"/>
              <a:gd name="connsiteX257" fmla="*/ 4019935 w 4156368"/>
              <a:gd name="connsiteY257" fmla="*/ 2557198 h 5027983"/>
              <a:gd name="connsiteX258" fmla="*/ 4047422 w 4156368"/>
              <a:gd name="connsiteY258" fmla="*/ 2575427 h 5027983"/>
              <a:gd name="connsiteX259" fmla="*/ 4046812 w 4156368"/>
              <a:gd name="connsiteY259" fmla="*/ 2585849 h 5027983"/>
              <a:gd name="connsiteX260" fmla="*/ 4028694 w 4156368"/>
              <a:gd name="connsiteY260" fmla="*/ 2578626 h 5027983"/>
              <a:gd name="connsiteX261" fmla="*/ 4022505 w 4156368"/>
              <a:gd name="connsiteY261" fmla="*/ 2605155 h 5027983"/>
              <a:gd name="connsiteX262" fmla="*/ 4009785 w 4156368"/>
              <a:gd name="connsiteY262" fmla="*/ 2629247 h 5027983"/>
              <a:gd name="connsiteX263" fmla="*/ 4007638 w 4156368"/>
              <a:gd name="connsiteY263" fmla="*/ 2586731 h 5027983"/>
              <a:gd name="connsiteX264" fmla="*/ 3977409 w 4156368"/>
              <a:gd name="connsiteY264" fmla="*/ 2586829 h 5027983"/>
              <a:gd name="connsiteX265" fmla="*/ 3997570 w 4156368"/>
              <a:gd name="connsiteY265" fmla="*/ 2606683 h 5027983"/>
              <a:gd name="connsiteX266" fmla="*/ 3994769 w 4156368"/>
              <a:gd name="connsiteY266" fmla="*/ 2608312 h 5027983"/>
              <a:gd name="connsiteX267" fmla="*/ 3978768 w 4156368"/>
              <a:gd name="connsiteY267" fmla="*/ 2677665 h 5027983"/>
              <a:gd name="connsiteX268" fmla="*/ 3992894 w 4156368"/>
              <a:gd name="connsiteY268" fmla="*/ 2708744 h 5027983"/>
              <a:gd name="connsiteX269" fmla="*/ 4001337 w 4156368"/>
              <a:gd name="connsiteY269" fmla="*/ 2732394 h 5027983"/>
              <a:gd name="connsiteX270" fmla="*/ 4006510 w 4156368"/>
              <a:gd name="connsiteY270" fmla="*/ 2732696 h 5027983"/>
              <a:gd name="connsiteX271" fmla="*/ 4011244 w 4156368"/>
              <a:gd name="connsiteY271" fmla="*/ 2686662 h 5027983"/>
              <a:gd name="connsiteX272" fmla="*/ 4017857 w 4156368"/>
              <a:gd name="connsiteY272" fmla="*/ 2659225 h 5027983"/>
              <a:gd name="connsiteX273" fmla="*/ 4031717 w 4156368"/>
              <a:gd name="connsiteY273" fmla="*/ 2650512 h 5027983"/>
              <a:gd name="connsiteX274" fmla="*/ 4042140 w 4156368"/>
              <a:gd name="connsiteY274" fmla="*/ 2662514 h 5027983"/>
              <a:gd name="connsiteX275" fmla="*/ 4042767 w 4156368"/>
              <a:gd name="connsiteY275" fmla="*/ 2683465 h 5027983"/>
              <a:gd name="connsiteX276" fmla="*/ 4040904 w 4156368"/>
              <a:gd name="connsiteY276" fmla="*/ 2715288 h 5027983"/>
              <a:gd name="connsiteX277" fmla="*/ 4045767 w 4156368"/>
              <a:gd name="connsiteY277" fmla="*/ 2730022 h 5027983"/>
              <a:gd name="connsiteX278" fmla="*/ 4048786 w 4156368"/>
              <a:gd name="connsiteY278" fmla="*/ 2731098 h 5027983"/>
              <a:gd name="connsiteX279" fmla="*/ 4009697 w 4156368"/>
              <a:gd name="connsiteY279" fmla="*/ 3292234 h 5027983"/>
              <a:gd name="connsiteX280" fmla="*/ 3998650 w 4156368"/>
              <a:gd name="connsiteY280" fmla="*/ 3276028 h 5027983"/>
              <a:gd name="connsiteX281" fmla="*/ 3992401 w 4156368"/>
              <a:gd name="connsiteY281" fmla="*/ 3258855 h 5027983"/>
              <a:gd name="connsiteX282" fmla="*/ 3970242 w 4156368"/>
              <a:gd name="connsiteY282" fmla="*/ 3228800 h 5027983"/>
              <a:gd name="connsiteX283" fmla="*/ 3978549 w 4156368"/>
              <a:gd name="connsiteY283" fmla="*/ 3286430 h 5027983"/>
              <a:gd name="connsiteX284" fmla="*/ 3939930 w 4156368"/>
              <a:gd name="connsiteY284" fmla="*/ 3287343 h 5027983"/>
              <a:gd name="connsiteX285" fmla="*/ 3965404 w 4156368"/>
              <a:gd name="connsiteY285" fmla="*/ 3320954 h 5027983"/>
              <a:gd name="connsiteX286" fmla="*/ 3974711 w 4156368"/>
              <a:gd name="connsiteY286" fmla="*/ 3301330 h 5027983"/>
              <a:gd name="connsiteX287" fmla="*/ 3980831 w 4156368"/>
              <a:gd name="connsiteY287" fmla="*/ 3298140 h 5027983"/>
              <a:gd name="connsiteX288" fmla="*/ 3988187 w 4156368"/>
              <a:gd name="connsiteY288" fmla="*/ 3321353 h 5027983"/>
              <a:gd name="connsiteX289" fmla="*/ 4009514 w 4156368"/>
              <a:gd name="connsiteY289" fmla="*/ 3294860 h 5027983"/>
              <a:gd name="connsiteX290" fmla="*/ 3996879 w 4156368"/>
              <a:gd name="connsiteY290" fmla="*/ 3476243 h 5027983"/>
              <a:gd name="connsiteX291" fmla="*/ 3995081 w 4156368"/>
              <a:gd name="connsiteY291" fmla="*/ 3478760 h 5027983"/>
              <a:gd name="connsiteX292" fmla="*/ 3993144 w 4156368"/>
              <a:gd name="connsiteY292" fmla="*/ 3483736 h 5027983"/>
              <a:gd name="connsiteX293" fmla="*/ 3994648 w 4156368"/>
              <a:gd name="connsiteY293" fmla="*/ 3508270 h 5027983"/>
              <a:gd name="connsiteX294" fmla="*/ 3981800 w 4156368"/>
              <a:gd name="connsiteY294" fmla="*/ 3692696 h 5027983"/>
              <a:gd name="connsiteX295" fmla="*/ 3967800 w 4156368"/>
              <a:gd name="connsiteY295" fmla="*/ 3689838 h 5027983"/>
              <a:gd name="connsiteX296" fmla="*/ 3968033 w 4156368"/>
              <a:gd name="connsiteY296" fmla="*/ 3668820 h 5027983"/>
              <a:gd name="connsiteX297" fmla="*/ 3967023 w 4156368"/>
              <a:gd name="connsiteY297" fmla="*/ 3663906 h 5027983"/>
              <a:gd name="connsiteX298" fmla="*/ 3950762 w 4156368"/>
              <a:gd name="connsiteY298" fmla="*/ 3662955 h 5027983"/>
              <a:gd name="connsiteX299" fmla="*/ 3950679 w 4156368"/>
              <a:gd name="connsiteY299" fmla="*/ 3639047 h 5027983"/>
              <a:gd name="connsiteX300" fmla="*/ 3938115 w 4156368"/>
              <a:gd name="connsiteY300" fmla="*/ 3622438 h 5027983"/>
              <a:gd name="connsiteX301" fmla="*/ 3927060 w 4156368"/>
              <a:gd name="connsiteY301" fmla="*/ 3637104 h 5027983"/>
              <a:gd name="connsiteX302" fmla="*/ 3919670 w 4156368"/>
              <a:gd name="connsiteY302" fmla="*/ 3706326 h 5027983"/>
              <a:gd name="connsiteX303" fmla="*/ 3922202 w 4156368"/>
              <a:gd name="connsiteY303" fmla="*/ 3710583 h 5027983"/>
              <a:gd name="connsiteX304" fmla="*/ 3927026 w 4156368"/>
              <a:gd name="connsiteY304" fmla="*/ 3729539 h 5027983"/>
              <a:gd name="connsiteX305" fmla="*/ 3957936 w 4156368"/>
              <a:gd name="connsiteY305" fmla="*/ 3758986 h 5027983"/>
              <a:gd name="connsiteX306" fmla="*/ 3976028 w 4156368"/>
              <a:gd name="connsiteY306" fmla="*/ 3715974 h 5027983"/>
              <a:gd name="connsiteX307" fmla="*/ 3975862 w 4156368"/>
              <a:gd name="connsiteY307" fmla="*/ 3777950 h 5027983"/>
              <a:gd name="connsiteX308" fmla="*/ 3965047 w 4156368"/>
              <a:gd name="connsiteY308" fmla="*/ 3933204 h 5027983"/>
              <a:gd name="connsiteX309" fmla="*/ 3947926 w 4156368"/>
              <a:gd name="connsiteY309" fmla="*/ 3909007 h 5027983"/>
              <a:gd name="connsiteX310" fmla="*/ 3947202 w 4156368"/>
              <a:gd name="connsiteY310" fmla="*/ 3878992 h 5027983"/>
              <a:gd name="connsiteX311" fmla="*/ 3923746 w 4156368"/>
              <a:gd name="connsiteY311" fmla="*/ 3874258 h 5027983"/>
              <a:gd name="connsiteX312" fmla="*/ 3924139 w 4156368"/>
              <a:gd name="connsiteY312" fmla="*/ 3867559 h 5027983"/>
              <a:gd name="connsiteX313" fmla="*/ 3954534 w 4156368"/>
              <a:gd name="connsiteY313" fmla="*/ 3836098 h 5027983"/>
              <a:gd name="connsiteX314" fmla="*/ 3962767 w 4156368"/>
              <a:gd name="connsiteY314" fmla="*/ 3809129 h 5027983"/>
              <a:gd name="connsiteX315" fmla="*/ 3962451 w 4156368"/>
              <a:gd name="connsiteY315" fmla="*/ 3808550 h 5027983"/>
              <a:gd name="connsiteX316" fmla="*/ 3953193 w 4156368"/>
              <a:gd name="connsiteY316" fmla="*/ 3782984 h 5027983"/>
              <a:gd name="connsiteX317" fmla="*/ 3932192 w 4156368"/>
              <a:gd name="connsiteY317" fmla="*/ 3790159 h 5027983"/>
              <a:gd name="connsiteX318" fmla="*/ 3931638 w 4156368"/>
              <a:gd name="connsiteY318" fmla="*/ 3790127 h 5027983"/>
              <a:gd name="connsiteX319" fmla="*/ 3901742 w 4156368"/>
              <a:gd name="connsiteY319" fmla="*/ 3825725 h 5027983"/>
              <a:gd name="connsiteX320" fmla="*/ 3906098 w 4156368"/>
              <a:gd name="connsiteY320" fmla="*/ 3846335 h 5027983"/>
              <a:gd name="connsiteX321" fmla="*/ 3908017 w 4156368"/>
              <a:gd name="connsiteY321" fmla="*/ 3892759 h 5027983"/>
              <a:gd name="connsiteX322" fmla="*/ 3906056 w 4156368"/>
              <a:gd name="connsiteY322" fmla="*/ 3926258 h 5027983"/>
              <a:gd name="connsiteX323" fmla="*/ 3925198 w 4156368"/>
              <a:gd name="connsiteY323" fmla="*/ 3915987 h 5027983"/>
              <a:gd name="connsiteX324" fmla="*/ 3958728 w 4156368"/>
              <a:gd name="connsiteY324" fmla="*/ 3938677 h 5027983"/>
              <a:gd name="connsiteX325" fmla="*/ 3964976 w 4156368"/>
              <a:gd name="connsiteY325" fmla="*/ 3934219 h 5027983"/>
              <a:gd name="connsiteX326" fmla="*/ 3888784 w 4156368"/>
              <a:gd name="connsiteY326" fmla="*/ 5027983 h 5027983"/>
              <a:gd name="connsiteX327" fmla="*/ 0 w 4156368"/>
              <a:gd name="connsiteY327" fmla="*/ 4757089 h 502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</a:cxnLst>
            <a:rect l="l" t="t" r="r" b="b"/>
            <a:pathLst>
              <a:path w="4156368" h="5027983">
                <a:moveTo>
                  <a:pt x="3904231" y="4429419"/>
                </a:moveTo>
                <a:lnTo>
                  <a:pt x="3901381" y="4446432"/>
                </a:lnTo>
                <a:cubicBezTo>
                  <a:pt x="3903598" y="4446562"/>
                  <a:pt x="3905631" y="4446681"/>
                  <a:pt x="3907793" y="4447741"/>
                </a:cubicBezTo>
                <a:lnTo>
                  <a:pt x="3911915" y="4431176"/>
                </a:lnTo>
                <a:cubicBezTo>
                  <a:pt x="3909535" y="4430664"/>
                  <a:pt x="3906600" y="4430118"/>
                  <a:pt x="3904231" y="4429419"/>
                </a:cubicBezTo>
                <a:close/>
                <a:moveTo>
                  <a:pt x="3953540" y="4049485"/>
                </a:moveTo>
                <a:cubicBezTo>
                  <a:pt x="3951710" y="4050542"/>
                  <a:pt x="3950014" y="4051822"/>
                  <a:pt x="3948496" y="4053298"/>
                </a:cubicBezTo>
                <a:cubicBezTo>
                  <a:pt x="3948496" y="4053298"/>
                  <a:pt x="3950126" y="4057129"/>
                  <a:pt x="3950506" y="4056964"/>
                </a:cubicBezTo>
                <a:cubicBezTo>
                  <a:pt x="3952417" y="4056225"/>
                  <a:pt x="3954267" y="4055333"/>
                  <a:pt x="3956039" y="4054300"/>
                </a:cubicBezTo>
                <a:close/>
                <a:moveTo>
                  <a:pt x="3944077" y="4014758"/>
                </a:moveTo>
                <a:cubicBezTo>
                  <a:pt x="3944956" y="4021906"/>
                  <a:pt x="3946021" y="4029063"/>
                  <a:pt x="3946705" y="4036386"/>
                </a:cubicBezTo>
                <a:lnTo>
                  <a:pt x="3954564" y="4035166"/>
                </a:lnTo>
                <a:cubicBezTo>
                  <a:pt x="3960293" y="4025978"/>
                  <a:pt x="3957164" y="4019258"/>
                  <a:pt x="3944077" y="4014758"/>
                </a:cubicBezTo>
                <a:close/>
                <a:moveTo>
                  <a:pt x="3956866" y="3450987"/>
                </a:moveTo>
                <a:cubicBezTo>
                  <a:pt x="3937246" y="3447224"/>
                  <a:pt x="3933170" y="3450347"/>
                  <a:pt x="3934993" y="3469875"/>
                </a:cubicBezTo>
                <a:lnTo>
                  <a:pt x="3934624" y="3469853"/>
                </a:lnTo>
                <a:cubicBezTo>
                  <a:pt x="3935384" y="3475873"/>
                  <a:pt x="3938318" y="3482767"/>
                  <a:pt x="3936186" y="3487498"/>
                </a:cubicBezTo>
                <a:cubicBezTo>
                  <a:pt x="3929097" y="3504076"/>
                  <a:pt x="3940184" y="3511074"/>
                  <a:pt x="3952585" y="3524125"/>
                </a:cubicBezTo>
                <a:close/>
                <a:moveTo>
                  <a:pt x="3947229" y="3397434"/>
                </a:moveTo>
                <a:lnTo>
                  <a:pt x="3938618" y="3404756"/>
                </a:lnTo>
                <a:lnTo>
                  <a:pt x="3938622" y="3404727"/>
                </a:lnTo>
                <a:lnTo>
                  <a:pt x="3938034" y="3405253"/>
                </a:lnTo>
                <a:lnTo>
                  <a:pt x="3938618" y="3404756"/>
                </a:lnTo>
                <a:lnTo>
                  <a:pt x="3937234" y="3415361"/>
                </a:lnTo>
                <a:cubicBezTo>
                  <a:pt x="3938386" y="3419046"/>
                  <a:pt x="3941559" y="3422640"/>
                  <a:pt x="3947977" y="3425443"/>
                </a:cubicBezTo>
                <a:lnTo>
                  <a:pt x="3963817" y="3398733"/>
                </a:lnTo>
                <a:cubicBezTo>
                  <a:pt x="3956997" y="3396466"/>
                  <a:pt x="3951497" y="3396190"/>
                  <a:pt x="3947229" y="3397434"/>
                </a:cubicBezTo>
                <a:close/>
                <a:moveTo>
                  <a:pt x="3930050" y="3186859"/>
                </a:moveTo>
                <a:lnTo>
                  <a:pt x="3932742" y="3216895"/>
                </a:lnTo>
                <a:cubicBezTo>
                  <a:pt x="3934786" y="3216828"/>
                  <a:pt x="3937026" y="3216585"/>
                  <a:pt x="3939080" y="3216332"/>
                </a:cubicBezTo>
                <a:cubicBezTo>
                  <a:pt x="3945712" y="3198046"/>
                  <a:pt x="3945712" y="3198046"/>
                  <a:pt x="3930050" y="3186859"/>
                </a:cubicBezTo>
                <a:close/>
                <a:moveTo>
                  <a:pt x="3972422" y="2915949"/>
                </a:moveTo>
                <a:cubicBezTo>
                  <a:pt x="3965075" y="2917946"/>
                  <a:pt x="3957171" y="2919912"/>
                  <a:pt x="3949465" y="2921701"/>
                </a:cubicBezTo>
                <a:cubicBezTo>
                  <a:pt x="3950386" y="2947152"/>
                  <a:pt x="3971002" y="2968714"/>
                  <a:pt x="3955271" y="2996738"/>
                </a:cubicBezTo>
                <a:cubicBezTo>
                  <a:pt x="3945435" y="2981036"/>
                  <a:pt x="3957373" y="2960820"/>
                  <a:pt x="3937581" y="2947336"/>
                </a:cubicBezTo>
                <a:cubicBezTo>
                  <a:pt x="3931737" y="2994397"/>
                  <a:pt x="3942033" y="3042041"/>
                  <a:pt x="3966760" y="3082378"/>
                </a:cubicBezTo>
                <a:cubicBezTo>
                  <a:pt x="3957411" y="3090047"/>
                  <a:pt x="3945606" y="3095332"/>
                  <a:pt x="3945051" y="3101649"/>
                </a:cubicBezTo>
                <a:cubicBezTo>
                  <a:pt x="3944572" y="3118845"/>
                  <a:pt x="3945738" y="3136050"/>
                  <a:pt x="3948534" y="3153020"/>
                </a:cubicBezTo>
                <a:cubicBezTo>
                  <a:pt x="3948403" y="3155253"/>
                  <a:pt x="3951435" y="3157298"/>
                  <a:pt x="3952979" y="3159443"/>
                </a:cubicBezTo>
                <a:cubicBezTo>
                  <a:pt x="3965969" y="3177813"/>
                  <a:pt x="3987769" y="3187719"/>
                  <a:pt x="4010052" y="3185379"/>
                </a:cubicBezTo>
                <a:lnTo>
                  <a:pt x="3997371" y="3151770"/>
                </a:lnTo>
                <a:cubicBezTo>
                  <a:pt x="3991057" y="3136088"/>
                  <a:pt x="4010384" y="3135352"/>
                  <a:pt x="4012668" y="3124841"/>
                </a:cubicBezTo>
                <a:lnTo>
                  <a:pt x="4015311" y="3114538"/>
                </a:lnTo>
                <a:cubicBezTo>
                  <a:pt x="4020106" y="3092783"/>
                  <a:pt x="4010522" y="3069627"/>
                  <a:pt x="4021058" y="3048021"/>
                </a:cubicBezTo>
                <a:cubicBezTo>
                  <a:pt x="4022298" y="3045852"/>
                  <a:pt x="4017581" y="3040908"/>
                  <a:pt x="4015766" y="3037067"/>
                </a:cubicBezTo>
                <a:cubicBezTo>
                  <a:pt x="4004954" y="3012718"/>
                  <a:pt x="3988869" y="2989741"/>
                  <a:pt x="3994069" y="2961100"/>
                </a:cubicBezTo>
                <a:cubicBezTo>
                  <a:pt x="3997834" y="2942843"/>
                  <a:pt x="3988955" y="2924325"/>
                  <a:pt x="3972422" y="2915949"/>
                </a:cubicBezTo>
                <a:close/>
                <a:moveTo>
                  <a:pt x="3975121" y="2885668"/>
                </a:moveTo>
                <a:cubicBezTo>
                  <a:pt x="3963066" y="2888884"/>
                  <a:pt x="3956262" y="2891100"/>
                  <a:pt x="3947795" y="2893219"/>
                </a:cubicBezTo>
                <a:lnTo>
                  <a:pt x="3949261" y="2899841"/>
                </a:lnTo>
                <a:cubicBezTo>
                  <a:pt x="3960304" y="2904409"/>
                  <a:pt x="3966772" y="2898438"/>
                  <a:pt x="3975121" y="2885668"/>
                </a:cubicBezTo>
                <a:close/>
                <a:moveTo>
                  <a:pt x="3983926" y="2884129"/>
                </a:moveTo>
                <a:lnTo>
                  <a:pt x="3985457" y="2899158"/>
                </a:lnTo>
                <a:cubicBezTo>
                  <a:pt x="3987187" y="2899157"/>
                  <a:pt x="3988913" y="2899258"/>
                  <a:pt x="3990630" y="2899461"/>
                </a:cubicBezTo>
                <a:lnTo>
                  <a:pt x="3991491" y="2884759"/>
                </a:lnTo>
                <a:close/>
                <a:moveTo>
                  <a:pt x="3969222" y="2866089"/>
                </a:moveTo>
                <a:lnTo>
                  <a:pt x="3969211" y="2866275"/>
                </a:lnTo>
                <a:cubicBezTo>
                  <a:pt x="3966808" y="2866134"/>
                  <a:pt x="3964080" y="2868402"/>
                  <a:pt x="3961407" y="2869739"/>
                </a:cubicBezTo>
                <a:cubicBezTo>
                  <a:pt x="3963298" y="2872277"/>
                  <a:pt x="3964764" y="2875724"/>
                  <a:pt x="3967123" y="2876610"/>
                </a:cubicBezTo>
                <a:cubicBezTo>
                  <a:pt x="3969482" y="2877495"/>
                  <a:pt x="3972384" y="2875424"/>
                  <a:pt x="3978047" y="2873702"/>
                </a:cubicBezTo>
                <a:cubicBezTo>
                  <a:pt x="3973657" y="2869522"/>
                  <a:pt x="3971613" y="2866416"/>
                  <a:pt x="3969222" y="2866089"/>
                </a:cubicBezTo>
                <a:close/>
                <a:moveTo>
                  <a:pt x="4009827" y="2861208"/>
                </a:moveTo>
                <a:cubicBezTo>
                  <a:pt x="4005621" y="2860512"/>
                  <a:pt x="4001150" y="2861433"/>
                  <a:pt x="3997412" y="2864138"/>
                </a:cubicBezTo>
                <a:cubicBezTo>
                  <a:pt x="3996030" y="2865137"/>
                  <a:pt x="3994807" y="2866342"/>
                  <a:pt x="3993787" y="2867714"/>
                </a:cubicBezTo>
                <a:cubicBezTo>
                  <a:pt x="4000776" y="2875032"/>
                  <a:pt x="4006547" y="2880971"/>
                  <a:pt x="4014132" y="2887578"/>
                </a:cubicBezTo>
                <a:cubicBezTo>
                  <a:pt x="4024537" y="2874555"/>
                  <a:pt x="4024939" y="2874018"/>
                  <a:pt x="4019505" y="2868658"/>
                </a:cubicBezTo>
                <a:lnTo>
                  <a:pt x="4020656" y="2867979"/>
                </a:lnTo>
                <a:cubicBezTo>
                  <a:pt x="4017975" y="2864217"/>
                  <a:pt x="4014034" y="2861905"/>
                  <a:pt x="4009827" y="2861208"/>
                </a:cubicBezTo>
                <a:close/>
                <a:moveTo>
                  <a:pt x="3991667" y="2783555"/>
                </a:moveTo>
                <a:cubicBezTo>
                  <a:pt x="3980091" y="2784932"/>
                  <a:pt x="3980090" y="2791281"/>
                  <a:pt x="3980110" y="2800432"/>
                </a:cubicBezTo>
                <a:cubicBezTo>
                  <a:pt x="3981263" y="2821210"/>
                  <a:pt x="3994083" y="2839514"/>
                  <a:pt x="4013138" y="2847557"/>
                </a:cubicBezTo>
                <a:cubicBezTo>
                  <a:pt x="4017672" y="2836618"/>
                  <a:pt x="4021923" y="2827343"/>
                  <a:pt x="4009684" y="2817850"/>
                </a:cubicBezTo>
                <a:lnTo>
                  <a:pt x="4009870" y="2817860"/>
                </a:lnTo>
                <a:cubicBezTo>
                  <a:pt x="4005609" y="2814624"/>
                  <a:pt x="4004436" y="2806151"/>
                  <a:pt x="4003752" y="2798829"/>
                </a:cubicBezTo>
                <a:cubicBezTo>
                  <a:pt x="4003068" y="2791505"/>
                  <a:pt x="4003244" y="2782179"/>
                  <a:pt x="3991667" y="2783555"/>
                </a:cubicBezTo>
                <a:close/>
                <a:moveTo>
                  <a:pt x="3979398" y="2765097"/>
                </a:moveTo>
                <a:lnTo>
                  <a:pt x="3979104" y="2770122"/>
                </a:lnTo>
                <a:cubicBezTo>
                  <a:pt x="3984832" y="2770457"/>
                  <a:pt x="3990560" y="2770792"/>
                  <a:pt x="3996049" y="2772047"/>
                </a:cubicBezTo>
                <a:lnTo>
                  <a:pt x="3996137" y="2767384"/>
                </a:lnTo>
                <a:cubicBezTo>
                  <a:pt x="3990593" y="2767059"/>
                  <a:pt x="3985050" y="2766735"/>
                  <a:pt x="3979398" y="2765097"/>
                </a:cubicBezTo>
                <a:close/>
                <a:moveTo>
                  <a:pt x="4019432" y="2663985"/>
                </a:moveTo>
                <a:lnTo>
                  <a:pt x="4021665" y="2711362"/>
                </a:lnTo>
                <a:lnTo>
                  <a:pt x="4027427" y="2711138"/>
                </a:lnTo>
                <a:cubicBezTo>
                  <a:pt x="4036409" y="2681225"/>
                  <a:pt x="4035757" y="2673344"/>
                  <a:pt x="4019432" y="2663985"/>
                </a:cubicBezTo>
                <a:close/>
                <a:moveTo>
                  <a:pt x="4043267" y="2598900"/>
                </a:moveTo>
                <a:lnTo>
                  <a:pt x="4057874" y="2600624"/>
                </a:lnTo>
                <a:lnTo>
                  <a:pt x="4055555" y="2633922"/>
                </a:lnTo>
                <a:lnTo>
                  <a:pt x="4029817" y="2635461"/>
                </a:lnTo>
                <a:close/>
                <a:moveTo>
                  <a:pt x="4002170" y="2328520"/>
                </a:moveTo>
                <a:lnTo>
                  <a:pt x="4005438" y="2358217"/>
                </a:lnTo>
                <a:lnTo>
                  <a:pt x="4013448" y="2367089"/>
                </a:lnTo>
                <a:cubicBezTo>
                  <a:pt x="4016583" y="2338888"/>
                  <a:pt x="4033678" y="2357256"/>
                  <a:pt x="4044385" y="2348545"/>
                </a:cubicBezTo>
                <a:cubicBezTo>
                  <a:pt x="4037497" y="2326853"/>
                  <a:pt x="4018213" y="2339544"/>
                  <a:pt x="4002170" y="2328520"/>
                </a:cubicBezTo>
                <a:close/>
                <a:moveTo>
                  <a:pt x="4027260" y="2216637"/>
                </a:moveTo>
                <a:cubicBezTo>
                  <a:pt x="4035598" y="2215295"/>
                  <a:pt x="4044141" y="2216318"/>
                  <a:pt x="4051934" y="2219576"/>
                </a:cubicBezTo>
                <a:cubicBezTo>
                  <a:pt x="4054477" y="2220471"/>
                  <a:pt x="4056031" y="2231953"/>
                  <a:pt x="4053606" y="2235360"/>
                </a:cubicBezTo>
                <a:cubicBezTo>
                  <a:pt x="4044735" y="2247538"/>
                  <a:pt x="4057398" y="2249774"/>
                  <a:pt x="4060582" y="2255562"/>
                </a:cubicBezTo>
                <a:lnTo>
                  <a:pt x="4082552" y="2246370"/>
                </a:lnTo>
                <a:lnTo>
                  <a:pt x="4080001" y="2282995"/>
                </a:lnTo>
                <a:lnTo>
                  <a:pt x="4071611" y="2285713"/>
                </a:lnTo>
                <a:cubicBezTo>
                  <a:pt x="4058870" y="2287769"/>
                  <a:pt x="4046299" y="2290767"/>
                  <a:pt x="4034001" y="2294716"/>
                </a:cubicBezTo>
                <a:cubicBezTo>
                  <a:pt x="4030578" y="2286673"/>
                  <a:pt x="4025209" y="2280196"/>
                  <a:pt x="4025568" y="2274054"/>
                </a:cubicBezTo>
                <a:cubicBezTo>
                  <a:pt x="4027330" y="2260469"/>
                  <a:pt x="4025582" y="2246679"/>
                  <a:pt x="4020497" y="2233981"/>
                </a:cubicBezTo>
                <a:cubicBezTo>
                  <a:pt x="4019518" y="2227407"/>
                  <a:pt x="4022094" y="2220798"/>
                  <a:pt x="4027260" y="2216637"/>
                </a:cubicBezTo>
                <a:close/>
                <a:moveTo>
                  <a:pt x="4080772" y="2132374"/>
                </a:moveTo>
                <a:cubicBezTo>
                  <a:pt x="4084890" y="2138031"/>
                  <a:pt x="4089357" y="2140907"/>
                  <a:pt x="4089161" y="2144257"/>
                </a:cubicBezTo>
                <a:lnTo>
                  <a:pt x="4089595" y="2145270"/>
                </a:lnTo>
                <a:lnTo>
                  <a:pt x="4083603" y="2231283"/>
                </a:lnTo>
                <a:lnTo>
                  <a:pt x="4080758" y="2237136"/>
                </a:lnTo>
                <a:cubicBezTo>
                  <a:pt x="4079857" y="2227186"/>
                  <a:pt x="4078358" y="2221122"/>
                  <a:pt x="4078696" y="2215352"/>
                </a:cubicBezTo>
                <a:cubicBezTo>
                  <a:pt x="4077634" y="2192322"/>
                  <a:pt x="4075884" y="2190538"/>
                  <a:pt x="4053265" y="2187347"/>
                </a:cubicBezTo>
                <a:cubicBezTo>
                  <a:pt x="4045351" y="2186323"/>
                  <a:pt x="4037330" y="2183986"/>
                  <a:pt x="4026157" y="2181652"/>
                </a:cubicBezTo>
                <a:lnTo>
                  <a:pt x="4053628" y="2149460"/>
                </a:lnTo>
                <a:cubicBezTo>
                  <a:pt x="4058356" y="2151043"/>
                  <a:pt x="4064736" y="2152911"/>
                  <a:pt x="4071834" y="2155194"/>
                </a:cubicBezTo>
                <a:close/>
                <a:moveTo>
                  <a:pt x="4052329" y="2043558"/>
                </a:moveTo>
                <a:cubicBezTo>
                  <a:pt x="4059026" y="2042101"/>
                  <a:pt x="4065618" y="2046389"/>
                  <a:pt x="4067053" y="2053140"/>
                </a:cubicBezTo>
                <a:cubicBezTo>
                  <a:pt x="4067635" y="2070448"/>
                  <a:pt x="4072301" y="2087360"/>
                  <a:pt x="4080667" y="2102489"/>
                </a:cubicBezTo>
                <a:cubicBezTo>
                  <a:pt x="4081851" y="2104426"/>
                  <a:pt x="4078253" y="2108885"/>
                  <a:pt x="4078144" y="2110745"/>
                </a:cubicBezTo>
                <a:cubicBezTo>
                  <a:pt x="4068362" y="2106811"/>
                  <a:pt x="4059112" y="2103282"/>
                  <a:pt x="4048298" y="2097981"/>
                </a:cubicBezTo>
                <a:cubicBezTo>
                  <a:pt x="4044277" y="2085607"/>
                  <a:pt x="4041175" y="2072933"/>
                  <a:pt x="4039020" y="2060090"/>
                </a:cubicBezTo>
                <a:cubicBezTo>
                  <a:pt x="4039664" y="2053666"/>
                  <a:pt x="4043392" y="2047945"/>
                  <a:pt x="4049000" y="2044801"/>
                </a:cubicBezTo>
                <a:cubicBezTo>
                  <a:pt x="4050044" y="2044226"/>
                  <a:pt x="4051166" y="2043807"/>
                  <a:pt x="4052329" y="2043558"/>
                </a:cubicBezTo>
                <a:close/>
                <a:moveTo>
                  <a:pt x="4044825" y="1875368"/>
                </a:moveTo>
                <a:cubicBezTo>
                  <a:pt x="4061484" y="1872216"/>
                  <a:pt x="4078700" y="1874531"/>
                  <a:pt x="4093945" y="1881978"/>
                </a:cubicBezTo>
                <a:lnTo>
                  <a:pt x="4089822" y="1908067"/>
                </a:lnTo>
                <a:lnTo>
                  <a:pt x="4089811" y="1908254"/>
                </a:lnTo>
                <a:cubicBezTo>
                  <a:pt x="4074452" y="1904553"/>
                  <a:pt x="4061475" y="1901366"/>
                  <a:pt x="4047051" y="1897534"/>
                </a:cubicBezTo>
                <a:close/>
                <a:moveTo>
                  <a:pt x="4045984" y="1820721"/>
                </a:moveTo>
                <a:cubicBezTo>
                  <a:pt x="4067604" y="1825161"/>
                  <a:pt x="4067604" y="1825161"/>
                  <a:pt x="4058818" y="1851724"/>
                </a:cubicBezTo>
                <a:cubicBezTo>
                  <a:pt x="4056763" y="1851977"/>
                  <a:pt x="4054676" y="1852789"/>
                  <a:pt x="4052643" y="1852670"/>
                </a:cubicBezTo>
                <a:close/>
                <a:moveTo>
                  <a:pt x="4071612" y="1759849"/>
                </a:moveTo>
                <a:cubicBezTo>
                  <a:pt x="4081350" y="1770877"/>
                  <a:pt x="4075012" y="1777789"/>
                  <a:pt x="4069761" y="1785138"/>
                </a:cubicBezTo>
                <a:cubicBezTo>
                  <a:pt x="4068402" y="1786179"/>
                  <a:pt x="4063456" y="1788317"/>
                  <a:pt x="4060892" y="1784619"/>
                </a:cubicBezTo>
                <a:cubicBezTo>
                  <a:pt x="4058327" y="1780920"/>
                  <a:pt x="4055197" y="1774201"/>
                  <a:pt x="4056632" y="1771857"/>
                </a:cubicBezTo>
                <a:cubicBezTo>
                  <a:pt x="4061008" y="1767295"/>
                  <a:pt x="4066047" y="1763445"/>
                  <a:pt x="4071579" y="1760407"/>
                </a:cubicBezTo>
                <a:close/>
                <a:moveTo>
                  <a:pt x="3961802" y="1709911"/>
                </a:moveTo>
                <a:lnTo>
                  <a:pt x="3960822" y="1726660"/>
                </a:lnTo>
                <a:cubicBezTo>
                  <a:pt x="3962536" y="1726892"/>
                  <a:pt x="3964266" y="1726993"/>
                  <a:pt x="3965996" y="1726963"/>
                </a:cubicBezTo>
                <a:lnTo>
                  <a:pt x="3966976" y="1710213"/>
                </a:lnTo>
                <a:cubicBezTo>
                  <a:pt x="3965313" y="1710116"/>
                  <a:pt x="3963650" y="1710019"/>
                  <a:pt x="3961802" y="1709911"/>
                </a:cubicBezTo>
                <a:close/>
                <a:moveTo>
                  <a:pt x="4071266" y="1585996"/>
                </a:moveTo>
                <a:cubicBezTo>
                  <a:pt x="4075811" y="1585959"/>
                  <a:pt x="4080987" y="1590183"/>
                  <a:pt x="4089763" y="1598634"/>
                </a:cubicBezTo>
                <a:lnTo>
                  <a:pt x="4089752" y="1598819"/>
                </a:lnTo>
                <a:cubicBezTo>
                  <a:pt x="4076620" y="1614110"/>
                  <a:pt x="4067600" y="1600324"/>
                  <a:pt x="4056556" y="1598930"/>
                </a:cubicBezTo>
                <a:cubicBezTo>
                  <a:pt x="4062808" y="1590333"/>
                  <a:pt x="4066721" y="1586033"/>
                  <a:pt x="4071266" y="1585996"/>
                </a:cubicBezTo>
                <a:close/>
                <a:moveTo>
                  <a:pt x="4061218" y="1522453"/>
                </a:moveTo>
                <a:cubicBezTo>
                  <a:pt x="4079696" y="1523535"/>
                  <a:pt x="4079696" y="1523535"/>
                  <a:pt x="4088639" y="1544973"/>
                </a:cubicBezTo>
                <a:cubicBezTo>
                  <a:pt x="4065420" y="1552017"/>
                  <a:pt x="4058378" y="1545629"/>
                  <a:pt x="4061218" y="1522453"/>
                </a:cubicBezTo>
                <a:close/>
                <a:moveTo>
                  <a:pt x="4068365" y="1472181"/>
                </a:moveTo>
                <a:lnTo>
                  <a:pt x="4068594" y="1472464"/>
                </a:lnTo>
                <a:lnTo>
                  <a:pt x="4068224" y="1472443"/>
                </a:lnTo>
                <a:close/>
                <a:moveTo>
                  <a:pt x="4093464" y="1472052"/>
                </a:moveTo>
                <a:lnTo>
                  <a:pt x="4098601" y="1504659"/>
                </a:lnTo>
                <a:cubicBezTo>
                  <a:pt x="4096811" y="1505843"/>
                  <a:pt x="4094954" y="1506911"/>
                  <a:pt x="4093036" y="1507881"/>
                </a:cubicBezTo>
                <a:lnTo>
                  <a:pt x="4093068" y="1507323"/>
                </a:lnTo>
                <a:cubicBezTo>
                  <a:pt x="4084873" y="1501615"/>
                  <a:pt x="4076884" y="1495545"/>
                  <a:pt x="4066874" y="1489170"/>
                </a:cubicBezTo>
                <a:cubicBezTo>
                  <a:pt x="4075745" y="1483340"/>
                  <a:pt x="4082669" y="1479076"/>
                  <a:pt x="4093464" y="1472052"/>
                </a:cubicBezTo>
                <a:close/>
                <a:moveTo>
                  <a:pt x="4068476" y="1458639"/>
                </a:moveTo>
                <a:cubicBezTo>
                  <a:pt x="4070052" y="1460225"/>
                  <a:pt x="4073095" y="1462083"/>
                  <a:pt x="4073008" y="1463572"/>
                </a:cubicBezTo>
                <a:lnTo>
                  <a:pt x="4068365" y="1472181"/>
                </a:lnTo>
                <a:lnTo>
                  <a:pt x="4063062" y="1465604"/>
                </a:lnTo>
                <a:cubicBezTo>
                  <a:pt x="4064517" y="1463019"/>
                  <a:pt x="4066339" y="1460679"/>
                  <a:pt x="4068476" y="1458639"/>
                </a:cubicBezTo>
                <a:close/>
                <a:moveTo>
                  <a:pt x="4022614" y="1139801"/>
                </a:moveTo>
                <a:lnTo>
                  <a:pt x="4023668" y="1143970"/>
                </a:lnTo>
                <a:lnTo>
                  <a:pt x="4020722" y="1146786"/>
                </a:lnTo>
                <a:cubicBezTo>
                  <a:pt x="4019863" y="1145615"/>
                  <a:pt x="4018515" y="1143296"/>
                  <a:pt x="4018515" y="1143296"/>
                </a:cubicBezTo>
                <a:cubicBezTo>
                  <a:pt x="4019706" y="1141928"/>
                  <a:pt x="4021087" y="1140758"/>
                  <a:pt x="4022614" y="1139801"/>
                </a:cubicBezTo>
                <a:close/>
                <a:moveTo>
                  <a:pt x="4025948" y="1076504"/>
                </a:moveTo>
                <a:lnTo>
                  <a:pt x="4027981" y="1076622"/>
                </a:lnTo>
                <a:lnTo>
                  <a:pt x="4025475" y="1119426"/>
                </a:lnTo>
                <a:cubicBezTo>
                  <a:pt x="4023942" y="1119243"/>
                  <a:pt x="4022401" y="1119153"/>
                  <a:pt x="4020855" y="1119156"/>
                </a:cubicBezTo>
                <a:close/>
                <a:moveTo>
                  <a:pt x="331380" y="0"/>
                </a:moveTo>
                <a:lnTo>
                  <a:pt x="4156368" y="266450"/>
                </a:lnTo>
                <a:lnTo>
                  <a:pt x="4149851" y="266762"/>
                </a:lnTo>
                <a:cubicBezTo>
                  <a:pt x="4144708" y="268702"/>
                  <a:pt x="4139898" y="271688"/>
                  <a:pt x="4134300" y="273882"/>
                </a:cubicBezTo>
                <a:cubicBezTo>
                  <a:pt x="4117244" y="280166"/>
                  <a:pt x="4118265" y="294418"/>
                  <a:pt x="4113927" y="305181"/>
                </a:cubicBezTo>
                <a:cubicBezTo>
                  <a:pt x="4098267" y="339429"/>
                  <a:pt x="4085874" y="375100"/>
                  <a:pt x="4076912" y="411699"/>
                </a:cubicBezTo>
                <a:cubicBezTo>
                  <a:pt x="4066210" y="461492"/>
                  <a:pt x="4061845" y="513899"/>
                  <a:pt x="4055773" y="563776"/>
                </a:cubicBezTo>
                <a:cubicBezTo>
                  <a:pt x="4049702" y="613655"/>
                  <a:pt x="4044543" y="663773"/>
                  <a:pt x="4038646" y="713848"/>
                </a:cubicBezTo>
                <a:cubicBezTo>
                  <a:pt x="4028721" y="780867"/>
                  <a:pt x="4026735" y="848819"/>
                  <a:pt x="4032729" y="916303"/>
                </a:cubicBezTo>
                <a:cubicBezTo>
                  <a:pt x="4034118" y="927402"/>
                  <a:pt x="4037182" y="938412"/>
                  <a:pt x="4039486" y="949751"/>
                </a:cubicBezTo>
                <a:cubicBezTo>
                  <a:pt x="4022244" y="968724"/>
                  <a:pt x="4019374" y="970237"/>
                  <a:pt x="4041786" y="983312"/>
                </a:cubicBezTo>
                <a:cubicBezTo>
                  <a:pt x="4038163" y="1004016"/>
                  <a:pt x="4044367" y="1027909"/>
                  <a:pt x="4021267" y="1042430"/>
                </a:cubicBezTo>
                <a:cubicBezTo>
                  <a:pt x="4017967" y="1045449"/>
                  <a:pt x="4016209" y="1049809"/>
                  <a:pt x="4016494" y="1054288"/>
                </a:cubicBezTo>
                <a:cubicBezTo>
                  <a:pt x="4018221" y="1069142"/>
                  <a:pt x="4005719" y="1076813"/>
                  <a:pt x="3996066" y="1086520"/>
                </a:cubicBezTo>
                <a:lnTo>
                  <a:pt x="4009214" y="1118474"/>
                </a:lnTo>
                <a:cubicBezTo>
                  <a:pt x="3996088" y="1142020"/>
                  <a:pt x="3994839" y="1170425"/>
                  <a:pt x="4005845" y="1195028"/>
                </a:cubicBezTo>
                <a:lnTo>
                  <a:pt x="4020523" y="1166009"/>
                </a:lnTo>
                <a:cubicBezTo>
                  <a:pt x="4022217" y="1181215"/>
                  <a:pt x="4022187" y="1196564"/>
                  <a:pt x="4020442" y="1211756"/>
                </a:cubicBezTo>
                <a:cubicBezTo>
                  <a:pt x="4018066" y="1229973"/>
                  <a:pt x="4018423" y="1248426"/>
                  <a:pt x="4021500" y="1266532"/>
                </a:cubicBezTo>
                <a:cubicBezTo>
                  <a:pt x="4024703" y="1278168"/>
                  <a:pt x="4023980" y="1290525"/>
                  <a:pt x="4019441" y="1301706"/>
                </a:cubicBezTo>
                <a:cubicBezTo>
                  <a:pt x="4017123" y="1307005"/>
                  <a:pt x="4015905" y="1312704"/>
                  <a:pt x="4015863" y="1318491"/>
                </a:cubicBezTo>
                <a:cubicBezTo>
                  <a:pt x="4019889" y="1341864"/>
                  <a:pt x="4022469" y="1365469"/>
                  <a:pt x="4023593" y="1389158"/>
                </a:cubicBezTo>
                <a:cubicBezTo>
                  <a:pt x="4023189" y="1405567"/>
                  <a:pt x="4029263" y="1425344"/>
                  <a:pt x="4016054" y="1438763"/>
                </a:cubicBezTo>
                <a:cubicBezTo>
                  <a:pt x="4001869" y="1453862"/>
                  <a:pt x="3996850" y="1475473"/>
                  <a:pt x="4002916" y="1495323"/>
                </a:cubicBezTo>
                <a:cubicBezTo>
                  <a:pt x="4008458" y="1509504"/>
                  <a:pt x="4006470" y="1525560"/>
                  <a:pt x="3997640" y="1537966"/>
                </a:cubicBezTo>
                <a:cubicBezTo>
                  <a:pt x="3995865" y="1540047"/>
                  <a:pt x="3994976" y="1542739"/>
                  <a:pt x="3995161" y="1545477"/>
                </a:cubicBezTo>
                <a:cubicBezTo>
                  <a:pt x="3999407" y="1574296"/>
                  <a:pt x="3989773" y="1602678"/>
                  <a:pt x="3994726" y="1632099"/>
                </a:cubicBezTo>
                <a:cubicBezTo>
                  <a:pt x="4000030" y="1660776"/>
                  <a:pt x="4000814" y="1690141"/>
                  <a:pt x="3997051" y="1719070"/>
                </a:cubicBezTo>
                <a:cubicBezTo>
                  <a:pt x="3994548" y="1741538"/>
                  <a:pt x="3994588" y="1764230"/>
                  <a:pt x="3997173" y="1786678"/>
                </a:cubicBezTo>
                <a:cubicBezTo>
                  <a:pt x="3998747" y="1804137"/>
                  <a:pt x="3999691" y="1819692"/>
                  <a:pt x="3989581" y="1827690"/>
                </a:cubicBezTo>
                <a:cubicBezTo>
                  <a:pt x="3993598" y="1842229"/>
                  <a:pt x="3995159" y="1857335"/>
                  <a:pt x="3994195" y="1872404"/>
                </a:cubicBezTo>
                <a:cubicBezTo>
                  <a:pt x="3983342" y="1912105"/>
                  <a:pt x="4001751" y="1946050"/>
                  <a:pt x="4011149" y="1981894"/>
                </a:cubicBezTo>
                <a:cubicBezTo>
                  <a:pt x="4011627" y="1983229"/>
                  <a:pt x="4013996" y="1983928"/>
                  <a:pt x="4016322" y="1985371"/>
                </a:cubicBezTo>
                <a:cubicBezTo>
                  <a:pt x="4029334" y="1981651"/>
                  <a:pt x="4043095" y="1977788"/>
                  <a:pt x="4059324" y="1972949"/>
                </a:cubicBezTo>
                <a:cubicBezTo>
                  <a:pt x="4026544" y="1950115"/>
                  <a:pt x="4025578" y="1947631"/>
                  <a:pt x="4039516" y="1918568"/>
                </a:cubicBezTo>
                <a:cubicBezTo>
                  <a:pt x="4066081" y="1917695"/>
                  <a:pt x="4067734" y="1917978"/>
                  <a:pt x="4083841" y="1931059"/>
                </a:cubicBezTo>
                <a:cubicBezTo>
                  <a:pt x="4076790" y="1932888"/>
                  <a:pt x="4069584" y="1934017"/>
                  <a:pt x="4062319" y="1934468"/>
                </a:cubicBezTo>
                <a:cubicBezTo>
                  <a:pt x="4049916" y="1934116"/>
                  <a:pt x="4048882" y="1939098"/>
                  <a:pt x="4053088" y="1949614"/>
                </a:cubicBezTo>
                <a:cubicBezTo>
                  <a:pt x="4060610" y="1947814"/>
                  <a:pt x="4066827" y="1946124"/>
                  <a:pt x="4070774" y="1945235"/>
                </a:cubicBezTo>
                <a:cubicBezTo>
                  <a:pt x="4074468" y="1954975"/>
                  <a:pt x="4075912" y="1965143"/>
                  <a:pt x="4081042" y="1969365"/>
                </a:cubicBezTo>
                <a:cubicBezTo>
                  <a:pt x="4083607" y="1971476"/>
                  <a:pt x="4087599" y="1972176"/>
                  <a:pt x="4091920" y="1972406"/>
                </a:cubicBezTo>
                <a:lnTo>
                  <a:pt x="4101625" y="1972569"/>
                </a:lnTo>
                <a:lnTo>
                  <a:pt x="4098382" y="2019125"/>
                </a:lnTo>
                <a:lnTo>
                  <a:pt x="4052501" y="2035668"/>
                </a:lnTo>
                <a:cubicBezTo>
                  <a:pt x="4050373" y="2011827"/>
                  <a:pt x="4032679" y="2003695"/>
                  <a:pt x="4017886" y="1993493"/>
                </a:cubicBezTo>
                <a:cubicBezTo>
                  <a:pt x="4011625" y="1999102"/>
                  <a:pt x="4006375" y="2003276"/>
                  <a:pt x="4001819" y="2008238"/>
                </a:cubicBezTo>
                <a:cubicBezTo>
                  <a:pt x="3998024" y="2011564"/>
                  <a:pt x="3995312" y="2015962"/>
                  <a:pt x="3994035" y="2020855"/>
                </a:cubicBezTo>
                <a:cubicBezTo>
                  <a:pt x="3992825" y="2044687"/>
                  <a:pt x="3992366" y="2068376"/>
                  <a:pt x="3992080" y="2092263"/>
                </a:cubicBezTo>
                <a:cubicBezTo>
                  <a:pt x="3991828" y="2103377"/>
                  <a:pt x="3998741" y="2113361"/>
                  <a:pt x="4009176" y="2116979"/>
                </a:cubicBezTo>
                <a:cubicBezTo>
                  <a:pt x="4015154" y="2119383"/>
                  <a:pt x="4020381" y="2121930"/>
                  <a:pt x="4027250" y="2124947"/>
                </a:cubicBezTo>
                <a:cubicBezTo>
                  <a:pt x="4024946" y="2129480"/>
                  <a:pt x="4022673" y="2136630"/>
                  <a:pt x="4021379" y="2136554"/>
                </a:cubicBezTo>
                <a:cubicBezTo>
                  <a:pt x="4013584" y="2135463"/>
                  <a:pt x="4005873" y="2133836"/>
                  <a:pt x="3998304" y="2131655"/>
                </a:cubicBezTo>
                <a:cubicBezTo>
                  <a:pt x="3983967" y="2147940"/>
                  <a:pt x="3980976" y="2171388"/>
                  <a:pt x="3990764" y="2190784"/>
                </a:cubicBezTo>
                <a:cubicBezTo>
                  <a:pt x="3991838" y="2194918"/>
                  <a:pt x="3991583" y="2199274"/>
                  <a:pt x="3990034" y="2203253"/>
                </a:cubicBezTo>
                <a:cubicBezTo>
                  <a:pt x="3983435" y="2222550"/>
                  <a:pt x="3987081" y="2243884"/>
                  <a:pt x="3999701" y="2259842"/>
                </a:cubicBezTo>
                <a:cubicBezTo>
                  <a:pt x="3996074" y="2265568"/>
                  <a:pt x="3993047" y="2271647"/>
                  <a:pt x="3990665" y="2277987"/>
                </a:cubicBezTo>
                <a:cubicBezTo>
                  <a:pt x="3988132" y="2283422"/>
                  <a:pt x="3987578" y="2289590"/>
                  <a:pt x="3989105" y="2295375"/>
                </a:cubicBezTo>
                <a:cubicBezTo>
                  <a:pt x="3992688" y="2309011"/>
                  <a:pt x="4006568" y="2317125"/>
                  <a:pt x="4020107" y="2313511"/>
                </a:cubicBezTo>
                <a:cubicBezTo>
                  <a:pt x="4032876" y="2311083"/>
                  <a:pt x="4045462" y="2307768"/>
                  <a:pt x="4057771" y="2303577"/>
                </a:cubicBezTo>
                <a:cubicBezTo>
                  <a:pt x="4073781" y="2318333"/>
                  <a:pt x="4054180" y="2339595"/>
                  <a:pt x="4064362" y="2358865"/>
                </a:cubicBezTo>
                <a:lnTo>
                  <a:pt x="4075262" y="2351024"/>
                </a:lnTo>
                <a:lnTo>
                  <a:pt x="4073669" y="2373883"/>
                </a:lnTo>
                <a:lnTo>
                  <a:pt x="4064959" y="2370851"/>
                </a:lnTo>
                <a:lnTo>
                  <a:pt x="4065163" y="2389537"/>
                </a:lnTo>
                <a:lnTo>
                  <a:pt x="4072549" y="2389970"/>
                </a:lnTo>
                <a:lnTo>
                  <a:pt x="4071804" y="2400665"/>
                </a:lnTo>
                <a:lnTo>
                  <a:pt x="4067173" y="2402727"/>
                </a:lnTo>
                <a:cubicBezTo>
                  <a:pt x="4045703" y="2411555"/>
                  <a:pt x="4041529" y="2422702"/>
                  <a:pt x="4051808" y="2443471"/>
                </a:cubicBezTo>
                <a:cubicBezTo>
                  <a:pt x="4053971" y="2447706"/>
                  <a:pt x="4057829" y="2451480"/>
                  <a:pt x="4058318" y="2455803"/>
                </a:cubicBezTo>
                <a:lnTo>
                  <a:pt x="4066935" y="2470554"/>
                </a:lnTo>
                <a:lnTo>
                  <a:pt x="4063699" y="2517013"/>
                </a:lnTo>
                <a:lnTo>
                  <a:pt x="4058013" y="2518186"/>
                </a:lnTo>
                <a:cubicBezTo>
                  <a:pt x="4053813" y="2521044"/>
                  <a:pt x="4050696" y="2525516"/>
                  <a:pt x="4049656" y="2530927"/>
                </a:cubicBezTo>
                <a:cubicBezTo>
                  <a:pt x="4048779" y="2536403"/>
                  <a:pt x="4048455" y="2541949"/>
                  <a:pt x="4048686" y="2547490"/>
                </a:cubicBezTo>
                <a:cubicBezTo>
                  <a:pt x="4043223" y="2542707"/>
                  <a:pt x="4040281" y="2535626"/>
                  <a:pt x="4040722" y="2528349"/>
                </a:cubicBezTo>
                <a:cubicBezTo>
                  <a:pt x="4043756" y="2511347"/>
                  <a:pt x="4035105" y="2503932"/>
                  <a:pt x="4020703" y="2499727"/>
                </a:cubicBezTo>
                <a:cubicBezTo>
                  <a:pt x="4015541" y="2498622"/>
                  <a:pt x="4010485" y="2497075"/>
                  <a:pt x="4005584" y="2495107"/>
                </a:cubicBezTo>
                <a:cubicBezTo>
                  <a:pt x="3994584" y="2489795"/>
                  <a:pt x="3990792" y="2481730"/>
                  <a:pt x="3998609" y="2468556"/>
                </a:cubicBezTo>
                <a:cubicBezTo>
                  <a:pt x="4009576" y="2474426"/>
                  <a:pt x="4018944" y="2485432"/>
                  <a:pt x="4031999" y="2477792"/>
                </a:cubicBezTo>
                <a:cubicBezTo>
                  <a:pt x="4038278" y="2451382"/>
                  <a:pt x="4038236" y="2423853"/>
                  <a:pt x="4031879" y="2397487"/>
                </a:cubicBezTo>
                <a:cubicBezTo>
                  <a:pt x="4029123" y="2386961"/>
                  <a:pt x="4018678" y="2380449"/>
                  <a:pt x="4008087" y="2382649"/>
                </a:cubicBezTo>
                <a:cubicBezTo>
                  <a:pt x="4000579" y="2384432"/>
                  <a:pt x="3993241" y="2386878"/>
                  <a:pt x="3986151" y="2389955"/>
                </a:cubicBezTo>
                <a:cubicBezTo>
                  <a:pt x="3973905" y="2395961"/>
                  <a:pt x="3968360" y="2410482"/>
                  <a:pt x="3973452" y="2423199"/>
                </a:cubicBezTo>
                <a:cubicBezTo>
                  <a:pt x="3982878" y="2440407"/>
                  <a:pt x="3985787" y="2460484"/>
                  <a:pt x="3981640" y="2479700"/>
                </a:cubicBezTo>
                <a:cubicBezTo>
                  <a:pt x="3980583" y="2492915"/>
                  <a:pt x="3981301" y="2506216"/>
                  <a:pt x="3983776" y="2519228"/>
                </a:cubicBezTo>
                <a:cubicBezTo>
                  <a:pt x="3986731" y="2535274"/>
                  <a:pt x="3989186" y="2550357"/>
                  <a:pt x="3973282" y="2562311"/>
                </a:cubicBezTo>
                <a:cubicBezTo>
                  <a:pt x="3992421" y="2580611"/>
                  <a:pt x="4004793" y="2559300"/>
                  <a:pt x="4019935" y="2557198"/>
                </a:cubicBezTo>
                <a:cubicBezTo>
                  <a:pt x="4029609" y="2562993"/>
                  <a:pt x="4038542" y="2568745"/>
                  <a:pt x="4047422" y="2575427"/>
                </a:cubicBezTo>
                <a:cubicBezTo>
                  <a:pt x="4048477" y="2576423"/>
                  <a:pt x="4047074" y="2581382"/>
                  <a:pt x="4046812" y="2585849"/>
                </a:cubicBezTo>
                <a:cubicBezTo>
                  <a:pt x="4039018" y="2582778"/>
                  <a:pt x="4033954" y="2580614"/>
                  <a:pt x="4028694" y="2578626"/>
                </a:cubicBezTo>
                <a:cubicBezTo>
                  <a:pt x="4019899" y="2586328"/>
                  <a:pt x="4014170" y="2592342"/>
                  <a:pt x="4022505" y="2605155"/>
                </a:cubicBezTo>
                <a:cubicBezTo>
                  <a:pt x="4030841" y="2617968"/>
                  <a:pt x="4021079" y="2623185"/>
                  <a:pt x="4009785" y="2629247"/>
                </a:cubicBezTo>
                <a:lnTo>
                  <a:pt x="4007638" y="2586731"/>
                </a:lnTo>
                <a:cubicBezTo>
                  <a:pt x="3997061" y="2586859"/>
                  <a:pt x="3987202" y="2587403"/>
                  <a:pt x="3977409" y="2586829"/>
                </a:cubicBezTo>
                <a:cubicBezTo>
                  <a:pt x="3971701" y="2605169"/>
                  <a:pt x="3991126" y="2599583"/>
                  <a:pt x="3997570" y="2606683"/>
                </a:cubicBezTo>
                <a:cubicBezTo>
                  <a:pt x="3996618" y="2607206"/>
                  <a:pt x="3995685" y="2607749"/>
                  <a:pt x="3994769" y="2608312"/>
                </a:cubicBezTo>
                <a:cubicBezTo>
                  <a:pt x="3971339" y="2623037"/>
                  <a:pt x="3964176" y="2654084"/>
                  <a:pt x="3978768" y="2677665"/>
                </a:cubicBezTo>
                <a:cubicBezTo>
                  <a:pt x="3984076" y="2687742"/>
                  <a:pt x="3988794" y="2698121"/>
                  <a:pt x="3992894" y="2708744"/>
                </a:cubicBezTo>
                <a:cubicBezTo>
                  <a:pt x="3995969" y="2716393"/>
                  <a:pt x="3998469" y="2724383"/>
                  <a:pt x="4001337" y="2732394"/>
                </a:cubicBezTo>
                <a:cubicBezTo>
                  <a:pt x="4003184" y="2732502"/>
                  <a:pt x="4004847" y="2732599"/>
                  <a:pt x="4006510" y="2732696"/>
                </a:cubicBezTo>
                <a:cubicBezTo>
                  <a:pt x="4007969" y="2717283"/>
                  <a:pt x="4009047" y="2702032"/>
                  <a:pt x="4011244" y="2686662"/>
                </a:cubicBezTo>
                <a:cubicBezTo>
                  <a:pt x="4012223" y="2677270"/>
                  <a:pt x="4014447" y="2668026"/>
                  <a:pt x="4017857" y="2659225"/>
                </a:cubicBezTo>
                <a:cubicBezTo>
                  <a:pt x="4020888" y="2654322"/>
                  <a:pt x="4026007" y="2651093"/>
                  <a:pt x="4031717" y="2650512"/>
                </a:cubicBezTo>
                <a:cubicBezTo>
                  <a:pt x="4035771" y="2650935"/>
                  <a:pt x="4040944" y="2657588"/>
                  <a:pt x="4042140" y="2662514"/>
                </a:cubicBezTo>
                <a:cubicBezTo>
                  <a:pt x="4043303" y="2669434"/>
                  <a:pt x="4043515" y="2676487"/>
                  <a:pt x="4042767" y="2683465"/>
                </a:cubicBezTo>
                <a:cubicBezTo>
                  <a:pt x="4042146" y="2694073"/>
                  <a:pt x="4039971" y="2702723"/>
                  <a:pt x="4040904" y="2715288"/>
                </a:cubicBezTo>
                <a:cubicBezTo>
                  <a:pt x="4041370" y="2721572"/>
                  <a:pt x="4042791" y="2726604"/>
                  <a:pt x="4045767" y="2730022"/>
                </a:cubicBezTo>
                <a:lnTo>
                  <a:pt x="4048786" y="2731098"/>
                </a:lnTo>
                <a:lnTo>
                  <a:pt x="4009697" y="3292234"/>
                </a:lnTo>
                <a:lnTo>
                  <a:pt x="3998650" y="3276028"/>
                </a:lnTo>
                <a:cubicBezTo>
                  <a:pt x="3994799" y="3270153"/>
                  <a:pt x="3991894" y="3264334"/>
                  <a:pt x="3992401" y="3258855"/>
                </a:cubicBezTo>
                <a:cubicBezTo>
                  <a:pt x="3993588" y="3238570"/>
                  <a:pt x="3974881" y="3241397"/>
                  <a:pt x="3970242" y="3228800"/>
                </a:cubicBezTo>
                <a:cubicBezTo>
                  <a:pt x="3960837" y="3250099"/>
                  <a:pt x="3973345" y="3267638"/>
                  <a:pt x="3978549" y="3286430"/>
                </a:cubicBezTo>
                <a:cubicBezTo>
                  <a:pt x="3964625" y="3286734"/>
                  <a:pt x="3952364" y="3287137"/>
                  <a:pt x="3939930" y="3287343"/>
                </a:cubicBezTo>
                <a:cubicBezTo>
                  <a:pt x="3939992" y="3308449"/>
                  <a:pt x="3948501" y="3318284"/>
                  <a:pt x="3965404" y="3320954"/>
                </a:cubicBezTo>
                <a:lnTo>
                  <a:pt x="3974711" y="3301330"/>
                </a:lnTo>
                <a:lnTo>
                  <a:pt x="3980831" y="3298140"/>
                </a:lnTo>
                <a:lnTo>
                  <a:pt x="3988187" y="3321353"/>
                </a:lnTo>
                <a:lnTo>
                  <a:pt x="4009514" y="3294860"/>
                </a:lnTo>
                <a:lnTo>
                  <a:pt x="3996879" y="3476243"/>
                </a:lnTo>
                <a:lnTo>
                  <a:pt x="3995081" y="3478760"/>
                </a:lnTo>
                <a:cubicBezTo>
                  <a:pt x="3993743" y="3480643"/>
                  <a:pt x="3992759" y="3482406"/>
                  <a:pt x="3993144" y="3483736"/>
                </a:cubicBezTo>
                <a:lnTo>
                  <a:pt x="3994648" y="3508270"/>
                </a:lnTo>
                <a:lnTo>
                  <a:pt x="3981800" y="3692696"/>
                </a:lnTo>
                <a:lnTo>
                  <a:pt x="3967800" y="3689838"/>
                </a:lnTo>
                <a:cubicBezTo>
                  <a:pt x="3965072" y="3686154"/>
                  <a:pt x="3965456" y="3679594"/>
                  <a:pt x="3968033" y="3668820"/>
                </a:cubicBezTo>
                <a:cubicBezTo>
                  <a:pt x="3968479" y="3667540"/>
                  <a:pt x="3966914" y="3665768"/>
                  <a:pt x="3967023" y="3663906"/>
                </a:cubicBezTo>
                <a:cubicBezTo>
                  <a:pt x="3962034" y="3663614"/>
                  <a:pt x="3957046" y="3663322"/>
                  <a:pt x="3950762" y="3662955"/>
                </a:cubicBezTo>
                <a:lnTo>
                  <a:pt x="3950679" y="3639047"/>
                </a:lnTo>
                <a:cubicBezTo>
                  <a:pt x="3950256" y="3630432"/>
                  <a:pt x="3947997" y="3621523"/>
                  <a:pt x="3938115" y="3622438"/>
                </a:cubicBezTo>
                <a:cubicBezTo>
                  <a:pt x="3933833" y="3622747"/>
                  <a:pt x="3928886" y="3631235"/>
                  <a:pt x="3927060" y="3637104"/>
                </a:cubicBezTo>
                <a:cubicBezTo>
                  <a:pt x="3920002" y="3659473"/>
                  <a:pt x="3932640" y="3684302"/>
                  <a:pt x="3919670" y="3706326"/>
                </a:cubicBezTo>
                <a:cubicBezTo>
                  <a:pt x="3919267" y="3706863"/>
                  <a:pt x="3922289" y="3709093"/>
                  <a:pt x="3922202" y="3710583"/>
                </a:cubicBezTo>
                <a:cubicBezTo>
                  <a:pt x="3924278" y="3716771"/>
                  <a:pt x="3925891" y="3723107"/>
                  <a:pt x="3927026" y="3729539"/>
                </a:cubicBezTo>
                <a:cubicBezTo>
                  <a:pt x="3930566" y="3754583"/>
                  <a:pt x="3930501" y="3755700"/>
                  <a:pt x="3957936" y="3758986"/>
                </a:cubicBezTo>
                <a:cubicBezTo>
                  <a:pt x="3970459" y="3747768"/>
                  <a:pt x="3966320" y="3729785"/>
                  <a:pt x="3976028" y="3715974"/>
                </a:cubicBezTo>
                <a:lnTo>
                  <a:pt x="3975862" y="3777950"/>
                </a:lnTo>
                <a:lnTo>
                  <a:pt x="3965047" y="3933204"/>
                </a:lnTo>
                <a:lnTo>
                  <a:pt x="3947926" y="3909007"/>
                </a:lnTo>
                <a:cubicBezTo>
                  <a:pt x="3943216" y="3900375"/>
                  <a:pt x="3941315" y="3890879"/>
                  <a:pt x="3947202" y="3878992"/>
                </a:cubicBezTo>
                <a:cubicBezTo>
                  <a:pt x="3937855" y="3877138"/>
                  <a:pt x="3930714" y="3875600"/>
                  <a:pt x="3923746" y="3874258"/>
                </a:cubicBezTo>
                <a:cubicBezTo>
                  <a:pt x="3923953" y="3870722"/>
                  <a:pt x="3924117" y="3867930"/>
                  <a:pt x="3924139" y="3867559"/>
                </a:cubicBezTo>
                <a:cubicBezTo>
                  <a:pt x="3937368" y="3860116"/>
                  <a:pt x="3940023" y="3843279"/>
                  <a:pt x="3954534" y="3836098"/>
                </a:cubicBezTo>
                <a:cubicBezTo>
                  <a:pt x="3964200" y="3830934"/>
                  <a:pt x="3967886" y="3818858"/>
                  <a:pt x="3962767" y="3809129"/>
                </a:cubicBezTo>
                <a:cubicBezTo>
                  <a:pt x="3962665" y="3808934"/>
                  <a:pt x="3962560" y="3808742"/>
                  <a:pt x="3962451" y="3808550"/>
                </a:cubicBezTo>
                <a:cubicBezTo>
                  <a:pt x="3958822" y="3800868"/>
                  <a:pt x="3956540" y="3792331"/>
                  <a:pt x="3953193" y="3782984"/>
                </a:cubicBezTo>
                <a:cubicBezTo>
                  <a:pt x="3946479" y="3786154"/>
                  <a:pt x="3939436" y="3788560"/>
                  <a:pt x="3932192" y="3790159"/>
                </a:cubicBezTo>
                <a:lnTo>
                  <a:pt x="3931638" y="3790127"/>
                </a:lnTo>
                <a:cubicBezTo>
                  <a:pt x="3904746" y="3793407"/>
                  <a:pt x="3899603" y="3798896"/>
                  <a:pt x="3901742" y="3825725"/>
                </a:cubicBezTo>
                <a:cubicBezTo>
                  <a:pt x="3902128" y="3832780"/>
                  <a:pt x="3903597" y="3839732"/>
                  <a:pt x="3906098" y="3846335"/>
                </a:cubicBezTo>
                <a:cubicBezTo>
                  <a:pt x="3911831" y="3861163"/>
                  <a:pt x="3912507" y="3877494"/>
                  <a:pt x="3908017" y="3892759"/>
                </a:cubicBezTo>
                <a:cubicBezTo>
                  <a:pt x="3906508" y="3903859"/>
                  <a:pt x="3905852" y="3915058"/>
                  <a:pt x="3906056" y="3926258"/>
                </a:cubicBezTo>
                <a:cubicBezTo>
                  <a:pt x="3915034" y="3921741"/>
                  <a:pt x="3920773" y="3918715"/>
                  <a:pt x="3925198" y="3915987"/>
                </a:cubicBezTo>
                <a:cubicBezTo>
                  <a:pt x="3936784" y="3923948"/>
                  <a:pt x="3947849" y="3931318"/>
                  <a:pt x="3958728" y="3938677"/>
                </a:cubicBezTo>
                <a:lnTo>
                  <a:pt x="3964976" y="3934219"/>
                </a:lnTo>
                <a:lnTo>
                  <a:pt x="3888784" y="5027983"/>
                </a:lnTo>
                <a:lnTo>
                  <a:pt x="0" y="4757089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537ABC0-7766-68E8-87BB-EE7C471DEBD5}"/>
              </a:ext>
            </a:extLst>
          </p:cNvPr>
          <p:cNvSpPr/>
          <p:nvPr userDrawn="1"/>
        </p:nvSpPr>
        <p:spPr>
          <a:xfrm>
            <a:off x="1507125" y="5092684"/>
            <a:ext cx="3552950" cy="1755906"/>
          </a:xfrm>
          <a:custGeom>
            <a:avLst/>
            <a:gdLst>
              <a:gd name="connsiteX0" fmla="*/ 2574458 w 3552950"/>
              <a:gd name="connsiteY0" fmla="*/ 1262880 h 1755906"/>
              <a:gd name="connsiteX1" fmla="*/ 1838191 w 3552950"/>
              <a:gd name="connsiteY1" fmla="*/ 1636567 h 1755906"/>
              <a:gd name="connsiteX2" fmla="*/ 1683185 w 3552950"/>
              <a:gd name="connsiteY2" fmla="*/ 1582348 h 1755906"/>
              <a:gd name="connsiteX3" fmla="*/ 1908665 w 3552950"/>
              <a:gd name="connsiteY3" fmla="*/ 1405695 h 1755906"/>
              <a:gd name="connsiteX4" fmla="*/ 2212283 w 3552950"/>
              <a:gd name="connsiteY4" fmla="*/ 1388048 h 1755906"/>
              <a:gd name="connsiteX5" fmla="*/ 2574458 w 3552950"/>
              <a:gd name="connsiteY5" fmla="*/ 1262880 h 1755906"/>
              <a:gd name="connsiteX6" fmla="*/ 3293164 w 3552950"/>
              <a:gd name="connsiteY6" fmla="*/ 1257383 h 1755906"/>
              <a:gd name="connsiteX7" fmla="*/ 2852476 w 3552950"/>
              <a:gd name="connsiteY7" fmla="*/ 1664462 h 1755906"/>
              <a:gd name="connsiteX8" fmla="*/ 2629949 w 3552950"/>
              <a:gd name="connsiteY8" fmla="*/ 1745417 h 1755906"/>
              <a:gd name="connsiteX9" fmla="*/ 2401257 w 3552950"/>
              <a:gd name="connsiteY9" fmla="*/ 1707621 h 1755906"/>
              <a:gd name="connsiteX10" fmla="*/ 2707939 w 3552950"/>
              <a:gd name="connsiteY10" fmla="*/ 1481834 h 1755906"/>
              <a:gd name="connsiteX11" fmla="*/ 3293164 w 3552950"/>
              <a:gd name="connsiteY11" fmla="*/ 1257383 h 1755906"/>
              <a:gd name="connsiteX12" fmla="*/ 607200 w 3552950"/>
              <a:gd name="connsiteY12" fmla="*/ 931284 h 1755906"/>
              <a:gd name="connsiteX13" fmla="*/ 678199 w 3552950"/>
              <a:gd name="connsiteY13" fmla="*/ 932770 h 1755906"/>
              <a:gd name="connsiteX14" fmla="*/ 1115001 w 3552950"/>
              <a:gd name="connsiteY14" fmla="*/ 955766 h 1755906"/>
              <a:gd name="connsiteX15" fmla="*/ 1264253 w 3552950"/>
              <a:gd name="connsiteY15" fmla="*/ 957104 h 1755906"/>
              <a:gd name="connsiteX16" fmla="*/ 654988 w 3552950"/>
              <a:gd name="connsiteY16" fmla="*/ 1176128 h 1755906"/>
              <a:gd name="connsiteX17" fmla="*/ 444991 w 3552950"/>
              <a:gd name="connsiteY17" fmla="*/ 1041575 h 1755906"/>
              <a:gd name="connsiteX18" fmla="*/ 537158 w 3552950"/>
              <a:gd name="connsiteY18" fmla="*/ 943010 h 1755906"/>
              <a:gd name="connsiteX19" fmla="*/ 607200 w 3552950"/>
              <a:gd name="connsiteY19" fmla="*/ 931284 h 1755906"/>
              <a:gd name="connsiteX20" fmla="*/ 2852098 w 3552950"/>
              <a:gd name="connsiteY20" fmla="*/ 735651 h 1755906"/>
              <a:gd name="connsiteX21" fmla="*/ 2904981 w 3552950"/>
              <a:gd name="connsiteY21" fmla="*/ 745816 h 1755906"/>
              <a:gd name="connsiteX22" fmla="*/ 3101600 w 3552950"/>
              <a:gd name="connsiteY22" fmla="*/ 918029 h 1755906"/>
              <a:gd name="connsiteX23" fmla="*/ 3239225 w 3552950"/>
              <a:gd name="connsiteY23" fmla="*/ 1164551 h 1755906"/>
              <a:gd name="connsiteX24" fmla="*/ 2936770 w 3552950"/>
              <a:gd name="connsiteY24" fmla="*/ 1057258 h 1755906"/>
              <a:gd name="connsiteX25" fmla="*/ 2728629 w 3552950"/>
              <a:gd name="connsiteY25" fmla="*/ 860259 h 1755906"/>
              <a:gd name="connsiteX26" fmla="*/ 2725883 w 3552950"/>
              <a:gd name="connsiteY26" fmla="*/ 793851 h 1755906"/>
              <a:gd name="connsiteX27" fmla="*/ 2852098 w 3552950"/>
              <a:gd name="connsiteY27" fmla="*/ 735651 h 1755906"/>
              <a:gd name="connsiteX28" fmla="*/ 2243237 w 3552950"/>
              <a:gd name="connsiteY28" fmla="*/ 533423 h 1755906"/>
              <a:gd name="connsiteX29" fmla="*/ 2595353 w 3552950"/>
              <a:gd name="connsiteY29" fmla="*/ 1192510 h 1755906"/>
              <a:gd name="connsiteX30" fmla="*/ 2357955 w 3552950"/>
              <a:gd name="connsiteY30" fmla="*/ 981309 h 1755906"/>
              <a:gd name="connsiteX31" fmla="*/ 2154517 w 3552950"/>
              <a:gd name="connsiteY31" fmla="*/ 716317 h 1755906"/>
              <a:gd name="connsiteX32" fmla="*/ 2155375 w 3552950"/>
              <a:gd name="connsiteY32" fmla="*/ 601048 h 1755906"/>
              <a:gd name="connsiteX33" fmla="*/ 2243237 w 3552950"/>
              <a:gd name="connsiteY33" fmla="*/ 533423 h 1755906"/>
              <a:gd name="connsiteX34" fmla="*/ 1610712 w 3552950"/>
              <a:gd name="connsiteY34" fmla="*/ 222076 h 1755906"/>
              <a:gd name="connsiteX35" fmla="*/ 1640966 w 3552950"/>
              <a:gd name="connsiteY35" fmla="*/ 226855 h 1755906"/>
              <a:gd name="connsiteX36" fmla="*/ 1815330 w 3552950"/>
              <a:gd name="connsiteY36" fmla="*/ 445169 h 1755906"/>
              <a:gd name="connsiteX37" fmla="*/ 1996883 w 3552950"/>
              <a:gd name="connsiteY37" fmla="*/ 1115583 h 1755906"/>
              <a:gd name="connsiteX38" fmla="*/ 1466586 w 3552950"/>
              <a:gd name="connsiteY38" fmla="*/ 370385 h 1755906"/>
              <a:gd name="connsiteX39" fmla="*/ 1610712 w 3552950"/>
              <a:gd name="connsiteY39" fmla="*/ 222076 h 1755906"/>
              <a:gd name="connsiteX40" fmla="*/ 98263 w 3552950"/>
              <a:gd name="connsiteY40" fmla="*/ 8113 h 1755906"/>
              <a:gd name="connsiteX41" fmla="*/ 184282 w 3552950"/>
              <a:gd name="connsiteY41" fmla="*/ 36336 h 1755906"/>
              <a:gd name="connsiteX42" fmla="*/ 698318 w 3552950"/>
              <a:gd name="connsiteY42" fmla="*/ 467402 h 1755906"/>
              <a:gd name="connsiteX43" fmla="*/ 786756 w 3552950"/>
              <a:gd name="connsiteY43" fmla="*/ 602870 h 1755906"/>
              <a:gd name="connsiteX44" fmla="*/ 1088061 w 3552950"/>
              <a:gd name="connsiteY44" fmla="*/ 780279 h 1755906"/>
              <a:gd name="connsiteX45" fmla="*/ 3533406 w 3552950"/>
              <a:gd name="connsiteY45" fmla="*/ 1186256 h 1755906"/>
              <a:gd name="connsiteX46" fmla="*/ 3552597 w 3552950"/>
              <a:gd name="connsiteY46" fmla="*/ 1198759 h 1755906"/>
              <a:gd name="connsiteX47" fmla="*/ 3540094 w 3552950"/>
              <a:gd name="connsiteY47" fmla="*/ 1217951 h 1755906"/>
              <a:gd name="connsiteX48" fmla="*/ 2119399 w 3552950"/>
              <a:gd name="connsiteY48" fmla="*/ 1192266 h 1755906"/>
              <a:gd name="connsiteX49" fmla="*/ 1997334 w 3552950"/>
              <a:gd name="connsiteY49" fmla="*/ 1163429 h 1755906"/>
              <a:gd name="connsiteX50" fmla="*/ 1983570 w 3552950"/>
              <a:gd name="connsiteY50" fmla="*/ 1174262 h 1755906"/>
              <a:gd name="connsiteX51" fmla="*/ 1247840 w 3552950"/>
              <a:gd name="connsiteY51" fmla="*/ 1483432 h 1755906"/>
              <a:gd name="connsiteX52" fmla="*/ 1085878 w 3552950"/>
              <a:gd name="connsiteY52" fmla="*/ 1463331 h 1755906"/>
              <a:gd name="connsiteX53" fmla="*/ 1043709 w 3552950"/>
              <a:gd name="connsiteY53" fmla="*/ 1321644 h 1755906"/>
              <a:gd name="connsiteX54" fmla="*/ 1092645 w 3552950"/>
              <a:gd name="connsiteY54" fmla="*/ 1285956 h 1755906"/>
              <a:gd name="connsiteX55" fmla="*/ 1892335 w 3552950"/>
              <a:gd name="connsiteY55" fmla="*/ 1184837 h 1755906"/>
              <a:gd name="connsiteX56" fmla="*/ 1995086 w 3552950"/>
              <a:gd name="connsiteY56" fmla="*/ 1162898 h 1755906"/>
              <a:gd name="connsiteX57" fmla="*/ 1945120 w 3552950"/>
              <a:gd name="connsiteY57" fmla="*/ 1151095 h 1755906"/>
              <a:gd name="connsiteX58" fmla="*/ 802394 w 3552950"/>
              <a:gd name="connsiteY58" fmla="*/ 651812 h 1755906"/>
              <a:gd name="connsiteX59" fmla="*/ 802051 w 3552950"/>
              <a:gd name="connsiteY59" fmla="*/ 651455 h 1755906"/>
              <a:gd name="connsiteX60" fmla="*/ 761492 w 3552950"/>
              <a:gd name="connsiteY60" fmla="*/ 640763 h 1755906"/>
              <a:gd name="connsiteX61" fmla="*/ 16188 w 3552950"/>
              <a:gd name="connsiteY61" fmla="*/ 173931 h 1755906"/>
              <a:gd name="connsiteX62" fmla="*/ 69160 w 3552950"/>
              <a:gd name="connsiteY62" fmla="*/ 11503 h 1755906"/>
              <a:gd name="connsiteX63" fmla="*/ 98263 w 3552950"/>
              <a:gd name="connsiteY63" fmla="*/ 8113 h 1755906"/>
              <a:gd name="connsiteX64" fmla="*/ 847380 w 3552950"/>
              <a:gd name="connsiteY64" fmla="*/ 299 h 1755906"/>
              <a:gd name="connsiteX65" fmla="*/ 1081682 w 3552950"/>
              <a:gd name="connsiteY65" fmla="*/ 143193 h 1755906"/>
              <a:gd name="connsiteX66" fmla="*/ 1206296 w 3552950"/>
              <a:gd name="connsiteY66" fmla="*/ 394743 h 1755906"/>
              <a:gd name="connsiteX67" fmla="*/ 1308688 w 3552950"/>
              <a:gd name="connsiteY67" fmla="*/ 835467 h 1755906"/>
              <a:gd name="connsiteX68" fmla="*/ 830266 w 3552950"/>
              <a:gd name="connsiteY68" fmla="*/ 324806 h 1755906"/>
              <a:gd name="connsiteX69" fmla="*/ 847380 w 3552950"/>
              <a:gd name="connsiteY69" fmla="*/ 299 h 175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552950" h="1755906">
                <a:moveTo>
                  <a:pt x="2574458" y="1262880"/>
                </a:moveTo>
                <a:cubicBezTo>
                  <a:pt x="2509436" y="1422933"/>
                  <a:pt x="2070569" y="1610369"/>
                  <a:pt x="1838191" y="1636567"/>
                </a:cubicBezTo>
                <a:cubicBezTo>
                  <a:pt x="1780156" y="1642910"/>
                  <a:pt x="1708837" y="1645411"/>
                  <a:pt x="1683185" y="1582348"/>
                </a:cubicBezTo>
                <a:cubicBezTo>
                  <a:pt x="1657531" y="1519287"/>
                  <a:pt x="1808557" y="1422784"/>
                  <a:pt x="1908665" y="1405695"/>
                </a:cubicBezTo>
                <a:cubicBezTo>
                  <a:pt x="2008773" y="1388606"/>
                  <a:pt x="2111881" y="1402561"/>
                  <a:pt x="2212283" y="1388048"/>
                </a:cubicBezTo>
                <a:cubicBezTo>
                  <a:pt x="2339784" y="1369378"/>
                  <a:pt x="2462641" y="1326923"/>
                  <a:pt x="2574458" y="1262880"/>
                </a:cubicBezTo>
                <a:close/>
                <a:moveTo>
                  <a:pt x="3293164" y="1257383"/>
                </a:moveTo>
                <a:cubicBezTo>
                  <a:pt x="3252598" y="1333073"/>
                  <a:pt x="3231130" y="1414284"/>
                  <a:pt x="2852476" y="1664462"/>
                </a:cubicBezTo>
                <a:cubicBezTo>
                  <a:pt x="2784539" y="1706221"/>
                  <a:pt x="2708834" y="1733763"/>
                  <a:pt x="2629949" y="1745417"/>
                </a:cubicBezTo>
                <a:cubicBezTo>
                  <a:pt x="2552044" y="1759442"/>
                  <a:pt x="2437583" y="1769200"/>
                  <a:pt x="2401257" y="1707621"/>
                </a:cubicBezTo>
                <a:cubicBezTo>
                  <a:pt x="2364933" y="1646040"/>
                  <a:pt x="2586974" y="1524386"/>
                  <a:pt x="2707939" y="1481834"/>
                </a:cubicBezTo>
                <a:cubicBezTo>
                  <a:pt x="2831172" y="1438621"/>
                  <a:pt x="3292981" y="1257538"/>
                  <a:pt x="3293164" y="1257383"/>
                </a:cubicBezTo>
                <a:close/>
                <a:moveTo>
                  <a:pt x="607200" y="931284"/>
                </a:moveTo>
                <a:cubicBezTo>
                  <a:pt x="630810" y="929570"/>
                  <a:pt x="654579" y="930058"/>
                  <a:pt x="678199" y="932770"/>
                </a:cubicBezTo>
                <a:lnTo>
                  <a:pt x="1115001" y="955766"/>
                </a:lnTo>
                <a:cubicBezTo>
                  <a:pt x="1164681" y="959164"/>
                  <a:pt x="1214521" y="959609"/>
                  <a:pt x="1264253" y="957104"/>
                </a:cubicBezTo>
                <a:cubicBezTo>
                  <a:pt x="1066284" y="1130289"/>
                  <a:pt x="764021" y="1176291"/>
                  <a:pt x="654988" y="1176128"/>
                </a:cubicBezTo>
                <a:cubicBezTo>
                  <a:pt x="501287" y="1175095"/>
                  <a:pt x="437112" y="1102835"/>
                  <a:pt x="444991" y="1041575"/>
                </a:cubicBezTo>
                <a:cubicBezTo>
                  <a:pt x="454808" y="994041"/>
                  <a:pt x="490388" y="955990"/>
                  <a:pt x="537158" y="943010"/>
                </a:cubicBezTo>
                <a:cubicBezTo>
                  <a:pt x="560140" y="936914"/>
                  <a:pt x="583590" y="932998"/>
                  <a:pt x="607200" y="931284"/>
                </a:cubicBezTo>
                <a:close/>
                <a:moveTo>
                  <a:pt x="2852098" y="735651"/>
                </a:moveTo>
                <a:cubicBezTo>
                  <a:pt x="2870345" y="737179"/>
                  <a:pt x="2888479" y="740769"/>
                  <a:pt x="2904981" y="745816"/>
                </a:cubicBezTo>
                <a:cubicBezTo>
                  <a:pt x="2992395" y="772399"/>
                  <a:pt x="3053929" y="839674"/>
                  <a:pt x="3101600" y="918029"/>
                </a:cubicBezTo>
                <a:cubicBezTo>
                  <a:pt x="3161867" y="1016498"/>
                  <a:pt x="3239225" y="1164551"/>
                  <a:pt x="3239225" y="1164551"/>
                </a:cubicBezTo>
                <a:cubicBezTo>
                  <a:pt x="3134782" y="1139988"/>
                  <a:pt x="3033360" y="1103991"/>
                  <a:pt x="2936770" y="1057258"/>
                </a:cubicBezTo>
                <a:cubicBezTo>
                  <a:pt x="2848356" y="1014260"/>
                  <a:pt x="2757802" y="954239"/>
                  <a:pt x="2728629" y="860259"/>
                </a:cubicBezTo>
                <a:cubicBezTo>
                  <a:pt x="2720781" y="838958"/>
                  <a:pt x="2719821" y="815730"/>
                  <a:pt x="2725883" y="793851"/>
                </a:cubicBezTo>
                <a:cubicBezTo>
                  <a:pt x="2741604" y="745032"/>
                  <a:pt x="2797357" y="731066"/>
                  <a:pt x="2852098" y="735651"/>
                </a:cubicBezTo>
                <a:close/>
                <a:moveTo>
                  <a:pt x="2243237" y="533423"/>
                </a:moveTo>
                <a:cubicBezTo>
                  <a:pt x="2499229" y="614687"/>
                  <a:pt x="2595353" y="1192510"/>
                  <a:pt x="2595353" y="1192510"/>
                </a:cubicBezTo>
                <a:cubicBezTo>
                  <a:pt x="2516196" y="1122328"/>
                  <a:pt x="2437069" y="1051934"/>
                  <a:pt x="2357955" y="981309"/>
                </a:cubicBezTo>
                <a:cubicBezTo>
                  <a:pt x="2273594" y="906328"/>
                  <a:pt x="2185170" y="825052"/>
                  <a:pt x="2154517" y="716317"/>
                </a:cubicBezTo>
                <a:cubicBezTo>
                  <a:pt x="2142162" y="678839"/>
                  <a:pt x="2142465" y="638337"/>
                  <a:pt x="2155375" y="601048"/>
                </a:cubicBezTo>
                <a:cubicBezTo>
                  <a:pt x="2169527" y="564303"/>
                  <a:pt x="2205771" y="521763"/>
                  <a:pt x="2243237" y="533423"/>
                </a:cubicBezTo>
                <a:close/>
                <a:moveTo>
                  <a:pt x="1610712" y="222076"/>
                </a:moveTo>
                <a:cubicBezTo>
                  <a:pt x="1620748" y="222083"/>
                  <a:pt x="1630883" y="223604"/>
                  <a:pt x="1640966" y="226855"/>
                </a:cubicBezTo>
                <a:cubicBezTo>
                  <a:pt x="1692461" y="243609"/>
                  <a:pt x="1765470" y="324099"/>
                  <a:pt x="1815330" y="445169"/>
                </a:cubicBezTo>
                <a:cubicBezTo>
                  <a:pt x="1899223" y="661645"/>
                  <a:pt x="1960078" y="886355"/>
                  <a:pt x="1996883" y="1115583"/>
                </a:cubicBezTo>
                <a:cubicBezTo>
                  <a:pt x="1996883" y="1115583"/>
                  <a:pt x="1420289" y="778856"/>
                  <a:pt x="1466586" y="370385"/>
                </a:cubicBezTo>
                <a:cubicBezTo>
                  <a:pt x="1475063" y="296225"/>
                  <a:pt x="1540461" y="222037"/>
                  <a:pt x="1610712" y="222076"/>
                </a:cubicBezTo>
                <a:close/>
                <a:moveTo>
                  <a:pt x="98263" y="8113"/>
                </a:moveTo>
                <a:cubicBezTo>
                  <a:pt x="127589" y="9202"/>
                  <a:pt x="157254" y="22450"/>
                  <a:pt x="184282" y="36336"/>
                </a:cubicBezTo>
                <a:cubicBezTo>
                  <a:pt x="386195" y="140707"/>
                  <a:pt x="561488" y="288236"/>
                  <a:pt x="698318" y="467402"/>
                </a:cubicBezTo>
                <a:lnTo>
                  <a:pt x="786756" y="602870"/>
                </a:lnTo>
                <a:lnTo>
                  <a:pt x="1088061" y="780279"/>
                </a:lnTo>
                <a:cubicBezTo>
                  <a:pt x="1829488" y="1172544"/>
                  <a:pt x="2708986" y="1337300"/>
                  <a:pt x="3533406" y="1186256"/>
                </a:cubicBezTo>
                <a:cubicBezTo>
                  <a:pt x="3542170" y="1184408"/>
                  <a:pt x="3550749" y="1189996"/>
                  <a:pt x="3552597" y="1198759"/>
                </a:cubicBezTo>
                <a:cubicBezTo>
                  <a:pt x="3554446" y="1207523"/>
                  <a:pt x="3548858" y="1216103"/>
                  <a:pt x="3540094" y="1217951"/>
                </a:cubicBezTo>
                <a:cubicBezTo>
                  <a:pt x="3070827" y="1304756"/>
                  <a:pt x="2586472" y="1291409"/>
                  <a:pt x="2119399" y="1192266"/>
                </a:cubicBezTo>
                <a:lnTo>
                  <a:pt x="1997334" y="1163429"/>
                </a:lnTo>
                <a:lnTo>
                  <a:pt x="1983570" y="1174262"/>
                </a:lnTo>
                <a:cubicBezTo>
                  <a:pt x="1912378" y="1228889"/>
                  <a:pt x="1605267" y="1449517"/>
                  <a:pt x="1247840" y="1483432"/>
                </a:cubicBezTo>
                <a:cubicBezTo>
                  <a:pt x="1193058" y="1489536"/>
                  <a:pt x="1133676" y="1491683"/>
                  <a:pt x="1085878" y="1463331"/>
                </a:cubicBezTo>
                <a:cubicBezTo>
                  <a:pt x="1038080" y="1434980"/>
                  <a:pt x="1010362" y="1366130"/>
                  <a:pt x="1043709" y="1321644"/>
                </a:cubicBezTo>
                <a:cubicBezTo>
                  <a:pt x="1056887" y="1305956"/>
                  <a:pt x="1073681" y="1293709"/>
                  <a:pt x="1092645" y="1285956"/>
                </a:cubicBezTo>
                <a:cubicBezTo>
                  <a:pt x="1285527" y="1194425"/>
                  <a:pt x="1629921" y="1226230"/>
                  <a:pt x="1892335" y="1184837"/>
                </a:cubicBezTo>
                <a:lnTo>
                  <a:pt x="1995086" y="1162898"/>
                </a:lnTo>
                <a:lnTo>
                  <a:pt x="1945120" y="1151095"/>
                </a:lnTo>
                <a:cubicBezTo>
                  <a:pt x="1540655" y="1045774"/>
                  <a:pt x="1152518" y="876140"/>
                  <a:pt x="802394" y="651812"/>
                </a:cubicBezTo>
                <a:lnTo>
                  <a:pt x="802051" y="651455"/>
                </a:lnTo>
                <a:lnTo>
                  <a:pt x="761492" y="640763"/>
                </a:lnTo>
                <a:cubicBezTo>
                  <a:pt x="587499" y="591320"/>
                  <a:pt x="201657" y="453316"/>
                  <a:pt x="16188" y="173931"/>
                </a:cubicBezTo>
                <a:cubicBezTo>
                  <a:pt x="-19750" y="119869"/>
                  <a:pt x="6878" y="29906"/>
                  <a:pt x="69160" y="11503"/>
                </a:cubicBezTo>
                <a:cubicBezTo>
                  <a:pt x="78750" y="8738"/>
                  <a:pt x="88488" y="7750"/>
                  <a:pt x="98263" y="8113"/>
                </a:cubicBezTo>
                <a:close/>
                <a:moveTo>
                  <a:pt x="847380" y="299"/>
                </a:moveTo>
                <a:cubicBezTo>
                  <a:pt x="941203" y="7348"/>
                  <a:pt x="1025040" y="68335"/>
                  <a:pt x="1081682" y="143193"/>
                </a:cubicBezTo>
                <a:cubicBezTo>
                  <a:pt x="1138324" y="218050"/>
                  <a:pt x="1171978" y="307305"/>
                  <a:pt x="1206296" y="394743"/>
                </a:cubicBezTo>
                <a:cubicBezTo>
                  <a:pt x="1260895" y="536133"/>
                  <a:pt x="1295363" y="684488"/>
                  <a:pt x="1308688" y="835467"/>
                </a:cubicBezTo>
                <a:cubicBezTo>
                  <a:pt x="1038887" y="653519"/>
                  <a:pt x="916658" y="460521"/>
                  <a:pt x="830266" y="324806"/>
                </a:cubicBezTo>
                <a:cubicBezTo>
                  <a:pt x="694456" y="111272"/>
                  <a:pt x="753557" y="-6749"/>
                  <a:pt x="847380" y="299"/>
                </a:cubicBezTo>
                <a:close/>
              </a:path>
            </a:pathLst>
          </a:custGeom>
          <a:solidFill>
            <a:schemeClr val="accent3"/>
          </a:solidFill>
          <a:ln w="2395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D6747-D12C-681C-1A65-F23B5CB6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C5A13-8F45-74F7-C3A8-734CF095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9BD37-ADE7-6FC9-CDDD-429A3683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217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itle 1">
            <a:extLst>
              <a:ext uri="{FF2B5EF4-FFF2-40B4-BE49-F238E27FC236}">
                <a16:creationId xmlns:a16="http://schemas.microsoft.com/office/drawing/2014/main" id="{E2ABF1FE-027B-6AB2-3FA0-8C5055F1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A2604A-2C75-F13A-B2B5-E42DEDF06138}"/>
              </a:ext>
            </a:extLst>
          </p:cNvPr>
          <p:cNvSpPr/>
          <p:nvPr userDrawn="1"/>
        </p:nvSpPr>
        <p:spPr>
          <a:xfrm flipV="1">
            <a:off x="0" y="2245488"/>
            <a:ext cx="12192000" cy="4612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491AA2-5CFE-ECBF-E92D-0E3F23BBFEDC}"/>
              </a:ext>
            </a:extLst>
          </p:cNvPr>
          <p:cNvSpPr/>
          <p:nvPr userDrawn="1"/>
        </p:nvSpPr>
        <p:spPr>
          <a:xfrm>
            <a:off x="444661" y="365125"/>
            <a:ext cx="5485440" cy="333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304" name="Picture Placeholder 303">
            <a:extLst>
              <a:ext uri="{FF2B5EF4-FFF2-40B4-BE49-F238E27FC236}">
                <a16:creationId xmlns:a16="http://schemas.microsoft.com/office/drawing/2014/main" id="{5DA9E227-7551-1192-C9E1-FEF8C68559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565" y="493225"/>
            <a:ext cx="5185631" cy="3072384"/>
          </a:xfrm>
          <a:custGeom>
            <a:avLst/>
            <a:gdLst>
              <a:gd name="connsiteX0" fmla="*/ 4993732 w 5185631"/>
              <a:gd name="connsiteY0" fmla="*/ 3069279 h 3072384"/>
              <a:gd name="connsiteX1" fmla="*/ 4993723 w 5185631"/>
              <a:gd name="connsiteY1" fmla="*/ 3072384 h 3072384"/>
              <a:gd name="connsiteX2" fmla="*/ 4989012 w 5185631"/>
              <a:gd name="connsiteY2" fmla="*/ 3072384 h 3072384"/>
              <a:gd name="connsiteX3" fmla="*/ 4917315 w 5185631"/>
              <a:gd name="connsiteY3" fmla="*/ 3064555 h 3072384"/>
              <a:gd name="connsiteX4" fmla="*/ 4945952 w 5185631"/>
              <a:gd name="connsiteY4" fmla="*/ 3069279 h 3072384"/>
              <a:gd name="connsiteX5" fmla="*/ 4950681 w 5185631"/>
              <a:gd name="connsiteY5" fmla="*/ 3072384 h 3072384"/>
              <a:gd name="connsiteX6" fmla="*/ 4908979 w 5185631"/>
              <a:gd name="connsiteY6" fmla="*/ 3072384 h 3072384"/>
              <a:gd name="connsiteX7" fmla="*/ 4911201 w 5185631"/>
              <a:gd name="connsiteY7" fmla="*/ 3066794 h 3072384"/>
              <a:gd name="connsiteX8" fmla="*/ 4917315 w 5185631"/>
              <a:gd name="connsiteY8" fmla="*/ 3064555 h 3072384"/>
              <a:gd name="connsiteX9" fmla="*/ 337255 w 5185631"/>
              <a:gd name="connsiteY9" fmla="*/ 3062519 h 3072384"/>
              <a:gd name="connsiteX10" fmla="*/ 352050 w 5185631"/>
              <a:gd name="connsiteY10" fmla="*/ 3064555 h 3072384"/>
              <a:gd name="connsiteX11" fmla="*/ 337255 w 5185631"/>
              <a:gd name="connsiteY11" fmla="*/ 3062519 h 3072384"/>
              <a:gd name="connsiteX12" fmla="*/ 510385 w 5185631"/>
              <a:gd name="connsiteY12" fmla="*/ 3060911 h 3072384"/>
              <a:gd name="connsiteX13" fmla="*/ 519279 w 5185631"/>
              <a:gd name="connsiteY13" fmla="*/ 3064555 h 3072384"/>
              <a:gd name="connsiteX14" fmla="*/ 510385 w 5185631"/>
              <a:gd name="connsiteY14" fmla="*/ 3060911 h 3072384"/>
              <a:gd name="connsiteX15" fmla="*/ 925427 w 5185631"/>
              <a:gd name="connsiteY15" fmla="*/ 3045713 h 3072384"/>
              <a:gd name="connsiteX16" fmla="*/ 939496 w 5185631"/>
              <a:gd name="connsiteY16" fmla="*/ 3050379 h 3072384"/>
              <a:gd name="connsiteX17" fmla="*/ 915606 w 5185631"/>
              <a:gd name="connsiteY17" fmla="*/ 3055105 h 3072384"/>
              <a:gd name="connsiteX18" fmla="*/ 925427 w 5185631"/>
              <a:gd name="connsiteY18" fmla="*/ 3045713 h 3072384"/>
              <a:gd name="connsiteX19" fmla="*/ 896464 w 5185631"/>
              <a:gd name="connsiteY19" fmla="*/ 3045503 h 3072384"/>
              <a:gd name="connsiteX20" fmla="*/ 863079 w 5185631"/>
              <a:gd name="connsiteY20" fmla="*/ 3054951 h 3072384"/>
              <a:gd name="connsiteX21" fmla="*/ 896464 w 5185631"/>
              <a:gd name="connsiteY21" fmla="*/ 3045503 h 3072384"/>
              <a:gd name="connsiteX22" fmla="*/ 4927415 w 5185631"/>
              <a:gd name="connsiteY22" fmla="*/ 3043467 h 3072384"/>
              <a:gd name="connsiteX23" fmla="*/ 4942123 w 5185631"/>
              <a:gd name="connsiteY23" fmla="*/ 3045503 h 3072384"/>
              <a:gd name="connsiteX24" fmla="*/ 4927415 w 5185631"/>
              <a:gd name="connsiteY24" fmla="*/ 3043467 h 3072384"/>
              <a:gd name="connsiteX25" fmla="*/ 1941761 w 5185631"/>
              <a:gd name="connsiteY25" fmla="*/ 3038911 h 3072384"/>
              <a:gd name="connsiteX26" fmla="*/ 1928322 w 5185631"/>
              <a:gd name="connsiteY26" fmla="*/ 3045503 h 3072384"/>
              <a:gd name="connsiteX27" fmla="*/ 1952212 w 5185631"/>
              <a:gd name="connsiteY27" fmla="*/ 3040777 h 3072384"/>
              <a:gd name="connsiteX28" fmla="*/ 1941761 w 5185631"/>
              <a:gd name="connsiteY28" fmla="*/ 3038911 h 3072384"/>
              <a:gd name="connsiteX29" fmla="*/ 2028476 w 5185631"/>
              <a:gd name="connsiteY29" fmla="*/ 3036051 h 3072384"/>
              <a:gd name="connsiteX30" fmla="*/ 2047619 w 5185631"/>
              <a:gd name="connsiteY30" fmla="*/ 3040779 h 3072384"/>
              <a:gd name="connsiteX31" fmla="*/ 2028476 w 5185631"/>
              <a:gd name="connsiteY31" fmla="*/ 3036051 h 3072384"/>
              <a:gd name="connsiteX32" fmla="*/ 3255628 w 5185631"/>
              <a:gd name="connsiteY32" fmla="*/ 3030775 h 3072384"/>
              <a:gd name="connsiteX33" fmla="*/ 3246554 w 5185631"/>
              <a:gd name="connsiteY33" fmla="*/ 3036051 h 3072384"/>
              <a:gd name="connsiteX34" fmla="*/ 3260949 w 5185631"/>
              <a:gd name="connsiteY34" fmla="*/ 3036051 h 3072384"/>
              <a:gd name="connsiteX35" fmla="*/ 3270444 w 5185631"/>
              <a:gd name="connsiteY35" fmla="*/ 3031327 h 3072384"/>
              <a:gd name="connsiteX36" fmla="*/ 3255628 w 5185631"/>
              <a:gd name="connsiteY36" fmla="*/ 3030775 h 3072384"/>
              <a:gd name="connsiteX37" fmla="*/ 405496 w 5185631"/>
              <a:gd name="connsiteY37" fmla="*/ 3028717 h 3072384"/>
              <a:gd name="connsiteX38" fmla="*/ 442862 w 5185631"/>
              <a:gd name="connsiteY38" fmla="*/ 3031327 h 3072384"/>
              <a:gd name="connsiteX39" fmla="*/ 452357 w 5185631"/>
              <a:gd name="connsiteY39" fmla="*/ 3036051 h 3072384"/>
              <a:gd name="connsiteX40" fmla="*/ 375940 w 5185631"/>
              <a:gd name="connsiteY40" fmla="*/ 3036051 h 3072384"/>
              <a:gd name="connsiteX41" fmla="*/ 405496 w 5185631"/>
              <a:gd name="connsiteY41" fmla="*/ 3028717 h 3072384"/>
              <a:gd name="connsiteX42" fmla="*/ 2937900 w 5185631"/>
              <a:gd name="connsiteY42" fmla="*/ 3026049 h 3072384"/>
              <a:gd name="connsiteX43" fmla="*/ 2921744 w 5185631"/>
              <a:gd name="connsiteY43" fmla="*/ 3031327 h 3072384"/>
              <a:gd name="connsiteX44" fmla="*/ 2960029 w 5185631"/>
              <a:gd name="connsiteY44" fmla="*/ 3026602 h 3072384"/>
              <a:gd name="connsiteX45" fmla="*/ 2937900 w 5185631"/>
              <a:gd name="connsiteY45" fmla="*/ 3026049 h 3072384"/>
              <a:gd name="connsiteX46" fmla="*/ 2981392 w 5185631"/>
              <a:gd name="connsiteY46" fmla="*/ 3025573 h 3072384"/>
              <a:gd name="connsiteX47" fmla="*/ 2969524 w 5185631"/>
              <a:gd name="connsiteY47" fmla="*/ 3031327 h 3072384"/>
              <a:gd name="connsiteX48" fmla="*/ 2988666 w 5185631"/>
              <a:gd name="connsiteY48" fmla="*/ 3036051 h 3072384"/>
              <a:gd name="connsiteX49" fmla="*/ 2981392 w 5185631"/>
              <a:gd name="connsiteY49" fmla="*/ 3025573 h 3072384"/>
              <a:gd name="connsiteX50" fmla="*/ 3208096 w 5185631"/>
              <a:gd name="connsiteY50" fmla="*/ 3025459 h 3072384"/>
              <a:gd name="connsiteX51" fmla="*/ 3184532 w 5185631"/>
              <a:gd name="connsiteY51" fmla="*/ 3036051 h 3072384"/>
              <a:gd name="connsiteX52" fmla="*/ 3237059 w 5185631"/>
              <a:gd name="connsiteY52" fmla="*/ 3031327 h 3072384"/>
              <a:gd name="connsiteX53" fmla="*/ 3208096 w 5185631"/>
              <a:gd name="connsiteY53" fmla="*/ 3025459 h 3072384"/>
              <a:gd name="connsiteX54" fmla="*/ 1054217 w 5185631"/>
              <a:gd name="connsiteY54" fmla="*/ 3025401 h 3072384"/>
              <a:gd name="connsiteX55" fmla="*/ 1063692 w 5185631"/>
              <a:gd name="connsiteY55" fmla="*/ 3036051 h 3072384"/>
              <a:gd name="connsiteX56" fmla="*/ 1039803 w 5185631"/>
              <a:gd name="connsiteY56" fmla="*/ 3031327 h 3072384"/>
              <a:gd name="connsiteX57" fmla="*/ 1054217 w 5185631"/>
              <a:gd name="connsiteY57" fmla="*/ 3025401 h 3072384"/>
              <a:gd name="connsiteX58" fmla="*/ 2883267 w 5185631"/>
              <a:gd name="connsiteY58" fmla="*/ 3021458 h 3072384"/>
              <a:gd name="connsiteX59" fmla="*/ 2869216 w 5185631"/>
              <a:gd name="connsiteY59" fmla="*/ 3036051 h 3072384"/>
              <a:gd name="connsiteX60" fmla="*/ 2912249 w 5185631"/>
              <a:gd name="connsiteY60" fmla="*/ 3021724 h 3072384"/>
              <a:gd name="connsiteX61" fmla="*/ 2883267 w 5185631"/>
              <a:gd name="connsiteY61" fmla="*/ 3021458 h 3072384"/>
              <a:gd name="connsiteX62" fmla="*/ 2369539 w 5185631"/>
              <a:gd name="connsiteY62" fmla="*/ 3021267 h 3072384"/>
              <a:gd name="connsiteX63" fmla="*/ 2386977 w 5185631"/>
              <a:gd name="connsiteY63" fmla="*/ 3021877 h 3072384"/>
              <a:gd name="connsiteX64" fmla="*/ 2372582 w 5185631"/>
              <a:gd name="connsiteY64" fmla="*/ 3026602 h 3072384"/>
              <a:gd name="connsiteX65" fmla="*/ 2358187 w 5185631"/>
              <a:gd name="connsiteY65" fmla="*/ 3026602 h 3072384"/>
              <a:gd name="connsiteX66" fmla="*/ 2369539 w 5185631"/>
              <a:gd name="connsiteY66" fmla="*/ 3021267 h 3072384"/>
              <a:gd name="connsiteX67" fmla="*/ 2828156 w 5185631"/>
              <a:gd name="connsiteY67" fmla="*/ 3021191 h 3072384"/>
              <a:gd name="connsiteX68" fmla="*/ 2807195 w 5185631"/>
              <a:gd name="connsiteY68" fmla="*/ 3031327 h 3072384"/>
              <a:gd name="connsiteX69" fmla="*/ 2854975 w 5185631"/>
              <a:gd name="connsiteY69" fmla="*/ 3026602 h 3072384"/>
              <a:gd name="connsiteX70" fmla="*/ 2828156 w 5185631"/>
              <a:gd name="connsiteY70" fmla="*/ 3021191 h 3072384"/>
              <a:gd name="connsiteX71" fmla="*/ 1665534 w 5185631"/>
              <a:gd name="connsiteY71" fmla="*/ 3016999 h 3072384"/>
              <a:gd name="connsiteX72" fmla="*/ 1679929 w 5185631"/>
              <a:gd name="connsiteY72" fmla="*/ 3036051 h 3072384"/>
              <a:gd name="connsiteX73" fmla="*/ 1636897 w 5185631"/>
              <a:gd name="connsiteY73" fmla="*/ 3040777 h 3072384"/>
              <a:gd name="connsiteX74" fmla="*/ 1656039 w 5185631"/>
              <a:gd name="connsiteY74" fmla="*/ 3036051 h 3072384"/>
              <a:gd name="connsiteX75" fmla="*/ 1665534 w 5185631"/>
              <a:gd name="connsiteY75" fmla="*/ 3016999 h 3072384"/>
              <a:gd name="connsiteX76" fmla="*/ 1836860 w 5185631"/>
              <a:gd name="connsiteY76" fmla="*/ 3015723 h 3072384"/>
              <a:gd name="connsiteX77" fmla="*/ 1861401 w 5185631"/>
              <a:gd name="connsiteY77" fmla="*/ 3016999 h 3072384"/>
              <a:gd name="connsiteX78" fmla="*/ 1904433 w 5185631"/>
              <a:gd name="connsiteY78" fmla="*/ 3016999 h 3072384"/>
              <a:gd name="connsiteX79" fmla="*/ 1880543 w 5185631"/>
              <a:gd name="connsiteY79" fmla="*/ 3021724 h 3072384"/>
              <a:gd name="connsiteX80" fmla="*/ 1823115 w 5185631"/>
              <a:gd name="connsiteY80" fmla="*/ 3026449 h 3072384"/>
              <a:gd name="connsiteX81" fmla="*/ 1836860 w 5185631"/>
              <a:gd name="connsiteY81" fmla="*/ 3015723 h 3072384"/>
              <a:gd name="connsiteX82" fmla="*/ 3045940 w 5185631"/>
              <a:gd name="connsiteY82" fmla="*/ 3007549 h 3072384"/>
              <a:gd name="connsiteX83" fmla="*/ 3079325 w 5185631"/>
              <a:gd name="connsiteY83" fmla="*/ 3016999 h 3072384"/>
              <a:gd name="connsiteX84" fmla="*/ 3107962 w 5185631"/>
              <a:gd name="connsiteY84" fmla="*/ 3012274 h 3072384"/>
              <a:gd name="connsiteX85" fmla="*/ 3045940 w 5185631"/>
              <a:gd name="connsiteY85" fmla="*/ 3007549 h 3072384"/>
              <a:gd name="connsiteX86" fmla="*/ 3003061 w 5185631"/>
              <a:gd name="connsiteY86" fmla="*/ 3007549 h 3072384"/>
              <a:gd name="connsiteX87" fmla="*/ 2988666 w 5185631"/>
              <a:gd name="connsiteY87" fmla="*/ 3016999 h 3072384"/>
              <a:gd name="connsiteX88" fmla="*/ 3003061 w 5185631"/>
              <a:gd name="connsiteY88" fmla="*/ 3007549 h 3072384"/>
              <a:gd name="connsiteX89" fmla="*/ 2797068 w 5185631"/>
              <a:gd name="connsiteY89" fmla="*/ 3006996 h 3072384"/>
              <a:gd name="connsiteX90" fmla="*/ 2788052 w 5185631"/>
              <a:gd name="connsiteY90" fmla="*/ 3012274 h 3072384"/>
              <a:gd name="connsiteX91" fmla="*/ 2802447 w 5185631"/>
              <a:gd name="connsiteY91" fmla="*/ 3012274 h 3072384"/>
              <a:gd name="connsiteX92" fmla="*/ 2811942 w 5185631"/>
              <a:gd name="connsiteY92" fmla="*/ 3007549 h 3072384"/>
              <a:gd name="connsiteX93" fmla="*/ 2797068 w 5185631"/>
              <a:gd name="connsiteY93" fmla="*/ 3006996 h 3072384"/>
              <a:gd name="connsiteX94" fmla="*/ 2844166 w 5185631"/>
              <a:gd name="connsiteY94" fmla="*/ 3006916 h 3072384"/>
              <a:gd name="connsiteX95" fmla="*/ 2835832 w 5185631"/>
              <a:gd name="connsiteY95" fmla="*/ 3012274 h 3072384"/>
              <a:gd name="connsiteX96" fmla="*/ 2844166 w 5185631"/>
              <a:gd name="connsiteY96" fmla="*/ 3006916 h 3072384"/>
              <a:gd name="connsiteX97" fmla="*/ 2867302 w 5185631"/>
              <a:gd name="connsiteY97" fmla="*/ 3004482 h 3072384"/>
              <a:gd name="connsiteX98" fmla="*/ 2859721 w 5185631"/>
              <a:gd name="connsiteY98" fmla="*/ 3012274 h 3072384"/>
              <a:gd name="connsiteX99" fmla="*/ 2883611 w 5185631"/>
              <a:gd name="connsiteY99" fmla="*/ 3016999 h 3072384"/>
              <a:gd name="connsiteX100" fmla="*/ 2916996 w 5185631"/>
              <a:gd name="connsiteY100" fmla="*/ 3016999 h 3072384"/>
              <a:gd name="connsiteX101" fmla="*/ 2955281 w 5185631"/>
              <a:gd name="connsiteY101" fmla="*/ 3007549 h 3072384"/>
              <a:gd name="connsiteX102" fmla="*/ 2916996 w 5185631"/>
              <a:gd name="connsiteY102" fmla="*/ 3007549 h 3072384"/>
              <a:gd name="connsiteX103" fmla="*/ 2883611 w 5185631"/>
              <a:gd name="connsiteY103" fmla="*/ 3007549 h 3072384"/>
              <a:gd name="connsiteX104" fmla="*/ 2867302 w 5185631"/>
              <a:gd name="connsiteY104" fmla="*/ 3004482 h 3072384"/>
              <a:gd name="connsiteX105" fmla="*/ 2735372 w 5185631"/>
              <a:gd name="connsiteY105" fmla="*/ 3002824 h 3072384"/>
              <a:gd name="connsiteX106" fmla="*/ 2754515 w 5185631"/>
              <a:gd name="connsiteY106" fmla="*/ 3007549 h 3072384"/>
              <a:gd name="connsiteX107" fmla="*/ 2735372 w 5185631"/>
              <a:gd name="connsiteY107" fmla="*/ 3002824 h 3072384"/>
              <a:gd name="connsiteX108" fmla="*/ 2696705 w 5185631"/>
              <a:gd name="connsiteY108" fmla="*/ 3002824 h 3072384"/>
              <a:gd name="connsiteX109" fmla="*/ 2682999 w 5185631"/>
              <a:gd name="connsiteY109" fmla="*/ 3012274 h 3072384"/>
              <a:gd name="connsiteX110" fmla="*/ 2716383 w 5185631"/>
              <a:gd name="connsiteY110" fmla="*/ 3007549 h 3072384"/>
              <a:gd name="connsiteX111" fmla="*/ 2696705 w 5185631"/>
              <a:gd name="connsiteY111" fmla="*/ 3002824 h 3072384"/>
              <a:gd name="connsiteX112" fmla="*/ 2589334 w 5185631"/>
              <a:gd name="connsiteY112" fmla="*/ 2997394 h 3072384"/>
              <a:gd name="connsiteX113" fmla="*/ 2606581 w 5185631"/>
              <a:gd name="connsiteY113" fmla="*/ 2997946 h 3072384"/>
              <a:gd name="connsiteX114" fmla="*/ 2577943 w 5185631"/>
              <a:gd name="connsiteY114" fmla="*/ 3002671 h 3072384"/>
              <a:gd name="connsiteX115" fmla="*/ 2589334 w 5185631"/>
              <a:gd name="connsiteY115" fmla="*/ 2997394 h 3072384"/>
              <a:gd name="connsiteX116" fmla="*/ 2243485 w 5185631"/>
              <a:gd name="connsiteY116" fmla="*/ 2993221 h 3072384"/>
              <a:gd name="connsiteX117" fmla="*/ 2276870 w 5185631"/>
              <a:gd name="connsiteY117" fmla="*/ 2997946 h 3072384"/>
              <a:gd name="connsiteX118" fmla="*/ 2243485 w 5185631"/>
              <a:gd name="connsiteY118" fmla="*/ 2993221 h 3072384"/>
              <a:gd name="connsiteX119" fmla="*/ 2706888 w 5185631"/>
              <a:gd name="connsiteY119" fmla="*/ 2988496 h 3072384"/>
              <a:gd name="connsiteX120" fmla="*/ 2692493 w 5185631"/>
              <a:gd name="connsiteY120" fmla="*/ 2997946 h 3072384"/>
              <a:gd name="connsiteX121" fmla="*/ 2701987 w 5185631"/>
              <a:gd name="connsiteY121" fmla="*/ 2997946 h 3072384"/>
              <a:gd name="connsiteX122" fmla="*/ 2706888 w 5185631"/>
              <a:gd name="connsiteY122" fmla="*/ 2988496 h 3072384"/>
              <a:gd name="connsiteX123" fmla="*/ 2883019 w 5185631"/>
              <a:gd name="connsiteY123" fmla="*/ 2988382 h 3072384"/>
              <a:gd name="connsiteX124" fmla="*/ 2869217 w 5185631"/>
              <a:gd name="connsiteY124" fmla="*/ 2988496 h 3072384"/>
              <a:gd name="connsiteX125" fmla="*/ 2888359 w 5185631"/>
              <a:gd name="connsiteY125" fmla="*/ 2993221 h 3072384"/>
              <a:gd name="connsiteX126" fmla="*/ 2907502 w 5185631"/>
              <a:gd name="connsiteY126" fmla="*/ 2988496 h 3072384"/>
              <a:gd name="connsiteX127" fmla="*/ 2883019 w 5185631"/>
              <a:gd name="connsiteY127" fmla="*/ 2988382 h 3072384"/>
              <a:gd name="connsiteX128" fmla="*/ 2836519 w 5185631"/>
              <a:gd name="connsiteY128" fmla="*/ 2984852 h 3072384"/>
              <a:gd name="connsiteX129" fmla="*/ 2845327 w 5185631"/>
              <a:gd name="connsiteY129" fmla="*/ 2988496 h 3072384"/>
              <a:gd name="connsiteX130" fmla="*/ 2836519 w 5185631"/>
              <a:gd name="connsiteY130" fmla="*/ 2984852 h 3072384"/>
              <a:gd name="connsiteX131" fmla="*/ 2620822 w 5185631"/>
              <a:gd name="connsiteY131" fmla="*/ 2983923 h 3072384"/>
              <a:gd name="connsiteX132" fmla="*/ 2601680 w 5185631"/>
              <a:gd name="connsiteY132" fmla="*/ 2988648 h 3072384"/>
              <a:gd name="connsiteX133" fmla="*/ 2520516 w 5185631"/>
              <a:gd name="connsiteY133" fmla="*/ 2988648 h 3072384"/>
              <a:gd name="connsiteX134" fmla="*/ 2501373 w 5185631"/>
              <a:gd name="connsiteY134" fmla="*/ 2993373 h 3072384"/>
              <a:gd name="connsiteX135" fmla="*/ 2486978 w 5185631"/>
              <a:gd name="connsiteY135" fmla="*/ 2988648 h 3072384"/>
              <a:gd name="connsiteX136" fmla="*/ 2472583 w 5185631"/>
              <a:gd name="connsiteY136" fmla="*/ 2993373 h 3072384"/>
              <a:gd name="connsiteX137" fmla="*/ 2367529 w 5185631"/>
              <a:gd name="connsiteY137" fmla="*/ 2993373 h 3072384"/>
              <a:gd name="connsiteX138" fmla="*/ 2353133 w 5185631"/>
              <a:gd name="connsiteY138" fmla="*/ 2998099 h 3072384"/>
              <a:gd name="connsiteX139" fmla="*/ 2324496 w 5185631"/>
              <a:gd name="connsiteY139" fmla="*/ 2998099 h 3072384"/>
              <a:gd name="connsiteX140" fmla="*/ 2295859 w 5185631"/>
              <a:gd name="connsiteY140" fmla="*/ 3002824 h 3072384"/>
              <a:gd name="connsiteX141" fmla="*/ 2315002 w 5185631"/>
              <a:gd name="connsiteY141" fmla="*/ 3007549 h 3072384"/>
              <a:gd name="connsiteX142" fmla="*/ 2334144 w 5185631"/>
              <a:gd name="connsiteY142" fmla="*/ 3007549 h 3072384"/>
              <a:gd name="connsiteX143" fmla="*/ 2324649 w 5185631"/>
              <a:gd name="connsiteY143" fmla="*/ 3016999 h 3072384"/>
              <a:gd name="connsiteX144" fmla="*/ 2339044 w 5185631"/>
              <a:gd name="connsiteY144" fmla="*/ 3016999 h 3072384"/>
              <a:gd name="connsiteX145" fmla="*/ 2358187 w 5185631"/>
              <a:gd name="connsiteY145" fmla="*/ 3007549 h 3072384"/>
              <a:gd name="connsiteX146" fmla="*/ 2348845 w 5185631"/>
              <a:gd name="connsiteY146" fmla="*/ 3021724 h 3072384"/>
              <a:gd name="connsiteX147" fmla="*/ 2353593 w 5185631"/>
              <a:gd name="connsiteY147" fmla="*/ 3031175 h 3072384"/>
              <a:gd name="connsiteX148" fmla="*/ 2372735 w 5185631"/>
              <a:gd name="connsiteY148" fmla="*/ 3040625 h 3072384"/>
              <a:gd name="connsiteX149" fmla="*/ 2396625 w 5185631"/>
              <a:gd name="connsiteY149" fmla="*/ 3035899 h 3072384"/>
              <a:gd name="connsiteX150" fmla="*/ 2401373 w 5185631"/>
              <a:gd name="connsiteY150" fmla="*/ 3040625 h 3072384"/>
              <a:gd name="connsiteX151" fmla="*/ 2406120 w 5185631"/>
              <a:gd name="connsiteY151" fmla="*/ 3031175 h 3072384"/>
              <a:gd name="connsiteX152" fmla="*/ 2391725 w 5185631"/>
              <a:gd name="connsiteY152" fmla="*/ 3021724 h 3072384"/>
              <a:gd name="connsiteX153" fmla="*/ 2444252 w 5185631"/>
              <a:gd name="connsiteY153" fmla="*/ 3021724 h 3072384"/>
              <a:gd name="connsiteX154" fmla="*/ 2477636 w 5185631"/>
              <a:gd name="connsiteY154" fmla="*/ 3021724 h 3072384"/>
              <a:gd name="connsiteX155" fmla="*/ 2539658 w 5185631"/>
              <a:gd name="connsiteY155" fmla="*/ 3021724 h 3072384"/>
              <a:gd name="connsiteX156" fmla="*/ 2554053 w 5185631"/>
              <a:gd name="connsiteY156" fmla="*/ 3016999 h 3072384"/>
              <a:gd name="connsiteX157" fmla="*/ 2573196 w 5185631"/>
              <a:gd name="connsiteY157" fmla="*/ 3021724 h 3072384"/>
              <a:gd name="connsiteX158" fmla="*/ 2592338 w 5185631"/>
              <a:gd name="connsiteY158" fmla="*/ 3012274 h 3072384"/>
              <a:gd name="connsiteX159" fmla="*/ 2601833 w 5185631"/>
              <a:gd name="connsiteY159" fmla="*/ 3016999 h 3072384"/>
              <a:gd name="connsiteX160" fmla="*/ 2635218 w 5185631"/>
              <a:gd name="connsiteY160" fmla="*/ 3012274 h 3072384"/>
              <a:gd name="connsiteX161" fmla="*/ 2668602 w 5185631"/>
              <a:gd name="connsiteY161" fmla="*/ 3007549 h 3072384"/>
              <a:gd name="connsiteX162" fmla="*/ 2644713 w 5185631"/>
              <a:gd name="connsiteY162" fmla="*/ 2998099 h 3072384"/>
              <a:gd name="connsiteX163" fmla="*/ 2678097 w 5185631"/>
              <a:gd name="connsiteY163" fmla="*/ 2988648 h 3072384"/>
              <a:gd name="connsiteX164" fmla="*/ 2630317 w 5185631"/>
              <a:gd name="connsiteY164" fmla="*/ 2993373 h 3072384"/>
              <a:gd name="connsiteX165" fmla="*/ 2620822 w 5185631"/>
              <a:gd name="connsiteY165" fmla="*/ 2983923 h 3072384"/>
              <a:gd name="connsiteX166" fmla="*/ 176991 w 5185631"/>
              <a:gd name="connsiteY166" fmla="*/ 2978569 h 3072384"/>
              <a:gd name="connsiteX167" fmla="*/ 165678 w 5185631"/>
              <a:gd name="connsiteY167" fmla="*/ 2983771 h 3072384"/>
              <a:gd name="connsiteX168" fmla="*/ 189568 w 5185631"/>
              <a:gd name="connsiteY168" fmla="*/ 2983771 h 3072384"/>
              <a:gd name="connsiteX169" fmla="*/ 176991 w 5185631"/>
              <a:gd name="connsiteY169" fmla="*/ 2978569 h 3072384"/>
              <a:gd name="connsiteX170" fmla="*/ 789094 w 5185631"/>
              <a:gd name="connsiteY170" fmla="*/ 2977674 h 3072384"/>
              <a:gd name="connsiteX171" fmla="*/ 753278 w 5185631"/>
              <a:gd name="connsiteY171" fmla="*/ 2988496 h 3072384"/>
              <a:gd name="connsiteX172" fmla="*/ 810552 w 5185631"/>
              <a:gd name="connsiteY172" fmla="*/ 2993221 h 3072384"/>
              <a:gd name="connsiteX173" fmla="*/ 834442 w 5185631"/>
              <a:gd name="connsiteY173" fmla="*/ 2983771 h 3072384"/>
              <a:gd name="connsiteX174" fmla="*/ 789094 w 5185631"/>
              <a:gd name="connsiteY174" fmla="*/ 2977674 h 3072384"/>
              <a:gd name="connsiteX175" fmla="*/ 1063445 w 5185631"/>
              <a:gd name="connsiteY175" fmla="*/ 2974016 h 3072384"/>
              <a:gd name="connsiteX176" fmla="*/ 1039803 w 5185631"/>
              <a:gd name="connsiteY176" fmla="*/ 2983771 h 3072384"/>
              <a:gd name="connsiteX177" fmla="*/ 1097078 w 5185631"/>
              <a:gd name="connsiteY177" fmla="*/ 2974321 h 3072384"/>
              <a:gd name="connsiteX178" fmla="*/ 1063445 w 5185631"/>
              <a:gd name="connsiteY178" fmla="*/ 2974016 h 3072384"/>
              <a:gd name="connsiteX179" fmla="*/ 1216087 w 5185631"/>
              <a:gd name="connsiteY179" fmla="*/ 2971272 h 3072384"/>
              <a:gd name="connsiteX180" fmla="*/ 1192790 w 5185631"/>
              <a:gd name="connsiteY180" fmla="*/ 2974168 h 3072384"/>
              <a:gd name="connsiteX181" fmla="*/ 1226174 w 5185631"/>
              <a:gd name="connsiteY181" fmla="*/ 2988496 h 3072384"/>
              <a:gd name="connsiteX182" fmla="*/ 1216087 w 5185631"/>
              <a:gd name="connsiteY182" fmla="*/ 2971272 h 3072384"/>
              <a:gd name="connsiteX183" fmla="*/ 1368770 w 5185631"/>
              <a:gd name="connsiteY183" fmla="*/ 2970580 h 3072384"/>
              <a:gd name="connsiteX184" fmla="*/ 1354966 w 5185631"/>
              <a:gd name="connsiteY184" fmla="*/ 2979046 h 3072384"/>
              <a:gd name="connsiteX185" fmla="*/ 1369361 w 5185631"/>
              <a:gd name="connsiteY185" fmla="*/ 2974321 h 3072384"/>
              <a:gd name="connsiteX186" fmla="*/ 1368770 w 5185631"/>
              <a:gd name="connsiteY186" fmla="*/ 2970580 h 3072384"/>
              <a:gd name="connsiteX187" fmla="*/ 2754514 w 5185631"/>
              <a:gd name="connsiteY187" fmla="*/ 2964718 h 3072384"/>
              <a:gd name="connsiteX188" fmla="*/ 2768910 w 5185631"/>
              <a:gd name="connsiteY188" fmla="*/ 2969443 h 3072384"/>
              <a:gd name="connsiteX189" fmla="*/ 2764009 w 5185631"/>
              <a:gd name="connsiteY189" fmla="*/ 2964718 h 3072384"/>
              <a:gd name="connsiteX190" fmla="*/ 2754514 w 5185631"/>
              <a:gd name="connsiteY190" fmla="*/ 2964718 h 3072384"/>
              <a:gd name="connsiteX191" fmla="*/ 2334298 w 5185631"/>
              <a:gd name="connsiteY191" fmla="*/ 2964718 h 3072384"/>
              <a:gd name="connsiteX192" fmla="*/ 2362935 w 5185631"/>
              <a:gd name="connsiteY192" fmla="*/ 2979046 h 3072384"/>
              <a:gd name="connsiteX193" fmla="*/ 2348693 w 5185631"/>
              <a:gd name="connsiteY193" fmla="*/ 2974168 h 3072384"/>
              <a:gd name="connsiteX194" fmla="*/ 2334298 w 5185631"/>
              <a:gd name="connsiteY194" fmla="*/ 2964718 h 3072384"/>
              <a:gd name="connsiteX195" fmla="*/ 1742104 w 5185631"/>
              <a:gd name="connsiteY195" fmla="*/ 2959993 h 3072384"/>
              <a:gd name="connsiteX196" fmla="*/ 1727709 w 5185631"/>
              <a:gd name="connsiteY196" fmla="*/ 2974321 h 3072384"/>
              <a:gd name="connsiteX197" fmla="*/ 1742104 w 5185631"/>
              <a:gd name="connsiteY197" fmla="*/ 2959993 h 3072384"/>
              <a:gd name="connsiteX198" fmla="*/ 2940064 w 5185631"/>
              <a:gd name="connsiteY198" fmla="*/ 2959860 h 3072384"/>
              <a:gd name="connsiteX199" fmla="*/ 2916997 w 5185631"/>
              <a:gd name="connsiteY199" fmla="*/ 2964718 h 3072384"/>
              <a:gd name="connsiteX200" fmla="*/ 2936139 w 5185631"/>
              <a:gd name="connsiteY200" fmla="*/ 2964718 h 3072384"/>
              <a:gd name="connsiteX201" fmla="*/ 2940064 w 5185631"/>
              <a:gd name="connsiteY201" fmla="*/ 2959860 h 3072384"/>
              <a:gd name="connsiteX202" fmla="*/ 582757 w 5185631"/>
              <a:gd name="connsiteY202" fmla="*/ 2958069 h 3072384"/>
              <a:gd name="connsiteX203" fmla="*/ 566906 w 5185631"/>
              <a:gd name="connsiteY203" fmla="*/ 2959993 h 3072384"/>
              <a:gd name="connsiteX204" fmla="*/ 590796 w 5185631"/>
              <a:gd name="connsiteY204" fmla="*/ 2974321 h 3072384"/>
              <a:gd name="connsiteX205" fmla="*/ 582757 w 5185631"/>
              <a:gd name="connsiteY205" fmla="*/ 2958069 h 3072384"/>
              <a:gd name="connsiteX206" fmla="*/ 433214 w 5185631"/>
              <a:gd name="connsiteY206" fmla="*/ 2955268 h 3072384"/>
              <a:gd name="connsiteX207" fmla="*/ 414072 w 5185631"/>
              <a:gd name="connsiteY207" fmla="*/ 2964718 h 3072384"/>
              <a:gd name="connsiteX208" fmla="*/ 433214 w 5185631"/>
              <a:gd name="connsiteY208" fmla="*/ 2955268 h 3072384"/>
              <a:gd name="connsiteX209" fmla="*/ 237501 w 5185631"/>
              <a:gd name="connsiteY209" fmla="*/ 2955268 h 3072384"/>
              <a:gd name="connsiteX210" fmla="*/ 218358 w 5185631"/>
              <a:gd name="connsiteY210" fmla="*/ 2969443 h 3072384"/>
              <a:gd name="connsiteX211" fmla="*/ 237501 w 5185631"/>
              <a:gd name="connsiteY211" fmla="*/ 2955268 h 3072384"/>
              <a:gd name="connsiteX212" fmla="*/ 194315 w 5185631"/>
              <a:gd name="connsiteY212" fmla="*/ 2955268 h 3072384"/>
              <a:gd name="connsiteX213" fmla="*/ 213458 w 5185631"/>
              <a:gd name="connsiteY213" fmla="*/ 2969443 h 3072384"/>
              <a:gd name="connsiteX214" fmla="*/ 194315 w 5185631"/>
              <a:gd name="connsiteY214" fmla="*/ 2955268 h 3072384"/>
              <a:gd name="connsiteX215" fmla="*/ 295063 w 5185631"/>
              <a:gd name="connsiteY215" fmla="*/ 2954696 h 3072384"/>
              <a:gd name="connsiteX216" fmla="*/ 261391 w 5185631"/>
              <a:gd name="connsiteY216" fmla="*/ 2955267 h 3072384"/>
              <a:gd name="connsiteX217" fmla="*/ 261391 w 5185631"/>
              <a:gd name="connsiteY217" fmla="*/ 2959993 h 3072384"/>
              <a:gd name="connsiteX218" fmla="*/ 246996 w 5185631"/>
              <a:gd name="connsiteY218" fmla="*/ 2969443 h 3072384"/>
              <a:gd name="connsiteX219" fmla="*/ 266138 w 5185631"/>
              <a:gd name="connsiteY219" fmla="*/ 2959993 h 3072384"/>
              <a:gd name="connsiteX220" fmla="*/ 313918 w 5185631"/>
              <a:gd name="connsiteY220" fmla="*/ 2969443 h 3072384"/>
              <a:gd name="connsiteX221" fmla="*/ 295063 w 5185631"/>
              <a:gd name="connsiteY221" fmla="*/ 2954696 h 3072384"/>
              <a:gd name="connsiteX222" fmla="*/ 2637839 w 5185631"/>
              <a:gd name="connsiteY222" fmla="*/ 2952310 h 3072384"/>
              <a:gd name="connsiteX223" fmla="*/ 2618316 w 5185631"/>
              <a:gd name="connsiteY223" fmla="*/ 2953286 h 3072384"/>
              <a:gd name="connsiteX224" fmla="*/ 2592033 w 5185631"/>
              <a:gd name="connsiteY224" fmla="*/ 2964871 h 3072384"/>
              <a:gd name="connsiteX225" fmla="*/ 2611175 w 5185631"/>
              <a:gd name="connsiteY225" fmla="*/ 2964871 h 3072384"/>
              <a:gd name="connsiteX226" fmla="*/ 2606428 w 5185631"/>
              <a:gd name="connsiteY226" fmla="*/ 2974321 h 3072384"/>
              <a:gd name="connsiteX227" fmla="*/ 2630318 w 5185631"/>
              <a:gd name="connsiteY227" fmla="*/ 2979046 h 3072384"/>
              <a:gd name="connsiteX228" fmla="*/ 2663702 w 5185631"/>
              <a:gd name="connsiteY228" fmla="*/ 2969596 h 3072384"/>
              <a:gd name="connsiteX229" fmla="*/ 2673197 w 5185631"/>
              <a:gd name="connsiteY229" fmla="*/ 2969596 h 3072384"/>
              <a:gd name="connsiteX230" fmla="*/ 2706582 w 5185631"/>
              <a:gd name="connsiteY230" fmla="*/ 2974321 h 3072384"/>
              <a:gd name="connsiteX231" fmla="*/ 2725724 w 5185631"/>
              <a:gd name="connsiteY231" fmla="*/ 2969596 h 3072384"/>
              <a:gd name="connsiteX232" fmla="*/ 2740119 w 5185631"/>
              <a:gd name="connsiteY232" fmla="*/ 2974321 h 3072384"/>
              <a:gd name="connsiteX233" fmla="*/ 2749614 w 5185631"/>
              <a:gd name="connsiteY233" fmla="*/ 2964871 h 3072384"/>
              <a:gd name="connsiteX234" fmla="*/ 2730471 w 5185631"/>
              <a:gd name="connsiteY234" fmla="*/ 2955420 h 3072384"/>
              <a:gd name="connsiteX235" fmla="*/ 2677944 w 5185631"/>
              <a:gd name="connsiteY235" fmla="*/ 2960145 h 3072384"/>
              <a:gd name="connsiteX236" fmla="*/ 2663549 w 5185631"/>
              <a:gd name="connsiteY236" fmla="*/ 2955420 h 3072384"/>
              <a:gd name="connsiteX237" fmla="*/ 2649307 w 5185631"/>
              <a:gd name="connsiteY237" fmla="*/ 2955420 h 3072384"/>
              <a:gd name="connsiteX238" fmla="*/ 2637839 w 5185631"/>
              <a:gd name="connsiteY238" fmla="*/ 2952310 h 3072384"/>
              <a:gd name="connsiteX239" fmla="*/ 1861248 w 5185631"/>
              <a:gd name="connsiteY239" fmla="*/ 2950543 h 3072384"/>
              <a:gd name="connsiteX240" fmla="*/ 1861248 w 5185631"/>
              <a:gd name="connsiteY240" fmla="*/ 2959993 h 3072384"/>
              <a:gd name="connsiteX241" fmla="*/ 1875643 w 5185631"/>
              <a:gd name="connsiteY241" fmla="*/ 2959993 h 3072384"/>
              <a:gd name="connsiteX242" fmla="*/ 1875643 w 5185631"/>
              <a:gd name="connsiteY242" fmla="*/ 2950543 h 3072384"/>
              <a:gd name="connsiteX243" fmla="*/ 1861248 w 5185631"/>
              <a:gd name="connsiteY243" fmla="*/ 2950543 h 3072384"/>
              <a:gd name="connsiteX244" fmla="*/ 2482384 w 5185631"/>
              <a:gd name="connsiteY244" fmla="*/ 2950542 h 3072384"/>
              <a:gd name="connsiteX245" fmla="*/ 2444099 w 5185631"/>
              <a:gd name="connsiteY245" fmla="*/ 2974321 h 3072384"/>
              <a:gd name="connsiteX246" fmla="*/ 2448847 w 5185631"/>
              <a:gd name="connsiteY246" fmla="*/ 2959993 h 3072384"/>
              <a:gd name="connsiteX247" fmla="*/ 2415462 w 5185631"/>
              <a:gd name="connsiteY247" fmla="*/ 2959993 h 3072384"/>
              <a:gd name="connsiteX248" fmla="*/ 2415462 w 5185631"/>
              <a:gd name="connsiteY248" fmla="*/ 2974321 h 3072384"/>
              <a:gd name="connsiteX249" fmla="*/ 2391572 w 5185631"/>
              <a:gd name="connsiteY249" fmla="*/ 2959993 h 3072384"/>
              <a:gd name="connsiteX250" fmla="*/ 2358188 w 5185631"/>
              <a:gd name="connsiteY250" fmla="*/ 2959993 h 3072384"/>
              <a:gd name="connsiteX251" fmla="*/ 2377330 w 5185631"/>
              <a:gd name="connsiteY251" fmla="*/ 2969748 h 3072384"/>
              <a:gd name="connsiteX252" fmla="*/ 2382078 w 5185631"/>
              <a:gd name="connsiteY252" fmla="*/ 2979198 h 3072384"/>
              <a:gd name="connsiteX253" fmla="*/ 2396473 w 5185631"/>
              <a:gd name="connsiteY253" fmla="*/ 2983923 h 3072384"/>
              <a:gd name="connsiteX254" fmla="*/ 2544559 w 5185631"/>
              <a:gd name="connsiteY254" fmla="*/ 2979198 h 3072384"/>
              <a:gd name="connsiteX255" fmla="*/ 2554054 w 5185631"/>
              <a:gd name="connsiteY255" fmla="*/ 2960145 h 3072384"/>
              <a:gd name="connsiteX256" fmla="*/ 2496780 w 5185631"/>
              <a:gd name="connsiteY256" fmla="*/ 2969595 h 3072384"/>
              <a:gd name="connsiteX257" fmla="*/ 2482384 w 5185631"/>
              <a:gd name="connsiteY257" fmla="*/ 2950542 h 3072384"/>
              <a:gd name="connsiteX258" fmla="*/ 829694 w 5185631"/>
              <a:gd name="connsiteY258" fmla="*/ 2950542 h 3072384"/>
              <a:gd name="connsiteX259" fmla="*/ 858332 w 5185631"/>
              <a:gd name="connsiteY259" fmla="*/ 2955267 h 3072384"/>
              <a:gd name="connsiteX260" fmla="*/ 829694 w 5185631"/>
              <a:gd name="connsiteY260" fmla="*/ 2950542 h 3072384"/>
              <a:gd name="connsiteX261" fmla="*/ 753278 w 5185631"/>
              <a:gd name="connsiteY261" fmla="*/ 2950390 h 3072384"/>
              <a:gd name="connsiteX262" fmla="*/ 724641 w 5185631"/>
              <a:gd name="connsiteY262" fmla="*/ 2969443 h 3072384"/>
              <a:gd name="connsiteX263" fmla="*/ 753278 w 5185631"/>
              <a:gd name="connsiteY263" fmla="*/ 2950390 h 3072384"/>
              <a:gd name="connsiteX264" fmla="*/ 934328 w 5185631"/>
              <a:gd name="connsiteY264" fmla="*/ 2949990 h 3072384"/>
              <a:gd name="connsiteX265" fmla="*/ 925254 w 5185631"/>
              <a:gd name="connsiteY265" fmla="*/ 2955268 h 3072384"/>
              <a:gd name="connsiteX266" fmla="*/ 949144 w 5185631"/>
              <a:gd name="connsiteY266" fmla="*/ 2950542 h 3072384"/>
              <a:gd name="connsiteX267" fmla="*/ 934328 w 5185631"/>
              <a:gd name="connsiteY267" fmla="*/ 2949990 h 3072384"/>
              <a:gd name="connsiteX268" fmla="*/ 2113623 w 5185631"/>
              <a:gd name="connsiteY268" fmla="*/ 2948694 h 3072384"/>
              <a:gd name="connsiteX269" fmla="*/ 2100146 w 5185631"/>
              <a:gd name="connsiteY269" fmla="*/ 2950390 h 3072384"/>
              <a:gd name="connsiteX270" fmla="*/ 2119289 w 5185631"/>
              <a:gd name="connsiteY270" fmla="*/ 2964718 h 3072384"/>
              <a:gd name="connsiteX271" fmla="*/ 2113623 w 5185631"/>
              <a:gd name="connsiteY271" fmla="*/ 2948694 h 3072384"/>
              <a:gd name="connsiteX272" fmla="*/ 1044550 w 5185631"/>
              <a:gd name="connsiteY272" fmla="*/ 2945665 h 3072384"/>
              <a:gd name="connsiteX273" fmla="*/ 1082835 w 5185631"/>
              <a:gd name="connsiteY273" fmla="*/ 2959993 h 3072384"/>
              <a:gd name="connsiteX274" fmla="*/ 1044550 w 5185631"/>
              <a:gd name="connsiteY274" fmla="*/ 2945665 h 3072384"/>
              <a:gd name="connsiteX275" fmla="*/ 977781 w 5185631"/>
              <a:gd name="connsiteY275" fmla="*/ 2945665 h 3072384"/>
              <a:gd name="connsiteX276" fmla="*/ 953891 w 5185631"/>
              <a:gd name="connsiteY276" fmla="*/ 2964718 h 3072384"/>
              <a:gd name="connsiteX277" fmla="*/ 973034 w 5185631"/>
              <a:gd name="connsiteY277" fmla="*/ 2983771 h 3072384"/>
              <a:gd name="connsiteX278" fmla="*/ 1001671 w 5185631"/>
              <a:gd name="connsiteY278" fmla="*/ 2979046 h 3072384"/>
              <a:gd name="connsiteX279" fmla="*/ 982528 w 5185631"/>
              <a:gd name="connsiteY279" fmla="*/ 2955115 h 3072384"/>
              <a:gd name="connsiteX280" fmla="*/ 977781 w 5185631"/>
              <a:gd name="connsiteY280" fmla="*/ 2945665 h 3072384"/>
              <a:gd name="connsiteX281" fmla="*/ 1618508 w 5185631"/>
              <a:gd name="connsiteY281" fmla="*/ 2942107 h 3072384"/>
              <a:gd name="connsiteX282" fmla="*/ 1627402 w 5185631"/>
              <a:gd name="connsiteY282" fmla="*/ 2945665 h 3072384"/>
              <a:gd name="connsiteX283" fmla="*/ 1618508 w 5185631"/>
              <a:gd name="connsiteY283" fmla="*/ 2942107 h 3072384"/>
              <a:gd name="connsiteX284" fmla="*/ 1287756 w 5185631"/>
              <a:gd name="connsiteY284" fmla="*/ 2941036 h 3072384"/>
              <a:gd name="connsiteX285" fmla="*/ 1273954 w 5185631"/>
              <a:gd name="connsiteY285" fmla="*/ 2959993 h 3072384"/>
              <a:gd name="connsiteX286" fmla="*/ 1312239 w 5185631"/>
              <a:gd name="connsiteY286" fmla="*/ 2950543 h 3072384"/>
              <a:gd name="connsiteX287" fmla="*/ 1287756 w 5185631"/>
              <a:gd name="connsiteY287" fmla="*/ 2941036 h 3072384"/>
              <a:gd name="connsiteX288" fmla="*/ 1665534 w 5185631"/>
              <a:gd name="connsiteY288" fmla="*/ 2940940 h 3072384"/>
              <a:gd name="connsiteX289" fmla="*/ 1632150 w 5185631"/>
              <a:gd name="connsiteY289" fmla="*/ 2950390 h 3072384"/>
              <a:gd name="connsiteX290" fmla="*/ 1627402 w 5185631"/>
              <a:gd name="connsiteY290" fmla="*/ 2969443 h 3072384"/>
              <a:gd name="connsiteX291" fmla="*/ 1660787 w 5185631"/>
              <a:gd name="connsiteY291" fmla="*/ 2969443 h 3072384"/>
              <a:gd name="connsiteX292" fmla="*/ 1665534 w 5185631"/>
              <a:gd name="connsiteY292" fmla="*/ 2940940 h 3072384"/>
              <a:gd name="connsiteX293" fmla="*/ 1135362 w 5185631"/>
              <a:gd name="connsiteY293" fmla="*/ 2940940 h 3072384"/>
              <a:gd name="connsiteX294" fmla="*/ 1092330 w 5185631"/>
              <a:gd name="connsiteY294" fmla="*/ 2959993 h 3072384"/>
              <a:gd name="connsiteX295" fmla="*/ 1125868 w 5185631"/>
              <a:gd name="connsiteY295" fmla="*/ 2950390 h 3072384"/>
              <a:gd name="connsiteX296" fmla="*/ 1135362 w 5185631"/>
              <a:gd name="connsiteY296" fmla="*/ 2940940 h 3072384"/>
              <a:gd name="connsiteX297" fmla="*/ 2845326 w 5185631"/>
              <a:gd name="connsiteY297" fmla="*/ 2936215 h 3072384"/>
              <a:gd name="connsiteX298" fmla="*/ 2845326 w 5185631"/>
              <a:gd name="connsiteY298" fmla="*/ 2945665 h 3072384"/>
              <a:gd name="connsiteX299" fmla="*/ 2854821 w 5185631"/>
              <a:gd name="connsiteY299" fmla="*/ 2945665 h 3072384"/>
              <a:gd name="connsiteX300" fmla="*/ 2854821 w 5185631"/>
              <a:gd name="connsiteY300" fmla="*/ 2936215 h 3072384"/>
              <a:gd name="connsiteX301" fmla="*/ 2845326 w 5185631"/>
              <a:gd name="connsiteY301" fmla="*/ 2936215 h 3072384"/>
              <a:gd name="connsiteX302" fmla="*/ 2622813 w 5185631"/>
              <a:gd name="connsiteY302" fmla="*/ 2934004 h 3072384"/>
              <a:gd name="connsiteX303" fmla="*/ 2606581 w 5185631"/>
              <a:gd name="connsiteY303" fmla="*/ 2940940 h 3072384"/>
              <a:gd name="connsiteX304" fmla="*/ 2639965 w 5185631"/>
              <a:gd name="connsiteY304" fmla="*/ 2936215 h 3072384"/>
              <a:gd name="connsiteX305" fmla="*/ 2622813 w 5185631"/>
              <a:gd name="connsiteY305" fmla="*/ 2934004 h 3072384"/>
              <a:gd name="connsiteX306" fmla="*/ 2071509 w 5185631"/>
              <a:gd name="connsiteY306" fmla="*/ 2931337 h 3072384"/>
              <a:gd name="connsiteX307" fmla="*/ 2076256 w 5185631"/>
              <a:gd name="connsiteY307" fmla="*/ 2945665 h 3072384"/>
              <a:gd name="connsiteX308" fmla="*/ 2081003 w 5185631"/>
              <a:gd name="connsiteY308" fmla="*/ 2931337 h 3072384"/>
              <a:gd name="connsiteX309" fmla="*/ 2071509 w 5185631"/>
              <a:gd name="connsiteY309" fmla="*/ 2931337 h 3072384"/>
              <a:gd name="connsiteX310" fmla="*/ 2152673 w 5185631"/>
              <a:gd name="connsiteY310" fmla="*/ 2926613 h 3072384"/>
              <a:gd name="connsiteX311" fmla="*/ 2124036 w 5185631"/>
              <a:gd name="connsiteY311" fmla="*/ 2945666 h 3072384"/>
              <a:gd name="connsiteX312" fmla="*/ 2152673 w 5185631"/>
              <a:gd name="connsiteY312" fmla="*/ 2926613 h 3072384"/>
              <a:gd name="connsiteX313" fmla="*/ 2460869 w 5185631"/>
              <a:gd name="connsiteY313" fmla="*/ 2923526 h 3072384"/>
              <a:gd name="connsiteX314" fmla="*/ 2448847 w 5185631"/>
              <a:gd name="connsiteY314" fmla="*/ 2945665 h 3072384"/>
              <a:gd name="connsiteX315" fmla="*/ 2467989 w 5185631"/>
              <a:gd name="connsiteY315" fmla="*/ 2936063 h 3072384"/>
              <a:gd name="connsiteX316" fmla="*/ 2487132 w 5185631"/>
              <a:gd name="connsiteY316" fmla="*/ 2931338 h 3072384"/>
              <a:gd name="connsiteX317" fmla="*/ 2460869 w 5185631"/>
              <a:gd name="connsiteY317" fmla="*/ 2923526 h 3072384"/>
              <a:gd name="connsiteX318" fmla="*/ 2310255 w 5185631"/>
              <a:gd name="connsiteY318" fmla="*/ 2922039 h 3072384"/>
              <a:gd name="connsiteX319" fmla="*/ 2276870 w 5185631"/>
              <a:gd name="connsiteY319" fmla="*/ 2931490 h 3072384"/>
              <a:gd name="connsiteX320" fmla="*/ 2276870 w 5185631"/>
              <a:gd name="connsiteY320" fmla="*/ 2955268 h 3072384"/>
              <a:gd name="connsiteX321" fmla="*/ 2319903 w 5185631"/>
              <a:gd name="connsiteY321" fmla="*/ 2959993 h 3072384"/>
              <a:gd name="connsiteX322" fmla="*/ 2295860 w 5185631"/>
              <a:gd name="connsiteY322" fmla="*/ 2941092 h 3072384"/>
              <a:gd name="connsiteX323" fmla="*/ 2310255 w 5185631"/>
              <a:gd name="connsiteY323" fmla="*/ 2922039 h 3072384"/>
              <a:gd name="connsiteX324" fmla="*/ 1963450 w 5185631"/>
              <a:gd name="connsiteY324" fmla="*/ 2921335 h 3072384"/>
              <a:gd name="connsiteX325" fmla="*/ 1952059 w 5185631"/>
              <a:gd name="connsiteY325" fmla="*/ 2926612 h 3072384"/>
              <a:gd name="connsiteX326" fmla="*/ 1975949 w 5185631"/>
              <a:gd name="connsiteY326" fmla="*/ 2940940 h 3072384"/>
              <a:gd name="connsiteX327" fmla="*/ 1980697 w 5185631"/>
              <a:gd name="connsiteY327" fmla="*/ 2921887 h 3072384"/>
              <a:gd name="connsiteX328" fmla="*/ 1963450 w 5185631"/>
              <a:gd name="connsiteY328" fmla="*/ 2921335 h 3072384"/>
              <a:gd name="connsiteX329" fmla="*/ 2563548 w 5185631"/>
              <a:gd name="connsiteY329" fmla="*/ 2917315 h 3072384"/>
              <a:gd name="connsiteX330" fmla="*/ 2549153 w 5185631"/>
              <a:gd name="connsiteY330" fmla="*/ 2926765 h 3072384"/>
              <a:gd name="connsiteX331" fmla="*/ 2563548 w 5185631"/>
              <a:gd name="connsiteY331" fmla="*/ 2917315 h 3072384"/>
              <a:gd name="connsiteX332" fmla="*/ 1546085 w 5185631"/>
              <a:gd name="connsiteY332" fmla="*/ 2917162 h 3072384"/>
              <a:gd name="connsiteX333" fmla="*/ 1512700 w 5185631"/>
              <a:gd name="connsiteY333" fmla="*/ 2950390 h 3072384"/>
              <a:gd name="connsiteX334" fmla="*/ 1474415 w 5185631"/>
              <a:gd name="connsiteY334" fmla="*/ 2945665 h 3072384"/>
              <a:gd name="connsiteX335" fmla="*/ 1469668 w 5185631"/>
              <a:gd name="connsiteY335" fmla="*/ 2978893 h 3072384"/>
              <a:gd name="connsiteX336" fmla="*/ 1522195 w 5185631"/>
              <a:gd name="connsiteY336" fmla="*/ 2974168 h 3072384"/>
              <a:gd name="connsiteX337" fmla="*/ 1565227 w 5185631"/>
              <a:gd name="connsiteY337" fmla="*/ 2940940 h 3072384"/>
              <a:gd name="connsiteX338" fmla="*/ 1565687 w 5185631"/>
              <a:gd name="connsiteY338" fmla="*/ 2955268 h 3072384"/>
              <a:gd name="connsiteX339" fmla="*/ 1575182 w 5185631"/>
              <a:gd name="connsiteY339" fmla="*/ 2955268 h 3072384"/>
              <a:gd name="connsiteX340" fmla="*/ 1575182 w 5185631"/>
              <a:gd name="connsiteY340" fmla="*/ 2964718 h 3072384"/>
              <a:gd name="connsiteX341" fmla="*/ 1584676 w 5185631"/>
              <a:gd name="connsiteY341" fmla="*/ 2974168 h 3072384"/>
              <a:gd name="connsiteX342" fmla="*/ 1622808 w 5185631"/>
              <a:gd name="connsiteY342" fmla="*/ 2969443 h 3072384"/>
              <a:gd name="connsiteX343" fmla="*/ 1608413 w 5185631"/>
              <a:gd name="connsiteY343" fmla="*/ 2959993 h 3072384"/>
              <a:gd name="connsiteX344" fmla="*/ 1589270 w 5185631"/>
              <a:gd name="connsiteY344" fmla="*/ 2959993 h 3072384"/>
              <a:gd name="connsiteX345" fmla="*/ 1598765 w 5185631"/>
              <a:gd name="connsiteY345" fmla="*/ 2945665 h 3072384"/>
              <a:gd name="connsiteX346" fmla="*/ 1579622 w 5185631"/>
              <a:gd name="connsiteY346" fmla="*/ 2940940 h 3072384"/>
              <a:gd name="connsiteX347" fmla="*/ 1608260 w 5185631"/>
              <a:gd name="connsiteY347" fmla="*/ 2936215 h 3072384"/>
              <a:gd name="connsiteX348" fmla="*/ 1584370 w 5185631"/>
              <a:gd name="connsiteY348" fmla="*/ 2917162 h 3072384"/>
              <a:gd name="connsiteX349" fmla="*/ 1565227 w 5185631"/>
              <a:gd name="connsiteY349" fmla="*/ 2921887 h 3072384"/>
              <a:gd name="connsiteX350" fmla="*/ 1546085 w 5185631"/>
              <a:gd name="connsiteY350" fmla="*/ 2917162 h 3072384"/>
              <a:gd name="connsiteX351" fmla="*/ 1527096 w 5185631"/>
              <a:gd name="connsiteY351" fmla="*/ 2917162 h 3072384"/>
              <a:gd name="connsiteX352" fmla="*/ 1512700 w 5185631"/>
              <a:gd name="connsiteY352" fmla="*/ 2936215 h 3072384"/>
              <a:gd name="connsiteX353" fmla="*/ 1527096 w 5185631"/>
              <a:gd name="connsiteY353" fmla="*/ 2917162 h 3072384"/>
              <a:gd name="connsiteX354" fmla="*/ 1488810 w 5185631"/>
              <a:gd name="connsiteY354" fmla="*/ 2917162 h 3072384"/>
              <a:gd name="connsiteX355" fmla="*/ 1441030 w 5185631"/>
              <a:gd name="connsiteY355" fmla="*/ 2955268 h 3072384"/>
              <a:gd name="connsiteX356" fmla="*/ 1464920 w 5185631"/>
              <a:gd name="connsiteY356" fmla="*/ 2936215 h 3072384"/>
              <a:gd name="connsiteX357" fmla="*/ 1488810 w 5185631"/>
              <a:gd name="connsiteY357" fmla="*/ 2917162 h 3072384"/>
              <a:gd name="connsiteX358" fmla="*/ 361577 w 5185631"/>
              <a:gd name="connsiteY358" fmla="*/ 2916486 h 3072384"/>
              <a:gd name="connsiteX359" fmla="*/ 356798 w 5185631"/>
              <a:gd name="connsiteY359" fmla="*/ 2921887 h 3072384"/>
              <a:gd name="connsiteX360" fmla="*/ 366292 w 5185631"/>
              <a:gd name="connsiteY360" fmla="*/ 2921887 h 3072384"/>
              <a:gd name="connsiteX361" fmla="*/ 361577 w 5185631"/>
              <a:gd name="connsiteY361" fmla="*/ 2916486 h 3072384"/>
              <a:gd name="connsiteX362" fmla="*/ 734135 w 5185631"/>
              <a:gd name="connsiteY362" fmla="*/ 2912437 h 3072384"/>
              <a:gd name="connsiteX363" fmla="*/ 710245 w 5185631"/>
              <a:gd name="connsiteY363" fmla="*/ 2931489 h 3072384"/>
              <a:gd name="connsiteX364" fmla="*/ 734135 w 5185631"/>
              <a:gd name="connsiteY364" fmla="*/ 2912437 h 3072384"/>
              <a:gd name="connsiteX365" fmla="*/ 1780083 w 5185631"/>
              <a:gd name="connsiteY365" fmla="*/ 2907712 h 3072384"/>
              <a:gd name="connsiteX366" fmla="*/ 1698919 w 5185631"/>
              <a:gd name="connsiteY366" fmla="*/ 2931490 h 3072384"/>
              <a:gd name="connsiteX367" fmla="*/ 1732303 w 5185631"/>
              <a:gd name="connsiteY367" fmla="*/ 2926765 h 3072384"/>
              <a:gd name="connsiteX368" fmla="*/ 1746698 w 5185631"/>
              <a:gd name="connsiteY368" fmla="*/ 2922040 h 3072384"/>
              <a:gd name="connsiteX369" fmla="*/ 1765841 w 5185631"/>
              <a:gd name="connsiteY369" fmla="*/ 2917315 h 3072384"/>
              <a:gd name="connsiteX370" fmla="*/ 1770588 w 5185631"/>
              <a:gd name="connsiteY370" fmla="*/ 2922040 h 3072384"/>
              <a:gd name="connsiteX371" fmla="*/ 1780083 w 5185631"/>
              <a:gd name="connsiteY371" fmla="*/ 2907712 h 3072384"/>
              <a:gd name="connsiteX372" fmla="*/ 1918675 w 5185631"/>
              <a:gd name="connsiteY372" fmla="*/ 2907711 h 3072384"/>
              <a:gd name="connsiteX373" fmla="*/ 1947312 w 5185631"/>
              <a:gd name="connsiteY373" fmla="*/ 2917162 h 3072384"/>
              <a:gd name="connsiteX374" fmla="*/ 1918675 w 5185631"/>
              <a:gd name="connsiteY374" fmla="*/ 2907711 h 3072384"/>
              <a:gd name="connsiteX375" fmla="*/ 562158 w 5185631"/>
              <a:gd name="connsiteY375" fmla="*/ 2907711 h 3072384"/>
              <a:gd name="connsiteX376" fmla="*/ 586048 w 5185631"/>
              <a:gd name="connsiteY376" fmla="*/ 2912437 h 3072384"/>
              <a:gd name="connsiteX377" fmla="*/ 562158 w 5185631"/>
              <a:gd name="connsiteY377" fmla="*/ 2907711 h 3072384"/>
              <a:gd name="connsiteX378" fmla="*/ 1861553 w 5185631"/>
              <a:gd name="connsiteY378" fmla="*/ 2907559 h 3072384"/>
              <a:gd name="connsiteX379" fmla="*/ 1837663 w 5185631"/>
              <a:gd name="connsiteY379" fmla="*/ 2912284 h 3072384"/>
              <a:gd name="connsiteX380" fmla="*/ 1813773 w 5185631"/>
              <a:gd name="connsiteY380" fmla="*/ 2921734 h 3072384"/>
              <a:gd name="connsiteX381" fmla="*/ 1794631 w 5185631"/>
              <a:gd name="connsiteY381" fmla="*/ 2912284 h 3072384"/>
              <a:gd name="connsiteX382" fmla="*/ 1804126 w 5185631"/>
              <a:gd name="connsiteY382" fmla="*/ 2926612 h 3072384"/>
              <a:gd name="connsiteX383" fmla="*/ 1789730 w 5185631"/>
              <a:gd name="connsiteY383" fmla="*/ 2964718 h 3072384"/>
              <a:gd name="connsiteX384" fmla="*/ 1828015 w 5185631"/>
              <a:gd name="connsiteY384" fmla="*/ 2969443 h 3072384"/>
              <a:gd name="connsiteX385" fmla="*/ 1851905 w 5185631"/>
              <a:gd name="connsiteY385" fmla="*/ 2950390 h 3072384"/>
              <a:gd name="connsiteX386" fmla="*/ 1842411 w 5185631"/>
              <a:gd name="connsiteY386" fmla="*/ 2936062 h 3072384"/>
              <a:gd name="connsiteX387" fmla="*/ 1861553 w 5185631"/>
              <a:gd name="connsiteY387" fmla="*/ 2907559 h 3072384"/>
              <a:gd name="connsiteX388" fmla="*/ 0 w 5185631"/>
              <a:gd name="connsiteY388" fmla="*/ 2903328 h 3072384"/>
              <a:gd name="connsiteX389" fmla="*/ 5678 w 5185631"/>
              <a:gd name="connsiteY389" fmla="*/ 2903613 h 3072384"/>
              <a:gd name="connsiteX390" fmla="*/ 18051 w 5185631"/>
              <a:gd name="connsiteY390" fmla="*/ 2912741 h 3072384"/>
              <a:gd name="connsiteX391" fmla="*/ 325 w 5185631"/>
              <a:gd name="connsiteY391" fmla="*/ 2912818 h 3072384"/>
              <a:gd name="connsiteX392" fmla="*/ 0 w 5185631"/>
              <a:gd name="connsiteY392" fmla="*/ 2912902 h 3072384"/>
              <a:gd name="connsiteX393" fmla="*/ 2109794 w 5185631"/>
              <a:gd name="connsiteY393" fmla="*/ 2902834 h 3072384"/>
              <a:gd name="connsiteX394" fmla="*/ 2085904 w 5185631"/>
              <a:gd name="connsiteY394" fmla="*/ 2917162 h 3072384"/>
              <a:gd name="connsiteX395" fmla="*/ 2105047 w 5185631"/>
              <a:gd name="connsiteY395" fmla="*/ 2917162 h 3072384"/>
              <a:gd name="connsiteX396" fmla="*/ 2109794 w 5185631"/>
              <a:gd name="connsiteY396" fmla="*/ 2902834 h 3072384"/>
              <a:gd name="connsiteX397" fmla="*/ 2167068 w 5185631"/>
              <a:gd name="connsiteY397" fmla="*/ 2898262 h 3072384"/>
              <a:gd name="connsiteX398" fmla="*/ 2162321 w 5185631"/>
              <a:gd name="connsiteY398" fmla="*/ 2902987 h 3072384"/>
              <a:gd name="connsiteX399" fmla="*/ 2147926 w 5185631"/>
              <a:gd name="connsiteY399" fmla="*/ 2912437 h 3072384"/>
              <a:gd name="connsiteX400" fmla="*/ 2171815 w 5185631"/>
              <a:gd name="connsiteY400" fmla="*/ 2917314 h 3072384"/>
              <a:gd name="connsiteX401" fmla="*/ 2200453 w 5185631"/>
              <a:gd name="connsiteY401" fmla="*/ 2917314 h 3072384"/>
              <a:gd name="connsiteX402" fmla="*/ 2243485 w 5185631"/>
              <a:gd name="connsiteY402" fmla="*/ 2898262 h 3072384"/>
              <a:gd name="connsiteX403" fmla="*/ 2171815 w 5185631"/>
              <a:gd name="connsiteY403" fmla="*/ 2902987 h 3072384"/>
              <a:gd name="connsiteX404" fmla="*/ 2167068 w 5185631"/>
              <a:gd name="connsiteY404" fmla="*/ 2898262 h 3072384"/>
              <a:gd name="connsiteX405" fmla="*/ 2329551 w 5185631"/>
              <a:gd name="connsiteY405" fmla="*/ 2898261 h 3072384"/>
              <a:gd name="connsiteX406" fmla="*/ 2291265 w 5185631"/>
              <a:gd name="connsiteY406" fmla="*/ 2902986 h 3072384"/>
              <a:gd name="connsiteX407" fmla="*/ 2252980 w 5185631"/>
              <a:gd name="connsiteY407" fmla="*/ 2907711 h 3072384"/>
              <a:gd name="connsiteX408" fmla="*/ 2296013 w 5185631"/>
              <a:gd name="connsiteY408" fmla="*/ 2912436 h 3072384"/>
              <a:gd name="connsiteX409" fmla="*/ 2315155 w 5185631"/>
              <a:gd name="connsiteY409" fmla="*/ 2907711 h 3072384"/>
              <a:gd name="connsiteX410" fmla="*/ 2329551 w 5185631"/>
              <a:gd name="connsiteY410" fmla="*/ 2898261 h 3072384"/>
              <a:gd name="connsiteX411" fmla="*/ 2491879 w 5185631"/>
              <a:gd name="connsiteY411" fmla="*/ 2893537 h 3072384"/>
              <a:gd name="connsiteX412" fmla="*/ 2448847 w 5185631"/>
              <a:gd name="connsiteY412" fmla="*/ 2902987 h 3072384"/>
              <a:gd name="connsiteX413" fmla="*/ 2491879 w 5185631"/>
              <a:gd name="connsiteY413" fmla="*/ 2893537 h 3072384"/>
              <a:gd name="connsiteX414" fmla="*/ 1522348 w 5185631"/>
              <a:gd name="connsiteY414" fmla="*/ 2893384 h 3072384"/>
              <a:gd name="connsiteX415" fmla="*/ 1531842 w 5185631"/>
              <a:gd name="connsiteY415" fmla="*/ 2907712 h 3072384"/>
              <a:gd name="connsiteX416" fmla="*/ 1522348 w 5185631"/>
              <a:gd name="connsiteY416" fmla="*/ 2893384 h 3072384"/>
              <a:gd name="connsiteX417" fmla="*/ 2749768 w 5185631"/>
              <a:gd name="connsiteY417" fmla="*/ 2893383 h 3072384"/>
              <a:gd name="connsiteX418" fmla="*/ 2773657 w 5185631"/>
              <a:gd name="connsiteY418" fmla="*/ 2902834 h 3072384"/>
              <a:gd name="connsiteX419" fmla="*/ 2783152 w 5185631"/>
              <a:gd name="connsiteY419" fmla="*/ 2898109 h 3072384"/>
              <a:gd name="connsiteX420" fmla="*/ 2749768 w 5185631"/>
              <a:gd name="connsiteY420" fmla="*/ 2893383 h 3072384"/>
              <a:gd name="connsiteX421" fmla="*/ 3064930 w 5185631"/>
              <a:gd name="connsiteY421" fmla="*/ 2888658 h 3072384"/>
              <a:gd name="connsiteX422" fmla="*/ 3055435 w 5185631"/>
              <a:gd name="connsiteY422" fmla="*/ 2893383 h 3072384"/>
              <a:gd name="connsiteX423" fmla="*/ 3074424 w 5185631"/>
              <a:gd name="connsiteY423" fmla="*/ 2902834 h 3072384"/>
              <a:gd name="connsiteX424" fmla="*/ 3064930 w 5185631"/>
              <a:gd name="connsiteY424" fmla="*/ 2898109 h 3072384"/>
              <a:gd name="connsiteX425" fmla="*/ 3064930 w 5185631"/>
              <a:gd name="connsiteY425" fmla="*/ 2888658 h 3072384"/>
              <a:gd name="connsiteX426" fmla="*/ 1772962 w 5185631"/>
              <a:gd name="connsiteY426" fmla="*/ 2883857 h 3072384"/>
              <a:gd name="connsiteX427" fmla="*/ 1761094 w 5185631"/>
              <a:gd name="connsiteY427" fmla="*/ 2893384 h 3072384"/>
              <a:gd name="connsiteX428" fmla="*/ 1794478 w 5185631"/>
              <a:gd name="connsiteY428" fmla="*/ 2883933 h 3072384"/>
              <a:gd name="connsiteX429" fmla="*/ 1772962 w 5185631"/>
              <a:gd name="connsiteY429" fmla="*/ 2883857 h 3072384"/>
              <a:gd name="connsiteX430" fmla="*/ 1077935 w 5185631"/>
              <a:gd name="connsiteY430" fmla="*/ 2879209 h 3072384"/>
              <a:gd name="connsiteX431" fmla="*/ 1068440 w 5185631"/>
              <a:gd name="connsiteY431" fmla="*/ 2907712 h 3072384"/>
              <a:gd name="connsiteX432" fmla="*/ 1116220 w 5185631"/>
              <a:gd name="connsiteY432" fmla="*/ 2893384 h 3072384"/>
              <a:gd name="connsiteX433" fmla="*/ 1097077 w 5185631"/>
              <a:gd name="connsiteY433" fmla="*/ 2888659 h 3072384"/>
              <a:gd name="connsiteX434" fmla="*/ 1092330 w 5185631"/>
              <a:gd name="connsiteY434" fmla="*/ 2879209 h 3072384"/>
              <a:gd name="connsiteX435" fmla="*/ 1077935 w 5185631"/>
              <a:gd name="connsiteY435" fmla="*/ 2879209 h 3072384"/>
              <a:gd name="connsiteX436" fmla="*/ 2854974 w 5185631"/>
              <a:gd name="connsiteY436" fmla="*/ 2879057 h 3072384"/>
              <a:gd name="connsiteX437" fmla="*/ 2835831 w 5185631"/>
              <a:gd name="connsiteY437" fmla="*/ 2893384 h 3072384"/>
              <a:gd name="connsiteX438" fmla="*/ 2859721 w 5185631"/>
              <a:gd name="connsiteY438" fmla="*/ 2893384 h 3072384"/>
              <a:gd name="connsiteX439" fmla="*/ 2854974 w 5185631"/>
              <a:gd name="connsiteY439" fmla="*/ 2879057 h 3072384"/>
              <a:gd name="connsiteX440" fmla="*/ 2186211 w 5185631"/>
              <a:gd name="connsiteY440" fmla="*/ 2874483 h 3072384"/>
              <a:gd name="connsiteX441" fmla="*/ 2167068 w 5185631"/>
              <a:gd name="connsiteY441" fmla="*/ 2883933 h 3072384"/>
              <a:gd name="connsiteX442" fmla="*/ 2186211 w 5185631"/>
              <a:gd name="connsiteY442" fmla="*/ 2874483 h 3072384"/>
              <a:gd name="connsiteX443" fmla="*/ 1512700 w 5185631"/>
              <a:gd name="connsiteY443" fmla="*/ 2874331 h 3072384"/>
              <a:gd name="connsiteX444" fmla="*/ 1517447 w 5185631"/>
              <a:gd name="connsiteY444" fmla="*/ 2888659 h 3072384"/>
              <a:gd name="connsiteX445" fmla="*/ 1527095 w 5185631"/>
              <a:gd name="connsiteY445" fmla="*/ 2874331 h 3072384"/>
              <a:gd name="connsiteX446" fmla="*/ 1512700 w 5185631"/>
              <a:gd name="connsiteY446" fmla="*/ 2874331 h 3072384"/>
              <a:gd name="connsiteX447" fmla="*/ 2334145 w 5185631"/>
              <a:gd name="connsiteY447" fmla="*/ 2869759 h 3072384"/>
              <a:gd name="connsiteX448" fmla="*/ 2324650 w 5185631"/>
              <a:gd name="connsiteY448" fmla="*/ 2879209 h 3072384"/>
              <a:gd name="connsiteX449" fmla="*/ 2348540 w 5185631"/>
              <a:gd name="connsiteY449" fmla="*/ 2874484 h 3072384"/>
              <a:gd name="connsiteX450" fmla="*/ 2334145 w 5185631"/>
              <a:gd name="connsiteY450" fmla="*/ 2869759 h 3072384"/>
              <a:gd name="connsiteX451" fmla="*/ 1350371 w 5185631"/>
              <a:gd name="connsiteY451" fmla="*/ 2869606 h 3072384"/>
              <a:gd name="connsiteX452" fmla="*/ 1331229 w 5185631"/>
              <a:gd name="connsiteY452" fmla="*/ 2893384 h 3072384"/>
              <a:gd name="connsiteX453" fmla="*/ 1350371 w 5185631"/>
              <a:gd name="connsiteY453" fmla="*/ 2869606 h 3072384"/>
              <a:gd name="connsiteX454" fmla="*/ 729387 w 5185631"/>
              <a:gd name="connsiteY454" fmla="*/ 2869606 h 3072384"/>
              <a:gd name="connsiteX455" fmla="*/ 724640 w 5185631"/>
              <a:gd name="connsiteY455" fmla="*/ 2898109 h 3072384"/>
              <a:gd name="connsiteX456" fmla="*/ 782068 w 5185631"/>
              <a:gd name="connsiteY456" fmla="*/ 2897956 h 3072384"/>
              <a:gd name="connsiteX457" fmla="*/ 767672 w 5185631"/>
              <a:gd name="connsiteY457" fmla="*/ 2888506 h 3072384"/>
              <a:gd name="connsiteX458" fmla="*/ 777167 w 5185631"/>
              <a:gd name="connsiteY458" fmla="*/ 2879056 h 3072384"/>
              <a:gd name="connsiteX459" fmla="*/ 791409 w 5185631"/>
              <a:gd name="connsiteY459" fmla="*/ 2869606 h 3072384"/>
              <a:gd name="connsiteX460" fmla="*/ 729387 w 5185631"/>
              <a:gd name="connsiteY460" fmla="*/ 2869606 h 3072384"/>
              <a:gd name="connsiteX461" fmla="*/ 633829 w 5185631"/>
              <a:gd name="connsiteY461" fmla="*/ 2869605 h 3072384"/>
              <a:gd name="connsiteX462" fmla="*/ 609939 w 5185631"/>
              <a:gd name="connsiteY462" fmla="*/ 2893383 h 3072384"/>
              <a:gd name="connsiteX463" fmla="*/ 619433 w 5185631"/>
              <a:gd name="connsiteY463" fmla="*/ 2907711 h 3072384"/>
              <a:gd name="connsiteX464" fmla="*/ 609939 w 5185631"/>
              <a:gd name="connsiteY464" fmla="*/ 2917162 h 3072384"/>
              <a:gd name="connsiteX465" fmla="*/ 652971 w 5185631"/>
              <a:gd name="connsiteY465" fmla="*/ 2912436 h 3072384"/>
              <a:gd name="connsiteX466" fmla="*/ 676861 w 5185631"/>
              <a:gd name="connsiteY466" fmla="*/ 2874331 h 3072384"/>
              <a:gd name="connsiteX467" fmla="*/ 633829 w 5185631"/>
              <a:gd name="connsiteY467" fmla="*/ 2869605 h 3072384"/>
              <a:gd name="connsiteX468" fmla="*/ 485741 w 5185631"/>
              <a:gd name="connsiteY468" fmla="*/ 2869605 h 3072384"/>
              <a:gd name="connsiteX469" fmla="*/ 476247 w 5185631"/>
              <a:gd name="connsiteY469" fmla="*/ 2874330 h 3072384"/>
              <a:gd name="connsiteX470" fmla="*/ 490642 w 5185631"/>
              <a:gd name="connsiteY470" fmla="*/ 2898109 h 3072384"/>
              <a:gd name="connsiteX471" fmla="*/ 524026 w 5185631"/>
              <a:gd name="connsiteY471" fmla="*/ 2902834 h 3072384"/>
              <a:gd name="connsiteX472" fmla="*/ 533521 w 5185631"/>
              <a:gd name="connsiteY472" fmla="*/ 2917162 h 3072384"/>
              <a:gd name="connsiteX473" fmla="*/ 552511 w 5185631"/>
              <a:gd name="connsiteY473" fmla="*/ 2902834 h 3072384"/>
              <a:gd name="connsiteX474" fmla="*/ 585895 w 5185631"/>
              <a:gd name="connsiteY474" fmla="*/ 2893383 h 3072384"/>
              <a:gd name="connsiteX475" fmla="*/ 600290 w 5185631"/>
              <a:gd name="connsiteY475" fmla="*/ 2888658 h 3072384"/>
              <a:gd name="connsiteX476" fmla="*/ 605038 w 5185631"/>
              <a:gd name="connsiteY476" fmla="*/ 2883933 h 3072384"/>
              <a:gd name="connsiteX477" fmla="*/ 619433 w 5185631"/>
              <a:gd name="connsiteY477" fmla="*/ 2869605 h 3072384"/>
              <a:gd name="connsiteX478" fmla="*/ 485741 w 5185631"/>
              <a:gd name="connsiteY478" fmla="*/ 2869605 h 3072384"/>
              <a:gd name="connsiteX479" fmla="*/ 433214 w 5185631"/>
              <a:gd name="connsiteY479" fmla="*/ 2869453 h 3072384"/>
              <a:gd name="connsiteX480" fmla="*/ 433214 w 5185631"/>
              <a:gd name="connsiteY480" fmla="*/ 2888506 h 3072384"/>
              <a:gd name="connsiteX481" fmla="*/ 418819 w 5185631"/>
              <a:gd name="connsiteY481" fmla="*/ 2893231 h 3072384"/>
              <a:gd name="connsiteX482" fmla="*/ 404424 w 5185631"/>
              <a:gd name="connsiteY482" fmla="*/ 2874178 h 3072384"/>
              <a:gd name="connsiteX483" fmla="*/ 366292 w 5185631"/>
              <a:gd name="connsiteY483" fmla="*/ 2874178 h 3072384"/>
              <a:gd name="connsiteX484" fmla="*/ 356797 w 5185631"/>
              <a:gd name="connsiteY484" fmla="*/ 2883628 h 3072384"/>
              <a:gd name="connsiteX485" fmla="*/ 328160 w 5185631"/>
              <a:gd name="connsiteY485" fmla="*/ 2874178 h 3072384"/>
              <a:gd name="connsiteX486" fmla="*/ 361545 w 5185631"/>
              <a:gd name="connsiteY486" fmla="*/ 2893231 h 3072384"/>
              <a:gd name="connsiteX487" fmla="*/ 380687 w 5185631"/>
              <a:gd name="connsiteY487" fmla="*/ 2907559 h 3072384"/>
              <a:gd name="connsiteX488" fmla="*/ 428467 w 5185631"/>
              <a:gd name="connsiteY488" fmla="*/ 2907559 h 3072384"/>
              <a:gd name="connsiteX489" fmla="*/ 414072 w 5185631"/>
              <a:gd name="connsiteY489" fmla="*/ 2921887 h 3072384"/>
              <a:gd name="connsiteX490" fmla="*/ 480994 w 5185631"/>
              <a:gd name="connsiteY490" fmla="*/ 2917162 h 3072384"/>
              <a:gd name="connsiteX491" fmla="*/ 461851 w 5185631"/>
              <a:gd name="connsiteY491" fmla="*/ 2907406 h 3072384"/>
              <a:gd name="connsiteX492" fmla="*/ 476247 w 5185631"/>
              <a:gd name="connsiteY492" fmla="*/ 2897956 h 3072384"/>
              <a:gd name="connsiteX493" fmla="*/ 457104 w 5185631"/>
              <a:gd name="connsiteY493" fmla="*/ 2893231 h 3072384"/>
              <a:gd name="connsiteX494" fmla="*/ 476247 w 5185631"/>
              <a:gd name="connsiteY494" fmla="*/ 2883781 h 3072384"/>
              <a:gd name="connsiteX495" fmla="*/ 433214 w 5185631"/>
              <a:gd name="connsiteY495" fmla="*/ 2869453 h 3072384"/>
              <a:gd name="connsiteX496" fmla="*/ 846885 w 5185631"/>
              <a:gd name="connsiteY496" fmla="*/ 2869110 h 3072384"/>
              <a:gd name="connsiteX497" fmla="*/ 805804 w 5185631"/>
              <a:gd name="connsiteY497" fmla="*/ 2869606 h 3072384"/>
              <a:gd name="connsiteX498" fmla="*/ 791409 w 5185631"/>
              <a:gd name="connsiteY498" fmla="*/ 2893384 h 3072384"/>
              <a:gd name="connsiteX499" fmla="*/ 800904 w 5185631"/>
              <a:gd name="connsiteY499" fmla="*/ 2907712 h 3072384"/>
              <a:gd name="connsiteX500" fmla="*/ 791409 w 5185631"/>
              <a:gd name="connsiteY500" fmla="*/ 2926765 h 3072384"/>
              <a:gd name="connsiteX501" fmla="*/ 815146 w 5185631"/>
              <a:gd name="connsiteY501" fmla="*/ 2912284 h 3072384"/>
              <a:gd name="connsiteX502" fmla="*/ 853431 w 5185631"/>
              <a:gd name="connsiteY502" fmla="*/ 2912284 h 3072384"/>
              <a:gd name="connsiteX503" fmla="*/ 867826 w 5185631"/>
              <a:gd name="connsiteY503" fmla="*/ 2912284 h 3072384"/>
              <a:gd name="connsiteX504" fmla="*/ 910859 w 5185631"/>
              <a:gd name="connsiteY504" fmla="*/ 2907559 h 3072384"/>
              <a:gd name="connsiteX505" fmla="*/ 896464 w 5185631"/>
              <a:gd name="connsiteY505" fmla="*/ 2898109 h 3072384"/>
              <a:gd name="connsiteX506" fmla="*/ 915606 w 5185631"/>
              <a:gd name="connsiteY506" fmla="*/ 2883781 h 3072384"/>
              <a:gd name="connsiteX507" fmla="*/ 891716 w 5185631"/>
              <a:gd name="connsiteY507" fmla="*/ 2883781 h 3072384"/>
              <a:gd name="connsiteX508" fmla="*/ 886969 w 5185631"/>
              <a:gd name="connsiteY508" fmla="*/ 2902834 h 3072384"/>
              <a:gd name="connsiteX509" fmla="*/ 867826 w 5185631"/>
              <a:gd name="connsiteY509" fmla="*/ 2898109 h 3072384"/>
              <a:gd name="connsiteX510" fmla="*/ 882222 w 5185631"/>
              <a:gd name="connsiteY510" fmla="*/ 2874331 h 3072384"/>
              <a:gd name="connsiteX511" fmla="*/ 846885 w 5185631"/>
              <a:gd name="connsiteY511" fmla="*/ 2869110 h 3072384"/>
              <a:gd name="connsiteX512" fmla="*/ 1034943 w 5185631"/>
              <a:gd name="connsiteY512" fmla="*/ 2865050 h 3072384"/>
              <a:gd name="connsiteX513" fmla="*/ 982375 w 5185631"/>
              <a:gd name="connsiteY513" fmla="*/ 2883934 h 3072384"/>
              <a:gd name="connsiteX514" fmla="*/ 958485 w 5185631"/>
              <a:gd name="connsiteY514" fmla="*/ 2883934 h 3072384"/>
              <a:gd name="connsiteX515" fmla="*/ 982375 w 5185631"/>
              <a:gd name="connsiteY515" fmla="*/ 2902987 h 3072384"/>
              <a:gd name="connsiteX516" fmla="*/ 977628 w 5185631"/>
              <a:gd name="connsiteY516" fmla="*/ 2912437 h 3072384"/>
              <a:gd name="connsiteX517" fmla="*/ 992023 w 5185631"/>
              <a:gd name="connsiteY517" fmla="*/ 2912437 h 3072384"/>
              <a:gd name="connsiteX518" fmla="*/ 992023 w 5185631"/>
              <a:gd name="connsiteY518" fmla="*/ 2898109 h 3072384"/>
              <a:gd name="connsiteX519" fmla="*/ 1054045 w 5185631"/>
              <a:gd name="connsiteY519" fmla="*/ 2869606 h 3072384"/>
              <a:gd name="connsiteX520" fmla="*/ 1034943 w 5185631"/>
              <a:gd name="connsiteY520" fmla="*/ 2865050 h 3072384"/>
              <a:gd name="connsiteX521" fmla="*/ 2544406 w 5185631"/>
              <a:gd name="connsiteY521" fmla="*/ 2865033 h 3072384"/>
              <a:gd name="connsiteX522" fmla="*/ 2525263 w 5185631"/>
              <a:gd name="connsiteY522" fmla="*/ 2874484 h 3072384"/>
              <a:gd name="connsiteX523" fmla="*/ 2544406 w 5185631"/>
              <a:gd name="connsiteY523" fmla="*/ 2865033 h 3072384"/>
              <a:gd name="connsiteX524" fmla="*/ 2494789 w 5185631"/>
              <a:gd name="connsiteY524" fmla="*/ 2864976 h 3072384"/>
              <a:gd name="connsiteX525" fmla="*/ 2477483 w 5185631"/>
              <a:gd name="connsiteY525" fmla="*/ 2874483 h 3072384"/>
              <a:gd name="connsiteX526" fmla="*/ 2491879 w 5185631"/>
              <a:gd name="connsiteY526" fmla="*/ 2879208 h 3072384"/>
              <a:gd name="connsiteX527" fmla="*/ 2515768 w 5185631"/>
              <a:gd name="connsiteY527" fmla="*/ 2869758 h 3072384"/>
              <a:gd name="connsiteX528" fmla="*/ 2494789 w 5185631"/>
              <a:gd name="connsiteY528" fmla="*/ 2864976 h 3072384"/>
              <a:gd name="connsiteX529" fmla="*/ 1598612 w 5185631"/>
              <a:gd name="connsiteY529" fmla="*/ 2864881 h 3072384"/>
              <a:gd name="connsiteX530" fmla="*/ 1565227 w 5185631"/>
              <a:gd name="connsiteY530" fmla="*/ 2898109 h 3072384"/>
              <a:gd name="connsiteX531" fmla="*/ 1613007 w 5185631"/>
              <a:gd name="connsiteY531" fmla="*/ 2898109 h 3072384"/>
              <a:gd name="connsiteX532" fmla="*/ 1613007 w 5185631"/>
              <a:gd name="connsiteY532" fmla="*/ 2874331 h 3072384"/>
              <a:gd name="connsiteX533" fmla="*/ 1598612 w 5185631"/>
              <a:gd name="connsiteY533" fmla="*/ 2864881 h 3072384"/>
              <a:gd name="connsiteX534" fmla="*/ 1441030 w 5185631"/>
              <a:gd name="connsiteY534" fmla="*/ 2864881 h 3072384"/>
              <a:gd name="connsiteX535" fmla="*/ 1421887 w 5185631"/>
              <a:gd name="connsiteY535" fmla="*/ 2883934 h 3072384"/>
              <a:gd name="connsiteX536" fmla="*/ 1441030 w 5185631"/>
              <a:gd name="connsiteY536" fmla="*/ 2864881 h 3072384"/>
              <a:gd name="connsiteX537" fmla="*/ 1226022 w 5185631"/>
              <a:gd name="connsiteY537" fmla="*/ 2864881 h 3072384"/>
              <a:gd name="connsiteX538" fmla="*/ 1221275 w 5185631"/>
              <a:gd name="connsiteY538" fmla="*/ 2883933 h 3072384"/>
              <a:gd name="connsiteX539" fmla="*/ 1226022 w 5185631"/>
              <a:gd name="connsiteY539" fmla="*/ 2864881 h 3072384"/>
              <a:gd name="connsiteX540" fmla="*/ 1259559 w 5185631"/>
              <a:gd name="connsiteY540" fmla="*/ 2864880 h 3072384"/>
              <a:gd name="connsiteX541" fmla="*/ 1235669 w 5185631"/>
              <a:gd name="connsiteY541" fmla="*/ 2879208 h 3072384"/>
              <a:gd name="connsiteX542" fmla="*/ 1240416 w 5185631"/>
              <a:gd name="connsiteY542" fmla="*/ 2902986 h 3072384"/>
              <a:gd name="connsiteX543" fmla="*/ 1292943 w 5185631"/>
              <a:gd name="connsiteY543" fmla="*/ 2902986 h 3072384"/>
              <a:gd name="connsiteX544" fmla="*/ 1288196 w 5185631"/>
              <a:gd name="connsiteY544" fmla="*/ 2864880 h 3072384"/>
              <a:gd name="connsiteX545" fmla="*/ 1259559 w 5185631"/>
              <a:gd name="connsiteY545" fmla="*/ 2864880 h 3072384"/>
              <a:gd name="connsiteX546" fmla="*/ 1474569 w 5185631"/>
              <a:gd name="connsiteY546" fmla="*/ 2864728 h 3072384"/>
              <a:gd name="connsiteX547" fmla="*/ 1455426 w 5185631"/>
              <a:gd name="connsiteY547" fmla="*/ 2879056 h 3072384"/>
              <a:gd name="connsiteX548" fmla="*/ 1441031 w 5185631"/>
              <a:gd name="connsiteY548" fmla="*/ 2898109 h 3072384"/>
              <a:gd name="connsiteX549" fmla="*/ 1517601 w 5185631"/>
              <a:gd name="connsiteY549" fmla="*/ 2893231 h 3072384"/>
              <a:gd name="connsiteX550" fmla="*/ 1469821 w 5185631"/>
              <a:gd name="connsiteY550" fmla="*/ 2883781 h 3072384"/>
              <a:gd name="connsiteX551" fmla="*/ 1474569 w 5185631"/>
              <a:gd name="connsiteY551" fmla="*/ 2864728 h 3072384"/>
              <a:gd name="connsiteX552" fmla="*/ 3222128 w 5185631"/>
              <a:gd name="connsiteY552" fmla="*/ 2864386 h 3072384"/>
              <a:gd name="connsiteX553" fmla="*/ 3213169 w 5185631"/>
              <a:gd name="connsiteY553" fmla="*/ 2869606 h 3072384"/>
              <a:gd name="connsiteX554" fmla="*/ 3227564 w 5185631"/>
              <a:gd name="connsiteY554" fmla="*/ 2869606 h 3072384"/>
              <a:gd name="connsiteX555" fmla="*/ 3237059 w 5185631"/>
              <a:gd name="connsiteY555" fmla="*/ 2864881 h 3072384"/>
              <a:gd name="connsiteX556" fmla="*/ 3222128 w 5185631"/>
              <a:gd name="connsiteY556" fmla="*/ 2864386 h 3072384"/>
              <a:gd name="connsiteX557" fmla="*/ 2620344 w 5185631"/>
              <a:gd name="connsiteY557" fmla="*/ 2864271 h 3072384"/>
              <a:gd name="connsiteX558" fmla="*/ 2606581 w 5185631"/>
              <a:gd name="connsiteY558" fmla="*/ 2869605 h 3072384"/>
              <a:gd name="connsiteX559" fmla="*/ 2639965 w 5185631"/>
              <a:gd name="connsiteY559" fmla="*/ 2864880 h 3072384"/>
              <a:gd name="connsiteX560" fmla="*/ 2620344 w 5185631"/>
              <a:gd name="connsiteY560" fmla="*/ 2864271 h 3072384"/>
              <a:gd name="connsiteX561" fmla="*/ 1169264 w 5185631"/>
              <a:gd name="connsiteY561" fmla="*/ 2863223 h 3072384"/>
              <a:gd name="connsiteX562" fmla="*/ 1149758 w 5185631"/>
              <a:gd name="connsiteY562" fmla="*/ 2869758 h 3072384"/>
              <a:gd name="connsiteX563" fmla="*/ 1149758 w 5185631"/>
              <a:gd name="connsiteY563" fmla="*/ 2902986 h 3072384"/>
              <a:gd name="connsiteX564" fmla="*/ 1192791 w 5185631"/>
              <a:gd name="connsiteY564" fmla="*/ 2902986 h 3072384"/>
              <a:gd name="connsiteX565" fmla="*/ 1188043 w 5185631"/>
              <a:gd name="connsiteY565" fmla="*/ 2879208 h 3072384"/>
              <a:gd name="connsiteX566" fmla="*/ 1197538 w 5185631"/>
              <a:gd name="connsiteY566" fmla="*/ 2874483 h 3072384"/>
              <a:gd name="connsiteX567" fmla="*/ 1192791 w 5185631"/>
              <a:gd name="connsiteY567" fmla="*/ 2865033 h 3072384"/>
              <a:gd name="connsiteX568" fmla="*/ 1169264 w 5185631"/>
              <a:gd name="connsiteY568" fmla="*/ 2863223 h 3072384"/>
              <a:gd name="connsiteX569" fmla="*/ 3047778 w 5185631"/>
              <a:gd name="connsiteY569" fmla="*/ 2860613 h 3072384"/>
              <a:gd name="connsiteX570" fmla="*/ 3036446 w 5185631"/>
              <a:gd name="connsiteY570" fmla="*/ 2869606 h 3072384"/>
              <a:gd name="connsiteX571" fmla="*/ 3065083 w 5185631"/>
              <a:gd name="connsiteY571" fmla="*/ 2864881 h 3072384"/>
              <a:gd name="connsiteX572" fmla="*/ 3047778 w 5185631"/>
              <a:gd name="connsiteY572" fmla="*/ 2860613 h 3072384"/>
              <a:gd name="connsiteX573" fmla="*/ 3160642 w 5185631"/>
              <a:gd name="connsiteY573" fmla="*/ 2860156 h 3072384"/>
              <a:gd name="connsiteX574" fmla="*/ 3146247 w 5185631"/>
              <a:gd name="connsiteY574" fmla="*/ 2869606 h 3072384"/>
              <a:gd name="connsiteX575" fmla="*/ 3160642 w 5185631"/>
              <a:gd name="connsiteY575" fmla="*/ 2860156 h 3072384"/>
              <a:gd name="connsiteX576" fmla="*/ 2811788 w 5185631"/>
              <a:gd name="connsiteY576" fmla="*/ 2860156 h 3072384"/>
              <a:gd name="connsiteX577" fmla="*/ 2830931 w 5185631"/>
              <a:gd name="connsiteY577" fmla="*/ 2864881 h 3072384"/>
              <a:gd name="connsiteX578" fmla="*/ 2811788 w 5185631"/>
              <a:gd name="connsiteY578" fmla="*/ 2860156 h 3072384"/>
              <a:gd name="connsiteX579" fmla="*/ 2702140 w 5185631"/>
              <a:gd name="connsiteY579" fmla="*/ 2860156 h 3072384"/>
              <a:gd name="connsiteX580" fmla="*/ 2687745 w 5185631"/>
              <a:gd name="connsiteY580" fmla="*/ 2869606 h 3072384"/>
              <a:gd name="connsiteX581" fmla="*/ 2702140 w 5185631"/>
              <a:gd name="connsiteY581" fmla="*/ 2860156 h 3072384"/>
              <a:gd name="connsiteX582" fmla="*/ 2081157 w 5185631"/>
              <a:gd name="connsiteY582" fmla="*/ 2860156 h 3072384"/>
              <a:gd name="connsiteX583" fmla="*/ 2066762 w 5185631"/>
              <a:gd name="connsiteY583" fmla="*/ 2883934 h 3072384"/>
              <a:gd name="connsiteX584" fmla="*/ 2148079 w 5185631"/>
              <a:gd name="connsiteY584" fmla="*/ 2879056 h 3072384"/>
              <a:gd name="connsiteX585" fmla="*/ 2124189 w 5185631"/>
              <a:gd name="connsiteY585" fmla="*/ 2874331 h 3072384"/>
              <a:gd name="connsiteX586" fmla="*/ 2119442 w 5185631"/>
              <a:gd name="connsiteY586" fmla="*/ 2864881 h 3072384"/>
              <a:gd name="connsiteX587" fmla="*/ 2081157 w 5185631"/>
              <a:gd name="connsiteY587" fmla="*/ 2860156 h 3072384"/>
              <a:gd name="connsiteX588" fmla="*/ 2916996 w 5185631"/>
              <a:gd name="connsiteY588" fmla="*/ 2860155 h 3072384"/>
              <a:gd name="connsiteX589" fmla="*/ 2931391 w 5185631"/>
              <a:gd name="connsiteY589" fmla="*/ 2864880 h 3072384"/>
              <a:gd name="connsiteX590" fmla="*/ 2916996 w 5185631"/>
              <a:gd name="connsiteY590" fmla="*/ 2860155 h 3072384"/>
              <a:gd name="connsiteX591" fmla="*/ 2778558 w 5185631"/>
              <a:gd name="connsiteY591" fmla="*/ 2860155 h 3072384"/>
              <a:gd name="connsiteX592" fmla="*/ 2807195 w 5185631"/>
              <a:gd name="connsiteY592" fmla="*/ 2864880 h 3072384"/>
              <a:gd name="connsiteX593" fmla="*/ 2778558 w 5185631"/>
              <a:gd name="connsiteY593" fmla="*/ 2860155 h 3072384"/>
              <a:gd name="connsiteX594" fmla="*/ 2764009 w 5185631"/>
              <a:gd name="connsiteY594" fmla="*/ 2860155 h 3072384"/>
              <a:gd name="connsiteX595" fmla="*/ 2730624 w 5185631"/>
              <a:gd name="connsiteY595" fmla="*/ 2869605 h 3072384"/>
              <a:gd name="connsiteX596" fmla="*/ 2764009 w 5185631"/>
              <a:gd name="connsiteY596" fmla="*/ 2860155 h 3072384"/>
              <a:gd name="connsiteX597" fmla="*/ 2644713 w 5185631"/>
              <a:gd name="connsiteY597" fmla="*/ 2860155 h 3072384"/>
              <a:gd name="connsiteX598" fmla="*/ 2678097 w 5185631"/>
              <a:gd name="connsiteY598" fmla="*/ 2864881 h 3072384"/>
              <a:gd name="connsiteX599" fmla="*/ 2644713 w 5185631"/>
              <a:gd name="connsiteY599" fmla="*/ 2860155 h 3072384"/>
              <a:gd name="connsiteX600" fmla="*/ 1770435 w 5185631"/>
              <a:gd name="connsiteY600" fmla="*/ 2859850 h 3072384"/>
              <a:gd name="connsiteX601" fmla="*/ 1756346 w 5185631"/>
              <a:gd name="connsiteY601" fmla="*/ 2869605 h 3072384"/>
              <a:gd name="connsiteX602" fmla="*/ 1794631 w 5185631"/>
              <a:gd name="connsiteY602" fmla="*/ 2860155 h 3072384"/>
              <a:gd name="connsiteX603" fmla="*/ 1770435 w 5185631"/>
              <a:gd name="connsiteY603" fmla="*/ 2859850 h 3072384"/>
              <a:gd name="connsiteX604" fmla="*/ 2902372 w 5185631"/>
              <a:gd name="connsiteY604" fmla="*/ 2859470 h 3072384"/>
              <a:gd name="connsiteX605" fmla="*/ 2893107 w 5185631"/>
              <a:gd name="connsiteY605" fmla="*/ 2864881 h 3072384"/>
              <a:gd name="connsiteX606" fmla="*/ 2907502 w 5185631"/>
              <a:gd name="connsiteY606" fmla="*/ 2869606 h 3072384"/>
              <a:gd name="connsiteX607" fmla="*/ 2902372 w 5185631"/>
              <a:gd name="connsiteY607" fmla="*/ 2859470 h 3072384"/>
              <a:gd name="connsiteX608" fmla="*/ 2861139 w 5185631"/>
              <a:gd name="connsiteY608" fmla="*/ 2859127 h 3072384"/>
              <a:gd name="connsiteX609" fmla="*/ 2840579 w 5185631"/>
              <a:gd name="connsiteY609" fmla="*/ 2869606 h 3072384"/>
              <a:gd name="connsiteX610" fmla="*/ 2888359 w 5185631"/>
              <a:gd name="connsiteY610" fmla="*/ 2864880 h 3072384"/>
              <a:gd name="connsiteX611" fmla="*/ 2861139 w 5185631"/>
              <a:gd name="connsiteY611" fmla="*/ 2859127 h 3072384"/>
              <a:gd name="connsiteX612" fmla="*/ 2186211 w 5185631"/>
              <a:gd name="connsiteY612" fmla="*/ 2855431 h 3072384"/>
              <a:gd name="connsiteX613" fmla="*/ 2186211 w 5185631"/>
              <a:gd name="connsiteY613" fmla="*/ 2864881 h 3072384"/>
              <a:gd name="connsiteX614" fmla="*/ 2195706 w 5185631"/>
              <a:gd name="connsiteY614" fmla="*/ 2864881 h 3072384"/>
              <a:gd name="connsiteX615" fmla="*/ 2195706 w 5185631"/>
              <a:gd name="connsiteY615" fmla="*/ 2855431 h 3072384"/>
              <a:gd name="connsiteX616" fmla="*/ 2186211 w 5185631"/>
              <a:gd name="connsiteY616" fmla="*/ 2855431 h 3072384"/>
              <a:gd name="connsiteX617" fmla="*/ 2448846 w 5185631"/>
              <a:gd name="connsiteY617" fmla="*/ 2855430 h 3072384"/>
              <a:gd name="connsiteX618" fmla="*/ 2424956 w 5185631"/>
              <a:gd name="connsiteY618" fmla="*/ 2874483 h 3072384"/>
              <a:gd name="connsiteX619" fmla="*/ 2444099 w 5185631"/>
              <a:gd name="connsiteY619" fmla="*/ 2879208 h 3072384"/>
              <a:gd name="connsiteX620" fmla="*/ 2448846 w 5185631"/>
              <a:gd name="connsiteY620" fmla="*/ 2855430 h 3072384"/>
              <a:gd name="connsiteX621" fmla="*/ 2224496 w 5185631"/>
              <a:gd name="connsiteY621" fmla="*/ 2855430 h 3072384"/>
              <a:gd name="connsiteX622" fmla="*/ 2229243 w 5185631"/>
              <a:gd name="connsiteY622" fmla="*/ 2874483 h 3072384"/>
              <a:gd name="connsiteX623" fmla="*/ 2190958 w 5185631"/>
              <a:gd name="connsiteY623" fmla="*/ 2879208 h 3072384"/>
              <a:gd name="connsiteX624" fmla="*/ 2253133 w 5185631"/>
              <a:gd name="connsiteY624" fmla="*/ 2879208 h 3072384"/>
              <a:gd name="connsiteX625" fmla="*/ 2224496 w 5185631"/>
              <a:gd name="connsiteY625" fmla="*/ 2855430 h 3072384"/>
              <a:gd name="connsiteX626" fmla="*/ 3428696 w 5185631"/>
              <a:gd name="connsiteY626" fmla="*/ 2854783 h 3072384"/>
              <a:gd name="connsiteX627" fmla="*/ 3409036 w 5185631"/>
              <a:gd name="connsiteY627" fmla="*/ 2855431 h 3072384"/>
              <a:gd name="connsiteX628" fmla="*/ 3437673 w 5185631"/>
              <a:gd name="connsiteY628" fmla="*/ 2864881 h 3072384"/>
              <a:gd name="connsiteX629" fmla="*/ 3428696 w 5185631"/>
              <a:gd name="connsiteY629" fmla="*/ 2854783 h 3072384"/>
              <a:gd name="connsiteX630" fmla="*/ 1719976 w 5185631"/>
              <a:gd name="connsiteY630" fmla="*/ 2850933 h 3072384"/>
              <a:gd name="connsiteX631" fmla="*/ 1694171 w 5185631"/>
              <a:gd name="connsiteY631" fmla="*/ 2855277 h 3072384"/>
              <a:gd name="connsiteX632" fmla="*/ 1708567 w 5185631"/>
              <a:gd name="connsiteY632" fmla="*/ 2874330 h 3072384"/>
              <a:gd name="connsiteX633" fmla="*/ 1708567 w 5185631"/>
              <a:gd name="connsiteY633" fmla="*/ 2893383 h 3072384"/>
              <a:gd name="connsiteX634" fmla="*/ 1756193 w 5185631"/>
              <a:gd name="connsiteY634" fmla="*/ 2883781 h 3072384"/>
              <a:gd name="connsiteX635" fmla="*/ 1746698 w 5185631"/>
              <a:gd name="connsiteY635" fmla="*/ 2855277 h 3072384"/>
              <a:gd name="connsiteX636" fmla="*/ 1719976 w 5185631"/>
              <a:gd name="connsiteY636" fmla="*/ 2850933 h 3072384"/>
              <a:gd name="connsiteX637" fmla="*/ 1847005 w 5185631"/>
              <a:gd name="connsiteY637" fmla="*/ 2850706 h 3072384"/>
              <a:gd name="connsiteX638" fmla="*/ 1832610 w 5185631"/>
              <a:gd name="connsiteY638" fmla="*/ 2860156 h 3072384"/>
              <a:gd name="connsiteX639" fmla="*/ 1842105 w 5185631"/>
              <a:gd name="connsiteY639" fmla="*/ 2883934 h 3072384"/>
              <a:gd name="connsiteX640" fmla="*/ 1856500 w 5185631"/>
              <a:gd name="connsiteY640" fmla="*/ 2888659 h 3072384"/>
              <a:gd name="connsiteX641" fmla="*/ 1870895 w 5185631"/>
              <a:gd name="connsiteY641" fmla="*/ 2888659 h 3072384"/>
              <a:gd name="connsiteX642" fmla="*/ 1890038 w 5185631"/>
              <a:gd name="connsiteY642" fmla="*/ 2888659 h 3072384"/>
              <a:gd name="connsiteX643" fmla="*/ 1899532 w 5185631"/>
              <a:gd name="connsiteY643" fmla="*/ 2888659 h 3072384"/>
              <a:gd name="connsiteX644" fmla="*/ 1961707 w 5185631"/>
              <a:gd name="connsiteY644" fmla="*/ 2893384 h 3072384"/>
              <a:gd name="connsiteX645" fmla="*/ 1971049 w 5185631"/>
              <a:gd name="connsiteY645" fmla="*/ 2888354 h 3072384"/>
              <a:gd name="connsiteX646" fmla="*/ 1966301 w 5185631"/>
              <a:gd name="connsiteY646" fmla="*/ 2878904 h 3072384"/>
              <a:gd name="connsiteX647" fmla="*/ 1985444 w 5185631"/>
              <a:gd name="connsiteY647" fmla="*/ 2874179 h 3072384"/>
              <a:gd name="connsiteX648" fmla="*/ 1956806 w 5185631"/>
              <a:gd name="connsiteY648" fmla="*/ 2864729 h 3072384"/>
              <a:gd name="connsiteX649" fmla="*/ 1947312 w 5185631"/>
              <a:gd name="connsiteY649" fmla="*/ 2883781 h 3072384"/>
              <a:gd name="connsiteX650" fmla="*/ 1918675 w 5185631"/>
              <a:gd name="connsiteY650" fmla="*/ 2879056 h 3072384"/>
              <a:gd name="connsiteX651" fmla="*/ 1904279 w 5185631"/>
              <a:gd name="connsiteY651" fmla="*/ 2864729 h 3072384"/>
              <a:gd name="connsiteX652" fmla="*/ 1904279 w 5185631"/>
              <a:gd name="connsiteY652" fmla="*/ 2879056 h 3072384"/>
              <a:gd name="connsiteX653" fmla="*/ 1894785 w 5185631"/>
              <a:gd name="connsiteY653" fmla="*/ 2869606 h 3072384"/>
              <a:gd name="connsiteX654" fmla="*/ 1875642 w 5185631"/>
              <a:gd name="connsiteY654" fmla="*/ 2864881 h 3072384"/>
              <a:gd name="connsiteX655" fmla="*/ 1870895 w 5185631"/>
              <a:gd name="connsiteY655" fmla="*/ 2879209 h 3072384"/>
              <a:gd name="connsiteX656" fmla="*/ 1847005 w 5185631"/>
              <a:gd name="connsiteY656" fmla="*/ 2850706 h 3072384"/>
              <a:gd name="connsiteX657" fmla="*/ 3170137 w 5185631"/>
              <a:gd name="connsiteY657" fmla="*/ 2845980 h 3072384"/>
              <a:gd name="connsiteX658" fmla="*/ 3170137 w 5185631"/>
              <a:gd name="connsiteY658" fmla="*/ 2855430 h 3072384"/>
              <a:gd name="connsiteX659" fmla="*/ 3184532 w 5185631"/>
              <a:gd name="connsiteY659" fmla="*/ 2855430 h 3072384"/>
              <a:gd name="connsiteX660" fmla="*/ 3184532 w 5185631"/>
              <a:gd name="connsiteY660" fmla="*/ 2845980 h 3072384"/>
              <a:gd name="connsiteX661" fmla="*/ 3170137 w 5185631"/>
              <a:gd name="connsiteY661" fmla="*/ 2845980 h 3072384"/>
              <a:gd name="connsiteX662" fmla="*/ 2893107 w 5185631"/>
              <a:gd name="connsiteY662" fmla="*/ 2845980 h 3072384"/>
              <a:gd name="connsiteX663" fmla="*/ 2878712 w 5185631"/>
              <a:gd name="connsiteY663" fmla="*/ 2855430 h 3072384"/>
              <a:gd name="connsiteX664" fmla="*/ 2893107 w 5185631"/>
              <a:gd name="connsiteY664" fmla="*/ 2845980 h 3072384"/>
              <a:gd name="connsiteX665" fmla="*/ 0 w 5185631"/>
              <a:gd name="connsiteY665" fmla="*/ 0 h 3072384"/>
              <a:gd name="connsiteX666" fmla="*/ 5185631 w 5185631"/>
              <a:gd name="connsiteY666" fmla="*/ 0 h 3072384"/>
              <a:gd name="connsiteX667" fmla="*/ 5185631 w 5185631"/>
              <a:gd name="connsiteY667" fmla="*/ 3011451 h 3072384"/>
              <a:gd name="connsiteX668" fmla="*/ 5176504 w 5185631"/>
              <a:gd name="connsiteY668" fmla="*/ 3009988 h 3072384"/>
              <a:gd name="connsiteX669" fmla="*/ 5142890 w 5185631"/>
              <a:gd name="connsiteY669" fmla="*/ 3016847 h 3072384"/>
              <a:gd name="connsiteX670" fmla="*/ 5104605 w 5185631"/>
              <a:gd name="connsiteY670" fmla="*/ 3007397 h 3072384"/>
              <a:gd name="connsiteX671" fmla="*/ 5066320 w 5185631"/>
              <a:gd name="connsiteY671" fmla="*/ 3021724 h 3072384"/>
              <a:gd name="connsiteX672" fmla="*/ 5009045 w 5185631"/>
              <a:gd name="connsiteY672" fmla="*/ 3021724 h 3072384"/>
              <a:gd name="connsiteX673" fmla="*/ 5014099 w 5185631"/>
              <a:gd name="connsiteY673" fmla="*/ 3035899 h 3072384"/>
              <a:gd name="connsiteX674" fmla="*/ 5023594 w 5185631"/>
              <a:gd name="connsiteY674" fmla="*/ 3040625 h 3072384"/>
              <a:gd name="connsiteX675" fmla="*/ 5023594 w 5185631"/>
              <a:gd name="connsiteY675" fmla="*/ 3050075 h 3072384"/>
              <a:gd name="connsiteX676" fmla="*/ 5052231 w 5185631"/>
              <a:gd name="connsiteY676" fmla="*/ 3064403 h 3072384"/>
              <a:gd name="connsiteX677" fmla="*/ 5085615 w 5185631"/>
              <a:gd name="connsiteY677" fmla="*/ 3045351 h 3072384"/>
              <a:gd name="connsiteX678" fmla="*/ 5147637 w 5185631"/>
              <a:gd name="connsiteY678" fmla="*/ 3045351 h 3072384"/>
              <a:gd name="connsiteX679" fmla="*/ 5152384 w 5185631"/>
              <a:gd name="connsiteY679" fmla="*/ 3050075 h 3072384"/>
              <a:gd name="connsiteX680" fmla="*/ 5185631 w 5185631"/>
              <a:gd name="connsiteY680" fmla="*/ 3048334 h 3072384"/>
              <a:gd name="connsiteX681" fmla="*/ 5185631 w 5185631"/>
              <a:gd name="connsiteY681" fmla="*/ 3072384 h 3072384"/>
              <a:gd name="connsiteX682" fmla="*/ 5024730 w 5185631"/>
              <a:gd name="connsiteY682" fmla="*/ 3072384 h 3072384"/>
              <a:gd name="connsiteX683" fmla="*/ 5015956 w 5185631"/>
              <a:gd name="connsiteY683" fmla="*/ 3071090 h 3072384"/>
              <a:gd name="connsiteX684" fmla="*/ 4998479 w 5185631"/>
              <a:gd name="connsiteY684" fmla="*/ 3064707 h 3072384"/>
              <a:gd name="connsiteX685" fmla="*/ 4998479 w 5185631"/>
              <a:gd name="connsiteY685" fmla="*/ 3045655 h 3072384"/>
              <a:gd name="connsiteX686" fmla="*/ 4988984 w 5185631"/>
              <a:gd name="connsiteY686" fmla="*/ 3031327 h 3072384"/>
              <a:gd name="connsiteX687" fmla="*/ 4960347 w 5185631"/>
              <a:gd name="connsiteY687" fmla="*/ 3016999 h 3072384"/>
              <a:gd name="connsiteX688" fmla="*/ 4912567 w 5185631"/>
              <a:gd name="connsiteY688" fmla="*/ 3036051 h 3072384"/>
              <a:gd name="connsiteX689" fmla="*/ 4898172 w 5185631"/>
              <a:gd name="connsiteY689" fmla="*/ 3021724 h 3072384"/>
              <a:gd name="connsiteX690" fmla="*/ 4821755 w 5185631"/>
              <a:gd name="connsiteY690" fmla="*/ 3040777 h 3072384"/>
              <a:gd name="connsiteX691" fmla="*/ 4825239 w 5185631"/>
              <a:gd name="connsiteY691" fmla="*/ 3062517 h 3072384"/>
              <a:gd name="connsiteX692" fmla="*/ 4820277 w 5185631"/>
              <a:gd name="connsiteY692" fmla="*/ 3072384 h 3072384"/>
              <a:gd name="connsiteX693" fmla="*/ 4797333 w 5185631"/>
              <a:gd name="connsiteY693" fmla="*/ 3072384 h 3072384"/>
              <a:gd name="connsiteX694" fmla="*/ 4798289 w 5185631"/>
              <a:gd name="connsiteY694" fmla="*/ 3069804 h 3072384"/>
              <a:gd name="connsiteX695" fmla="*/ 4783623 w 5185631"/>
              <a:gd name="connsiteY695" fmla="*/ 3031479 h 3072384"/>
              <a:gd name="connsiteX696" fmla="*/ 4726349 w 5185631"/>
              <a:gd name="connsiteY696" fmla="*/ 3031479 h 3072384"/>
              <a:gd name="connsiteX697" fmla="*/ 4716854 w 5185631"/>
              <a:gd name="connsiteY697" fmla="*/ 3036203 h 3072384"/>
              <a:gd name="connsiteX698" fmla="*/ 4702459 w 5185631"/>
              <a:gd name="connsiteY698" fmla="*/ 3055257 h 3072384"/>
              <a:gd name="connsiteX699" fmla="*/ 4673822 w 5185631"/>
              <a:gd name="connsiteY699" fmla="*/ 3036203 h 3072384"/>
              <a:gd name="connsiteX700" fmla="*/ 4535230 w 5185631"/>
              <a:gd name="connsiteY700" fmla="*/ 3036203 h 3072384"/>
              <a:gd name="connsiteX701" fmla="*/ 4511340 w 5185631"/>
              <a:gd name="connsiteY701" fmla="*/ 3064707 h 3072384"/>
              <a:gd name="connsiteX702" fmla="*/ 4487450 w 5185631"/>
              <a:gd name="connsiteY702" fmla="*/ 3040931 h 3072384"/>
              <a:gd name="connsiteX703" fmla="*/ 4411033 w 5185631"/>
              <a:gd name="connsiteY703" fmla="*/ 3036203 h 3072384"/>
              <a:gd name="connsiteX704" fmla="*/ 4339363 w 5185631"/>
              <a:gd name="connsiteY704" fmla="*/ 3045655 h 3072384"/>
              <a:gd name="connsiteX705" fmla="*/ 4334616 w 5185631"/>
              <a:gd name="connsiteY705" fmla="*/ 3040931 h 3072384"/>
              <a:gd name="connsiteX706" fmla="*/ 4282089 w 5185631"/>
              <a:gd name="connsiteY706" fmla="*/ 3040931 h 3072384"/>
              <a:gd name="connsiteX707" fmla="*/ 4248704 w 5185631"/>
              <a:gd name="connsiteY707" fmla="*/ 3050379 h 3072384"/>
              <a:gd name="connsiteX708" fmla="*/ 4234309 w 5185631"/>
              <a:gd name="connsiteY708" fmla="*/ 3045655 h 3072384"/>
              <a:gd name="connsiteX709" fmla="*/ 4200925 w 5185631"/>
              <a:gd name="connsiteY709" fmla="*/ 3040931 h 3072384"/>
              <a:gd name="connsiteX710" fmla="*/ 4177035 w 5185631"/>
              <a:gd name="connsiteY710" fmla="*/ 3040931 h 3072384"/>
              <a:gd name="connsiteX711" fmla="*/ 4143650 w 5185631"/>
              <a:gd name="connsiteY711" fmla="*/ 3055257 h 3072384"/>
              <a:gd name="connsiteX712" fmla="*/ 4100618 w 5185631"/>
              <a:gd name="connsiteY712" fmla="*/ 3050531 h 3072384"/>
              <a:gd name="connsiteX713" fmla="*/ 4095870 w 5185631"/>
              <a:gd name="connsiteY713" fmla="*/ 3045807 h 3072384"/>
              <a:gd name="connsiteX714" fmla="*/ 4028948 w 5185631"/>
              <a:gd name="connsiteY714" fmla="*/ 3045807 h 3072384"/>
              <a:gd name="connsiteX715" fmla="*/ 3985916 w 5185631"/>
              <a:gd name="connsiteY715" fmla="*/ 3045807 h 3072384"/>
              <a:gd name="connsiteX716" fmla="*/ 3981168 w 5185631"/>
              <a:gd name="connsiteY716" fmla="*/ 3050531 h 3072384"/>
              <a:gd name="connsiteX717" fmla="*/ 3971674 w 5185631"/>
              <a:gd name="connsiteY717" fmla="*/ 3045807 h 3072384"/>
              <a:gd name="connsiteX718" fmla="*/ 3947784 w 5185631"/>
              <a:gd name="connsiteY718" fmla="*/ 3050531 h 3072384"/>
              <a:gd name="connsiteX719" fmla="*/ 3933389 w 5185631"/>
              <a:gd name="connsiteY719" fmla="*/ 3045807 h 3072384"/>
              <a:gd name="connsiteX720" fmla="*/ 3885609 w 5185631"/>
              <a:gd name="connsiteY720" fmla="*/ 3041083 h 3072384"/>
              <a:gd name="connsiteX721" fmla="*/ 3861719 w 5185631"/>
              <a:gd name="connsiteY721" fmla="*/ 3045807 h 3072384"/>
              <a:gd name="connsiteX722" fmla="*/ 3813939 w 5185631"/>
              <a:gd name="connsiteY722" fmla="*/ 3045807 h 3072384"/>
              <a:gd name="connsiteX723" fmla="*/ 3790049 w 5185631"/>
              <a:gd name="connsiteY723" fmla="*/ 3050531 h 3072384"/>
              <a:gd name="connsiteX724" fmla="*/ 3766159 w 5185631"/>
              <a:gd name="connsiteY724" fmla="*/ 3045807 h 3072384"/>
              <a:gd name="connsiteX725" fmla="*/ 3704138 w 5185631"/>
              <a:gd name="connsiteY725" fmla="*/ 3050531 h 3072384"/>
              <a:gd name="connsiteX726" fmla="*/ 3687383 w 5185631"/>
              <a:gd name="connsiteY726" fmla="*/ 3065966 h 3072384"/>
              <a:gd name="connsiteX727" fmla="*/ 3685547 w 5185631"/>
              <a:gd name="connsiteY727" fmla="*/ 3072384 h 3072384"/>
              <a:gd name="connsiteX728" fmla="*/ 3659731 w 5185631"/>
              <a:gd name="connsiteY728" fmla="*/ 3072384 h 3072384"/>
              <a:gd name="connsiteX729" fmla="*/ 3659153 w 5185631"/>
              <a:gd name="connsiteY729" fmla="*/ 3069584 h 3072384"/>
              <a:gd name="connsiteX730" fmla="*/ 3661105 w 5185631"/>
              <a:gd name="connsiteY730" fmla="*/ 3064707 h 3072384"/>
              <a:gd name="connsiteX731" fmla="*/ 3684995 w 5185631"/>
              <a:gd name="connsiteY731" fmla="*/ 3055257 h 3072384"/>
              <a:gd name="connsiteX732" fmla="*/ 3599083 w 5185631"/>
              <a:gd name="connsiteY732" fmla="*/ 3045807 h 3072384"/>
              <a:gd name="connsiteX733" fmla="*/ 3589589 w 5185631"/>
              <a:gd name="connsiteY733" fmla="*/ 3050531 h 3072384"/>
              <a:gd name="connsiteX734" fmla="*/ 3575193 w 5185631"/>
              <a:gd name="connsiteY734" fmla="*/ 3069585 h 3072384"/>
              <a:gd name="connsiteX735" fmla="*/ 3575710 w 5185631"/>
              <a:gd name="connsiteY735" fmla="*/ 3072384 h 3072384"/>
              <a:gd name="connsiteX736" fmla="*/ 3568241 w 5185631"/>
              <a:gd name="connsiteY736" fmla="*/ 3072384 h 3072384"/>
              <a:gd name="connsiteX737" fmla="*/ 3569446 w 5185631"/>
              <a:gd name="connsiteY737" fmla="*/ 3071384 h 3072384"/>
              <a:gd name="connsiteX738" fmla="*/ 3570140 w 5185631"/>
              <a:gd name="connsiteY738" fmla="*/ 3055411 h 3072384"/>
              <a:gd name="connsiteX739" fmla="*/ 3527107 w 5185631"/>
              <a:gd name="connsiteY739" fmla="*/ 3060135 h 3072384"/>
              <a:gd name="connsiteX740" fmla="*/ 3507965 w 5185631"/>
              <a:gd name="connsiteY740" fmla="*/ 3055411 h 3072384"/>
              <a:gd name="connsiteX741" fmla="*/ 3469833 w 5185631"/>
              <a:gd name="connsiteY741" fmla="*/ 3064859 h 3072384"/>
              <a:gd name="connsiteX742" fmla="*/ 3445943 w 5185631"/>
              <a:gd name="connsiteY742" fmla="*/ 3055411 h 3072384"/>
              <a:gd name="connsiteX743" fmla="*/ 3412559 w 5185631"/>
              <a:gd name="connsiteY743" fmla="*/ 3060135 h 3072384"/>
              <a:gd name="connsiteX744" fmla="*/ 3388668 w 5185631"/>
              <a:gd name="connsiteY744" fmla="*/ 3069585 h 3072384"/>
              <a:gd name="connsiteX745" fmla="*/ 3383921 w 5185631"/>
              <a:gd name="connsiteY745" fmla="*/ 3060135 h 3072384"/>
              <a:gd name="connsiteX746" fmla="*/ 3355284 w 5185631"/>
              <a:gd name="connsiteY746" fmla="*/ 3060135 h 3072384"/>
              <a:gd name="connsiteX747" fmla="*/ 3348641 w 5185631"/>
              <a:gd name="connsiteY747" fmla="*/ 3070214 h 3072384"/>
              <a:gd name="connsiteX748" fmla="*/ 3342258 w 5185631"/>
              <a:gd name="connsiteY748" fmla="*/ 3072384 h 3072384"/>
              <a:gd name="connsiteX749" fmla="*/ 3333692 w 5185631"/>
              <a:gd name="connsiteY749" fmla="*/ 3072384 h 3072384"/>
              <a:gd name="connsiteX750" fmla="*/ 3331069 w 5185631"/>
              <a:gd name="connsiteY750" fmla="*/ 3070157 h 3072384"/>
              <a:gd name="connsiteX751" fmla="*/ 3321746 w 5185631"/>
              <a:gd name="connsiteY751" fmla="*/ 3069739 h 3072384"/>
              <a:gd name="connsiteX752" fmla="*/ 3307351 w 5185631"/>
              <a:gd name="connsiteY752" fmla="*/ 3060287 h 3072384"/>
              <a:gd name="connsiteX753" fmla="*/ 3254824 w 5185631"/>
              <a:gd name="connsiteY753" fmla="*/ 3065011 h 3072384"/>
              <a:gd name="connsiteX754" fmla="*/ 3216539 w 5185631"/>
              <a:gd name="connsiteY754" fmla="*/ 3069739 h 3072384"/>
              <a:gd name="connsiteX755" fmla="*/ 3197396 w 5185631"/>
              <a:gd name="connsiteY755" fmla="*/ 3060287 h 3072384"/>
              <a:gd name="connsiteX756" fmla="*/ 3159111 w 5185631"/>
              <a:gd name="connsiteY756" fmla="*/ 3065011 h 3072384"/>
              <a:gd name="connsiteX757" fmla="*/ 3144716 w 5185631"/>
              <a:gd name="connsiteY757" fmla="*/ 3069739 h 3072384"/>
              <a:gd name="connsiteX758" fmla="*/ 3130321 w 5185631"/>
              <a:gd name="connsiteY758" fmla="*/ 3069739 h 3072384"/>
              <a:gd name="connsiteX759" fmla="*/ 3120826 w 5185631"/>
              <a:gd name="connsiteY759" fmla="*/ 3069739 h 3072384"/>
              <a:gd name="connsiteX760" fmla="*/ 3082694 w 5185631"/>
              <a:gd name="connsiteY760" fmla="*/ 3060287 h 3072384"/>
              <a:gd name="connsiteX761" fmla="*/ 3054057 w 5185631"/>
              <a:gd name="connsiteY761" fmla="*/ 3060287 h 3072384"/>
              <a:gd name="connsiteX762" fmla="*/ 3048066 w 5185631"/>
              <a:gd name="connsiteY762" fmla="*/ 3071072 h 3072384"/>
              <a:gd name="connsiteX763" fmla="*/ 3047651 w 5185631"/>
              <a:gd name="connsiteY763" fmla="*/ 3072384 h 3072384"/>
              <a:gd name="connsiteX764" fmla="*/ 3034308 w 5185631"/>
              <a:gd name="connsiteY764" fmla="*/ 3072384 h 3072384"/>
              <a:gd name="connsiteX765" fmla="*/ 3032387 w 5185631"/>
              <a:gd name="connsiteY765" fmla="*/ 3069890 h 3072384"/>
              <a:gd name="connsiteX766" fmla="*/ 3020519 w 5185631"/>
              <a:gd name="connsiteY766" fmla="*/ 3065011 h 3072384"/>
              <a:gd name="connsiteX767" fmla="*/ 3015772 w 5185631"/>
              <a:gd name="connsiteY767" fmla="*/ 3060287 h 3072384"/>
              <a:gd name="connsiteX768" fmla="*/ 2929860 w 5185631"/>
              <a:gd name="connsiteY768" fmla="*/ 3069739 h 3072384"/>
              <a:gd name="connsiteX769" fmla="*/ 2886828 w 5185631"/>
              <a:gd name="connsiteY769" fmla="*/ 3069739 h 3072384"/>
              <a:gd name="connsiteX770" fmla="*/ 2862938 w 5185631"/>
              <a:gd name="connsiteY770" fmla="*/ 3060287 h 3072384"/>
              <a:gd name="connsiteX771" fmla="*/ 2861196 w 5185631"/>
              <a:gd name="connsiteY771" fmla="*/ 3070442 h 3072384"/>
              <a:gd name="connsiteX772" fmla="*/ 2861888 w 5185631"/>
              <a:gd name="connsiteY772" fmla="*/ 3072384 h 3072384"/>
              <a:gd name="connsiteX773" fmla="*/ 2845026 w 5185631"/>
              <a:gd name="connsiteY773" fmla="*/ 3072384 h 3072384"/>
              <a:gd name="connsiteX774" fmla="*/ 2827429 w 5185631"/>
              <a:gd name="connsiteY774" fmla="*/ 3063088 h 3072384"/>
              <a:gd name="connsiteX775" fmla="*/ 2800916 w 5185631"/>
              <a:gd name="connsiteY775" fmla="*/ 3065011 h 3072384"/>
              <a:gd name="connsiteX776" fmla="*/ 2796169 w 5185631"/>
              <a:gd name="connsiteY776" fmla="*/ 3060287 h 3072384"/>
              <a:gd name="connsiteX777" fmla="*/ 2777026 w 5185631"/>
              <a:gd name="connsiteY777" fmla="*/ 3069739 h 3072384"/>
              <a:gd name="connsiteX778" fmla="*/ 2757999 w 5185631"/>
              <a:gd name="connsiteY778" fmla="*/ 3071587 h 3072384"/>
              <a:gd name="connsiteX779" fmla="*/ 2752660 w 5185631"/>
              <a:gd name="connsiteY779" fmla="*/ 3072384 h 3072384"/>
              <a:gd name="connsiteX780" fmla="*/ 2735881 w 5185631"/>
              <a:gd name="connsiteY780" fmla="*/ 3072384 h 3072384"/>
              <a:gd name="connsiteX781" fmla="*/ 2729093 w 5185631"/>
              <a:gd name="connsiteY781" fmla="*/ 3067451 h 3072384"/>
              <a:gd name="connsiteX782" fmla="*/ 2714851 w 5185631"/>
              <a:gd name="connsiteY782" fmla="*/ 3065011 h 3072384"/>
              <a:gd name="connsiteX783" fmla="*/ 2697298 w 5185631"/>
              <a:gd name="connsiteY783" fmla="*/ 3068823 h 3072384"/>
              <a:gd name="connsiteX784" fmla="*/ 2687302 w 5185631"/>
              <a:gd name="connsiteY784" fmla="*/ 3072384 h 3072384"/>
              <a:gd name="connsiteX785" fmla="*/ 2677370 w 5185631"/>
              <a:gd name="connsiteY785" fmla="*/ 3072384 h 3072384"/>
              <a:gd name="connsiteX786" fmla="*/ 2658898 w 5185631"/>
              <a:gd name="connsiteY786" fmla="*/ 3063012 h 3072384"/>
              <a:gd name="connsiteX787" fmla="*/ 2633687 w 5185631"/>
              <a:gd name="connsiteY787" fmla="*/ 3060135 h 3072384"/>
              <a:gd name="connsiteX788" fmla="*/ 2609797 w 5185631"/>
              <a:gd name="connsiteY788" fmla="*/ 3066899 h 3072384"/>
              <a:gd name="connsiteX789" fmla="*/ 2592473 w 5185631"/>
              <a:gd name="connsiteY789" fmla="*/ 3072384 h 3072384"/>
              <a:gd name="connsiteX790" fmla="*/ 2562587 w 5185631"/>
              <a:gd name="connsiteY790" fmla="*/ 3072384 h 3072384"/>
              <a:gd name="connsiteX791" fmla="*/ 2553423 w 5185631"/>
              <a:gd name="connsiteY791" fmla="*/ 3071567 h 3072384"/>
              <a:gd name="connsiteX792" fmla="*/ 2528633 w 5185631"/>
              <a:gd name="connsiteY792" fmla="*/ 3065011 h 3072384"/>
              <a:gd name="connsiteX793" fmla="*/ 2495248 w 5185631"/>
              <a:gd name="connsiteY793" fmla="*/ 3065011 h 3072384"/>
              <a:gd name="connsiteX794" fmla="*/ 2471358 w 5185631"/>
              <a:gd name="connsiteY794" fmla="*/ 3065011 h 3072384"/>
              <a:gd name="connsiteX795" fmla="*/ 2399689 w 5185631"/>
              <a:gd name="connsiteY795" fmla="*/ 3065011 h 3072384"/>
              <a:gd name="connsiteX796" fmla="*/ 2390194 w 5185631"/>
              <a:gd name="connsiteY796" fmla="*/ 3065011 h 3072384"/>
              <a:gd name="connsiteX797" fmla="*/ 2394941 w 5185631"/>
              <a:gd name="connsiteY797" fmla="*/ 3050685 h 3072384"/>
              <a:gd name="connsiteX798" fmla="*/ 2356656 w 5185631"/>
              <a:gd name="connsiteY798" fmla="*/ 3069739 h 3072384"/>
              <a:gd name="connsiteX799" fmla="*/ 2341596 w 5185631"/>
              <a:gd name="connsiteY799" fmla="*/ 3072384 h 3072384"/>
              <a:gd name="connsiteX800" fmla="*/ 2297773 w 5185631"/>
              <a:gd name="connsiteY800" fmla="*/ 3072384 h 3072384"/>
              <a:gd name="connsiteX801" fmla="*/ 2280239 w 5185631"/>
              <a:gd name="connsiteY801" fmla="*/ 3064859 h 3072384"/>
              <a:gd name="connsiteX802" fmla="*/ 2256350 w 5185631"/>
              <a:gd name="connsiteY802" fmla="*/ 3069585 h 3072384"/>
              <a:gd name="connsiteX803" fmla="*/ 2237207 w 5185631"/>
              <a:gd name="connsiteY803" fmla="*/ 3064859 h 3072384"/>
              <a:gd name="connsiteX804" fmla="*/ 2191342 w 5185631"/>
              <a:gd name="connsiteY804" fmla="*/ 3067700 h 3072384"/>
              <a:gd name="connsiteX805" fmla="*/ 2166332 w 5185631"/>
              <a:gd name="connsiteY805" fmla="*/ 3072384 h 3072384"/>
              <a:gd name="connsiteX806" fmla="*/ 2154560 w 5185631"/>
              <a:gd name="connsiteY806" fmla="*/ 3072384 h 3072384"/>
              <a:gd name="connsiteX807" fmla="*/ 2148769 w 5185631"/>
              <a:gd name="connsiteY807" fmla="*/ 3064860 h 3072384"/>
              <a:gd name="connsiteX808" fmla="*/ 2136900 w 5185631"/>
              <a:gd name="connsiteY808" fmla="*/ 3059983 h 3072384"/>
              <a:gd name="connsiteX809" fmla="*/ 2117758 w 5185631"/>
              <a:gd name="connsiteY809" fmla="*/ 3069433 h 3072384"/>
              <a:gd name="connsiteX810" fmla="*/ 2110417 w 5185631"/>
              <a:gd name="connsiteY810" fmla="*/ 3069237 h 3072384"/>
              <a:gd name="connsiteX811" fmla="*/ 2108990 w 5185631"/>
              <a:gd name="connsiteY811" fmla="*/ 3072384 h 3072384"/>
              <a:gd name="connsiteX812" fmla="*/ 2081465 w 5185631"/>
              <a:gd name="connsiteY812" fmla="*/ 3072384 h 3072384"/>
              <a:gd name="connsiteX813" fmla="*/ 2074381 w 5185631"/>
              <a:gd name="connsiteY813" fmla="*/ 3069700 h 3072384"/>
              <a:gd name="connsiteX814" fmla="*/ 2050835 w 5185631"/>
              <a:gd name="connsiteY814" fmla="*/ 3059831 h 3072384"/>
              <a:gd name="connsiteX815" fmla="*/ 2027405 w 5185631"/>
              <a:gd name="connsiteY815" fmla="*/ 3067509 h 3072384"/>
              <a:gd name="connsiteX816" fmla="*/ 2009555 w 5185631"/>
              <a:gd name="connsiteY816" fmla="*/ 3072384 h 3072384"/>
              <a:gd name="connsiteX817" fmla="*/ 2003580 w 5185631"/>
              <a:gd name="connsiteY817" fmla="*/ 3072384 h 3072384"/>
              <a:gd name="connsiteX818" fmla="*/ 2006425 w 5185631"/>
              <a:gd name="connsiteY818" fmla="*/ 3062764 h 3072384"/>
              <a:gd name="connsiteX819" fmla="*/ 1998308 w 5185631"/>
              <a:gd name="connsiteY819" fmla="*/ 3059831 h 3072384"/>
              <a:gd name="connsiteX820" fmla="*/ 1957956 w 5185631"/>
              <a:gd name="connsiteY820" fmla="*/ 3069509 h 3072384"/>
              <a:gd name="connsiteX821" fmla="*/ 1932723 w 5185631"/>
              <a:gd name="connsiteY821" fmla="*/ 3072384 h 3072384"/>
              <a:gd name="connsiteX822" fmla="*/ 1903028 w 5185631"/>
              <a:gd name="connsiteY822" fmla="*/ 3072384 h 3072384"/>
              <a:gd name="connsiteX823" fmla="*/ 1900318 w 5185631"/>
              <a:gd name="connsiteY823" fmla="*/ 3072043 h 3072384"/>
              <a:gd name="connsiteX824" fmla="*/ 1899180 w 5185631"/>
              <a:gd name="connsiteY824" fmla="*/ 3072384 h 3072384"/>
              <a:gd name="connsiteX825" fmla="*/ 1725443 w 5185631"/>
              <a:gd name="connsiteY825" fmla="*/ 3072384 h 3072384"/>
              <a:gd name="connsiteX826" fmla="*/ 1724187 w 5185631"/>
              <a:gd name="connsiteY826" fmla="*/ 3071586 h 3072384"/>
              <a:gd name="connsiteX827" fmla="*/ 1711783 w 5185631"/>
              <a:gd name="connsiteY827" fmla="*/ 3069433 h 3072384"/>
              <a:gd name="connsiteX828" fmla="*/ 1702782 w 5185631"/>
              <a:gd name="connsiteY828" fmla="*/ 3072384 h 3072384"/>
              <a:gd name="connsiteX829" fmla="*/ 294988 w 5185631"/>
              <a:gd name="connsiteY829" fmla="*/ 3072384 h 3072384"/>
              <a:gd name="connsiteX830" fmla="*/ 295408 w 5185631"/>
              <a:gd name="connsiteY830" fmla="*/ 3071262 h 3072384"/>
              <a:gd name="connsiteX831" fmla="*/ 288037 w 5185631"/>
              <a:gd name="connsiteY831" fmla="*/ 3068823 h 3072384"/>
              <a:gd name="connsiteX832" fmla="*/ 283742 w 5185631"/>
              <a:gd name="connsiteY832" fmla="*/ 3072384 h 3072384"/>
              <a:gd name="connsiteX833" fmla="*/ 276030 w 5185631"/>
              <a:gd name="connsiteY833" fmla="*/ 3072384 h 3072384"/>
              <a:gd name="connsiteX834" fmla="*/ 274217 w 5185631"/>
              <a:gd name="connsiteY834" fmla="*/ 3068136 h 3072384"/>
              <a:gd name="connsiteX835" fmla="*/ 264148 w 5185631"/>
              <a:gd name="connsiteY835" fmla="*/ 3063945 h 3072384"/>
              <a:gd name="connsiteX836" fmla="*/ 261927 w 5185631"/>
              <a:gd name="connsiteY836" fmla="*/ 3071167 h 3072384"/>
              <a:gd name="connsiteX837" fmla="*/ 261887 w 5185631"/>
              <a:gd name="connsiteY837" fmla="*/ 3072384 h 3072384"/>
              <a:gd name="connsiteX838" fmla="*/ 0 w 5185631"/>
              <a:gd name="connsiteY838" fmla="*/ 3072384 h 3072384"/>
              <a:gd name="connsiteX839" fmla="*/ 0 w 5185631"/>
              <a:gd name="connsiteY839" fmla="*/ 3065794 h 3072384"/>
              <a:gd name="connsiteX840" fmla="*/ 1569 w 5185631"/>
              <a:gd name="connsiteY840" fmla="*/ 3066879 h 3072384"/>
              <a:gd name="connsiteX841" fmla="*/ 2737 w 5185631"/>
              <a:gd name="connsiteY841" fmla="*/ 3069127 h 3072384"/>
              <a:gd name="connsiteX842" fmla="*/ 31374 w 5185631"/>
              <a:gd name="connsiteY842" fmla="*/ 3064403 h 3072384"/>
              <a:gd name="connsiteX843" fmla="*/ 50517 w 5185631"/>
              <a:gd name="connsiteY843" fmla="*/ 3069127 h 3072384"/>
              <a:gd name="connsiteX844" fmla="*/ 69659 w 5185631"/>
              <a:gd name="connsiteY844" fmla="*/ 3064403 h 3072384"/>
              <a:gd name="connsiteX845" fmla="*/ 84055 w 5185631"/>
              <a:gd name="connsiteY845" fmla="*/ 3069127 h 3072384"/>
              <a:gd name="connsiteX846" fmla="*/ 103197 w 5185631"/>
              <a:gd name="connsiteY846" fmla="*/ 3064403 h 3072384"/>
              <a:gd name="connsiteX847" fmla="*/ 117592 w 5185631"/>
              <a:gd name="connsiteY847" fmla="*/ 3069127 h 3072384"/>
              <a:gd name="connsiteX848" fmla="*/ 131987 w 5185631"/>
              <a:gd name="connsiteY848" fmla="*/ 3069127 h 3072384"/>
              <a:gd name="connsiteX849" fmla="*/ 155877 w 5185631"/>
              <a:gd name="connsiteY849" fmla="*/ 3064403 h 3072384"/>
              <a:gd name="connsiteX850" fmla="*/ 108097 w 5185631"/>
              <a:gd name="connsiteY850" fmla="*/ 3054951 h 3072384"/>
              <a:gd name="connsiteX851" fmla="*/ 74713 w 5185631"/>
              <a:gd name="connsiteY851" fmla="*/ 3054951 h 3072384"/>
              <a:gd name="connsiteX852" fmla="*/ 55570 w 5185631"/>
              <a:gd name="connsiteY852" fmla="*/ 3050227 h 3072384"/>
              <a:gd name="connsiteX853" fmla="*/ 36428 w 5185631"/>
              <a:gd name="connsiteY853" fmla="*/ 3054951 h 3072384"/>
              <a:gd name="connsiteX854" fmla="*/ 7523 w 5185631"/>
              <a:gd name="connsiteY854" fmla="*/ 3050532 h 3072384"/>
              <a:gd name="connsiteX855" fmla="*/ 0 w 5185631"/>
              <a:gd name="connsiteY855" fmla="*/ 3050136 h 3072384"/>
              <a:gd name="connsiteX856" fmla="*/ 0 w 5185631"/>
              <a:gd name="connsiteY856" fmla="*/ 3042132 h 3072384"/>
              <a:gd name="connsiteX857" fmla="*/ 28676 w 5185631"/>
              <a:gd name="connsiteY857" fmla="*/ 3044817 h 3072384"/>
              <a:gd name="connsiteX858" fmla="*/ 74713 w 5185631"/>
              <a:gd name="connsiteY858" fmla="*/ 3045351 h 3072384"/>
              <a:gd name="connsiteX859" fmla="*/ 98603 w 5185631"/>
              <a:gd name="connsiteY859" fmla="*/ 3050075 h 3072384"/>
              <a:gd name="connsiteX860" fmla="*/ 127240 w 5185631"/>
              <a:gd name="connsiteY860" fmla="*/ 3045351 h 3072384"/>
              <a:gd name="connsiteX861" fmla="*/ 151130 w 5185631"/>
              <a:gd name="connsiteY861" fmla="*/ 3050075 h 3072384"/>
              <a:gd name="connsiteX862" fmla="*/ 346996 w 5185631"/>
              <a:gd name="connsiteY862" fmla="*/ 3045351 h 3072384"/>
              <a:gd name="connsiteX863" fmla="*/ 370886 w 5185631"/>
              <a:gd name="connsiteY863" fmla="*/ 3045351 h 3072384"/>
              <a:gd name="connsiteX864" fmla="*/ 380381 w 5185631"/>
              <a:gd name="connsiteY864" fmla="*/ 3054799 h 3072384"/>
              <a:gd name="connsiteX865" fmla="*/ 394776 w 5185631"/>
              <a:gd name="connsiteY865" fmla="*/ 3050075 h 3072384"/>
              <a:gd name="connsiteX866" fmla="*/ 409171 w 5185631"/>
              <a:gd name="connsiteY866" fmla="*/ 3054799 h 3072384"/>
              <a:gd name="connsiteX867" fmla="*/ 480841 w 5185631"/>
              <a:gd name="connsiteY867" fmla="*/ 3054799 h 3072384"/>
              <a:gd name="connsiteX868" fmla="*/ 499983 w 5185631"/>
              <a:gd name="connsiteY868" fmla="*/ 3050075 h 3072384"/>
              <a:gd name="connsiteX869" fmla="*/ 528621 w 5185631"/>
              <a:gd name="connsiteY869" fmla="*/ 3054799 h 3072384"/>
              <a:gd name="connsiteX870" fmla="*/ 571653 w 5185631"/>
              <a:gd name="connsiteY870" fmla="*/ 3050075 h 3072384"/>
              <a:gd name="connsiteX871" fmla="*/ 576401 w 5185631"/>
              <a:gd name="connsiteY871" fmla="*/ 3064403 h 3072384"/>
              <a:gd name="connsiteX872" fmla="*/ 590796 w 5185631"/>
              <a:gd name="connsiteY872" fmla="*/ 3059679 h 3072384"/>
              <a:gd name="connsiteX873" fmla="*/ 590796 w 5185631"/>
              <a:gd name="connsiteY873" fmla="*/ 3050227 h 3072384"/>
              <a:gd name="connsiteX874" fmla="*/ 643323 w 5185631"/>
              <a:gd name="connsiteY874" fmla="*/ 3050227 h 3072384"/>
              <a:gd name="connsiteX875" fmla="*/ 662465 w 5185631"/>
              <a:gd name="connsiteY875" fmla="*/ 3064555 h 3072384"/>
              <a:gd name="connsiteX876" fmla="*/ 801057 w 5185631"/>
              <a:gd name="connsiteY876" fmla="*/ 3069279 h 3072384"/>
              <a:gd name="connsiteX877" fmla="*/ 891870 w 5185631"/>
              <a:gd name="connsiteY877" fmla="*/ 3069279 h 3072384"/>
              <a:gd name="connsiteX878" fmla="*/ 911012 w 5185631"/>
              <a:gd name="connsiteY878" fmla="*/ 3059831 h 3072384"/>
              <a:gd name="connsiteX879" fmla="*/ 915759 w 5185631"/>
              <a:gd name="connsiteY879" fmla="*/ 3064555 h 3072384"/>
              <a:gd name="connsiteX880" fmla="*/ 968286 w 5185631"/>
              <a:gd name="connsiteY880" fmla="*/ 3064555 h 3072384"/>
              <a:gd name="connsiteX881" fmla="*/ 1006571 w 5185631"/>
              <a:gd name="connsiteY881" fmla="*/ 3064555 h 3072384"/>
              <a:gd name="connsiteX882" fmla="*/ 1035209 w 5185631"/>
              <a:gd name="connsiteY882" fmla="*/ 3064555 h 3072384"/>
              <a:gd name="connsiteX883" fmla="*/ 1044703 w 5185631"/>
              <a:gd name="connsiteY883" fmla="*/ 3069279 h 3072384"/>
              <a:gd name="connsiteX884" fmla="*/ 1078088 w 5185631"/>
              <a:gd name="connsiteY884" fmla="*/ 3064555 h 3072384"/>
              <a:gd name="connsiteX885" fmla="*/ 1149758 w 5185631"/>
              <a:gd name="connsiteY885" fmla="*/ 3064555 h 3072384"/>
              <a:gd name="connsiteX886" fmla="*/ 1121120 w 5185631"/>
              <a:gd name="connsiteY886" fmla="*/ 3045503 h 3072384"/>
              <a:gd name="connsiteX887" fmla="*/ 1192790 w 5185631"/>
              <a:gd name="connsiteY887" fmla="*/ 3045503 h 3072384"/>
              <a:gd name="connsiteX888" fmla="*/ 1211933 w 5185631"/>
              <a:gd name="connsiteY888" fmla="*/ 3045503 h 3072384"/>
              <a:gd name="connsiteX889" fmla="*/ 1192790 w 5185631"/>
              <a:gd name="connsiteY889" fmla="*/ 3059831 h 3072384"/>
              <a:gd name="connsiteX890" fmla="*/ 1235822 w 5185631"/>
              <a:gd name="connsiteY890" fmla="*/ 3069279 h 3072384"/>
              <a:gd name="connsiteX891" fmla="*/ 1245317 w 5185631"/>
              <a:gd name="connsiteY891" fmla="*/ 3045503 h 3072384"/>
              <a:gd name="connsiteX892" fmla="*/ 1273954 w 5185631"/>
              <a:gd name="connsiteY892" fmla="*/ 3045503 h 3072384"/>
              <a:gd name="connsiteX893" fmla="*/ 1254812 w 5185631"/>
              <a:gd name="connsiteY893" fmla="*/ 3064555 h 3072384"/>
              <a:gd name="connsiteX894" fmla="*/ 1278702 w 5185631"/>
              <a:gd name="connsiteY894" fmla="*/ 3069279 h 3072384"/>
              <a:gd name="connsiteX895" fmla="*/ 1326481 w 5185631"/>
              <a:gd name="connsiteY895" fmla="*/ 3064555 h 3072384"/>
              <a:gd name="connsiteX896" fmla="*/ 1350371 w 5185631"/>
              <a:gd name="connsiteY896" fmla="*/ 3069279 h 3072384"/>
              <a:gd name="connsiteX897" fmla="*/ 1364766 w 5185631"/>
              <a:gd name="connsiteY897" fmla="*/ 3064555 h 3072384"/>
              <a:gd name="connsiteX898" fmla="*/ 1369514 w 5185631"/>
              <a:gd name="connsiteY898" fmla="*/ 3069279 h 3072384"/>
              <a:gd name="connsiteX899" fmla="*/ 1402899 w 5185631"/>
              <a:gd name="connsiteY899" fmla="*/ 3064555 h 3072384"/>
              <a:gd name="connsiteX900" fmla="*/ 1450678 w 5185631"/>
              <a:gd name="connsiteY900" fmla="*/ 3064555 h 3072384"/>
              <a:gd name="connsiteX901" fmla="*/ 1426788 w 5185631"/>
              <a:gd name="connsiteY901" fmla="*/ 3055105 h 3072384"/>
              <a:gd name="connsiteX902" fmla="*/ 1422041 w 5185631"/>
              <a:gd name="connsiteY902" fmla="*/ 3050379 h 3072384"/>
              <a:gd name="connsiteX903" fmla="*/ 1402899 w 5185631"/>
              <a:gd name="connsiteY903" fmla="*/ 3055105 h 3072384"/>
              <a:gd name="connsiteX904" fmla="*/ 1383756 w 5185631"/>
              <a:gd name="connsiteY904" fmla="*/ 3050379 h 3072384"/>
              <a:gd name="connsiteX905" fmla="*/ 1364613 w 5185631"/>
              <a:gd name="connsiteY905" fmla="*/ 3055105 h 3072384"/>
              <a:gd name="connsiteX906" fmla="*/ 1326328 w 5185631"/>
              <a:gd name="connsiteY906" fmla="*/ 3055105 h 3072384"/>
              <a:gd name="connsiteX907" fmla="*/ 1292943 w 5185631"/>
              <a:gd name="connsiteY907" fmla="*/ 3050379 h 3072384"/>
              <a:gd name="connsiteX908" fmla="*/ 1331229 w 5185631"/>
              <a:gd name="connsiteY908" fmla="*/ 3045655 h 3072384"/>
              <a:gd name="connsiteX909" fmla="*/ 1355119 w 5185631"/>
              <a:gd name="connsiteY909" fmla="*/ 3045655 h 3072384"/>
              <a:gd name="connsiteX910" fmla="*/ 1374261 w 5185631"/>
              <a:gd name="connsiteY910" fmla="*/ 3045655 h 3072384"/>
              <a:gd name="connsiteX911" fmla="*/ 1402899 w 5185631"/>
              <a:gd name="connsiteY911" fmla="*/ 3045655 h 3072384"/>
              <a:gd name="connsiteX912" fmla="*/ 1422041 w 5185631"/>
              <a:gd name="connsiteY912" fmla="*/ 3026602 h 3072384"/>
              <a:gd name="connsiteX913" fmla="*/ 1474568 w 5185631"/>
              <a:gd name="connsiteY913" fmla="*/ 3031327 h 3072384"/>
              <a:gd name="connsiteX914" fmla="*/ 1455426 w 5185631"/>
              <a:gd name="connsiteY914" fmla="*/ 3040777 h 3072384"/>
              <a:gd name="connsiteX915" fmla="*/ 1479315 w 5185631"/>
              <a:gd name="connsiteY915" fmla="*/ 3040777 h 3072384"/>
              <a:gd name="connsiteX916" fmla="*/ 1493711 w 5185631"/>
              <a:gd name="connsiteY916" fmla="*/ 3026449 h 3072384"/>
              <a:gd name="connsiteX917" fmla="*/ 1541490 w 5185631"/>
              <a:gd name="connsiteY917" fmla="*/ 3021724 h 3072384"/>
              <a:gd name="connsiteX918" fmla="*/ 1550985 w 5185631"/>
              <a:gd name="connsiteY918" fmla="*/ 3036051 h 3072384"/>
              <a:gd name="connsiteX919" fmla="*/ 1608260 w 5185631"/>
              <a:gd name="connsiteY919" fmla="*/ 3036051 h 3072384"/>
              <a:gd name="connsiteX920" fmla="*/ 1556039 w 5185631"/>
              <a:gd name="connsiteY920" fmla="*/ 3054951 h 3072384"/>
              <a:gd name="connsiteX921" fmla="*/ 1723268 w 5185631"/>
              <a:gd name="connsiteY921" fmla="*/ 3050227 h 3072384"/>
              <a:gd name="connsiteX922" fmla="*/ 1742410 w 5185631"/>
              <a:gd name="connsiteY922" fmla="*/ 3040777 h 3072384"/>
              <a:gd name="connsiteX923" fmla="*/ 1704278 w 5185631"/>
              <a:gd name="connsiteY923" fmla="*/ 3031327 h 3072384"/>
              <a:gd name="connsiteX924" fmla="*/ 1752058 w 5185631"/>
              <a:gd name="connsiteY924" fmla="*/ 3036051 h 3072384"/>
              <a:gd name="connsiteX925" fmla="*/ 1771201 w 5185631"/>
              <a:gd name="connsiteY925" fmla="*/ 3021724 h 3072384"/>
              <a:gd name="connsiteX926" fmla="*/ 1771201 w 5185631"/>
              <a:gd name="connsiteY926" fmla="*/ 3050227 h 3072384"/>
              <a:gd name="connsiteX927" fmla="*/ 1814233 w 5185631"/>
              <a:gd name="connsiteY927" fmla="*/ 3050227 h 3072384"/>
              <a:gd name="connsiteX928" fmla="*/ 1790343 w 5185631"/>
              <a:gd name="connsiteY928" fmla="*/ 3035899 h 3072384"/>
              <a:gd name="connsiteX929" fmla="*/ 1866760 w 5185631"/>
              <a:gd name="connsiteY929" fmla="*/ 3031175 h 3072384"/>
              <a:gd name="connsiteX930" fmla="*/ 1871507 w 5185631"/>
              <a:gd name="connsiteY930" fmla="*/ 3035899 h 3072384"/>
              <a:gd name="connsiteX931" fmla="*/ 1895398 w 5185631"/>
              <a:gd name="connsiteY931" fmla="*/ 3031175 h 3072384"/>
              <a:gd name="connsiteX932" fmla="*/ 1933683 w 5185631"/>
              <a:gd name="connsiteY932" fmla="*/ 3031175 h 3072384"/>
              <a:gd name="connsiteX933" fmla="*/ 1967067 w 5185631"/>
              <a:gd name="connsiteY933" fmla="*/ 3035899 h 3072384"/>
              <a:gd name="connsiteX934" fmla="*/ 1957573 w 5185631"/>
              <a:gd name="connsiteY934" fmla="*/ 3045351 h 3072384"/>
              <a:gd name="connsiteX935" fmla="*/ 2000605 w 5185631"/>
              <a:gd name="connsiteY935" fmla="*/ 3045351 h 3072384"/>
              <a:gd name="connsiteX936" fmla="*/ 2000605 w 5185631"/>
              <a:gd name="connsiteY936" fmla="*/ 3031023 h 3072384"/>
              <a:gd name="connsiteX937" fmla="*/ 2033989 w 5185631"/>
              <a:gd name="connsiteY937" fmla="*/ 3021572 h 3072384"/>
              <a:gd name="connsiteX938" fmla="*/ 2043484 w 5185631"/>
              <a:gd name="connsiteY938" fmla="*/ 3026297 h 3072384"/>
              <a:gd name="connsiteX939" fmla="*/ 2148538 w 5185631"/>
              <a:gd name="connsiteY939" fmla="*/ 3026297 h 3072384"/>
              <a:gd name="connsiteX940" fmla="*/ 2162934 w 5185631"/>
              <a:gd name="connsiteY940" fmla="*/ 3021572 h 3072384"/>
              <a:gd name="connsiteX941" fmla="*/ 2210713 w 5185631"/>
              <a:gd name="connsiteY941" fmla="*/ 3012121 h 3072384"/>
              <a:gd name="connsiteX942" fmla="*/ 2153439 w 5185631"/>
              <a:gd name="connsiteY942" fmla="*/ 3007396 h 3072384"/>
              <a:gd name="connsiteX943" fmla="*/ 2186823 w 5185631"/>
              <a:gd name="connsiteY943" fmla="*/ 3002671 h 3072384"/>
              <a:gd name="connsiteX944" fmla="*/ 2220208 w 5185631"/>
              <a:gd name="connsiteY944" fmla="*/ 2993221 h 3072384"/>
              <a:gd name="connsiteX945" fmla="*/ 2124648 w 5185631"/>
              <a:gd name="connsiteY945" fmla="*/ 2993221 h 3072384"/>
              <a:gd name="connsiteX946" fmla="*/ 2129396 w 5185631"/>
              <a:gd name="connsiteY946" fmla="*/ 2974168 h 3072384"/>
              <a:gd name="connsiteX947" fmla="*/ 2086363 w 5185631"/>
              <a:gd name="connsiteY947" fmla="*/ 2988496 h 3072384"/>
              <a:gd name="connsiteX948" fmla="*/ 2095858 w 5185631"/>
              <a:gd name="connsiteY948" fmla="*/ 2993221 h 3072384"/>
              <a:gd name="connsiteX949" fmla="*/ 2081463 w 5185631"/>
              <a:gd name="connsiteY949" fmla="*/ 2997946 h 3072384"/>
              <a:gd name="connsiteX950" fmla="*/ 2071968 w 5185631"/>
              <a:gd name="connsiteY950" fmla="*/ 2974168 h 3072384"/>
              <a:gd name="connsiteX951" fmla="*/ 2019441 w 5185631"/>
              <a:gd name="connsiteY951" fmla="*/ 2974168 h 3072384"/>
              <a:gd name="connsiteX952" fmla="*/ 2005046 w 5185631"/>
              <a:gd name="connsiteY952" fmla="*/ 2993221 h 3072384"/>
              <a:gd name="connsiteX953" fmla="*/ 1985903 w 5185631"/>
              <a:gd name="connsiteY953" fmla="*/ 2974168 h 3072384"/>
              <a:gd name="connsiteX954" fmla="*/ 1962014 w 5185631"/>
              <a:gd name="connsiteY954" fmla="*/ 2983618 h 3072384"/>
              <a:gd name="connsiteX955" fmla="*/ 1938123 w 5185631"/>
              <a:gd name="connsiteY955" fmla="*/ 2974168 h 3072384"/>
              <a:gd name="connsiteX956" fmla="*/ 1895091 w 5185631"/>
              <a:gd name="connsiteY956" fmla="*/ 2983618 h 3072384"/>
              <a:gd name="connsiteX957" fmla="*/ 1833069 w 5185631"/>
              <a:gd name="connsiteY957" fmla="*/ 2983618 h 3072384"/>
              <a:gd name="connsiteX958" fmla="*/ 1785290 w 5185631"/>
              <a:gd name="connsiteY958" fmla="*/ 2978893 h 3072384"/>
              <a:gd name="connsiteX959" fmla="*/ 1761400 w 5185631"/>
              <a:gd name="connsiteY959" fmla="*/ 2983618 h 3072384"/>
              <a:gd name="connsiteX960" fmla="*/ 1756652 w 5185631"/>
              <a:gd name="connsiteY960" fmla="*/ 2978893 h 3072384"/>
              <a:gd name="connsiteX961" fmla="*/ 1689730 w 5185631"/>
              <a:gd name="connsiteY961" fmla="*/ 2978893 h 3072384"/>
              <a:gd name="connsiteX962" fmla="*/ 1670587 w 5185631"/>
              <a:gd name="connsiteY962" fmla="*/ 2983618 h 3072384"/>
              <a:gd name="connsiteX963" fmla="*/ 1656192 w 5185631"/>
              <a:gd name="connsiteY963" fmla="*/ 2978893 h 3072384"/>
              <a:gd name="connsiteX964" fmla="*/ 1651445 w 5185631"/>
              <a:gd name="connsiteY964" fmla="*/ 2983618 h 3072384"/>
              <a:gd name="connsiteX965" fmla="*/ 1565533 w 5185631"/>
              <a:gd name="connsiteY965" fmla="*/ 2983618 h 3072384"/>
              <a:gd name="connsiteX966" fmla="*/ 1551138 w 5185631"/>
              <a:gd name="connsiteY966" fmla="*/ 2988343 h 3072384"/>
              <a:gd name="connsiteX967" fmla="*/ 1465226 w 5185631"/>
              <a:gd name="connsiteY967" fmla="*/ 2988343 h 3072384"/>
              <a:gd name="connsiteX968" fmla="*/ 1460479 w 5185631"/>
              <a:gd name="connsiteY968" fmla="*/ 2993069 h 3072384"/>
              <a:gd name="connsiteX969" fmla="*/ 1450984 w 5185631"/>
              <a:gd name="connsiteY969" fmla="*/ 2988343 h 3072384"/>
              <a:gd name="connsiteX970" fmla="*/ 1431842 w 5185631"/>
              <a:gd name="connsiteY970" fmla="*/ 2993069 h 3072384"/>
              <a:gd name="connsiteX971" fmla="*/ 1412699 w 5185631"/>
              <a:gd name="connsiteY971" fmla="*/ 2993069 h 3072384"/>
              <a:gd name="connsiteX972" fmla="*/ 1374414 w 5185631"/>
              <a:gd name="connsiteY972" fmla="*/ 2993069 h 3072384"/>
              <a:gd name="connsiteX973" fmla="*/ 1360019 w 5185631"/>
              <a:gd name="connsiteY973" fmla="*/ 2997794 h 3072384"/>
              <a:gd name="connsiteX974" fmla="*/ 1340876 w 5185631"/>
              <a:gd name="connsiteY974" fmla="*/ 2993069 h 3072384"/>
              <a:gd name="connsiteX975" fmla="*/ 1321734 w 5185631"/>
              <a:gd name="connsiteY975" fmla="*/ 2997794 h 3072384"/>
              <a:gd name="connsiteX976" fmla="*/ 1302591 w 5185631"/>
              <a:gd name="connsiteY976" fmla="*/ 2993069 h 3072384"/>
              <a:gd name="connsiteX977" fmla="*/ 1250064 w 5185631"/>
              <a:gd name="connsiteY977" fmla="*/ 2983618 h 3072384"/>
              <a:gd name="connsiteX978" fmla="*/ 1273954 w 5185631"/>
              <a:gd name="connsiteY978" fmla="*/ 2978893 h 3072384"/>
              <a:gd name="connsiteX979" fmla="*/ 1245317 w 5185631"/>
              <a:gd name="connsiteY979" fmla="*/ 2978893 h 3072384"/>
              <a:gd name="connsiteX980" fmla="*/ 1221427 w 5185631"/>
              <a:gd name="connsiteY980" fmla="*/ 2993221 h 3072384"/>
              <a:gd name="connsiteX981" fmla="*/ 1178395 w 5185631"/>
              <a:gd name="connsiteY981" fmla="*/ 2993221 h 3072384"/>
              <a:gd name="connsiteX982" fmla="*/ 1164000 w 5185631"/>
              <a:gd name="connsiteY982" fmla="*/ 2993221 h 3072384"/>
              <a:gd name="connsiteX983" fmla="*/ 1120967 w 5185631"/>
              <a:gd name="connsiteY983" fmla="*/ 2983771 h 3072384"/>
              <a:gd name="connsiteX984" fmla="*/ 1178242 w 5185631"/>
              <a:gd name="connsiteY984" fmla="*/ 2945665 h 3072384"/>
              <a:gd name="connsiteX985" fmla="*/ 1162935 w 5185631"/>
              <a:gd name="connsiteY985" fmla="*/ 2944719 h 3072384"/>
              <a:gd name="connsiteX986" fmla="*/ 1139956 w 5185631"/>
              <a:gd name="connsiteY986" fmla="*/ 2964718 h 3072384"/>
              <a:gd name="connsiteX987" fmla="*/ 1111319 w 5185631"/>
              <a:gd name="connsiteY987" fmla="*/ 2974168 h 3072384"/>
              <a:gd name="connsiteX988" fmla="*/ 1092177 w 5185631"/>
              <a:gd name="connsiteY988" fmla="*/ 2997946 h 3072384"/>
              <a:gd name="connsiteX989" fmla="*/ 1068287 w 5185631"/>
              <a:gd name="connsiteY989" fmla="*/ 2997946 h 3072384"/>
              <a:gd name="connsiteX990" fmla="*/ 1039650 w 5185631"/>
              <a:gd name="connsiteY990" fmla="*/ 2997946 h 3072384"/>
              <a:gd name="connsiteX991" fmla="*/ 958485 w 5185631"/>
              <a:gd name="connsiteY991" fmla="*/ 2997946 h 3072384"/>
              <a:gd name="connsiteX992" fmla="*/ 939343 w 5185631"/>
              <a:gd name="connsiteY992" fmla="*/ 2993221 h 3072384"/>
              <a:gd name="connsiteX993" fmla="*/ 905958 w 5185631"/>
              <a:gd name="connsiteY993" fmla="*/ 2993221 h 3072384"/>
              <a:gd name="connsiteX994" fmla="*/ 963232 w 5185631"/>
              <a:gd name="connsiteY994" fmla="*/ 2978893 h 3072384"/>
              <a:gd name="connsiteX995" fmla="*/ 839036 w 5185631"/>
              <a:gd name="connsiteY995" fmla="*/ 2978893 h 3072384"/>
              <a:gd name="connsiteX996" fmla="*/ 862926 w 5185631"/>
              <a:gd name="connsiteY996" fmla="*/ 2997946 h 3072384"/>
              <a:gd name="connsiteX997" fmla="*/ 824641 w 5185631"/>
              <a:gd name="connsiteY997" fmla="*/ 2997946 h 3072384"/>
              <a:gd name="connsiteX998" fmla="*/ 805498 w 5185631"/>
              <a:gd name="connsiteY998" fmla="*/ 3002671 h 3072384"/>
              <a:gd name="connsiteX999" fmla="*/ 800751 w 5185631"/>
              <a:gd name="connsiteY999" fmla="*/ 2997946 h 3072384"/>
              <a:gd name="connsiteX1000" fmla="*/ 791256 w 5185631"/>
              <a:gd name="connsiteY1000" fmla="*/ 3002671 h 3072384"/>
              <a:gd name="connsiteX1001" fmla="*/ 700444 w 5185631"/>
              <a:gd name="connsiteY1001" fmla="*/ 3002671 h 3072384"/>
              <a:gd name="connsiteX1002" fmla="*/ 681302 w 5185631"/>
              <a:gd name="connsiteY1002" fmla="*/ 2993221 h 3072384"/>
              <a:gd name="connsiteX1003" fmla="*/ 657411 w 5185631"/>
              <a:gd name="connsiteY1003" fmla="*/ 3002671 h 3072384"/>
              <a:gd name="connsiteX1004" fmla="*/ 609632 w 5185631"/>
              <a:gd name="connsiteY1004" fmla="*/ 2993221 h 3072384"/>
              <a:gd name="connsiteX1005" fmla="*/ 595236 w 5185631"/>
              <a:gd name="connsiteY1005" fmla="*/ 2978893 h 3072384"/>
              <a:gd name="connsiteX1006" fmla="*/ 504424 w 5185631"/>
              <a:gd name="connsiteY1006" fmla="*/ 2978893 h 3072384"/>
              <a:gd name="connsiteX1007" fmla="*/ 480535 w 5185631"/>
              <a:gd name="connsiteY1007" fmla="*/ 2988343 h 3072384"/>
              <a:gd name="connsiteX1008" fmla="*/ 461392 w 5185631"/>
              <a:gd name="connsiteY1008" fmla="*/ 2978893 h 3072384"/>
              <a:gd name="connsiteX1009" fmla="*/ 456645 w 5185631"/>
              <a:gd name="connsiteY1009" fmla="*/ 2997946 h 3072384"/>
              <a:gd name="connsiteX1010" fmla="*/ 423260 w 5185631"/>
              <a:gd name="connsiteY1010" fmla="*/ 2997946 h 3072384"/>
              <a:gd name="connsiteX1011" fmla="*/ 423260 w 5185631"/>
              <a:gd name="connsiteY1011" fmla="*/ 2978893 h 3072384"/>
              <a:gd name="connsiteX1012" fmla="*/ 389875 w 5185631"/>
              <a:gd name="connsiteY1012" fmla="*/ 2978893 h 3072384"/>
              <a:gd name="connsiteX1013" fmla="*/ 394623 w 5185631"/>
              <a:gd name="connsiteY1013" fmla="*/ 2997946 h 3072384"/>
              <a:gd name="connsiteX1014" fmla="*/ 375481 w 5185631"/>
              <a:gd name="connsiteY1014" fmla="*/ 2997946 h 3072384"/>
              <a:gd name="connsiteX1015" fmla="*/ 370733 w 5185631"/>
              <a:gd name="connsiteY1015" fmla="*/ 2988496 h 3072384"/>
              <a:gd name="connsiteX1016" fmla="*/ 361238 w 5185631"/>
              <a:gd name="connsiteY1016" fmla="*/ 2988496 h 3072384"/>
              <a:gd name="connsiteX1017" fmla="*/ 351744 w 5185631"/>
              <a:gd name="connsiteY1017" fmla="*/ 2983771 h 3072384"/>
              <a:gd name="connsiteX1018" fmla="*/ 361238 w 5185631"/>
              <a:gd name="connsiteY1018" fmla="*/ 2998099 h 3072384"/>
              <a:gd name="connsiteX1019" fmla="*/ 265679 w 5185631"/>
              <a:gd name="connsiteY1019" fmla="*/ 3002824 h 3072384"/>
              <a:gd name="connsiteX1020" fmla="*/ 260931 w 5185631"/>
              <a:gd name="connsiteY1020" fmla="*/ 2979046 h 3072384"/>
              <a:gd name="connsiteX1021" fmla="*/ 251437 w 5185631"/>
              <a:gd name="connsiteY1021" fmla="*/ 2988496 h 3072384"/>
              <a:gd name="connsiteX1022" fmla="*/ 237042 w 5185631"/>
              <a:gd name="connsiteY1022" fmla="*/ 2997946 h 3072384"/>
              <a:gd name="connsiteX1023" fmla="*/ 198757 w 5185631"/>
              <a:gd name="connsiteY1023" fmla="*/ 2997946 h 3072384"/>
              <a:gd name="connsiteX1024" fmla="*/ 65065 w 5185631"/>
              <a:gd name="connsiteY1024" fmla="*/ 2997946 h 3072384"/>
              <a:gd name="connsiteX1025" fmla="*/ 45922 w 5185631"/>
              <a:gd name="connsiteY1025" fmla="*/ 2993221 h 3072384"/>
              <a:gd name="connsiteX1026" fmla="*/ 12538 w 5185631"/>
              <a:gd name="connsiteY1026" fmla="*/ 2997946 h 3072384"/>
              <a:gd name="connsiteX1027" fmla="*/ 0 w 5185631"/>
              <a:gd name="connsiteY1027" fmla="*/ 2997592 h 3072384"/>
              <a:gd name="connsiteX1028" fmla="*/ 0 w 5185631"/>
              <a:gd name="connsiteY1028" fmla="*/ 2985303 h 3072384"/>
              <a:gd name="connsiteX1029" fmla="*/ 27240 w 5185631"/>
              <a:gd name="connsiteY1029" fmla="*/ 2983771 h 3072384"/>
              <a:gd name="connsiteX1030" fmla="*/ 31987 w 5185631"/>
              <a:gd name="connsiteY1030" fmla="*/ 2979046 h 3072384"/>
              <a:gd name="connsiteX1031" fmla="*/ 3962 w 5185631"/>
              <a:gd name="connsiteY1031" fmla="*/ 2978398 h 3072384"/>
              <a:gd name="connsiteX1032" fmla="*/ 0 w 5185631"/>
              <a:gd name="connsiteY1032" fmla="*/ 2977581 h 3072384"/>
              <a:gd name="connsiteX1033" fmla="*/ 0 w 5185631"/>
              <a:gd name="connsiteY1033" fmla="*/ 2917567 h 3072384"/>
              <a:gd name="connsiteX1034" fmla="*/ 41673 w 5185631"/>
              <a:gd name="connsiteY1034" fmla="*/ 2921429 h 3072384"/>
              <a:gd name="connsiteX1035" fmla="*/ 80073 w 5185631"/>
              <a:gd name="connsiteY1035" fmla="*/ 2922191 h 3072384"/>
              <a:gd name="connsiteX1036" fmla="*/ 56183 w 5185631"/>
              <a:gd name="connsiteY1036" fmla="*/ 2917466 h 3072384"/>
              <a:gd name="connsiteX1037" fmla="*/ 41788 w 5185631"/>
              <a:gd name="connsiteY1037" fmla="*/ 2908016 h 3072384"/>
              <a:gd name="connsiteX1038" fmla="*/ 75172 w 5185631"/>
              <a:gd name="connsiteY1038" fmla="*/ 2908016 h 3072384"/>
              <a:gd name="connsiteX1039" fmla="*/ 156336 w 5185631"/>
              <a:gd name="connsiteY1039" fmla="*/ 2898566 h 3072384"/>
              <a:gd name="connsiteX1040" fmla="*/ 180227 w 5185631"/>
              <a:gd name="connsiteY1040" fmla="*/ 2908016 h 3072384"/>
              <a:gd name="connsiteX1041" fmla="*/ 199369 w 5185631"/>
              <a:gd name="connsiteY1041" fmla="*/ 2893688 h 3072384"/>
              <a:gd name="connsiteX1042" fmla="*/ 213764 w 5185631"/>
              <a:gd name="connsiteY1042" fmla="*/ 2908016 h 3072384"/>
              <a:gd name="connsiteX1043" fmla="*/ 242402 w 5185631"/>
              <a:gd name="connsiteY1043" fmla="*/ 2912741 h 3072384"/>
              <a:gd name="connsiteX1044" fmla="*/ 185127 w 5185631"/>
              <a:gd name="connsiteY1044" fmla="*/ 2917466 h 3072384"/>
              <a:gd name="connsiteX1045" fmla="*/ 132600 w 5185631"/>
              <a:gd name="connsiteY1045" fmla="*/ 2922191 h 3072384"/>
              <a:gd name="connsiteX1046" fmla="*/ 256797 w 5185631"/>
              <a:gd name="connsiteY1046" fmla="*/ 2926917 h 3072384"/>
              <a:gd name="connsiteX1047" fmla="*/ 285434 w 5185631"/>
              <a:gd name="connsiteY1047" fmla="*/ 2912589 h 3072384"/>
              <a:gd name="connsiteX1048" fmla="*/ 285434 w 5185631"/>
              <a:gd name="connsiteY1048" fmla="*/ 2898261 h 3072384"/>
              <a:gd name="connsiteX1049" fmla="*/ 304577 w 5185631"/>
              <a:gd name="connsiteY1049" fmla="*/ 2912589 h 3072384"/>
              <a:gd name="connsiteX1050" fmla="*/ 290181 w 5185631"/>
              <a:gd name="connsiteY1050" fmla="*/ 2922039 h 3072384"/>
              <a:gd name="connsiteX1051" fmla="*/ 352203 w 5185631"/>
              <a:gd name="connsiteY1051" fmla="*/ 2917314 h 3072384"/>
              <a:gd name="connsiteX1052" fmla="*/ 333060 w 5185631"/>
              <a:gd name="connsiteY1052" fmla="*/ 2907864 h 3072384"/>
              <a:gd name="connsiteX1053" fmla="*/ 337808 w 5185631"/>
              <a:gd name="connsiteY1053" fmla="*/ 2898413 h 3072384"/>
              <a:gd name="connsiteX1054" fmla="*/ 323413 w 5185631"/>
              <a:gd name="connsiteY1054" fmla="*/ 2893688 h 3072384"/>
              <a:gd name="connsiteX1055" fmla="*/ 318665 w 5185631"/>
              <a:gd name="connsiteY1055" fmla="*/ 2888963 h 3072384"/>
              <a:gd name="connsiteX1056" fmla="*/ 304270 w 5185631"/>
              <a:gd name="connsiteY1056" fmla="*/ 2888963 h 3072384"/>
              <a:gd name="connsiteX1057" fmla="*/ 289875 w 5185631"/>
              <a:gd name="connsiteY1057" fmla="*/ 2874635 h 3072384"/>
              <a:gd name="connsiteX1058" fmla="*/ 261238 w 5185631"/>
              <a:gd name="connsiteY1058" fmla="*/ 2884086 h 3072384"/>
              <a:gd name="connsiteX1059" fmla="*/ 218205 w 5185631"/>
              <a:gd name="connsiteY1059" fmla="*/ 2884086 h 3072384"/>
              <a:gd name="connsiteX1060" fmla="*/ 199063 w 5185631"/>
              <a:gd name="connsiteY1060" fmla="*/ 2884086 h 3072384"/>
              <a:gd name="connsiteX1061" fmla="*/ 184668 w 5185631"/>
              <a:gd name="connsiteY1061" fmla="*/ 2879360 h 3072384"/>
              <a:gd name="connsiteX1062" fmla="*/ 136888 w 5185631"/>
              <a:gd name="connsiteY1062" fmla="*/ 2888811 h 3072384"/>
              <a:gd name="connsiteX1063" fmla="*/ 122493 w 5185631"/>
              <a:gd name="connsiteY1063" fmla="*/ 2884086 h 3072384"/>
              <a:gd name="connsiteX1064" fmla="*/ 69966 w 5185631"/>
              <a:gd name="connsiteY1064" fmla="*/ 2884086 h 3072384"/>
              <a:gd name="connsiteX1065" fmla="*/ 55570 w 5185631"/>
              <a:gd name="connsiteY1065" fmla="*/ 2898413 h 3072384"/>
              <a:gd name="connsiteX1066" fmla="*/ 46076 w 5185631"/>
              <a:gd name="connsiteY1066" fmla="*/ 2884086 h 3072384"/>
              <a:gd name="connsiteX1067" fmla="*/ 36581 w 5185631"/>
              <a:gd name="connsiteY1067" fmla="*/ 2884086 h 3072384"/>
              <a:gd name="connsiteX1068" fmla="*/ 31834 w 5185631"/>
              <a:gd name="connsiteY1068" fmla="*/ 2893536 h 3072384"/>
              <a:gd name="connsiteX1069" fmla="*/ 7944 w 5185631"/>
              <a:gd name="connsiteY1069" fmla="*/ 2898261 h 3072384"/>
              <a:gd name="connsiteX1070" fmla="*/ 3196 w 5185631"/>
              <a:gd name="connsiteY1070" fmla="*/ 2883933 h 3072384"/>
              <a:gd name="connsiteX1071" fmla="*/ 0 w 5185631"/>
              <a:gd name="connsiteY1071" fmla="*/ 2883837 h 307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</a:cxnLst>
            <a:rect l="l" t="t" r="r" b="b"/>
            <a:pathLst>
              <a:path w="5185631" h="3072384">
                <a:moveTo>
                  <a:pt x="4993732" y="3069279"/>
                </a:moveTo>
                <a:lnTo>
                  <a:pt x="4993723" y="3072384"/>
                </a:lnTo>
                <a:lnTo>
                  <a:pt x="4989012" y="3072384"/>
                </a:lnTo>
                <a:close/>
                <a:moveTo>
                  <a:pt x="4917315" y="3064555"/>
                </a:moveTo>
                <a:cubicBezTo>
                  <a:pt x="4924972" y="3069127"/>
                  <a:pt x="4936151" y="3066231"/>
                  <a:pt x="4945952" y="3069279"/>
                </a:cubicBezTo>
                <a:lnTo>
                  <a:pt x="4950681" y="3072384"/>
                </a:lnTo>
                <a:lnTo>
                  <a:pt x="4908979" y="3072384"/>
                </a:lnTo>
                <a:lnTo>
                  <a:pt x="4911201" y="3066794"/>
                </a:lnTo>
                <a:cubicBezTo>
                  <a:pt x="4912376" y="3065193"/>
                  <a:pt x="4914176" y="3064212"/>
                  <a:pt x="4917315" y="3064555"/>
                </a:cubicBezTo>
                <a:close/>
                <a:moveTo>
                  <a:pt x="337255" y="3062519"/>
                </a:moveTo>
                <a:cubicBezTo>
                  <a:pt x="329912" y="3065041"/>
                  <a:pt x="342402" y="3077359"/>
                  <a:pt x="352050" y="3064555"/>
                </a:cubicBezTo>
                <a:cubicBezTo>
                  <a:pt x="344355" y="3061927"/>
                  <a:pt x="339703" y="3061679"/>
                  <a:pt x="337255" y="3062519"/>
                </a:cubicBezTo>
                <a:close/>
                <a:moveTo>
                  <a:pt x="510385" y="3060911"/>
                </a:moveTo>
                <a:cubicBezTo>
                  <a:pt x="504693" y="3062983"/>
                  <a:pt x="508367" y="3077701"/>
                  <a:pt x="519279" y="3064555"/>
                </a:cubicBezTo>
                <a:cubicBezTo>
                  <a:pt x="515221" y="3060935"/>
                  <a:pt x="512283" y="3060221"/>
                  <a:pt x="510385" y="3060911"/>
                </a:cubicBezTo>
                <a:close/>
                <a:moveTo>
                  <a:pt x="925427" y="3045713"/>
                </a:moveTo>
                <a:cubicBezTo>
                  <a:pt x="930576" y="3045237"/>
                  <a:pt x="936433" y="3047103"/>
                  <a:pt x="939496" y="3050379"/>
                </a:cubicBezTo>
                <a:cubicBezTo>
                  <a:pt x="940261" y="3060591"/>
                  <a:pt x="922498" y="3052515"/>
                  <a:pt x="915606" y="3055105"/>
                </a:cubicBezTo>
                <a:cubicBezTo>
                  <a:pt x="915836" y="3049009"/>
                  <a:pt x="920277" y="3046189"/>
                  <a:pt x="925427" y="3045713"/>
                </a:cubicBezTo>
                <a:close/>
                <a:moveTo>
                  <a:pt x="896464" y="3045503"/>
                </a:moveTo>
                <a:cubicBezTo>
                  <a:pt x="900445" y="3063639"/>
                  <a:pt x="873952" y="3051599"/>
                  <a:pt x="863079" y="3054951"/>
                </a:cubicBezTo>
                <a:cubicBezTo>
                  <a:pt x="868592" y="3046417"/>
                  <a:pt x="887888" y="3051295"/>
                  <a:pt x="896464" y="3045503"/>
                </a:cubicBezTo>
                <a:close/>
                <a:moveTo>
                  <a:pt x="4927415" y="3043467"/>
                </a:moveTo>
                <a:cubicBezTo>
                  <a:pt x="4929843" y="3042625"/>
                  <a:pt x="4934466" y="3042873"/>
                  <a:pt x="4942123" y="3045503"/>
                </a:cubicBezTo>
                <a:cubicBezTo>
                  <a:pt x="4932591" y="3058307"/>
                  <a:pt x="4920129" y="3045989"/>
                  <a:pt x="4927415" y="3043467"/>
                </a:cubicBezTo>
                <a:close/>
                <a:moveTo>
                  <a:pt x="1941761" y="3038911"/>
                </a:moveTo>
                <a:cubicBezTo>
                  <a:pt x="1937205" y="3039597"/>
                  <a:pt x="1932151" y="3041693"/>
                  <a:pt x="1928322" y="3045503"/>
                </a:cubicBezTo>
                <a:cubicBezTo>
                  <a:pt x="1934142" y="3054647"/>
                  <a:pt x="1952978" y="3041691"/>
                  <a:pt x="1952212" y="3040777"/>
                </a:cubicBezTo>
                <a:cubicBezTo>
                  <a:pt x="1950375" y="3038949"/>
                  <a:pt x="1946317" y="3038225"/>
                  <a:pt x="1941761" y="3038911"/>
                </a:cubicBezTo>
                <a:close/>
                <a:moveTo>
                  <a:pt x="2028476" y="3036051"/>
                </a:moveTo>
                <a:cubicBezTo>
                  <a:pt x="2020819" y="3049313"/>
                  <a:pt x="2049150" y="3049161"/>
                  <a:pt x="2047619" y="3040779"/>
                </a:cubicBezTo>
                <a:cubicBezTo>
                  <a:pt x="2038584" y="3041845"/>
                  <a:pt x="2037205" y="3035443"/>
                  <a:pt x="2028476" y="3036051"/>
                </a:cubicBezTo>
                <a:close/>
                <a:moveTo>
                  <a:pt x="3255628" y="3030775"/>
                </a:moveTo>
                <a:cubicBezTo>
                  <a:pt x="3250421" y="3030336"/>
                  <a:pt x="3246171" y="3030869"/>
                  <a:pt x="3246554" y="3036051"/>
                </a:cubicBezTo>
                <a:cubicBezTo>
                  <a:pt x="3251455" y="3036051"/>
                  <a:pt x="3256202" y="3036051"/>
                  <a:pt x="3260949" y="3036051"/>
                </a:cubicBezTo>
                <a:cubicBezTo>
                  <a:pt x="3264625" y="3034985"/>
                  <a:pt x="3270291" y="3035899"/>
                  <a:pt x="3270444" y="3031327"/>
                </a:cubicBezTo>
                <a:cubicBezTo>
                  <a:pt x="3266999" y="3032623"/>
                  <a:pt x="3260835" y="3031213"/>
                  <a:pt x="3255628" y="3030775"/>
                </a:cubicBezTo>
                <a:close/>
                <a:moveTo>
                  <a:pt x="405496" y="3028717"/>
                </a:moveTo>
                <a:cubicBezTo>
                  <a:pt x="416254" y="3029841"/>
                  <a:pt x="428314" y="3032623"/>
                  <a:pt x="442862" y="3031327"/>
                </a:cubicBezTo>
                <a:cubicBezTo>
                  <a:pt x="443015" y="3035899"/>
                  <a:pt x="448682" y="3034985"/>
                  <a:pt x="452357" y="3036051"/>
                </a:cubicBezTo>
                <a:cubicBezTo>
                  <a:pt x="439034" y="3057239"/>
                  <a:pt x="393092" y="3041235"/>
                  <a:pt x="375940" y="3036051"/>
                </a:cubicBezTo>
                <a:cubicBezTo>
                  <a:pt x="385282" y="3028126"/>
                  <a:pt x="394738" y="3027593"/>
                  <a:pt x="405496" y="3028717"/>
                </a:cubicBezTo>
                <a:close/>
                <a:moveTo>
                  <a:pt x="2937900" y="3026049"/>
                </a:moveTo>
                <a:cubicBezTo>
                  <a:pt x="2930205" y="3025535"/>
                  <a:pt x="2923505" y="3025992"/>
                  <a:pt x="2921744" y="3031327"/>
                </a:cubicBezTo>
                <a:cubicBezTo>
                  <a:pt x="2935833" y="3030565"/>
                  <a:pt x="2955435" y="3045045"/>
                  <a:pt x="2960029" y="3026602"/>
                </a:cubicBezTo>
                <a:cubicBezTo>
                  <a:pt x="2954286" y="3028050"/>
                  <a:pt x="2945595" y="3026564"/>
                  <a:pt x="2937900" y="3026049"/>
                </a:cubicBezTo>
                <a:close/>
                <a:moveTo>
                  <a:pt x="2981392" y="3025573"/>
                </a:moveTo>
                <a:cubicBezTo>
                  <a:pt x="2975458" y="3025002"/>
                  <a:pt x="2968759" y="3027136"/>
                  <a:pt x="2969524" y="3031327"/>
                </a:cubicBezTo>
                <a:cubicBezTo>
                  <a:pt x="2978559" y="3030260"/>
                  <a:pt x="2980091" y="3036663"/>
                  <a:pt x="2988666" y="3036051"/>
                </a:cubicBezTo>
                <a:cubicBezTo>
                  <a:pt x="2992495" y="3029421"/>
                  <a:pt x="2987327" y="3026144"/>
                  <a:pt x="2981392" y="3025573"/>
                </a:cubicBezTo>
                <a:close/>
                <a:moveTo>
                  <a:pt x="3208096" y="3025459"/>
                </a:moveTo>
                <a:cubicBezTo>
                  <a:pt x="3196477" y="3025420"/>
                  <a:pt x="3185757" y="3028126"/>
                  <a:pt x="3184532" y="3036051"/>
                </a:cubicBezTo>
                <a:cubicBezTo>
                  <a:pt x="3200612" y="3033003"/>
                  <a:pt x="3228943" y="3042149"/>
                  <a:pt x="3237059" y="3031327"/>
                </a:cubicBezTo>
                <a:cubicBezTo>
                  <a:pt x="3232235" y="3028279"/>
                  <a:pt x="3219716" y="3025497"/>
                  <a:pt x="3208096" y="3025459"/>
                </a:cubicBezTo>
                <a:close/>
                <a:moveTo>
                  <a:pt x="1054217" y="3025401"/>
                </a:moveTo>
                <a:cubicBezTo>
                  <a:pt x="1061204" y="3025763"/>
                  <a:pt x="1067368" y="3028888"/>
                  <a:pt x="1063692" y="3036051"/>
                </a:cubicBezTo>
                <a:cubicBezTo>
                  <a:pt x="1058180" y="3032089"/>
                  <a:pt x="1050829" y="3029803"/>
                  <a:pt x="1039803" y="3031327"/>
                </a:cubicBezTo>
                <a:cubicBezTo>
                  <a:pt x="1039420" y="3027440"/>
                  <a:pt x="1047230" y="3025039"/>
                  <a:pt x="1054217" y="3025401"/>
                </a:cubicBezTo>
                <a:close/>
                <a:moveTo>
                  <a:pt x="2883267" y="3021458"/>
                </a:moveTo>
                <a:cubicBezTo>
                  <a:pt x="2874232" y="3021991"/>
                  <a:pt x="2867685" y="3025001"/>
                  <a:pt x="2869216" y="3036051"/>
                </a:cubicBezTo>
                <a:cubicBezTo>
                  <a:pt x="2884530" y="3028431"/>
                  <a:pt x="2911024" y="3039405"/>
                  <a:pt x="2912249" y="3021724"/>
                </a:cubicBezTo>
                <a:cubicBezTo>
                  <a:pt x="2903826" y="3022868"/>
                  <a:pt x="2892302" y="3020924"/>
                  <a:pt x="2883267" y="3021458"/>
                </a:cubicBezTo>
                <a:close/>
                <a:moveTo>
                  <a:pt x="2369539" y="3021267"/>
                </a:moveTo>
                <a:cubicBezTo>
                  <a:pt x="2375607" y="3021724"/>
                  <a:pt x="2382690" y="3023173"/>
                  <a:pt x="2386977" y="3021877"/>
                </a:cubicBezTo>
                <a:cubicBezTo>
                  <a:pt x="2386212" y="3027364"/>
                  <a:pt x="2378248" y="3025840"/>
                  <a:pt x="2372582" y="3026602"/>
                </a:cubicBezTo>
                <a:cubicBezTo>
                  <a:pt x="2367682" y="3026602"/>
                  <a:pt x="2362934" y="3026602"/>
                  <a:pt x="2358187" y="3026602"/>
                </a:cubicBezTo>
                <a:cubicBezTo>
                  <a:pt x="2358417" y="3021343"/>
                  <a:pt x="2363471" y="3020810"/>
                  <a:pt x="2369539" y="3021267"/>
                </a:cubicBezTo>
                <a:close/>
                <a:moveTo>
                  <a:pt x="2828156" y="3021191"/>
                </a:moveTo>
                <a:cubicBezTo>
                  <a:pt x="2818068" y="3020620"/>
                  <a:pt x="2808956" y="3022639"/>
                  <a:pt x="2807195" y="3031327"/>
                </a:cubicBezTo>
                <a:cubicBezTo>
                  <a:pt x="2828175" y="3025078"/>
                  <a:pt x="2848237" y="3047027"/>
                  <a:pt x="2854975" y="3026602"/>
                </a:cubicBezTo>
                <a:cubicBezTo>
                  <a:pt x="2849309" y="3024926"/>
                  <a:pt x="2838245" y="3021763"/>
                  <a:pt x="2828156" y="3021191"/>
                </a:cubicBezTo>
                <a:close/>
                <a:moveTo>
                  <a:pt x="1665534" y="3016999"/>
                </a:moveTo>
                <a:cubicBezTo>
                  <a:pt x="1678704" y="3015018"/>
                  <a:pt x="1669975" y="3034831"/>
                  <a:pt x="1679929" y="3036051"/>
                </a:cubicBezTo>
                <a:cubicBezTo>
                  <a:pt x="1674875" y="3046875"/>
                  <a:pt x="1649914" y="3037881"/>
                  <a:pt x="1636897" y="3040777"/>
                </a:cubicBezTo>
                <a:cubicBezTo>
                  <a:pt x="1621430" y="3035291"/>
                  <a:pt x="1649761" y="3035443"/>
                  <a:pt x="1656039" y="3036051"/>
                </a:cubicBezTo>
                <a:cubicBezTo>
                  <a:pt x="1664768" y="3035291"/>
                  <a:pt x="1658949" y="3019895"/>
                  <a:pt x="1665534" y="3016999"/>
                </a:cubicBezTo>
                <a:close/>
                <a:moveTo>
                  <a:pt x="1836860" y="3015723"/>
                </a:moveTo>
                <a:cubicBezTo>
                  <a:pt x="1844862" y="3015475"/>
                  <a:pt x="1854663" y="3017228"/>
                  <a:pt x="1861401" y="3016999"/>
                </a:cubicBezTo>
                <a:cubicBezTo>
                  <a:pt x="1877480" y="3016542"/>
                  <a:pt x="1893100" y="3017456"/>
                  <a:pt x="1904433" y="3016999"/>
                </a:cubicBezTo>
                <a:cubicBezTo>
                  <a:pt x="1903820" y="3032851"/>
                  <a:pt x="1889272" y="3021114"/>
                  <a:pt x="1880543" y="3021724"/>
                </a:cubicBezTo>
                <a:cubicBezTo>
                  <a:pt x="1864616" y="3022791"/>
                  <a:pt x="1842717" y="3029040"/>
                  <a:pt x="1823115" y="3026449"/>
                </a:cubicBezTo>
                <a:cubicBezTo>
                  <a:pt x="1822656" y="3018219"/>
                  <a:pt x="1828859" y="3015970"/>
                  <a:pt x="1836860" y="3015723"/>
                </a:cubicBezTo>
                <a:close/>
                <a:moveTo>
                  <a:pt x="3045940" y="3007549"/>
                </a:moveTo>
                <a:cubicBezTo>
                  <a:pt x="3041040" y="3022181"/>
                  <a:pt x="3066308" y="3016846"/>
                  <a:pt x="3079325" y="3016999"/>
                </a:cubicBezTo>
                <a:cubicBezTo>
                  <a:pt x="3093413" y="3017304"/>
                  <a:pt x="3120060" y="3019438"/>
                  <a:pt x="3107962" y="3012274"/>
                </a:cubicBezTo>
                <a:cubicBezTo>
                  <a:pt x="3082081" y="3015932"/>
                  <a:pt x="3071055" y="3004805"/>
                  <a:pt x="3045940" y="3007549"/>
                </a:cubicBezTo>
                <a:close/>
                <a:moveTo>
                  <a:pt x="3003061" y="3007549"/>
                </a:moveTo>
                <a:cubicBezTo>
                  <a:pt x="2994792" y="3007244"/>
                  <a:pt x="2990810" y="3011207"/>
                  <a:pt x="2988666" y="3016999"/>
                </a:cubicBezTo>
                <a:cubicBezTo>
                  <a:pt x="2996170" y="3016542"/>
                  <a:pt x="3005205" y="3017609"/>
                  <a:pt x="3003061" y="3007549"/>
                </a:cubicBezTo>
                <a:close/>
                <a:moveTo>
                  <a:pt x="2797068" y="3006996"/>
                </a:moveTo>
                <a:cubicBezTo>
                  <a:pt x="2791880" y="3006558"/>
                  <a:pt x="2787669" y="3007092"/>
                  <a:pt x="2788052" y="3012274"/>
                </a:cubicBezTo>
                <a:cubicBezTo>
                  <a:pt x="2792953" y="3012274"/>
                  <a:pt x="2797700" y="3012274"/>
                  <a:pt x="2802447" y="3012274"/>
                </a:cubicBezTo>
                <a:cubicBezTo>
                  <a:pt x="2806123" y="3011207"/>
                  <a:pt x="2811789" y="3012122"/>
                  <a:pt x="2811942" y="3007549"/>
                </a:cubicBezTo>
                <a:cubicBezTo>
                  <a:pt x="2808420" y="3008845"/>
                  <a:pt x="2802256" y="3007435"/>
                  <a:pt x="2797068" y="3006996"/>
                </a:cubicBezTo>
                <a:close/>
                <a:moveTo>
                  <a:pt x="2844166" y="3006916"/>
                </a:moveTo>
                <a:cubicBezTo>
                  <a:pt x="2842235" y="3006606"/>
                  <a:pt x="2839431" y="3007892"/>
                  <a:pt x="2835832" y="3012274"/>
                </a:cubicBezTo>
                <a:cubicBezTo>
                  <a:pt x="2847892" y="3023134"/>
                  <a:pt x="2849959" y="3007845"/>
                  <a:pt x="2844166" y="3006916"/>
                </a:cubicBezTo>
                <a:close/>
                <a:moveTo>
                  <a:pt x="2867302" y="3004482"/>
                </a:moveTo>
                <a:cubicBezTo>
                  <a:pt x="2862669" y="3003929"/>
                  <a:pt x="2859492" y="3005187"/>
                  <a:pt x="2859721" y="3012274"/>
                </a:cubicBezTo>
                <a:cubicBezTo>
                  <a:pt x="2866613" y="3014865"/>
                  <a:pt x="2884377" y="3006787"/>
                  <a:pt x="2883611" y="3016999"/>
                </a:cubicBezTo>
                <a:cubicBezTo>
                  <a:pt x="2891728" y="3010445"/>
                  <a:pt x="2901988" y="3017152"/>
                  <a:pt x="2916996" y="3016999"/>
                </a:cubicBezTo>
                <a:cubicBezTo>
                  <a:pt x="2930625" y="3016999"/>
                  <a:pt x="2954668" y="3024316"/>
                  <a:pt x="2955281" y="3007549"/>
                </a:cubicBezTo>
                <a:cubicBezTo>
                  <a:pt x="2938589" y="3014560"/>
                  <a:pt x="2932616" y="3009378"/>
                  <a:pt x="2916996" y="3007549"/>
                </a:cubicBezTo>
                <a:cubicBezTo>
                  <a:pt x="2906123" y="3006329"/>
                  <a:pt x="2894637" y="3007854"/>
                  <a:pt x="2883611" y="3007549"/>
                </a:cubicBezTo>
                <a:cubicBezTo>
                  <a:pt x="2878022" y="3007397"/>
                  <a:pt x="2871934" y="3005034"/>
                  <a:pt x="2867302" y="3004482"/>
                </a:cubicBezTo>
                <a:close/>
                <a:moveTo>
                  <a:pt x="2735372" y="3002824"/>
                </a:moveTo>
                <a:cubicBezTo>
                  <a:pt x="2727715" y="3016084"/>
                  <a:pt x="2756046" y="3015932"/>
                  <a:pt x="2754515" y="3007549"/>
                </a:cubicBezTo>
                <a:cubicBezTo>
                  <a:pt x="2745633" y="3008616"/>
                  <a:pt x="2744101" y="3002214"/>
                  <a:pt x="2735372" y="3002824"/>
                </a:cubicBezTo>
                <a:close/>
                <a:moveTo>
                  <a:pt x="2696705" y="3002824"/>
                </a:moveTo>
                <a:cubicBezTo>
                  <a:pt x="2689967" y="3002291"/>
                  <a:pt x="2684224" y="3004120"/>
                  <a:pt x="2682999" y="3012274"/>
                </a:cubicBezTo>
                <a:cubicBezTo>
                  <a:pt x="2692800" y="3009531"/>
                  <a:pt x="2714392" y="3018219"/>
                  <a:pt x="2716383" y="3007549"/>
                </a:cubicBezTo>
                <a:cubicBezTo>
                  <a:pt x="2711177" y="3006254"/>
                  <a:pt x="2703443" y="3003358"/>
                  <a:pt x="2696705" y="3002824"/>
                </a:cubicBezTo>
                <a:close/>
                <a:moveTo>
                  <a:pt x="2589334" y="2997394"/>
                </a:moveTo>
                <a:cubicBezTo>
                  <a:pt x="2595364" y="2997870"/>
                  <a:pt x="2602370" y="2999318"/>
                  <a:pt x="2606581" y="2997946"/>
                </a:cubicBezTo>
                <a:cubicBezTo>
                  <a:pt x="2602446" y="3007091"/>
                  <a:pt x="2585600" y="3010902"/>
                  <a:pt x="2577943" y="3002671"/>
                </a:cubicBezTo>
                <a:cubicBezTo>
                  <a:pt x="2578250" y="2997413"/>
                  <a:pt x="2583304" y="2996917"/>
                  <a:pt x="2589334" y="2997394"/>
                </a:cubicBezTo>
                <a:close/>
                <a:moveTo>
                  <a:pt x="2243485" y="2993221"/>
                </a:moveTo>
                <a:cubicBezTo>
                  <a:pt x="2237513" y="3009073"/>
                  <a:pt x="2275798" y="3004805"/>
                  <a:pt x="2276870" y="2997946"/>
                </a:cubicBezTo>
                <a:cubicBezTo>
                  <a:pt x="2260331" y="3001909"/>
                  <a:pt x="2258646" y="2990935"/>
                  <a:pt x="2243485" y="2993221"/>
                </a:cubicBezTo>
                <a:close/>
                <a:moveTo>
                  <a:pt x="2706888" y="2988496"/>
                </a:moveTo>
                <a:cubicBezTo>
                  <a:pt x="2699384" y="2988953"/>
                  <a:pt x="2690349" y="2987734"/>
                  <a:pt x="2692493" y="2997946"/>
                </a:cubicBezTo>
                <a:cubicBezTo>
                  <a:pt x="2695556" y="2997946"/>
                  <a:pt x="2698772" y="2997946"/>
                  <a:pt x="2701987" y="2997946"/>
                </a:cubicBezTo>
                <a:cubicBezTo>
                  <a:pt x="2701987" y="2993221"/>
                  <a:pt x="2705969" y="2992306"/>
                  <a:pt x="2706888" y="2988496"/>
                </a:cubicBezTo>
                <a:close/>
                <a:moveTo>
                  <a:pt x="2883019" y="2988382"/>
                </a:moveTo>
                <a:cubicBezTo>
                  <a:pt x="2876644" y="2988192"/>
                  <a:pt x="2872050" y="2988039"/>
                  <a:pt x="2869217" y="2988496"/>
                </a:cubicBezTo>
                <a:cubicBezTo>
                  <a:pt x="2849615" y="2991850"/>
                  <a:pt x="2874883" y="2992916"/>
                  <a:pt x="2888359" y="2993221"/>
                </a:cubicBezTo>
                <a:cubicBezTo>
                  <a:pt x="2894945" y="2993374"/>
                  <a:pt x="2905052" y="3004196"/>
                  <a:pt x="2907502" y="2988496"/>
                </a:cubicBezTo>
                <a:cubicBezTo>
                  <a:pt x="2897548" y="2988801"/>
                  <a:pt x="2889393" y="2988573"/>
                  <a:pt x="2883019" y="2988382"/>
                </a:cubicBezTo>
                <a:close/>
                <a:moveTo>
                  <a:pt x="2836519" y="2984852"/>
                </a:moveTo>
                <a:cubicBezTo>
                  <a:pt x="2830884" y="2986923"/>
                  <a:pt x="2834531" y="3001642"/>
                  <a:pt x="2845327" y="2988496"/>
                </a:cubicBezTo>
                <a:cubicBezTo>
                  <a:pt x="2841307" y="2984876"/>
                  <a:pt x="2838398" y="2984161"/>
                  <a:pt x="2836519" y="2984852"/>
                </a:cubicBezTo>
                <a:close/>
                <a:moveTo>
                  <a:pt x="2620822" y="2983923"/>
                </a:moveTo>
                <a:cubicBezTo>
                  <a:pt x="2619904" y="2990935"/>
                  <a:pt x="2609184" y="2988191"/>
                  <a:pt x="2601680" y="2988648"/>
                </a:cubicBezTo>
                <a:cubicBezTo>
                  <a:pt x="2571665" y="2990325"/>
                  <a:pt x="2545018" y="2986210"/>
                  <a:pt x="2520516" y="2988648"/>
                </a:cubicBezTo>
                <a:cubicBezTo>
                  <a:pt x="2511787" y="2989410"/>
                  <a:pt x="2509796" y="2993221"/>
                  <a:pt x="2501373" y="2993373"/>
                </a:cubicBezTo>
                <a:cubicBezTo>
                  <a:pt x="2495094" y="2993526"/>
                  <a:pt x="2494788" y="2988039"/>
                  <a:pt x="2486978" y="2988648"/>
                </a:cubicBezTo>
                <a:cubicBezTo>
                  <a:pt x="2481924" y="2989105"/>
                  <a:pt x="2478555" y="2991697"/>
                  <a:pt x="2472583" y="2993373"/>
                </a:cubicBezTo>
                <a:cubicBezTo>
                  <a:pt x="2440730" y="3002671"/>
                  <a:pt x="2398616" y="2986057"/>
                  <a:pt x="2367529" y="2993373"/>
                </a:cubicBezTo>
                <a:cubicBezTo>
                  <a:pt x="2353899" y="2996574"/>
                  <a:pt x="2360637" y="3007244"/>
                  <a:pt x="2353133" y="2998099"/>
                </a:cubicBezTo>
                <a:cubicBezTo>
                  <a:pt x="2350377" y="2994745"/>
                  <a:pt x="2326640" y="2998099"/>
                  <a:pt x="2324496" y="2998099"/>
                </a:cubicBezTo>
                <a:cubicBezTo>
                  <a:pt x="2317146" y="2998099"/>
                  <a:pt x="2301525" y="2993831"/>
                  <a:pt x="2295859" y="3002824"/>
                </a:cubicBezTo>
                <a:cubicBezTo>
                  <a:pt x="2303056" y="3003586"/>
                  <a:pt x="2313470" y="3001147"/>
                  <a:pt x="2315002" y="3007549"/>
                </a:cubicBezTo>
                <a:cubicBezTo>
                  <a:pt x="2317911" y="3006177"/>
                  <a:pt x="2333378" y="2995660"/>
                  <a:pt x="2334144" y="3007549"/>
                </a:cubicBezTo>
                <a:cubicBezTo>
                  <a:pt x="2334144" y="3013798"/>
                  <a:pt x="2325874" y="3011817"/>
                  <a:pt x="2324649" y="3016999"/>
                </a:cubicBezTo>
                <a:cubicBezTo>
                  <a:pt x="2331541" y="3018828"/>
                  <a:pt x="2332766" y="3022639"/>
                  <a:pt x="2339044" y="3016999"/>
                </a:cubicBezTo>
                <a:cubicBezTo>
                  <a:pt x="2346548" y="3015018"/>
                  <a:pt x="2343179" y="3002061"/>
                  <a:pt x="2358187" y="3007549"/>
                </a:cubicBezTo>
                <a:cubicBezTo>
                  <a:pt x="2357728" y="3015018"/>
                  <a:pt x="2345936" y="3011207"/>
                  <a:pt x="2348845" y="3021724"/>
                </a:cubicBezTo>
                <a:cubicBezTo>
                  <a:pt x="2352521" y="3022639"/>
                  <a:pt x="2354358" y="3025687"/>
                  <a:pt x="2353593" y="3031175"/>
                </a:cubicBezTo>
                <a:cubicBezTo>
                  <a:pt x="2360025" y="3032395"/>
                  <a:pt x="2375492" y="3041083"/>
                  <a:pt x="2372735" y="3040625"/>
                </a:cubicBezTo>
                <a:cubicBezTo>
                  <a:pt x="2381158" y="3042149"/>
                  <a:pt x="2387284" y="3037881"/>
                  <a:pt x="2396625" y="3035899"/>
                </a:cubicBezTo>
                <a:cubicBezTo>
                  <a:pt x="2396013" y="3035899"/>
                  <a:pt x="2397544" y="3041235"/>
                  <a:pt x="2401373" y="3040625"/>
                </a:cubicBezTo>
                <a:cubicBezTo>
                  <a:pt x="2402138" y="3040471"/>
                  <a:pt x="2404588" y="3031327"/>
                  <a:pt x="2406120" y="3031175"/>
                </a:cubicBezTo>
                <a:cubicBezTo>
                  <a:pt x="2397850" y="3031479"/>
                  <a:pt x="2393869" y="3027516"/>
                  <a:pt x="2391725" y="3021724"/>
                </a:cubicBezTo>
                <a:cubicBezTo>
                  <a:pt x="2408723" y="3020200"/>
                  <a:pt x="2428172" y="3023706"/>
                  <a:pt x="2444252" y="3021724"/>
                </a:cubicBezTo>
                <a:cubicBezTo>
                  <a:pt x="2462016" y="3019590"/>
                  <a:pt x="2460332" y="3020200"/>
                  <a:pt x="2477636" y="3021724"/>
                </a:cubicBezTo>
                <a:cubicBezTo>
                  <a:pt x="2498004" y="3023553"/>
                  <a:pt x="2520362" y="3024010"/>
                  <a:pt x="2539658" y="3021724"/>
                </a:cubicBezTo>
                <a:cubicBezTo>
                  <a:pt x="2545937" y="3020962"/>
                  <a:pt x="2546243" y="3017151"/>
                  <a:pt x="2554053" y="3016999"/>
                </a:cubicBezTo>
                <a:cubicBezTo>
                  <a:pt x="2563089" y="3016847"/>
                  <a:pt x="2564620" y="3022334"/>
                  <a:pt x="2573196" y="3021724"/>
                </a:cubicBezTo>
                <a:cubicBezTo>
                  <a:pt x="2579628" y="3021419"/>
                  <a:pt x="2583456" y="3013036"/>
                  <a:pt x="2592338" y="3012274"/>
                </a:cubicBezTo>
                <a:cubicBezTo>
                  <a:pt x="2590807" y="3012426"/>
                  <a:pt x="2598924" y="3016542"/>
                  <a:pt x="2601833" y="3016999"/>
                </a:cubicBezTo>
                <a:cubicBezTo>
                  <a:pt x="2620057" y="3019590"/>
                  <a:pt x="2624957" y="3013646"/>
                  <a:pt x="2635218" y="3012274"/>
                </a:cubicBezTo>
                <a:cubicBezTo>
                  <a:pt x="2645478" y="3010902"/>
                  <a:pt x="2660027" y="3017304"/>
                  <a:pt x="2668602" y="3007549"/>
                </a:cubicBezTo>
                <a:cubicBezTo>
                  <a:pt x="2656811" y="3008311"/>
                  <a:pt x="2645478" y="3008463"/>
                  <a:pt x="2644713" y="2998099"/>
                </a:cubicBezTo>
                <a:cubicBezTo>
                  <a:pt x="2658189" y="2997336"/>
                  <a:pt x="2677485" y="3002214"/>
                  <a:pt x="2678097" y="2988648"/>
                </a:cubicBezTo>
                <a:cubicBezTo>
                  <a:pt x="2659873" y="2983161"/>
                  <a:pt x="2641650" y="2995965"/>
                  <a:pt x="2630317" y="2993373"/>
                </a:cubicBezTo>
                <a:cubicBezTo>
                  <a:pt x="2624345" y="2992001"/>
                  <a:pt x="2625723" y="2986057"/>
                  <a:pt x="2620822" y="2983923"/>
                </a:cubicBezTo>
                <a:close/>
                <a:moveTo>
                  <a:pt x="176991" y="2978569"/>
                </a:moveTo>
                <a:cubicBezTo>
                  <a:pt x="171536" y="2977522"/>
                  <a:pt x="166291" y="2978208"/>
                  <a:pt x="165678" y="2983771"/>
                </a:cubicBezTo>
                <a:cubicBezTo>
                  <a:pt x="168589" y="2986514"/>
                  <a:pt x="188343" y="2994898"/>
                  <a:pt x="189568" y="2983771"/>
                </a:cubicBezTo>
                <a:cubicBezTo>
                  <a:pt x="188113" y="2982399"/>
                  <a:pt x="182447" y="2979617"/>
                  <a:pt x="176991" y="2978569"/>
                </a:cubicBezTo>
                <a:close/>
                <a:moveTo>
                  <a:pt x="789094" y="2977674"/>
                </a:moveTo>
                <a:cubicBezTo>
                  <a:pt x="771808" y="2977445"/>
                  <a:pt x="756111" y="2980037"/>
                  <a:pt x="753278" y="2988496"/>
                </a:cubicBezTo>
                <a:cubicBezTo>
                  <a:pt x="774105" y="2988496"/>
                  <a:pt x="796157" y="2986972"/>
                  <a:pt x="810552" y="2993221"/>
                </a:cubicBezTo>
                <a:cubicBezTo>
                  <a:pt x="808408" y="2980113"/>
                  <a:pt x="836586" y="2997032"/>
                  <a:pt x="834442" y="2983771"/>
                </a:cubicBezTo>
                <a:cubicBezTo>
                  <a:pt x="825254" y="2980951"/>
                  <a:pt x="806379" y="2977903"/>
                  <a:pt x="789094" y="2977674"/>
                </a:cubicBezTo>
                <a:close/>
                <a:moveTo>
                  <a:pt x="1063445" y="2974016"/>
                </a:moveTo>
                <a:cubicBezTo>
                  <a:pt x="1052629" y="2974321"/>
                  <a:pt x="1043479" y="2976303"/>
                  <a:pt x="1039803" y="2983771"/>
                </a:cubicBezTo>
                <a:cubicBezTo>
                  <a:pt x="1058793" y="2980418"/>
                  <a:pt x="1092790" y="2992002"/>
                  <a:pt x="1097078" y="2974321"/>
                </a:cubicBezTo>
                <a:cubicBezTo>
                  <a:pt x="1086741" y="2975083"/>
                  <a:pt x="1074260" y="2973711"/>
                  <a:pt x="1063445" y="2974016"/>
                </a:cubicBezTo>
                <a:close/>
                <a:moveTo>
                  <a:pt x="1216087" y="2971272"/>
                </a:moveTo>
                <a:cubicBezTo>
                  <a:pt x="1209598" y="2970586"/>
                  <a:pt x="1200907" y="2973254"/>
                  <a:pt x="1192790" y="2974168"/>
                </a:cubicBezTo>
                <a:cubicBezTo>
                  <a:pt x="1193556" y="2989258"/>
                  <a:pt x="1211626" y="2987124"/>
                  <a:pt x="1226174" y="2988496"/>
                </a:cubicBezTo>
                <a:cubicBezTo>
                  <a:pt x="1226864" y="2975998"/>
                  <a:pt x="1222576" y="2971958"/>
                  <a:pt x="1216087" y="2971272"/>
                </a:cubicBezTo>
                <a:close/>
                <a:moveTo>
                  <a:pt x="1368770" y="2970580"/>
                </a:moveTo>
                <a:cubicBezTo>
                  <a:pt x="1364642" y="2969758"/>
                  <a:pt x="1352440" y="2976417"/>
                  <a:pt x="1354966" y="2979046"/>
                </a:cubicBezTo>
                <a:cubicBezTo>
                  <a:pt x="1359100" y="2983161"/>
                  <a:pt x="1368595" y="2975693"/>
                  <a:pt x="1369361" y="2974321"/>
                </a:cubicBezTo>
                <a:cubicBezTo>
                  <a:pt x="1370625" y="2971959"/>
                  <a:pt x="1370146" y="2970853"/>
                  <a:pt x="1368770" y="2970580"/>
                </a:cubicBezTo>
                <a:close/>
                <a:moveTo>
                  <a:pt x="2754514" y="2964718"/>
                </a:moveTo>
                <a:cubicBezTo>
                  <a:pt x="2747163" y="2976454"/>
                  <a:pt x="2770747" y="2978741"/>
                  <a:pt x="2768910" y="2969443"/>
                </a:cubicBezTo>
                <a:cubicBezTo>
                  <a:pt x="2766000" y="2969290"/>
                  <a:pt x="2763243" y="2968833"/>
                  <a:pt x="2764009" y="2964718"/>
                </a:cubicBezTo>
                <a:cubicBezTo>
                  <a:pt x="2760946" y="2964718"/>
                  <a:pt x="2757730" y="2964718"/>
                  <a:pt x="2754514" y="2964718"/>
                </a:cubicBezTo>
                <a:close/>
                <a:moveTo>
                  <a:pt x="2334298" y="2964718"/>
                </a:moveTo>
                <a:cubicBezTo>
                  <a:pt x="2315002" y="2980265"/>
                  <a:pt x="2354053" y="2992611"/>
                  <a:pt x="2362935" y="2979046"/>
                </a:cubicBezTo>
                <a:cubicBezTo>
                  <a:pt x="2356350" y="2979198"/>
                  <a:pt x="2352368" y="2976759"/>
                  <a:pt x="2348693" y="2974168"/>
                </a:cubicBezTo>
                <a:cubicBezTo>
                  <a:pt x="2341036" y="2973863"/>
                  <a:pt x="2344865" y="2962127"/>
                  <a:pt x="2334298" y="2964718"/>
                </a:cubicBezTo>
                <a:close/>
                <a:moveTo>
                  <a:pt x="1742104" y="2959993"/>
                </a:moveTo>
                <a:cubicBezTo>
                  <a:pt x="1724186" y="2955268"/>
                  <a:pt x="1709485" y="2969901"/>
                  <a:pt x="1727709" y="2974321"/>
                </a:cubicBezTo>
                <a:cubicBezTo>
                  <a:pt x="1725718" y="2962889"/>
                  <a:pt x="1749455" y="2976912"/>
                  <a:pt x="1742104" y="2959993"/>
                </a:cubicBezTo>
                <a:close/>
                <a:moveTo>
                  <a:pt x="2940064" y="2959860"/>
                </a:moveTo>
                <a:cubicBezTo>
                  <a:pt x="2929401" y="2958964"/>
                  <a:pt x="2914241" y="2959688"/>
                  <a:pt x="2916997" y="2964718"/>
                </a:cubicBezTo>
                <a:cubicBezTo>
                  <a:pt x="2923275" y="2964413"/>
                  <a:pt x="2929707" y="2965175"/>
                  <a:pt x="2936139" y="2964718"/>
                </a:cubicBezTo>
                <a:cubicBezTo>
                  <a:pt x="2956890" y="2963270"/>
                  <a:pt x="2950726" y="2960755"/>
                  <a:pt x="2940064" y="2959860"/>
                </a:cubicBezTo>
                <a:close/>
                <a:moveTo>
                  <a:pt x="582757" y="2958069"/>
                </a:moveTo>
                <a:cubicBezTo>
                  <a:pt x="577971" y="2955039"/>
                  <a:pt x="571883" y="2955039"/>
                  <a:pt x="566906" y="2959993"/>
                </a:cubicBezTo>
                <a:cubicBezTo>
                  <a:pt x="566294" y="2973406"/>
                  <a:pt x="578545" y="2973711"/>
                  <a:pt x="590796" y="2974321"/>
                </a:cubicBezTo>
                <a:cubicBezTo>
                  <a:pt x="591026" y="2967157"/>
                  <a:pt x="587542" y="2961098"/>
                  <a:pt x="582757" y="2958069"/>
                </a:cubicBezTo>
                <a:close/>
                <a:moveTo>
                  <a:pt x="433214" y="2955268"/>
                </a:moveTo>
                <a:cubicBezTo>
                  <a:pt x="422342" y="2953896"/>
                  <a:pt x="415297" y="2956335"/>
                  <a:pt x="414072" y="2964718"/>
                </a:cubicBezTo>
                <a:cubicBezTo>
                  <a:pt x="422648" y="2963651"/>
                  <a:pt x="438115" y="2969596"/>
                  <a:pt x="433214" y="2955268"/>
                </a:cubicBezTo>
                <a:close/>
                <a:moveTo>
                  <a:pt x="237501" y="2955268"/>
                </a:moveTo>
                <a:cubicBezTo>
                  <a:pt x="228312" y="2957249"/>
                  <a:pt x="216827" y="2956945"/>
                  <a:pt x="218358" y="2969443"/>
                </a:cubicBezTo>
                <a:cubicBezTo>
                  <a:pt x="230763" y="2970815"/>
                  <a:pt x="238879" y="2967767"/>
                  <a:pt x="237501" y="2955268"/>
                </a:cubicBezTo>
                <a:close/>
                <a:moveTo>
                  <a:pt x="194315" y="2955268"/>
                </a:moveTo>
                <a:cubicBezTo>
                  <a:pt x="189568" y="2971120"/>
                  <a:pt x="200900" y="2970815"/>
                  <a:pt x="213458" y="2969443"/>
                </a:cubicBezTo>
                <a:cubicBezTo>
                  <a:pt x="214989" y="2956944"/>
                  <a:pt x="206873" y="2953896"/>
                  <a:pt x="194315" y="2955268"/>
                </a:cubicBezTo>
                <a:close/>
                <a:moveTo>
                  <a:pt x="295063" y="2954696"/>
                </a:moveTo>
                <a:cubicBezTo>
                  <a:pt x="283788" y="2952486"/>
                  <a:pt x="270044" y="2952829"/>
                  <a:pt x="261391" y="2955267"/>
                </a:cubicBezTo>
                <a:cubicBezTo>
                  <a:pt x="260932" y="2955420"/>
                  <a:pt x="261697" y="2959535"/>
                  <a:pt x="261391" y="2959993"/>
                </a:cubicBezTo>
                <a:cubicBezTo>
                  <a:pt x="258022" y="2963803"/>
                  <a:pt x="241483" y="2956639"/>
                  <a:pt x="246996" y="2969443"/>
                </a:cubicBezTo>
                <a:cubicBezTo>
                  <a:pt x="262004" y="2974930"/>
                  <a:pt x="258481" y="2961974"/>
                  <a:pt x="266138" y="2959993"/>
                </a:cubicBezTo>
                <a:cubicBezTo>
                  <a:pt x="283290" y="2961974"/>
                  <a:pt x="291713" y="2972644"/>
                  <a:pt x="313918" y="2969443"/>
                </a:cubicBezTo>
                <a:cubicBezTo>
                  <a:pt x="315143" y="2961670"/>
                  <a:pt x="306338" y="2956906"/>
                  <a:pt x="295063" y="2954696"/>
                </a:cubicBezTo>
                <a:close/>
                <a:moveTo>
                  <a:pt x="2637839" y="2952310"/>
                </a:moveTo>
                <a:cubicBezTo>
                  <a:pt x="2632161" y="2951991"/>
                  <a:pt x="2625140" y="2952353"/>
                  <a:pt x="2618316" y="2953286"/>
                </a:cubicBezTo>
                <a:cubicBezTo>
                  <a:pt x="2604667" y="2955154"/>
                  <a:pt x="2591803" y="2959308"/>
                  <a:pt x="2592033" y="2964871"/>
                </a:cubicBezTo>
                <a:cubicBezTo>
                  <a:pt x="2595555" y="2967309"/>
                  <a:pt x="2608419" y="2961822"/>
                  <a:pt x="2611175" y="2964871"/>
                </a:cubicBezTo>
                <a:cubicBezTo>
                  <a:pt x="2612860" y="2966700"/>
                  <a:pt x="2605509" y="2973863"/>
                  <a:pt x="2606428" y="2974321"/>
                </a:cubicBezTo>
                <a:cubicBezTo>
                  <a:pt x="2613932" y="2977979"/>
                  <a:pt x="2618373" y="2969291"/>
                  <a:pt x="2630318" y="2979046"/>
                </a:cubicBezTo>
                <a:cubicBezTo>
                  <a:pt x="2632615" y="2969443"/>
                  <a:pt x="2654361" y="2979198"/>
                  <a:pt x="2663702" y="2969596"/>
                </a:cubicBezTo>
                <a:cubicBezTo>
                  <a:pt x="2664468" y="2970510"/>
                  <a:pt x="2671819" y="2969443"/>
                  <a:pt x="2673197" y="2969596"/>
                </a:cubicBezTo>
                <a:cubicBezTo>
                  <a:pt x="2691268" y="2971730"/>
                  <a:pt x="2691880" y="2973711"/>
                  <a:pt x="2706582" y="2974321"/>
                </a:cubicBezTo>
                <a:cubicBezTo>
                  <a:pt x="2715617" y="2974778"/>
                  <a:pt x="2717148" y="2970053"/>
                  <a:pt x="2725724" y="2969596"/>
                </a:cubicBezTo>
                <a:cubicBezTo>
                  <a:pt x="2732003" y="2969291"/>
                  <a:pt x="2732309" y="2975540"/>
                  <a:pt x="2740119" y="2974321"/>
                </a:cubicBezTo>
                <a:cubicBezTo>
                  <a:pt x="2745479" y="2973559"/>
                  <a:pt x="2747470" y="2968986"/>
                  <a:pt x="2749614" y="2964871"/>
                </a:cubicBezTo>
                <a:cubicBezTo>
                  <a:pt x="2738741" y="2966242"/>
                  <a:pt x="2731697" y="2963804"/>
                  <a:pt x="2730471" y="2955420"/>
                </a:cubicBezTo>
                <a:cubicBezTo>
                  <a:pt x="2710563" y="2950848"/>
                  <a:pt x="2694637" y="2959840"/>
                  <a:pt x="2677944" y="2960145"/>
                </a:cubicBezTo>
                <a:cubicBezTo>
                  <a:pt x="2672125" y="2960298"/>
                  <a:pt x="2670747" y="2955878"/>
                  <a:pt x="2663549" y="2955420"/>
                </a:cubicBezTo>
                <a:cubicBezTo>
                  <a:pt x="2655586" y="2954810"/>
                  <a:pt x="2656045" y="2963651"/>
                  <a:pt x="2649307" y="2955420"/>
                </a:cubicBezTo>
                <a:cubicBezTo>
                  <a:pt x="2647853" y="2953629"/>
                  <a:pt x="2643517" y="2952629"/>
                  <a:pt x="2637839" y="2952310"/>
                </a:cubicBezTo>
                <a:close/>
                <a:moveTo>
                  <a:pt x="1861248" y="2950543"/>
                </a:moveTo>
                <a:cubicBezTo>
                  <a:pt x="1861248" y="2953591"/>
                  <a:pt x="1861248" y="2956792"/>
                  <a:pt x="1861248" y="2959993"/>
                </a:cubicBezTo>
                <a:cubicBezTo>
                  <a:pt x="1866148" y="2959993"/>
                  <a:pt x="1870896" y="2959993"/>
                  <a:pt x="1875643" y="2959993"/>
                </a:cubicBezTo>
                <a:cubicBezTo>
                  <a:pt x="1875643" y="2956792"/>
                  <a:pt x="1875643" y="2953591"/>
                  <a:pt x="1875643" y="2950543"/>
                </a:cubicBezTo>
                <a:cubicBezTo>
                  <a:pt x="1870742" y="2950543"/>
                  <a:pt x="1865995" y="2950543"/>
                  <a:pt x="1861248" y="2950543"/>
                </a:cubicBezTo>
                <a:close/>
                <a:moveTo>
                  <a:pt x="2482384" y="2950542"/>
                </a:moveTo>
                <a:cubicBezTo>
                  <a:pt x="2470899" y="2959840"/>
                  <a:pt x="2465080" y="2974625"/>
                  <a:pt x="2444099" y="2974321"/>
                </a:cubicBezTo>
                <a:cubicBezTo>
                  <a:pt x="2444252" y="2968223"/>
                  <a:pt x="2450225" y="2967614"/>
                  <a:pt x="2448847" y="2959993"/>
                </a:cubicBezTo>
                <a:cubicBezTo>
                  <a:pt x="2437821" y="2959993"/>
                  <a:pt x="2426641" y="2959993"/>
                  <a:pt x="2415462" y="2959993"/>
                </a:cubicBezTo>
                <a:cubicBezTo>
                  <a:pt x="2413624" y="2968223"/>
                  <a:pt x="2422507" y="2972186"/>
                  <a:pt x="2415462" y="2974321"/>
                </a:cubicBezTo>
                <a:cubicBezTo>
                  <a:pt x="2398923" y="2977979"/>
                  <a:pt x="2394482" y="2969748"/>
                  <a:pt x="2391572" y="2959993"/>
                </a:cubicBezTo>
                <a:cubicBezTo>
                  <a:pt x="2380546" y="2959993"/>
                  <a:pt x="2369367" y="2959993"/>
                  <a:pt x="2358188" y="2959993"/>
                </a:cubicBezTo>
                <a:cubicBezTo>
                  <a:pt x="2351449" y="2975082"/>
                  <a:pt x="2371664" y="2966394"/>
                  <a:pt x="2377330" y="2969748"/>
                </a:cubicBezTo>
                <a:cubicBezTo>
                  <a:pt x="2378862" y="2970510"/>
                  <a:pt x="2380546" y="2977826"/>
                  <a:pt x="2382078" y="2979198"/>
                </a:cubicBezTo>
                <a:cubicBezTo>
                  <a:pt x="2385753" y="2982399"/>
                  <a:pt x="2390807" y="2982704"/>
                  <a:pt x="2396473" y="2983923"/>
                </a:cubicBezTo>
                <a:cubicBezTo>
                  <a:pt x="2437974" y="2992459"/>
                  <a:pt x="2496780" y="2971272"/>
                  <a:pt x="2544559" y="2979198"/>
                </a:cubicBezTo>
                <a:cubicBezTo>
                  <a:pt x="2541037" y="2966242"/>
                  <a:pt x="2554054" y="2969595"/>
                  <a:pt x="2554054" y="2960145"/>
                </a:cubicBezTo>
                <a:cubicBezTo>
                  <a:pt x="2537515" y="2939720"/>
                  <a:pt x="2513013" y="2961669"/>
                  <a:pt x="2496780" y="2969595"/>
                </a:cubicBezTo>
                <a:cubicBezTo>
                  <a:pt x="2494789" y="2960450"/>
                  <a:pt x="2494942" y="2949018"/>
                  <a:pt x="2482384" y="2950542"/>
                </a:cubicBezTo>
                <a:close/>
                <a:moveTo>
                  <a:pt x="829694" y="2950542"/>
                </a:moveTo>
                <a:cubicBezTo>
                  <a:pt x="822957" y="2965632"/>
                  <a:pt x="858179" y="2962584"/>
                  <a:pt x="858332" y="2955267"/>
                </a:cubicBezTo>
                <a:cubicBezTo>
                  <a:pt x="852665" y="2949780"/>
                  <a:pt x="841486" y="2949780"/>
                  <a:pt x="829694" y="2950542"/>
                </a:cubicBezTo>
                <a:close/>
                <a:moveTo>
                  <a:pt x="753278" y="2950390"/>
                </a:moveTo>
                <a:cubicBezTo>
                  <a:pt x="735513" y="2948561"/>
                  <a:pt x="725253" y="2954201"/>
                  <a:pt x="724641" y="2969443"/>
                </a:cubicBezTo>
                <a:cubicBezTo>
                  <a:pt x="735820" y="2964870"/>
                  <a:pt x="754809" y="2967919"/>
                  <a:pt x="753278" y="2950390"/>
                </a:cubicBezTo>
                <a:close/>
                <a:moveTo>
                  <a:pt x="934328" y="2949990"/>
                </a:moveTo>
                <a:cubicBezTo>
                  <a:pt x="929121" y="2949552"/>
                  <a:pt x="924871" y="2950086"/>
                  <a:pt x="925254" y="2955268"/>
                </a:cubicBezTo>
                <a:cubicBezTo>
                  <a:pt x="931226" y="2961669"/>
                  <a:pt x="948531" y="2962584"/>
                  <a:pt x="949144" y="2950542"/>
                </a:cubicBezTo>
                <a:cubicBezTo>
                  <a:pt x="945699" y="2951838"/>
                  <a:pt x="939535" y="2950428"/>
                  <a:pt x="934328" y="2949990"/>
                </a:cubicBezTo>
                <a:close/>
                <a:moveTo>
                  <a:pt x="2113623" y="2948694"/>
                </a:moveTo>
                <a:cubicBezTo>
                  <a:pt x="2109220" y="2946351"/>
                  <a:pt x="2103516" y="2946961"/>
                  <a:pt x="2100146" y="2950390"/>
                </a:cubicBezTo>
                <a:cubicBezTo>
                  <a:pt x="2098768" y="2963041"/>
                  <a:pt x="2110101" y="2962736"/>
                  <a:pt x="2119289" y="2964718"/>
                </a:cubicBezTo>
                <a:cubicBezTo>
                  <a:pt x="2121127" y="2956335"/>
                  <a:pt x="2118026" y="2951038"/>
                  <a:pt x="2113623" y="2948694"/>
                </a:cubicBezTo>
                <a:close/>
                <a:moveTo>
                  <a:pt x="1044550" y="2945665"/>
                </a:moveTo>
                <a:cubicBezTo>
                  <a:pt x="1041487" y="2966395"/>
                  <a:pt x="1066755" y="2958469"/>
                  <a:pt x="1082835" y="2959993"/>
                </a:cubicBezTo>
                <a:cubicBezTo>
                  <a:pt x="1086051" y="2939416"/>
                  <a:pt x="1060630" y="2947190"/>
                  <a:pt x="1044550" y="2945665"/>
                </a:cubicBezTo>
                <a:close/>
                <a:moveTo>
                  <a:pt x="977781" y="2945665"/>
                </a:moveTo>
                <a:cubicBezTo>
                  <a:pt x="974106" y="2956182"/>
                  <a:pt x="948225" y="2944750"/>
                  <a:pt x="953891" y="2964718"/>
                </a:cubicBezTo>
                <a:cubicBezTo>
                  <a:pt x="964151" y="2973406"/>
                  <a:pt x="985132" y="2963803"/>
                  <a:pt x="973034" y="2983771"/>
                </a:cubicBezTo>
                <a:cubicBezTo>
                  <a:pt x="981456" y="2981027"/>
                  <a:pt x="1001058" y="2989563"/>
                  <a:pt x="1001671" y="2979046"/>
                </a:cubicBezTo>
                <a:cubicBezTo>
                  <a:pt x="991717" y="2972339"/>
                  <a:pt x="986970" y="2965175"/>
                  <a:pt x="982528" y="2955115"/>
                </a:cubicBezTo>
                <a:cubicBezTo>
                  <a:pt x="983294" y="2956944"/>
                  <a:pt x="988195" y="2945208"/>
                  <a:pt x="977781" y="2945665"/>
                </a:cubicBezTo>
                <a:close/>
                <a:moveTo>
                  <a:pt x="1618508" y="2942107"/>
                </a:moveTo>
                <a:cubicBezTo>
                  <a:pt x="1612815" y="2944236"/>
                  <a:pt x="1616491" y="2958926"/>
                  <a:pt x="1627402" y="2945665"/>
                </a:cubicBezTo>
                <a:cubicBezTo>
                  <a:pt x="1623344" y="2942083"/>
                  <a:pt x="1620406" y="2941397"/>
                  <a:pt x="1618508" y="2942107"/>
                </a:cubicBezTo>
                <a:close/>
                <a:moveTo>
                  <a:pt x="1287756" y="2941036"/>
                </a:moveTo>
                <a:cubicBezTo>
                  <a:pt x="1278357" y="2941093"/>
                  <a:pt x="1270738" y="2945894"/>
                  <a:pt x="1273954" y="2959993"/>
                </a:cubicBezTo>
                <a:cubicBezTo>
                  <a:pt x="1292484" y="2958316"/>
                  <a:pt x="1308717" y="2973101"/>
                  <a:pt x="1312239" y="2950543"/>
                </a:cubicBezTo>
                <a:cubicBezTo>
                  <a:pt x="1308334" y="2945666"/>
                  <a:pt x="1297155" y="2940979"/>
                  <a:pt x="1287756" y="2941036"/>
                </a:cubicBezTo>
                <a:close/>
                <a:moveTo>
                  <a:pt x="1665534" y="2940940"/>
                </a:moveTo>
                <a:cubicBezTo>
                  <a:pt x="1646851" y="2936519"/>
                  <a:pt x="1653589" y="2957402"/>
                  <a:pt x="1632150" y="2950390"/>
                </a:cubicBezTo>
                <a:cubicBezTo>
                  <a:pt x="1632609" y="2958773"/>
                  <a:pt x="1631078" y="2965175"/>
                  <a:pt x="1627402" y="2969443"/>
                </a:cubicBezTo>
                <a:cubicBezTo>
                  <a:pt x="1638429" y="2969443"/>
                  <a:pt x="1649607" y="2969443"/>
                  <a:pt x="1660787" y="2969443"/>
                </a:cubicBezTo>
                <a:cubicBezTo>
                  <a:pt x="1657264" y="2954963"/>
                  <a:pt x="1669057" y="2955572"/>
                  <a:pt x="1665534" y="2940940"/>
                </a:cubicBezTo>
                <a:close/>
                <a:moveTo>
                  <a:pt x="1135362" y="2940940"/>
                </a:moveTo>
                <a:cubicBezTo>
                  <a:pt x="1117598" y="2943989"/>
                  <a:pt x="1097230" y="2944294"/>
                  <a:pt x="1092330" y="2959993"/>
                </a:cubicBezTo>
                <a:cubicBezTo>
                  <a:pt x="1112238" y="2963804"/>
                  <a:pt x="1119589" y="2954811"/>
                  <a:pt x="1125868" y="2950390"/>
                </a:cubicBezTo>
                <a:cubicBezTo>
                  <a:pt x="1129849" y="2947494"/>
                  <a:pt x="1138425" y="2950848"/>
                  <a:pt x="1135362" y="2940940"/>
                </a:cubicBezTo>
                <a:close/>
                <a:moveTo>
                  <a:pt x="2845326" y="2936215"/>
                </a:moveTo>
                <a:cubicBezTo>
                  <a:pt x="2845326" y="2939263"/>
                  <a:pt x="2845326" y="2942464"/>
                  <a:pt x="2845326" y="2945665"/>
                </a:cubicBezTo>
                <a:cubicBezTo>
                  <a:pt x="2848389" y="2945665"/>
                  <a:pt x="2851605" y="2945665"/>
                  <a:pt x="2854821" y="2945665"/>
                </a:cubicBezTo>
                <a:cubicBezTo>
                  <a:pt x="2854821" y="2942617"/>
                  <a:pt x="2854821" y="2939416"/>
                  <a:pt x="2854821" y="2936215"/>
                </a:cubicBezTo>
                <a:cubicBezTo>
                  <a:pt x="2851758" y="2936215"/>
                  <a:pt x="2848542" y="2936215"/>
                  <a:pt x="2845326" y="2936215"/>
                </a:cubicBezTo>
                <a:close/>
                <a:moveTo>
                  <a:pt x="2622813" y="2934004"/>
                </a:moveTo>
                <a:cubicBezTo>
                  <a:pt x="2617186" y="2934576"/>
                  <a:pt x="2611711" y="2936672"/>
                  <a:pt x="2606581" y="2940940"/>
                </a:cubicBezTo>
                <a:cubicBezTo>
                  <a:pt x="2615156" y="2949780"/>
                  <a:pt x="2633227" y="2943531"/>
                  <a:pt x="2639965" y="2936215"/>
                </a:cubicBezTo>
                <a:cubicBezTo>
                  <a:pt x="2634222" y="2934386"/>
                  <a:pt x="2628441" y="2933433"/>
                  <a:pt x="2622813" y="2934004"/>
                </a:cubicBezTo>
                <a:close/>
                <a:moveTo>
                  <a:pt x="2071509" y="2931337"/>
                </a:moveTo>
                <a:cubicBezTo>
                  <a:pt x="2066149" y="2938196"/>
                  <a:pt x="2066302" y="2943074"/>
                  <a:pt x="2076256" y="2945665"/>
                </a:cubicBezTo>
                <a:cubicBezTo>
                  <a:pt x="2076562" y="2939568"/>
                  <a:pt x="2082382" y="2939111"/>
                  <a:pt x="2081003" y="2931337"/>
                </a:cubicBezTo>
                <a:cubicBezTo>
                  <a:pt x="2077940" y="2931337"/>
                  <a:pt x="2074725" y="2931337"/>
                  <a:pt x="2071509" y="2931337"/>
                </a:cubicBezTo>
                <a:close/>
                <a:moveTo>
                  <a:pt x="2152673" y="2926613"/>
                </a:moveTo>
                <a:cubicBezTo>
                  <a:pt x="2139044" y="2928899"/>
                  <a:pt x="2126333" y="2932100"/>
                  <a:pt x="2124036" y="2945666"/>
                </a:cubicBezTo>
                <a:cubicBezTo>
                  <a:pt x="2141341" y="2947037"/>
                  <a:pt x="2157114" y="2946885"/>
                  <a:pt x="2152673" y="2926613"/>
                </a:cubicBezTo>
                <a:close/>
                <a:moveTo>
                  <a:pt x="2460869" y="2923526"/>
                </a:moveTo>
                <a:cubicBezTo>
                  <a:pt x="2452369" y="2924174"/>
                  <a:pt x="2446244" y="2929813"/>
                  <a:pt x="2448847" y="2945665"/>
                </a:cubicBezTo>
                <a:cubicBezTo>
                  <a:pt x="2461864" y="2949171"/>
                  <a:pt x="2458495" y="2936215"/>
                  <a:pt x="2467989" y="2936063"/>
                </a:cubicBezTo>
                <a:cubicBezTo>
                  <a:pt x="2475187" y="2935301"/>
                  <a:pt x="2485601" y="2937739"/>
                  <a:pt x="2487132" y="2931338"/>
                </a:cubicBezTo>
                <a:cubicBezTo>
                  <a:pt x="2480241" y="2927223"/>
                  <a:pt x="2469368" y="2922878"/>
                  <a:pt x="2460869" y="2923526"/>
                </a:cubicBezTo>
                <a:close/>
                <a:moveTo>
                  <a:pt x="2310255" y="2922039"/>
                </a:moveTo>
                <a:cubicBezTo>
                  <a:pt x="2295553" y="2921430"/>
                  <a:pt x="2296625" y="2936977"/>
                  <a:pt x="2276870" y="2931490"/>
                </a:cubicBezTo>
                <a:cubicBezTo>
                  <a:pt x="2280239" y="2946122"/>
                  <a:pt x="2280239" y="2940635"/>
                  <a:pt x="2276870" y="2955268"/>
                </a:cubicBezTo>
                <a:cubicBezTo>
                  <a:pt x="2296166" y="2951915"/>
                  <a:pt x="2304129" y="2959840"/>
                  <a:pt x="2319903" y="2959993"/>
                </a:cubicBezTo>
                <a:cubicBezTo>
                  <a:pt x="2325569" y="2940026"/>
                  <a:pt x="2299841" y="2951457"/>
                  <a:pt x="2295860" y="2941092"/>
                </a:cubicBezTo>
                <a:cubicBezTo>
                  <a:pt x="2302904" y="2936977"/>
                  <a:pt x="2314390" y="2937282"/>
                  <a:pt x="2310255" y="2922039"/>
                </a:cubicBezTo>
                <a:close/>
                <a:moveTo>
                  <a:pt x="1963450" y="2921335"/>
                </a:moveTo>
                <a:cubicBezTo>
                  <a:pt x="1957420" y="2920858"/>
                  <a:pt x="1952366" y="2921354"/>
                  <a:pt x="1952059" y="2926612"/>
                </a:cubicBezTo>
                <a:cubicBezTo>
                  <a:pt x="1964464" y="2927070"/>
                  <a:pt x="1957113" y="2947037"/>
                  <a:pt x="1975949" y="2940940"/>
                </a:cubicBezTo>
                <a:cubicBezTo>
                  <a:pt x="1977481" y="2934539"/>
                  <a:pt x="1982841" y="2931947"/>
                  <a:pt x="1980697" y="2921887"/>
                </a:cubicBezTo>
                <a:cubicBezTo>
                  <a:pt x="1976486" y="2923259"/>
                  <a:pt x="1969480" y="2921811"/>
                  <a:pt x="1963450" y="2921335"/>
                </a:cubicBezTo>
                <a:close/>
                <a:moveTo>
                  <a:pt x="2563548" y="2917315"/>
                </a:moveTo>
                <a:cubicBezTo>
                  <a:pt x="2555279" y="2917010"/>
                  <a:pt x="2551297" y="2920973"/>
                  <a:pt x="2549153" y="2926765"/>
                </a:cubicBezTo>
                <a:cubicBezTo>
                  <a:pt x="2556657" y="2926308"/>
                  <a:pt x="2565692" y="2927375"/>
                  <a:pt x="2563548" y="2917315"/>
                </a:cubicBezTo>
                <a:close/>
                <a:moveTo>
                  <a:pt x="1546085" y="2917162"/>
                </a:moveTo>
                <a:cubicBezTo>
                  <a:pt x="1533068" y="2926155"/>
                  <a:pt x="1526789" y="2949323"/>
                  <a:pt x="1512700" y="2950390"/>
                </a:cubicBezTo>
                <a:cubicBezTo>
                  <a:pt x="1498918" y="2949780"/>
                  <a:pt x="1481307" y="2952981"/>
                  <a:pt x="1474415" y="2945665"/>
                </a:cubicBezTo>
                <a:cubicBezTo>
                  <a:pt x="1467830" y="2951762"/>
                  <a:pt x="1469668" y="2966242"/>
                  <a:pt x="1469668" y="2978893"/>
                </a:cubicBezTo>
                <a:cubicBezTo>
                  <a:pt x="1488504" y="2975997"/>
                  <a:pt x="1504278" y="2964718"/>
                  <a:pt x="1522195" y="2974168"/>
                </a:cubicBezTo>
                <a:cubicBezTo>
                  <a:pt x="1532761" y="2955877"/>
                  <a:pt x="1536437" y="2928289"/>
                  <a:pt x="1565227" y="2940940"/>
                </a:cubicBezTo>
                <a:cubicBezTo>
                  <a:pt x="1566912" y="2944750"/>
                  <a:pt x="1563237" y="2951609"/>
                  <a:pt x="1565687" y="2955268"/>
                </a:cubicBezTo>
                <a:cubicBezTo>
                  <a:pt x="1566452" y="2956639"/>
                  <a:pt x="1573956" y="2954048"/>
                  <a:pt x="1575182" y="2955268"/>
                </a:cubicBezTo>
                <a:cubicBezTo>
                  <a:pt x="1576866" y="2956792"/>
                  <a:pt x="1573650" y="2963041"/>
                  <a:pt x="1575182" y="2964718"/>
                </a:cubicBezTo>
                <a:cubicBezTo>
                  <a:pt x="1577938" y="2967918"/>
                  <a:pt x="1584523" y="2968223"/>
                  <a:pt x="1584676" y="2974168"/>
                </a:cubicBezTo>
                <a:cubicBezTo>
                  <a:pt x="1603359" y="2968833"/>
                  <a:pt x="1617755" y="2988496"/>
                  <a:pt x="1622808" y="2969443"/>
                </a:cubicBezTo>
                <a:cubicBezTo>
                  <a:pt x="1614538" y="2969748"/>
                  <a:pt x="1610557" y="2965785"/>
                  <a:pt x="1608413" y="2959993"/>
                </a:cubicBezTo>
                <a:cubicBezTo>
                  <a:pt x="1597540" y="2953438"/>
                  <a:pt x="1590496" y="2972186"/>
                  <a:pt x="1589270" y="2959993"/>
                </a:cubicBezTo>
                <a:cubicBezTo>
                  <a:pt x="1590342" y="2953133"/>
                  <a:pt x="1597081" y="2951914"/>
                  <a:pt x="1598765" y="2945665"/>
                </a:cubicBezTo>
                <a:cubicBezTo>
                  <a:pt x="1591567" y="2944903"/>
                  <a:pt x="1581154" y="2947341"/>
                  <a:pt x="1579622" y="2940940"/>
                </a:cubicBezTo>
                <a:cubicBezTo>
                  <a:pt x="1585289" y="2935452"/>
                  <a:pt x="1596468" y="2935605"/>
                  <a:pt x="1608260" y="2936215"/>
                </a:cubicBezTo>
                <a:cubicBezTo>
                  <a:pt x="1605962" y="2922649"/>
                  <a:pt x="1594324" y="2919296"/>
                  <a:pt x="1584370" y="2917162"/>
                </a:cubicBezTo>
                <a:cubicBezTo>
                  <a:pt x="1579470" y="2916095"/>
                  <a:pt x="1574263" y="2922344"/>
                  <a:pt x="1565227" y="2921887"/>
                </a:cubicBezTo>
                <a:cubicBezTo>
                  <a:pt x="1558642" y="2921582"/>
                  <a:pt x="1556192" y="2914266"/>
                  <a:pt x="1546085" y="2917162"/>
                </a:cubicBezTo>
                <a:close/>
                <a:moveTo>
                  <a:pt x="1527096" y="2917162"/>
                </a:moveTo>
                <a:cubicBezTo>
                  <a:pt x="1514385" y="2915790"/>
                  <a:pt x="1511322" y="2923716"/>
                  <a:pt x="1512700" y="2936215"/>
                </a:cubicBezTo>
                <a:cubicBezTo>
                  <a:pt x="1525564" y="2935910"/>
                  <a:pt x="1535671" y="2925393"/>
                  <a:pt x="1527096" y="2917162"/>
                </a:cubicBezTo>
                <a:close/>
                <a:moveTo>
                  <a:pt x="1488810" y="2917162"/>
                </a:moveTo>
                <a:cubicBezTo>
                  <a:pt x="1465073" y="2922192"/>
                  <a:pt x="1441796" y="2927526"/>
                  <a:pt x="1441030" y="2955268"/>
                </a:cubicBezTo>
                <a:cubicBezTo>
                  <a:pt x="1454966" y="2956944"/>
                  <a:pt x="1458029" y="2942007"/>
                  <a:pt x="1464920" y="2936215"/>
                </a:cubicBezTo>
                <a:cubicBezTo>
                  <a:pt x="1472577" y="2929660"/>
                  <a:pt x="1484675" y="2927222"/>
                  <a:pt x="1488810" y="2917162"/>
                </a:cubicBezTo>
                <a:close/>
                <a:moveTo>
                  <a:pt x="361577" y="2916486"/>
                </a:moveTo>
                <a:cubicBezTo>
                  <a:pt x="358684" y="2917000"/>
                  <a:pt x="356569" y="2918572"/>
                  <a:pt x="356798" y="2921887"/>
                </a:cubicBezTo>
                <a:cubicBezTo>
                  <a:pt x="359861" y="2921887"/>
                  <a:pt x="363076" y="2921887"/>
                  <a:pt x="366292" y="2921887"/>
                </a:cubicBezTo>
                <a:cubicBezTo>
                  <a:pt x="385932" y="2922916"/>
                  <a:pt x="370255" y="2914942"/>
                  <a:pt x="361577" y="2916486"/>
                </a:cubicBezTo>
                <a:close/>
                <a:moveTo>
                  <a:pt x="734135" y="2912437"/>
                </a:moveTo>
                <a:cubicBezTo>
                  <a:pt x="716218" y="2908931"/>
                  <a:pt x="710858" y="2917771"/>
                  <a:pt x="710245" y="2931489"/>
                </a:cubicBezTo>
                <a:cubicBezTo>
                  <a:pt x="728163" y="2934995"/>
                  <a:pt x="733522" y="2926155"/>
                  <a:pt x="734135" y="2912437"/>
                </a:cubicBezTo>
                <a:close/>
                <a:moveTo>
                  <a:pt x="1780083" y="2907712"/>
                </a:moveTo>
                <a:cubicBezTo>
                  <a:pt x="1756806" y="2919449"/>
                  <a:pt x="1701828" y="2899633"/>
                  <a:pt x="1698919" y="2931490"/>
                </a:cubicBezTo>
                <a:cubicBezTo>
                  <a:pt x="1714539" y="2935148"/>
                  <a:pt x="1728934" y="2927527"/>
                  <a:pt x="1732303" y="2926765"/>
                </a:cubicBezTo>
                <a:cubicBezTo>
                  <a:pt x="1738735" y="2925241"/>
                  <a:pt x="1742258" y="2923411"/>
                  <a:pt x="1746698" y="2922040"/>
                </a:cubicBezTo>
                <a:cubicBezTo>
                  <a:pt x="1751752" y="2920515"/>
                  <a:pt x="1764157" y="2917315"/>
                  <a:pt x="1765841" y="2917315"/>
                </a:cubicBezTo>
                <a:cubicBezTo>
                  <a:pt x="1767219" y="2917315"/>
                  <a:pt x="1773498" y="2921278"/>
                  <a:pt x="1770588" y="2922040"/>
                </a:cubicBezTo>
                <a:cubicBezTo>
                  <a:pt x="1776561" y="2920363"/>
                  <a:pt x="1780236" y="2915638"/>
                  <a:pt x="1780083" y="2907712"/>
                </a:cubicBezTo>
                <a:close/>
                <a:moveTo>
                  <a:pt x="1918675" y="2907711"/>
                </a:moveTo>
                <a:cubicBezTo>
                  <a:pt x="1913468" y="2926917"/>
                  <a:pt x="1946240" y="2932404"/>
                  <a:pt x="1947312" y="2917162"/>
                </a:cubicBezTo>
                <a:cubicBezTo>
                  <a:pt x="1937358" y="2914418"/>
                  <a:pt x="1933683" y="2905425"/>
                  <a:pt x="1918675" y="2907711"/>
                </a:cubicBezTo>
                <a:close/>
                <a:moveTo>
                  <a:pt x="562158" y="2907711"/>
                </a:moveTo>
                <a:cubicBezTo>
                  <a:pt x="554808" y="2922039"/>
                  <a:pt x="586814" y="2920210"/>
                  <a:pt x="586048" y="2912437"/>
                </a:cubicBezTo>
                <a:cubicBezTo>
                  <a:pt x="574563" y="2914418"/>
                  <a:pt x="575635" y="2903748"/>
                  <a:pt x="562158" y="2907711"/>
                </a:cubicBezTo>
                <a:close/>
                <a:moveTo>
                  <a:pt x="1861553" y="2907559"/>
                </a:moveTo>
                <a:cubicBezTo>
                  <a:pt x="1844861" y="2910150"/>
                  <a:pt x="1843329" y="2917924"/>
                  <a:pt x="1837663" y="2912284"/>
                </a:cubicBezTo>
                <a:cubicBezTo>
                  <a:pt x="1824800" y="2899328"/>
                  <a:pt x="1814539" y="2925850"/>
                  <a:pt x="1813773" y="2921734"/>
                </a:cubicBezTo>
                <a:cubicBezTo>
                  <a:pt x="1806270" y="2919753"/>
                  <a:pt x="1809639" y="2906797"/>
                  <a:pt x="1794631" y="2912284"/>
                </a:cubicBezTo>
                <a:cubicBezTo>
                  <a:pt x="1793099" y="2921734"/>
                  <a:pt x="1801063" y="2921734"/>
                  <a:pt x="1804126" y="2926612"/>
                </a:cubicBezTo>
                <a:cubicBezTo>
                  <a:pt x="1799991" y="2940025"/>
                  <a:pt x="1788659" y="2946122"/>
                  <a:pt x="1789730" y="2964718"/>
                </a:cubicBezTo>
                <a:cubicBezTo>
                  <a:pt x="1801216" y="2967614"/>
                  <a:pt x="1811476" y="2971577"/>
                  <a:pt x="1828015" y="2969443"/>
                </a:cubicBezTo>
                <a:cubicBezTo>
                  <a:pt x="1829241" y="2956334"/>
                  <a:pt x="1845780" y="2958621"/>
                  <a:pt x="1851905" y="2950390"/>
                </a:cubicBezTo>
                <a:cubicBezTo>
                  <a:pt x="1843329" y="2951000"/>
                  <a:pt x="1840726" y="2945665"/>
                  <a:pt x="1842411" y="2936062"/>
                </a:cubicBezTo>
                <a:cubicBezTo>
                  <a:pt x="1845474" y="2923259"/>
                  <a:pt x="1862472" y="2924173"/>
                  <a:pt x="1861553" y="2907559"/>
                </a:cubicBezTo>
                <a:close/>
                <a:moveTo>
                  <a:pt x="0" y="2903328"/>
                </a:moveTo>
                <a:lnTo>
                  <a:pt x="5678" y="2903613"/>
                </a:lnTo>
                <a:cubicBezTo>
                  <a:pt x="11581" y="2904872"/>
                  <a:pt x="16137" y="2907483"/>
                  <a:pt x="18051" y="2912741"/>
                </a:cubicBezTo>
                <a:cubicBezTo>
                  <a:pt x="14912" y="2912437"/>
                  <a:pt x="6259" y="2912246"/>
                  <a:pt x="325" y="2912818"/>
                </a:cubicBezTo>
                <a:lnTo>
                  <a:pt x="0" y="2912902"/>
                </a:lnTo>
                <a:close/>
                <a:moveTo>
                  <a:pt x="2109794" y="2902834"/>
                </a:moveTo>
                <a:cubicBezTo>
                  <a:pt x="2096165" y="2901920"/>
                  <a:pt x="2083760" y="2902377"/>
                  <a:pt x="2085904" y="2917162"/>
                </a:cubicBezTo>
                <a:cubicBezTo>
                  <a:pt x="2092336" y="2917162"/>
                  <a:pt x="2098615" y="2917162"/>
                  <a:pt x="2105047" y="2917162"/>
                </a:cubicBezTo>
                <a:cubicBezTo>
                  <a:pt x="2104740" y="2910608"/>
                  <a:pt x="2107191" y="2906797"/>
                  <a:pt x="2109794" y="2902834"/>
                </a:cubicBezTo>
                <a:close/>
                <a:moveTo>
                  <a:pt x="2167068" y="2898262"/>
                </a:moveTo>
                <a:cubicBezTo>
                  <a:pt x="2162168" y="2897194"/>
                  <a:pt x="2163546" y="2902682"/>
                  <a:pt x="2162321" y="2902987"/>
                </a:cubicBezTo>
                <a:cubicBezTo>
                  <a:pt x="2154970" y="2904511"/>
                  <a:pt x="2145475" y="2901462"/>
                  <a:pt x="2147926" y="2912437"/>
                </a:cubicBezTo>
                <a:cubicBezTo>
                  <a:pt x="2150223" y="2921430"/>
                  <a:pt x="2163852" y="2917010"/>
                  <a:pt x="2171815" y="2917314"/>
                </a:cubicBezTo>
                <a:cubicBezTo>
                  <a:pt x="2181004" y="2917619"/>
                  <a:pt x="2191264" y="2918229"/>
                  <a:pt x="2200453" y="2917314"/>
                </a:cubicBezTo>
                <a:cubicBezTo>
                  <a:pt x="2219136" y="2915333"/>
                  <a:pt x="2242719" y="2913504"/>
                  <a:pt x="2243485" y="2898262"/>
                </a:cubicBezTo>
                <a:cubicBezTo>
                  <a:pt x="2222658" y="2904816"/>
                  <a:pt x="2193868" y="2901920"/>
                  <a:pt x="2171815" y="2902987"/>
                </a:cubicBezTo>
                <a:cubicBezTo>
                  <a:pt x="2167374" y="2903292"/>
                  <a:pt x="2168140" y="2898414"/>
                  <a:pt x="2167068" y="2898262"/>
                </a:cubicBezTo>
                <a:close/>
                <a:moveTo>
                  <a:pt x="2329551" y="2898261"/>
                </a:moveTo>
                <a:cubicBezTo>
                  <a:pt x="2316380" y="2894298"/>
                  <a:pt x="2305661" y="2902072"/>
                  <a:pt x="2291265" y="2902986"/>
                </a:cubicBezTo>
                <a:cubicBezTo>
                  <a:pt x="2276564" y="2903901"/>
                  <a:pt x="2256809" y="2892622"/>
                  <a:pt x="2252980" y="2907711"/>
                </a:cubicBezTo>
                <a:cubicBezTo>
                  <a:pt x="2265844" y="2918991"/>
                  <a:pt x="2284680" y="2913961"/>
                  <a:pt x="2296013" y="2912436"/>
                </a:cubicBezTo>
                <a:cubicBezTo>
                  <a:pt x="2305354" y="2911217"/>
                  <a:pt x="2310561" y="2913351"/>
                  <a:pt x="2315155" y="2907711"/>
                </a:cubicBezTo>
                <a:cubicBezTo>
                  <a:pt x="2318524" y="2903901"/>
                  <a:pt x="2335064" y="2911065"/>
                  <a:pt x="2329551" y="2898261"/>
                </a:cubicBezTo>
                <a:close/>
                <a:moveTo>
                  <a:pt x="2491879" y="2893537"/>
                </a:moveTo>
                <a:cubicBezTo>
                  <a:pt x="2479475" y="2898110"/>
                  <a:pt x="2453747" y="2894909"/>
                  <a:pt x="2448847" y="2902987"/>
                </a:cubicBezTo>
                <a:cubicBezTo>
                  <a:pt x="2461098" y="2919754"/>
                  <a:pt x="2487285" y="2910608"/>
                  <a:pt x="2491879" y="2893537"/>
                </a:cubicBezTo>
                <a:close/>
                <a:moveTo>
                  <a:pt x="1522348" y="2893384"/>
                </a:moveTo>
                <a:cubicBezTo>
                  <a:pt x="1522042" y="2901615"/>
                  <a:pt x="1526023" y="2905578"/>
                  <a:pt x="1531842" y="2907712"/>
                </a:cubicBezTo>
                <a:cubicBezTo>
                  <a:pt x="1538581" y="2900701"/>
                  <a:pt x="1538887" y="2889269"/>
                  <a:pt x="1522348" y="2893384"/>
                </a:cubicBezTo>
                <a:close/>
                <a:moveTo>
                  <a:pt x="2749768" y="2893383"/>
                </a:moveTo>
                <a:cubicBezTo>
                  <a:pt x="2749155" y="2912589"/>
                  <a:pt x="2762019" y="2906034"/>
                  <a:pt x="2773657" y="2902834"/>
                </a:cubicBezTo>
                <a:cubicBezTo>
                  <a:pt x="2780242" y="2903291"/>
                  <a:pt x="2791881" y="2901767"/>
                  <a:pt x="2783152" y="2898109"/>
                </a:cubicBezTo>
                <a:cubicBezTo>
                  <a:pt x="2767685" y="2900852"/>
                  <a:pt x="2760947" y="2894908"/>
                  <a:pt x="2749768" y="2893383"/>
                </a:cubicBezTo>
                <a:close/>
                <a:moveTo>
                  <a:pt x="3064930" y="2888658"/>
                </a:moveTo>
                <a:cubicBezTo>
                  <a:pt x="3062633" y="2887286"/>
                  <a:pt x="3054516" y="2890640"/>
                  <a:pt x="3055435" y="2893383"/>
                </a:cubicBezTo>
                <a:cubicBezTo>
                  <a:pt x="3063245" y="2893231"/>
                  <a:pt x="3067227" y="2910302"/>
                  <a:pt x="3074424" y="2902834"/>
                </a:cubicBezTo>
                <a:cubicBezTo>
                  <a:pt x="3078253" y="2899023"/>
                  <a:pt x="3065542" y="2898566"/>
                  <a:pt x="3064930" y="2898109"/>
                </a:cubicBezTo>
                <a:cubicBezTo>
                  <a:pt x="3063551" y="2897042"/>
                  <a:pt x="3066461" y="2889573"/>
                  <a:pt x="3064930" y="2888658"/>
                </a:cubicBezTo>
                <a:close/>
                <a:moveTo>
                  <a:pt x="1772962" y="2883857"/>
                </a:moveTo>
                <a:cubicBezTo>
                  <a:pt x="1766377" y="2884429"/>
                  <a:pt x="1761400" y="2886601"/>
                  <a:pt x="1761094" y="2893384"/>
                </a:cubicBezTo>
                <a:cubicBezTo>
                  <a:pt x="1774570" y="2892622"/>
                  <a:pt x="1793866" y="2897499"/>
                  <a:pt x="1794478" y="2883933"/>
                </a:cubicBezTo>
                <a:cubicBezTo>
                  <a:pt x="1787740" y="2884315"/>
                  <a:pt x="1779547" y="2883286"/>
                  <a:pt x="1772962" y="2883857"/>
                </a:cubicBezTo>
                <a:close/>
                <a:moveTo>
                  <a:pt x="1077935" y="2879209"/>
                </a:moveTo>
                <a:cubicBezTo>
                  <a:pt x="1074259" y="2888049"/>
                  <a:pt x="1069971" y="2896585"/>
                  <a:pt x="1068440" y="2907712"/>
                </a:cubicBezTo>
                <a:cubicBezTo>
                  <a:pt x="1085898" y="2904359"/>
                  <a:pt x="1109635" y="2907407"/>
                  <a:pt x="1116220" y="2893384"/>
                </a:cubicBezTo>
                <a:cubicBezTo>
                  <a:pt x="1111779" y="2887745"/>
                  <a:pt x="1104275" y="2892165"/>
                  <a:pt x="1097077" y="2888659"/>
                </a:cubicBezTo>
                <a:cubicBezTo>
                  <a:pt x="1094168" y="2887287"/>
                  <a:pt x="1097077" y="2881038"/>
                  <a:pt x="1092330" y="2879209"/>
                </a:cubicBezTo>
                <a:cubicBezTo>
                  <a:pt x="1088195" y="2877532"/>
                  <a:pt x="1082223" y="2880581"/>
                  <a:pt x="1077935" y="2879209"/>
                </a:cubicBezTo>
                <a:close/>
                <a:moveTo>
                  <a:pt x="2854974" y="2879057"/>
                </a:moveTo>
                <a:cubicBezTo>
                  <a:pt x="2843029" y="2878294"/>
                  <a:pt x="2839966" y="2886373"/>
                  <a:pt x="2835831" y="2893384"/>
                </a:cubicBezTo>
                <a:cubicBezTo>
                  <a:pt x="2842110" y="2899481"/>
                  <a:pt x="2853443" y="2899481"/>
                  <a:pt x="2859721" y="2893384"/>
                </a:cubicBezTo>
                <a:cubicBezTo>
                  <a:pt x="2860028" y="2886830"/>
                  <a:pt x="2857424" y="2882867"/>
                  <a:pt x="2854974" y="2879057"/>
                </a:cubicBezTo>
                <a:close/>
                <a:moveTo>
                  <a:pt x="2186211" y="2874483"/>
                </a:moveTo>
                <a:cubicBezTo>
                  <a:pt x="2175338" y="2873111"/>
                  <a:pt x="2168140" y="2875550"/>
                  <a:pt x="2167068" y="2883933"/>
                </a:cubicBezTo>
                <a:cubicBezTo>
                  <a:pt x="2177941" y="2885305"/>
                  <a:pt x="2184986" y="2882714"/>
                  <a:pt x="2186211" y="2874483"/>
                </a:cubicBezTo>
                <a:close/>
                <a:moveTo>
                  <a:pt x="1512700" y="2874331"/>
                </a:moveTo>
                <a:cubicBezTo>
                  <a:pt x="1513466" y="2879971"/>
                  <a:pt x="1511781" y="2887897"/>
                  <a:pt x="1517447" y="2888659"/>
                </a:cubicBezTo>
                <a:cubicBezTo>
                  <a:pt x="1517907" y="2881190"/>
                  <a:pt x="1529699" y="2885001"/>
                  <a:pt x="1527095" y="2874331"/>
                </a:cubicBezTo>
                <a:cubicBezTo>
                  <a:pt x="1522194" y="2874331"/>
                  <a:pt x="1517447" y="2874331"/>
                  <a:pt x="1512700" y="2874331"/>
                </a:cubicBezTo>
                <a:close/>
                <a:moveTo>
                  <a:pt x="2334145" y="2869759"/>
                </a:moveTo>
                <a:cubicBezTo>
                  <a:pt x="2332154" y="2869911"/>
                  <a:pt x="2322659" y="2877837"/>
                  <a:pt x="2324650" y="2879209"/>
                </a:cubicBezTo>
                <a:cubicBezTo>
                  <a:pt x="2329397" y="2882409"/>
                  <a:pt x="2342568" y="2882257"/>
                  <a:pt x="2348540" y="2874484"/>
                </a:cubicBezTo>
                <a:cubicBezTo>
                  <a:pt x="2342261" y="2876770"/>
                  <a:pt x="2337820" y="2869301"/>
                  <a:pt x="2334145" y="2869759"/>
                </a:cubicBezTo>
                <a:close/>
                <a:moveTo>
                  <a:pt x="1350371" y="2869606"/>
                </a:moveTo>
                <a:cubicBezTo>
                  <a:pt x="1334292" y="2865186"/>
                  <a:pt x="1318365" y="2884848"/>
                  <a:pt x="1331229" y="2893384"/>
                </a:cubicBezTo>
                <a:cubicBezTo>
                  <a:pt x="1327554" y="2875550"/>
                  <a:pt x="1356497" y="2890183"/>
                  <a:pt x="1350371" y="2869606"/>
                </a:cubicBezTo>
                <a:close/>
                <a:moveTo>
                  <a:pt x="729387" y="2869606"/>
                </a:moveTo>
                <a:cubicBezTo>
                  <a:pt x="730000" y="2881342"/>
                  <a:pt x="730153" y="2892469"/>
                  <a:pt x="724640" y="2898109"/>
                </a:cubicBezTo>
                <a:cubicBezTo>
                  <a:pt x="743936" y="2904511"/>
                  <a:pt x="765069" y="2912437"/>
                  <a:pt x="782068" y="2897956"/>
                </a:cubicBezTo>
                <a:cubicBezTo>
                  <a:pt x="776402" y="2895670"/>
                  <a:pt x="771195" y="2892926"/>
                  <a:pt x="767672" y="2888506"/>
                </a:cubicBezTo>
                <a:cubicBezTo>
                  <a:pt x="773951" y="2888506"/>
                  <a:pt x="771960" y="2880275"/>
                  <a:pt x="777167" y="2879056"/>
                </a:cubicBezTo>
                <a:cubicBezTo>
                  <a:pt x="782680" y="2876770"/>
                  <a:pt x="787887" y="2874026"/>
                  <a:pt x="791409" y="2869606"/>
                </a:cubicBezTo>
                <a:cubicBezTo>
                  <a:pt x="770123" y="2876465"/>
                  <a:pt x="758025" y="2867015"/>
                  <a:pt x="729387" y="2869606"/>
                </a:cubicBezTo>
                <a:close/>
                <a:moveTo>
                  <a:pt x="633829" y="2869605"/>
                </a:moveTo>
                <a:cubicBezTo>
                  <a:pt x="631072" y="2882714"/>
                  <a:pt x="628775" y="2896280"/>
                  <a:pt x="609939" y="2893383"/>
                </a:cubicBezTo>
                <a:cubicBezTo>
                  <a:pt x="608407" y="2902834"/>
                  <a:pt x="616370" y="2902834"/>
                  <a:pt x="619433" y="2907711"/>
                </a:cubicBezTo>
                <a:cubicBezTo>
                  <a:pt x="613614" y="2908169"/>
                  <a:pt x="608254" y="2909083"/>
                  <a:pt x="609939" y="2917162"/>
                </a:cubicBezTo>
                <a:cubicBezTo>
                  <a:pt x="622955" y="2914266"/>
                  <a:pt x="647917" y="2923259"/>
                  <a:pt x="652971" y="2912436"/>
                </a:cubicBezTo>
                <a:cubicBezTo>
                  <a:pt x="638269" y="2895975"/>
                  <a:pt x="672879" y="2888201"/>
                  <a:pt x="676861" y="2874331"/>
                </a:cubicBezTo>
                <a:cubicBezTo>
                  <a:pt x="661088" y="2874178"/>
                  <a:pt x="652971" y="2866405"/>
                  <a:pt x="633829" y="2869605"/>
                </a:cubicBezTo>
                <a:close/>
                <a:moveTo>
                  <a:pt x="485741" y="2869605"/>
                </a:moveTo>
                <a:cubicBezTo>
                  <a:pt x="479156" y="2869148"/>
                  <a:pt x="467518" y="2870672"/>
                  <a:pt x="476247" y="2874330"/>
                </a:cubicBezTo>
                <a:cubicBezTo>
                  <a:pt x="502741" y="2870520"/>
                  <a:pt x="491714" y="2881647"/>
                  <a:pt x="490642" y="2898109"/>
                </a:cubicBezTo>
                <a:cubicBezTo>
                  <a:pt x="506109" y="2895365"/>
                  <a:pt x="512848" y="2901309"/>
                  <a:pt x="524026" y="2902834"/>
                </a:cubicBezTo>
                <a:cubicBezTo>
                  <a:pt x="524486" y="2910302"/>
                  <a:pt x="523414" y="2919448"/>
                  <a:pt x="533521" y="2917162"/>
                </a:cubicBezTo>
                <a:cubicBezTo>
                  <a:pt x="548835" y="2921429"/>
                  <a:pt x="540106" y="2901462"/>
                  <a:pt x="552511" y="2902834"/>
                </a:cubicBezTo>
                <a:cubicBezTo>
                  <a:pt x="573032" y="2906949"/>
                  <a:pt x="578238" y="2897194"/>
                  <a:pt x="585895" y="2893383"/>
                </a:cubicBezTo>
                <a:cubicBezTo>
                  <a:pt x="591561" y="2890640"/>
                  <a:pt x="596003" y="2891249"/>
                  <a:pt x="600290" y="2888658"/>
                </a:cubicBezTo>
                <a:cubicBezTo>
                  <a:pt x="603200" y="2886829"/>
                  <a:pt x="599678" y="2885305"/>
                  <a:pt x="605038" y="2883933"/>
                </a:cubicBezTo>
                <a:cubicBezTo>
                  <a:pt x="618055" y="2880580"/>
                  <a:pt x="614992" y="2877531"/>
                  <a:pt x="619433" y="2869605"/>
                </a:cubicBezTo>
                <a:cubicBezTo>
                  <a:pt x="574869" y="2869605"/>
                  <a:pt x="530305" y="2869605"/>
                  <a:pt x="485741" y="2869605"/>
                </a:cubicBezTo>
                <a:close/>
                <a:moveTo>
                  <a:pt x="433214" y="2869453"/>
                </a:moveTo>
                <a:cubicBezTo>
                  <a:pt x="425251" y="2878903"/>
                  <a:pt x="433674" y="2875550"/>
                  <a:pt x="433214" y="2888506"/>
                </a:cubicBezTo>
                <a:cubicBezTo>
                  <a:pt x="426629" y="2888201"/>
                  <a:pt x="422648" y="2890792"/>
                  <a:pt x="418819" y="2893231"/>
                </a:cubicBezTo>
                <a:cubicBezTo>
                  <a:pt x="411775" y="2889115"/>
                  <a:pt x="403658" y="2886067"/>
                  <a:pt x="404424" y="2874178"/>
                </a:cubicBezTo>
                <a:cubicBezTo>
                  <a:pt x="390029" y="2877379"/>
                  <a:pt x="376093" y="2869758"/>
                  <a:pt x="366292" y="2874178"/>
                </a:cubicBezTo>
                <a:cubicBezTo>
                  <a:pt x="363689" y="2875245"/>
                  <a:pt x="366445" y="2888963"/>
                  <a:pt x="356797" y="2883628"/>
                </a:cubicBezTo>
                <a:cubicBezTo>
                  <a:pt x="346384" y="2880275"/>
                  <a:pt x="341024" y="2861375"/>
                  <a:pt x="328160" y="2874178"/>
                </a:cubicBezTo>
                <a:cubicBezTo>
                  <a:pt x="328619" y="2891097"/>
                  <a:pt x="343933" y="2893383"/>
                  <a:pt x="361545" y="2893231"/>
                </a:cubicBezTo>
                <a:cubicBezTo>
                  <a:pt x="365679" y="2900243"/>
                  <a:pt x="368742" y="2908321"/>
                  <a:pt x="380687" y="2907559"/>
                </a:cubicBezTo>
                <a:cubicBezTo>
                  <a:pt x="390488" y="2895670"/>
                  <a:pt x="418666" y="2895670"/>
                  <a:pt x="428467" y="2907559"/>
                </a:cubicBezTo>
                <a:cubicBezTo>
                  <a:pt x="423873" y="2912741"/>
                  <a:pt x="410856" y="2909083"/>
                  <a:pt x="414072" y="2921887"/>
                </a:cubicBezTo>
                <a:cubicBezTo>
                  <a:pt x="436124" y="2918991"/>
                  <a:pt x="471653" y="2927984"/>
                  <a:pt x="480994" y="2917162"/>
                </a:cubicBezTo>
                <a:cubicBezTo>
                  <a:pt x="478084" y="2910607"/>
                  <a:pt x="462617" y="2916399"/>
                  <a:pt x="461851" y="2907406"/>
                </a:cubicBezTo>
                <a:cubicBezTo>
                  <a:pt x="467518" y="2905120"/>
                  <a:pt x="472724" y="2902376"/>
                  <a:pt x="476247" y="2897956"/>
                </a:cubicBezTo>
                <a:cubicBezTo>
                  <a:pt x="469049" y="2897194"/>
                  <a:pt x="458636" y="2899633"/>
                  <a:pt x="457104" y="2893231"/>
                </a:cubicBezTo>
                <a:cubicBezTo>
                  <a:pt x="467977" y="2894603"/>
                  <a:pt x="475175" y="2892164"/>
                  <a:pt x="476247" y="2883781"/>
                </a:cubicBezTo>
                <a:cubicBezTo>
                  <a:pt x="456339" y="2884543"/>
                  <a:pt x="452663" y="2869148"/>
                  <a:pt x="433214" y="2869453"/>
                </a:cubicBezTo>
                <a:close/>
                <a:moveTo>
                  <a:pt x="846885" y="2869110"/>
                </a:moveTo>
                <a:cubicBezTo>
                  <a:pt x="833025" y="2869453"/>
                  <a:pt x="818209" y="2870749"/>
                  <a:pt x="805804" y="2869606"/>
                </a:cubicBezTo>
                <a:cubicBezTo>
                  <a:pt x="804733" y="2881952"/>
                  <a:pt x="790644" y="2885610"/>
                  <a:pt x="791409" y="2893384"/>
                </a:cubicBezTo>
                <a:cubicBezTo>
                  <a:pt x="791562" y="2895975"/>
                  <a:pt x="805498" y="2899176"/>
                  <a:pt x="800904" y="2907712"/>
                </a:cubicBezTo>
                <a:cubicBezTo>
                  <a:pt x="798913" y="2915180"/>
                  <a:pt x="785896" y="2911827"/>
                  <a:pt x="791409" y="2926765"/>
                </a:cubicBezTo>
                <a:cubicBezTo>
                  <a:pt x="810246" y="2932862"/>
                  <a:pt x="803048" y="2912894"/>
                  <a:pt x="815146" y="2912284"/>
                </a:cubicBezTo>
                <a:cubicBezTo>
                  <a:pt x="824181" y="2925698"/>
                  <a:pt x="850828" y="2912437"/>
                  <a:pt x="853431" y="2912284"/>
                </a:cubicBezTo>
                <a:cubicBezTo>
                  <a:pt x="861548" y="2911827"/>
                  <a:pt x="861088" y="2920363"/>
                  <a:pt x="867826" y="2912284"/>
                </a:cubicBezTo>
                <a:cubicBezTo>
                  <a:pt x="875790" y="2902682"/>
                  <a:pt x="907336" y="2923564"/>
                  <a:pt x="910859" y="2907559"/>
                </a:cubicBezTo>
                <a:cubicBezTo>
                  <a:pt x="905193" y="2905273"/>
                  <a:pt x="899986" y="2902529"/>
                  <a:pt x="896464" y="2898109"/>
                </a:cubicBezTo>
                <a:cubicBezTo>
                  <a:pt x="899986" y="2890488"/>
                  <a:pt x="919894" y="2899176"/>
                  <a:pt x="915606" y="2883781"/>
                </a:cubicBezTo>
                <a:cubicBezTo>
                  <a:pt x="906571" y="2874941"/>
                  <a:pt x="903508" y="2883324"/>
                  <a:pt x="891716" y="2883781"/>
                </a:cubicBezTo>
                <a:cubicBezTo>
                  <a:pt x="890950" y="2890945"/>
                  <a:pt x="893401" y="2901310"/>
                  <a:pt x="886969" y="2902834"/>
                </a:cubicBezTo>
                <a:cubicBezTo>
                  <a:pt x="880537" y="2909083"/>
                  <a:pt x="869205" y="2909083"/>
                  <a:pt x="867826" y="2898109"/>
                </a:cubicBezTo>
                <a:cubicBezTo>
                  <a:pt x="877321" y="2894756"/>
                  <a:pt x="880690" y="2885458"/>
                  <a:pt x="882222" y="2874331"/>
                </a:cubicBezTo>
                <a:cubicBezTo>
                  <a:pt x="873646" y="2869377"/>
                  <a:pt x="860744" y="2868767"/>
                  <a:pt x="846885" y="2869110"/>
                </a:cubicBezTo>
                <a:close/>
                <a:moveTo>
                  <a:pt x="1034943" y="2865050"/>
                </a:moveTo>
                <a:cubicBezTo>
                  <a:pt x="1015224" y="2864871"/>
                  <a:pt x="994665" y="2876160"/>
                  <a:pt x="982375" y="2883934"/>
                </a:cubicBezTo>
                <a:cubicBezTo>
                  <a:pt x="974412" y="2883934"/>
                  <a:pt x="966449" y="2883934"/>
                  <a:pt x="958485" y="2883934"/>
                </a:cubicBezTo>
                <a:cubicBezTo>
                  <a:pt x="960935" y="2902530"/>
                  <a:pt x="978853" y="2887440"/>
                  <a:pt x="982375" y="2902987"/>
                </a:cubicBezTo>
                <a:cubicBezTo>
                  <a:pt x="982528" y="2903139"/>
                  <a:pt x="973799" y="2907560"/>
                  <a:pt x="977628" y="2912437"/>
                </a:cubicBezTo>
                <a:cubicBezTo>
                  <a:pt x="982528" y="2912437"/>
                  <a:pt x="987276" y="2912437"/>
                  <a:pt x="992023" y="2912437"/>
                </a:cubicBezTo>
                <a:cubicBezTo>
                  <a:pt x="993861" y="2905578"/>
                  <a:pt x="997842" y="2904359"/>
                  <a:pt x="992023" y="2898109"/>
                </a:cubicBezTo>
                <a:cubicBezTo>
                  <a:pt x="1000293" y="2876313"/>
                  <a:pt x="1048838" y="2894603"/>
                  <a:pt x="1054045" y="2869606"/>
                </a:cubicBezTo>
                <a:cubicBezTo>
                  <a:pt x="1047996" y="2866443"/>
                  <a:pt x="1041517" y="2865110"/>
                  <a:pt x="1034943" y="2865050"/>
                </a:cubicBezTo>
                <a:close/>
                <a:moveTo>
                  <a:pt x="2544406" y="2865033"/>
                </a:moveTo>
                <a:cubicBezTo>
                  <a:pt x="2535524" y="2865643"/>
                  <a:pt x="2528479" y="2868082"/>
                  <a:pt x="2525263" y="2874484"/>
                </a:cubicBezTo>
                <a:cubicBezTo>
                  <a:pt x="2533839" y="2873264"/>
                  <a:pt x="2549153" y="2879209"/>
                  <a:pt x="2544406" y="2865033"/>
                </a:cubicBezTo>
                <a:close/>
                <a:moveTo>
                  <a:pt x="2494789" y="2864976"/>
                </a:moveTo>
                <a:cubicBezTo>
                  <a:pt x="2486825" y="2865833"/>
                  <a:pt x="2479474" y="2869072"/>
                  <a:pt x="2477483" y="2874483"/>
                </a:cubicBezTo>
                <a:cubicBezTo>
                  <a:pt x="2484069" y="2874178"/>
                  <a:pt x="2488050" y="2876617"/>
                  <a:pt x="2491879" y="2879208"/>
                </a:cubicBezTo>
                <a:cubicBezTo>
                  <a:pt x="2489735" y="2866100"/>
                  <a:pt x="2517913" y="2883019"/>
                  <a:pt x="2515768" y="2869758"/>
                </a:cubicBezTo>
                <a:cubicBezTo>
                  <a:pt x="2511328" y="2865643"/>
                  <a:pt x="2502752" y="2864118"/>
                  <a:pt x="2494789" y="2864976"/>
                </a:cubicBezTo>
                <a:close/>
                <a:moveTo>
                  <a:pt x="1598612" y="2864881"/>
                </a:moveTo>
                <a:cubicBezTo>
                  <a:pt x="1578550" y="2867015"/>
                  <a:pt x="1577478" y="2888049"/>
                  <a:pt x="1565227" y="2898109"/>
                </a:cubicBezTo>
                <a:cubicBezTo>
                  <a:pt x="1585748" y="2892164"/>
                  <a:pt x="1588811" y="2898414"/>
                  <a:pt x="1613007" y="2898109"/>
                </a:cubicBezTo>
                <a:cubicBezTo>
                  <a:pt x="1612548" y="2886372"/>
                  <a:pt x="1604125" y="2883476"/>
                  <a:pt x="1613007" y="2874331"/>
                </a:cubicBezTo>
                <a:cubicBezTo>
                  <a:pt x="1607340" y="2872045"/>
                  <a:pt x="1602134" y="2869301"/>
                  <a:pt x="1598612" y="2864881"/>
                </a:cubicBezTo>
                <a:close/>
                <a:moveTo>
                  <a:pt x="1441030" y="2864881"/>
                </a:moveTo>
                <a:cubicBezTo>
                  <a:pt x="1424950" y="2861680"/>
                  <a:pt x="1423572" y="2872959"/>
                  <a:pt x="1421887" y="2883934"/>
                </a:cubicBezTo>
                <a:cubicBezTo>
                  <a:pt x="1434139" y="2883324"/>
                  <a:pt x="1440417" y="2876922"/>
                  <a:pt x="1441030" y="2864881"/>
                </a:cubicBezTo>
                <a:close/>
                <a:moveTo>
                  <a:pt x="1226022" y="2864881"/>
                </a:moveTo>
                <a:cubicBezTo>
                  <a:pt x="1199222" y="2856954"/>
                  <a:pt x="1195853" y="2886830"/>
                  <a:pt x="1221275" y="2883933"/>
                </a:cubicBezTo>
                <a:cubicBezTo>
                  <a:pt x="1220202" y="2874941"/>
                  <a:pt x="1226788" y="2873416"/>
                  <a:pt x="1226022" y="2864881"/>
                </a:cubicBezTo>
                <a:close/>
                <a:moveTo>
                  <a:pt x="1259559" y="2864880"/>
                </a:moveTo>
                <a:cubicBezTo>
                  <a:pt x="1249605" y="2866862"/>
                  <a:pt x="1245470" y="2878751"/>
                  <a:pt x="1235669" y="2879208"/>
                </a:cubicBezTo>
                <a:cubicBezTo>
                  <a:pt x="1234750" y="2892621"/>
                  <a:pt x="1253587" y="2890335"/>
                  <a:pt x="1240416" y="2902986"/>
                </a:cubicBezTo>
                <a:cubicBezTo>
                  <a:pt x="1258027" y="2902986"/>
                  <a:pt x="1275486" y="2902986"/>
                  <a:pt x="1292943" y="2902986"/>
                </a:cubicBezTo>
                <a:cubicBezTo>
                  <a:pt x="1303204" y="2890945"/>
                  <a:pt x="1305042" y="2871587"/>
                  <a:pt x="1288196" y="2864880"/>
                </a:cubicBezTo>
                <a:cubicBezTo>
                  <a:pt x="1282224" y="2875855"/>
                  <a:pt x="1268288" y="2863203"/>
                  <a:pt x="1259559" y="2864880"/>
                </a:cubicBezTo>
                <a:close/>
                <a:moveTo>
                  <a:pt x="1474569" y="2864728"/>
                </a:moveTo>
                <a:cubicBezTo>
                  <a:pt x="1459255" y="2860612"/>
                  <a:pt x="1464615" y="2877074"/>
                  <a:pt x="1455426" y="2879056"/>
                </a:cubicBezTo>
                <a:cubicBezTo>
                  <a:pt x="1453435" y="2888201"/>
                  <a:pt x="1436896" y="2882866"/>
                  <a:pt x="1441031" y="2898109"/>
                </a:cubicBezTo>
                <a:cubicBezTo>
                  <a:pt x="1459408" y="2903596"/>
                  <a:pt x="1506269" y="2909693"/>
                  <a:pt x="1517601" y="2893231"/>
                </a:cubicBezTo>
                <a:cubicBezTo>
                  <a:pt x="1501062" y="2890792"/>
                  <a:pt x="1472272" y="2900395"/>
                  <a:pt x="1469821" y="2883781"/>
                </a:cubicBezTo>
                <a:cubicBezTo>
                  <a:pt x="1471353" y="2877379"/>
                  <a:pt x="1476560" y="2874635"/>
                  <a:pt x="1474569" y="2864728"/>
                </a:cubicBezTo>
                <a:close/>
                <a:moveTo>
                  <a:pt x="3222128" y="2864386"/>
                </a:moveTo>
                <a:cubicBezTo>
                  <a:pt x="3216921" y="2863967"/>
                  <a:pt x="3212710" y="2864500"/>
                  <a:pt x="3213169" y="2869606"/>
                </a:cubicBezTo>
                <a:cubicBezTo>
                  <a:pt x="3218070" y="2869606"/>
                  <a:pt x="3222817" y="2869606"/>
                  <a:pt x="3227564" y="2869606"/>
                </a:cubicBezTo>
                <a:cubicBezTo>
                  <a:pt x="3231240" y="2868539"/>
                  <a:pt x="3236906" y="2869454"/>
                  <a:pt x="3237059" y="2864881"/>
                </a:cubicBezTo>
                <a:cubicBezTo>
                  <a:pt x="3233537" y="2866177"/>
                  <a:pt x="3227335" y="2864805"/>
                  <a:pt x="3222128" y="2864386"/>
                </a:cubicBezTo>
                <a:close/>
                <a:moveTo>
                  <a:pt x="2620344" y="2864271"/>
                </a:moveTo>
                <a:cubicBezTo>
                  <a:pt x="2613472" y="2863775"/>
                  <a:pt x="2607576" y="2864271"/>
                  <a:pt x="2606581" y="2869605"/>
                </a:cubicBezTo>
                <a:cubicBezTo>
                  <a:pt x="2623579" y="2865643"/>
                  <a:pt x="2635065" y="2883476"/>
                  <a:pt x="2639965" y="2864880"/>
                </a:cubicBezTo>
                <a:cubicBezTo>
                  <a:pt x="2635065" y="2866252"/>
                  <a:pt x="2627216" y="2864766"/>
                  <a:pt x="2620344" y="2864271"/>
                </a:cubicBezTo>
                <a:close/>
                <a:moveTo>
                  <a:pt x="1169264" y="2863223"/>
                </a:moveTo>
                <a:cubicBezTo>
                  <a:pt x="1163311" y="2863394"/>
                  <a:pt x="1158028" y="2864957"/>
                  <a:pt x="1149758" y="2869758"/>
                </a:cubicBezTo>
                <a:cubicBezTo>
                  <a:pt x="1154812" y="2883171"/>
                  <a:pt x="1154812" y="2889573"/>
                  <a:pt x="1149758" y="2902986"/>
                </a:cubicBezTo>
                <a:cubicBezTo>
                  <a:pt x="1157415" y="2910150"/>
                  <a:pt x="1184980" y="2910150"/>
                  <a:pt x="1192791" y="2902986"/>
                </a:cubicBezTo>
                <a:cubicBezTo>
                  <a:pt x="1197844" y="2889725"/>
                  <a:pt x="1187431" y="2887134"/>
                  <a:pt x="1188043" y="2879208"/>
                </a:cubicBezTo>
                <a:cubicBezTo>
                  <a:pt x="1188043" y="2879056"/>
                  <a:pt x="1197231" y="2875550"/>
                  <a:pt x="1197538" y="2874483"/>
                </a:cubicBezTo>
                <a:cubicBezTo>
                  <a:pt x="1198763" y="2870063"/>
                  <a:pt x="1192637" y="2868538"/>
                  <a:pt x="1192791" y="2865033"/>
                </a:cubicBezTo>
                <a:cubicBezTo>
                  <a:pt x="1181841" y="2864271"/>
                  <a:pt x="1175218" y="2863051"/>
                  <a:pt x="1169264" y="2863223"/>
                </a:cubicBezTo>
                <a:close/>
                <a:moveTo>
                  <a:pt x="3047778" y="2860613"/>
                </a:moveTo>
                <a:cubicBezTo>
                  <a:pt x="3042304" y="2860079"/>
                  <a:pt x="3037824" y="2861756"/>
                  <a:pt x="3036446" y="2869606"/>
                </a:cubicBezTo>
                <a:cubicBezTo>
                  <a:pt x="3044868" y="2866862"/>
                  <a:pt x="3064470" y="2875398"/>
                  <a:pt x="3065083" y="2864881"/>
                </a:cubicBezTo>
                <a:cubicBezTo>
                  <a:pt x="3059723" y="2863890"/>
                  <a:pt x="3053253" y="2861146"/>
                  <a:pt x="3047778" y="2860613"/>
                </a:cubicBezTo>
                <a:close/>
                <a:moveTo>
                  <a:pt x="3160642" y="2860156"/>
                </a:moveTo>
                <a:cubicBezTo>
                  <a:pt x="3152373" y="2859851"/>
                  <a:pt x="3148391" y="2863814"/>
                  <a:pt x="3146247" y="2869606"/>
                </a:cubicBezTo>
                <a:cubicBezTo>
                  <a:pt x="3153751" y="2869149"/>
                  <a:pt x="3162786" y="2870368"/>
                  <a:pt x="3160642" y="2860156"/>
                </a:cubicBezTo>
                <a:close/>
                <a:moveTo>
                  <a:pt x="2811788" y="2860156"/>
                </a:moveTo>
                <a:cubicBezTo>
                  <a:pt x="2804131" y="2873416"/>
                  <a:pt x="2832462" y="2873264"/>
                  <a:pt x="2830931" y="2864881"/>
                </a:cubicBezTo>
                <a:cubicBezTo>
                  <a:pt x="2824499" y="2863356"/>
                  <a:pt x="2821896" y="2858174"/>
                  <a:pt x="2811788" y="2860156"/>
                </a:cubicBezTo>
                <a:close/>
                <a:moveTo>
                  <a:pt x="2702140" y="2860156"/>
                </a:moveTo>
                <a:cubicBezTo>
                  <a:pt x="2693871" y="2859851"/>
                  <a:pt x="2689889" y="2863814"/>
                  <a:pt x="2687745" y="2869606"/>
                </a:cubicBezTo>
                <a:cubicBezTo>
                  <a:pt x="2695249" y="2869149"/>
                  <a:pt x="2704284" y="2870368"/>
                  <a:pt x="2702140" y="2860156"/>
                </a:cubicBezTo>
                <a:close/>
                <a:moveTo>
                  <a:pt x="2081157" y="2860156"/>
                </a:moveTo>
                <a:cubicBezTo>
                  <a:pt x="2078247" y="2870063"/>
                  <a:pt x="2071049" y="2875551"/>
                  <a:pt x="2066762" y="2883934"/>
                </a:cubicBezTo>
                <a:cubicBezTo>
                  <a:pt x="2098155" y="2877532"/>
                  <a:pt x="2130621" y="2900701"/>
                  <a:pt x="2148079" y="2879056"/>
                </a:cubicBezTo>
                <a:cubicBezTo>
                  <a:pt x="2147467" y="2876922"/>
                  <a:pt x="2125261" y="2876008"/>
                  <a:pt x="2124189" y="2874331"/>
                </a:cubicBezTo>
                <a:cubicBezTo>
                  <a:pt x="2119595" y="2867320"/>
                  <a:pt x="2135215" y="2868844"/>
                  <a:pt x="2119442" y="2864881"/>
                </a:cubicBezTo>
                <a:cubicBezTo>
                  <a:pt x="2109335" y="2862442"/>
                  <a:pt x="2103821" y="2857565"/>
                  <a:pt x="2081157" y="2860156"/>
                </a:cubicBezTo>
                <a:close/>
                <a:moveTo>
                  <a:pt x="2916996" y="2860155"/>
                </a:moveTo>
                <a:cubicBezTo>
                  <a:pt x="2905511" y="2871587"/>
                  <a:pt x="2932769" y="2872502"/>
                  <a:pt x="2931391" y="2864880"/>
                </a:cubicBezTo>
                <a:cubicBezTo>
                  <a:pt x="2931391" y="2865185"/>
                  <a:pt x="2915158" y="2861984"/>
                  <a:pt x="2916996" y="2860155"/>
                </a:cubicBezTo>
                <a:close/>
                <a:moveTo>
                  <a:pt x="2778558" y="2860155"/>
                </a:moveTo>
                <a:cubicBezTo>
                  <a:pt x="2771819" y="2875245"/>
                  <a:pt x="2807195" y="2872197"/>
                  <a:pt x="2807195" y="2864880"/>
                </a:cubicBezTo>
                <a:cubicBezTo>
                  <a:pt x="2801529" y="2859393"/>
                  <a:pt x="2790196" y="2859545"/>
                  <a:pt x="2778558" y="2860155"/>
                </a:cubicBezTo>
                <a:close/>
                <a:moveTo>
                  <a:pt x="2764009" y="2860155"/>
                </a:moveTo>
                <a:cubicBezTo>
                  <a:pt x="2749001" y="2859393"/>
                  <a:pt x="2735218" y="2860003"/>
                  <a:pt x="2730624" y="2869605"/>
                </a:cubicBezTo>
                <a:cubicBezTo>
                  <a:pt x="2741497" y="2866252"/>
                  <a:pt x="2767991" y="2878294"/>
                  <a:pt x="2764009" y="2860155"/>
                </a:cubicBezTo>
                <a:close/>
                <a:moveTo>
                  <a:pt x="2644713" y="2860155"/>
                </a:moveTo>
                <a:cubicBezTo>
                  <a:pt x="2638740" y="2875855"/>
                  <a:pt x="2677025" y="2871740"/>
                  <a:pt x="2678097" y="2864881"/>
                </a:cubicBezTo>
                <a:cubicBezTo>
                  <a:pt x="2661558" y="2868691"/>
                  <a:pt x="2659720" y="2857869"/>
                  <a:pt x="2644713" y="2860155"/>
                </a:cubicBezTo>
                <a:close/>
                <a:moveTo>
                  <a:pt x="1770435" y="2859850"/>
                </a:moveTo>
                <a:cubicBezTo>
                  <a:pt x="1762817" y="2860193"/>
                  <a:pt x="1756882" y="2862213"/>
                  <a:pt x="1756346" y="2869605"/>
                </a:cubicBezTo>
                <a:cubicBezTo>
                  <a:pt x="1766759" y="2878598"/>
                  <a:pt x="1789884" y="2871587"/>
                  <a:pt x="1794631" y="2860155"/>
                </a:cubicBezTo>
                <a:cubicBezTo>
                  <a:pt x="1787357" y="2860841"/>
                  <a:pt x="1778054" y="2859507"/>
                  <a:pt x="1770435" y="2859850"/>
                </a:cubicBezTo>
                <a:close/>
                <a:moveTo>
                  <a:pt x="2902372" y="2859470"/>
                </a:moveTo>
                <a:cubicBezTo>
                  <a:pt x="2897624" y="2858594"/>
                  <a:pt x="2892188" y="2860309"/>
                  <a:pt x="2893107" y="2864881"/>
                </a:cubicBezTo>
                <a:cubicBezTo>
                  <a:pt x="2899232" y="2865186"/>
                  <a:pt x="2899845" y="2870978"/>
                  <a:pt x="2907502" y="2869606"/>
                </a:cubicBezTo>
                <a:cubicBezTo>
                  <a:pt x="2911177" y="2863814"/>
                  <a:pt x="2907119" y="2860347"/>
                  <a:pt x="2902372" y="2859470"/>
                </a:cubicBezTo>
                <a:close/>
                <a:moveTo>
                  <a:pt x="2861139" y="2859127"/>
                </a:moveTo>
                <a:cubicBezTo>
                  <a:pt x="2850457" y="2857984"/>
                  <a:pt x="2840886" y="2859546"/>
                  <a:pt x="2840579" y="2869606"/>
                </a:cubicBezTo>
                <a:cubicBezTo>
                  <a:pt x="2855128" y="2866709"/>
                  <a:pt x="2881774" y="2875703"/>
                  <a:pt x="2888359" y="2864880"/>
                </a:cubicBezTo>
                <a:cubicBezTo>
                  <a:pt x="2883612" y="2864118"/>
                  <a:pt x="2871820" y="2860270"/>
                  <a:pt x="2861139" y="2859127"/>
                </a:cubicBezTo>
                <a:close/>
                <a:moveTo>
                  <a:pt x="2186211" y="2855431"/>
                </a:moveTo>
                <a:cubicBezTo>
                  <a:pt x="2186211" y="2858479"/>
                  <a:pt x="2186211" y="2861680"/>
                  <a:pt x="2186211" y="2864881"/>
                </a:cubicBezTo>
                <a:cubicBezTo>
                  <a:pt x="2189274" y="2864881"/>
                  <a:pt x="2192490" y="2864881"/>
                  <a:pt x="2195706" y="2864881"/>
                </a:cubicBezTo>
                <a:cubicBezTo>
                  <a:pt x="2195706" y="2861680"/>
                  <a:pt x="2195706" y="2858632"/>
                  <a:pt x="2195706" y="2855431"/>
                </a:cubicBezTo>
                <a:cubicBezTo>
                  <a:pt x="2192643" y="2855431"/>
                  <a:pt x="2189427" y="2855431"/>
                  <a:pt x="2186211" y="2855431"/>
                </a:cubicBezTo>
                <a:close/>
                <a:moveTo>
                  <a:pt x="2448846" y="2855430"/>
                </a:moveTo>
                <a:cubicBezTo>
                  <a:pt x="2430929" y="2851924"/>
                  <a:pt x="2425569" y="2860765"/>
                  <a:pt x="2424956" y="2874483"/>
                </a:cubicBezTo>
                <a:cubicBezTo>
                  <a:pt x="2433991" y="2873416"/>
                  <a:pt x="2435523" y="2879818"/>
                  <a:pt x="2444099" y="2879208"/>
                </a:cubicBezTo>
                <a:cubicBezTo>
                  <a:pt x="2453134" y="2870825"/>
                  <a:pt x="2438433" y="2865337"/>
                  <a:pt x="2448846" y="2855430"/>
                </a:cubicBezTo>
                <a:close/>
                <a:moveTo>
                  <a:pt x="2224496" y="2855430"/>
                </a:moveTo>
                <a:cubicBezTo>
                  <a:pt x="2218217" y="2867319"/>
                  <a:pt x="2243332" y="2870367"/>
                  <a:pt x="2229243" y="2874483"/>
                </a:cubicBezTo>
                <a:cubicBezTo>
                  <a:pt x="2215001" y="2875093"/>
                  <a:pt x="2195399" y="2860612"/>
                  <a:pt x="2190958" y="2879208"/>
                </a:cubicBezTo>
                <a:cubicBezTo>
                  <a:pt x="2224649" y="2877531"/>
                  <a:pt x="2232919" y="2886677"/>
                  <a:pt x="2253133" y="2879208"/>
                </a:cubicBezTo>
                <a:cubicBezTo>
                  <a:pt x="2255583" y="2859393"/>
                  <a:pt x="2241035" y="2856345"/>
                  <a:pt x="2224496" y="2855430"/>
                </a:cubicBezTo>
                <a:close/>
                <a:moveTo>
                  <a:pt x="3428696" y="2854783"/>
                </a:moveTo>
                <a:cubicBezTo>
                  <a:pt x="3422206" y="2854936"/>
                  <a:pt x="3413937" y="2856879"/>
                  <a:pt x="3409036" y="2855431"/>
                </a:cubicBezTo>
                <a:cubicBezTo>
                  <a:pt x="3404442" y="2872502"/>
                  <a:pt x="3427872" y="2861985"/>
                  <a:pt x="3437673" y="2864881"/>
                </a:cubicBezTo>
                <a:cubicBezTo>
                  <a:pt x="3439894" y="2856269"/>
                  <a:pt x="3435185" y="2854631"/>
                  <a:pt x="3428696" y="2854783"/>
                </a:cubicBezTo>
                <a:close/>
                <a:moveTo>
                  <a:pt x="1719976" y="2850933"/>
                </a:moveTo>
                <a:cubicBezTo>
                  <a:pt x="1711055" y="2850324"/>
                  <a:pt x="1702288" y="2851162"/>
                  <a:pt x="1694171" y="2855277"/>
                </a:cubicBezTo>
                <a:cubicBezTo>
                  <a:pt x="1690037" y="2870520"/>
                  <a:pt x="1706576" y="2865185"/>
                  <a:pt x="1708567" y="2874330"/>
                </a:cubicBezTo>
                <a:cubicBezTo>
                  <a:pt x="1708567" y="2880732"/>
                  <a:pt x="1708567" y="2886982"/>
                  <a:pt x="1708567" y="2893383"/>
                </a:cubicBezTo>
                <a:cubicBezTo>
                  <a:pt x="1725106" y="2890945"/>
                  <a:pt x="1753896" y="2900547"/>
                  <a:pt x="1756193" y="2883781"/>
                </a:cubicBezTo>
                <a:cubicBezTo>
                  <a:pt x="1739195" y="2880275"/>
                  <a:pt x="1731997" y="2866557"/>
                  <a:pt x="1746698" y="2855277"/>
                </a:cubicBezTo>
                <a:cubicBezTo>
                  <a:pt x="1737970" y="2853601"/>
                  <a:pt x="1728896" y="2851543"/>
                  <a:pt x="1719976" y="2850933"/>
                </a:cubicBezTo>
                <a:close/>
                <a:moveTo>
                  <a:pt x="1847005" y="2850706"/>
                </a:moveTo>
                <a:cubicBezTo>
                  <a:pt x="1845627" y="2857260"/>
                  <a:pt x="1836438" y="2856040"/>
                  <a:pt x="1832610" y="2860156"/>
                </a:cubicBezTo>
                <a:cubicBezTo>
                  <a:pt x="1828934" y="2874788"/>
                  <a:pt x="1845627" y="2869301"/>
                  <a:pt x="1842105" y="2883934"/>
                </a:cubicBezTo>
                <a:cubicBezTo>
                  <a:pt x="1847771" y="2884696"/>
                  <a:pt x="1855734" y="2883019"/>
                  <a:pt x="1856500" y="2888659"/>
                </a:cubicBezTo>
                <a:cubicBezTo>
                  <a:pt x="1861247" y="2888202"/>
                  <a:pt x="1866148" y="2889116"/>
                  <a:pt x="1870895" y="2888659"/>
                </a:cubicBezTo>
                <a:cubicBezTo>
                  <a:pt x="1887587" y="2886982"/>
                  <a:pt x="1879164" y="2885915"/>
                  <a:pt x="1890038" y="2888659"/>
                </a:cubicBezTo>
                <a:cubicBezTo>
                  <a:pt x="1892794" y="2889421"/>
                  <a:pt x="1896622" y="2888507"/>
                  <a:pt x="1899532" y="2888659"/>
                </a:cubicBezTo>
                <a:cubicBezTo>
                  <a:pt x="1926026" y="2890640"/>
                  <a:pt x="1950068" y="2885763"/>
                  <a:pt x="1961707" y="2893384"/>
                </a:cubicBezTo>
                <a:cubicBezTo>
                  <a:pt x="1958951" y="2887897"/>
                  <a:pt x="1970436" y="2890336"/>
                  <a:pt x="1971049" y="2888354"/>
                </a:cubicBezTo>
                <a:cubicBezTo>
                  <a:pt x="1972427" y="2885610"/>
                  <a:pt x="1965076" y="2880123"/>
                  <a:pt x="1966301" y="2878904"/>
                </a:cubicBezTo>
                <a:cubicBezTo>
                  <a:pt x="1970589" y="2875093"/>
                  <a:pt x="1977174" y="2874026"/>
                  <a:pt x="1985444" y="2874179"/>
                </a:cubicBezTo>
                <a:cubicBezTo>
                  <a:pt x="1987128" y="2853754"/>
                  <a:pt x="1967986" y="2861375"/>
                  <a:pt x="1956806" y="2864729"/>
                </a:cubicBezTo>
                <a:cubicBezTo>
                  <a:pt x="1950222" y="2867625"/>
                  <a:pt x="1956194" y="2883019"/>
                  <a:pt x="1947312" y="2883781"/>
                </a:cubicBezTo>
                <a:cubicBezTo>
                  <a:pt x="1936132" y="2883934"/>
                  <a:pt x="1933223" y="2875703"/>
                  <a:pt x="1918675" y="2879056"/>
                </a:cubicBezTo>
                <a:cubicBezTo>
                  <a:pt x="1920818" y="2864119"/>
                  <a:pt x="1912702" y="2856040"/>
                  <a:pt x="1904279" y="2864729"/>
                </a:cubicBezTo>
                <a:cubicBezTo>
                  <a:pt x="1887434" y="2866253"/>
                  <a:pt x="1921125" y="2877684"/>
                  <a:pt x="1904279" y="2879056"/>
                </a:cubicBezTo>
                <a:cubicBezTo>
                  <a:pt x="1898460" y="2878599"/>
                  <a:pt x="1893100" y="2877684"/>
                  <a:pt x="1894785" y="2869606"/>
                </a:cubicBezTo>
                <a:cubicBezTo>
                  <a:pt x="1885750" y="2870673"/>
                  <a:pt x="1884218" y="2864271"/>
                  <a:pt x="1875642" y="2864881"/>
                </a:cubicBezTo>
                <a:cubicBezTo>
                  <a:pt x="1874876" y="2870520"/>
                  <a:pt x="1876561" y="2878447"/>
                  <a:pt x="1870895" y="2879209"/>
                </a:cubicBezTo>
                <a:cubicBezTo>
                  <a:pt x="1858184" y="2874484"/>
                  <a:pt x="1857878" y="2857260"/>
                  <a:pt x="1847005" y="2850706"/>
                </a:cubicBezTo>
                <a:close/>
                <a:moveTo>
                  <a:pt x="3170137" y="2845980"/>
                </a:moveTo>
                <a:cubicBezTo>
                  <a:pt x="3170137" y="2849028"/>
                  <a:pt x="3170137" y="2852229"/>
                  <a:pt x="3170137" y="2855430"/>
                </a:cubicBezTo>
                <a:cubicBezTo>
                  <a:pt x="3175037" y="2855430"/>
                  <a:pt x="3179784" y="2855430"/>
                  <a:pt x="3184532" y="2855430"/>
                </a:cubicBezTo>
                <a:cubicBezTo>
                  <a:pt x="3184532" y="2852229"/>
                  <a:pt x="3184532" y="2849028"/>
                  <a:pt x="3184532" y="2845980"/>
                </a:cubicBezTo>
                <a:cubicBezTo>
                  <a:pt x="3179631" y="2845980"/>
                  <a:pt x="3174884" y="2845980"/>
                  <a:pt x="3170137" y="2845980"/>
                </a:cubicBezTo>
                <a:close/>
                <a:moveTo>
                  <a:pt x="2893107" y="2845980"/>
                </a:moveTo>
                <a:cubicBezTo>
                  <a:pt x="2884837" y="2845675"/>
                  <a:pt x="2880856" y="2849638"/>
                  <a:pt x="2878712" y="2855430"/>
                </a:cubicBezTo>
                <a:cubicBezTo>
                  <a:pt x="2886216" y="2854973"/>
                  <a:pt x="2895404" y="2856040"/>
                  <a:pt x="2893107" y="2845980"/>
                </a:cubicBezTo>
                <a:close/>
                <a:moveTo>
                  <a:pt x="0" y="0"/>
                </a:moveTo>
                <a:lnTo>
                  <a:pt x="5185631" y="0"/>
                </a:lnTo>
                <a:lnTo>
                  <a:pt x="5185631" y="3011451"/>
                </a:lnTo>
                <a:lnTo>
                  <a:pt x="5176504" y="3009988"/>
                </a:lnTo>
                <a:cubicBezTo>
                  <a:pt x="5163372" y="3008235"/>
                  <a:pt x="5151772" y="3008769"/>
                  <a:pt x="5142890" y="3016847"/>
                </a:cubicBezTo>
                <a:cubicBezTo>
                  <a:pt x="5132323" y="3011512"/>
                  <a:pt x="5123288" y="3004653"/>
                  <a:pt x="5104605" y="3007397"/>
                </a:cubicBezTo>
                <a:cubicBezTo>
                  <a:pt x="5090363" y="3010902"/>
                  <a:pt x="5074896" y="3012884"/>
                  <a:pt x="5066320" y="3021724"/>
                </a:cubicBezTo>
                <a:cubicBezTo>
                  <a:pt x="5054528" y="3006177"/>
                  <a:pt x="5021143" y="3002976"/>
                  <a:pt x="5009045" y="3021724"/>
                </a:cubicBezTo>
                <a:cubicBezTo>
                  <a:pt x="5017008" y="3021420"/>
                  <a:pt x="5011189" y="3030718"/>
                  <a:pt x="5014099" y="3035899"/>
                </a:cubicBezTo>
                <a:cubicBezTo>
                  <a:pt x="5014558" y="3036815"/>
                  <a:pt x="5022522" y="3039711"/>
                  <a:pt x="5023594" y="3040625"/>
                </a:cubicBezTo>
                <a:cubicBezTo>
                  <a:pt x="5025278" y="3041843"/>
                  <a:pt x="5022215" y="3048399"/>
                  <a:pt x="5023594" y="3050075"/>
                </a:cubicBezTo>
                <a:cubicBezTo>
                  <a:pt x="5029872" y="3057543"/>
                  <a:pt x="5040439" y="3062269"/>
                  <a:pt x="5052231" y="3064403"/>
                </a:cubicBezTo>
                <a:cubicBezTo>
                  <a:pt x="5069689" y="3064251"/>
                  <a:pt x="5073670" y="3050837"/>
                  <a:pt x="5085615" y="3045351"/>
                </a:cubicBezTo>
                <a:cubicBezTo>
                  <a:pt x="5104911" y="3052515"/>
                  <a:pt x="5140746" y="3053887"/>
                  <a:pt x="5147637" y="3045351"/>
                </a:cubicBezTo>
                <a:cubicBezTo>
                  <a:pt x="5150087" y="3042303"/>
                  <a:pt x="5153610" y="3050075"/>
                  <a:pt x="5152384" y="3050075"/>
                </a:cubicBezTo>
                <a:lnTo>
                  <a:pt x="5185631" y="3048334"/>
                </a:lnTo>
                <a:lnTo>
                  <a:pt x="5185631" y="3072384"/>
                </a:lnTo>
                <a:lnTo>
                  <a:pt x="5024730" y="3072384"/>
                </a:lnTo>
                <a:lnTo>
                  <a:pt x="5015956" y="3071090"/>
                </a:lnTo>
                <a:cubicBezTo>
                  <a:pt x="5009046" y="3070042"/>
                  <a:pt x="5002691" y="3068441"/>
                  <a:pt x="4998479" y="3064707"/>
                </a:cubicBezTo>
                <a:cubicBezTo>
                  <a:pt x="4998479" y="3058307"/>
                  <a:pt x="4998479" y="3052055"/>
                  <a:pt x="4998479" y="3045655"/>
                </a:cubicBezTo>
                <a:cubicBezTo>
                  <a:pt x="4992507" y="3043673"/>
                  <a:pt x="4988831" y="3039405"/>
                  <a:pt x="4988984" y="3031327"/>
                </a:cubicBezTo>
                <a:cubicBezTo>
                  <a:pt x="4972139" y="3033767"/>
                  <a:pt x="4977193" y="3014408"/>
                  <a:pt x="4960347" y="3016999"/>
                </a:cubicBezTo>
                <a:cubicBezTo>
                  <a:pt x="4941205" y="3020200"/>
                  <a:pt x="4930179" y="3031327"/>
                  <a:pt x="4912567" y="3036051"/>
                </a:cubicBezTo>
                <a:cubicBezTo>
                  <a:pt x="4907667" y="3031327"/>
                  <a:pt x="4902920" y="3026602"/>
                  <a:pt x="4898172" y="3021724"/>
                </a:cubicBezTo>
                <a:cubicBezTo>
                  <a:pt x="4862797" y="3018218"/>
                  <a:pt x="4838141" y="3025382"/>
                  <a:pt x="4821755" y="3040777"/>
                </a:cubicBezTo>
                <a:cubicBezTo>
                  <a:pt x="4823210" y="3049618"/>
                  <a:pt x="4825201" y="3056516"/>
                  <a:pt x="4825239" y="3062517"/>
                </a:cubicBezTo>
                <a:lnTo>
                  <a:pt x="4820277" y="3072384"/>
                </a:lnTo>
                <a:lnTo>
                  <a:pt x="4797333" y="3072384"/>
                </a:lnTo>
                <a:lnTo>
                  <a:pt x="4798289" y="3069804"/>
                </a:lnTo>
                <a:cubicBezTo>
                  <a:pt x="4799732" y="3054972"/>
                  <a:pt x="4791204" y="3038682"/>
                  <a:pt x="4783623" y="3031479"/>
                </a:cubicBezTo>
                <a:cubicBezTo>
                  <a:pt x="4764634" y="3031479"/>
                  <a:pt x="4745491" y="3031479"/>
                  <a:pt x="4726349" y="3031479"/>
                </a:cubicBezTo>
                <a:cubicBezTo>
                  <a:pt x="4725277" y="3035137"/>
                  <a:pt x="4722367" y="3036967"/>
                  <a:pt x="4716854" y="3036203"/>
                </a:cubicBezTo>
                <a:cubicBezTo>
                  <a:pt x="4709197" y="3039711"/>
                  <a:pt x="4717926" y="3059525"/>
                  <a:pt x="4702459" y="3055257"/>
                </a:cubicBezTo>
                <a:cubicBezTo>
                  <a:pt x="4688370" y="3053427"/>
                  <a:pt x="4678875" y="3047027"/>
                  <a:pt x="4673822" y="3036203"/>
                </a:cubicBezTo>
                <a:cubicBezTo>
                  <a:pt x="4625582" y="3023401"/>
                  <a:pt x="4583010" y="3049313"/>
                  <a:pt x="4535230" y="3036203"/>
                </a:cubicBezTo>
                <a:cubicBezTo>
                  <a:pt x="4518844" y="3037423"/>
                  <a:pt x="4525429" y="3061355"/>
                  <a:pt x="4511340" y="3064707"/>
                </a:cubicBezTo>
                <a:cubicBezTo>
                  <a:pt x="4489288" y="3060287"/>
                  <a:pt x="4511340" y="3041539"/>
                  <a:pt x="4487450" y="3040931"/>
                </a:cubicBezTo>
                <a:cubicBezTo>
                  <a:pt x="4462182" y="3048703"/>
                  <a:pt x="4435842" y="3036203"/>
                  <a:pt x="4411033" y="3036203"/>
                </a:cubicBezTo>
                <a:cubicBezTo>
                  <a:pt x="4389287" y="3036203"/>
                  <a:pt x="4363253" y="3045045"/>
                  <a:pt x="4339363" y="3045655"/>
                </a:cubicBezTo>
                <a:cubicBezTo>
                  <a:pt x="4334157" y="3045807"/>
                  <a:pt x="4336760" y="3041843"/>
                  <a:pt x="4334616" y="3040931"/>
                </a:cubicBezTo>
                <a:cubicBezTo>
                  <a:pt x="4322212" y="3035595"/>
                  <a:pt x="4293115" y="3039405"/>
                  <a:pt x="4282089" y="3040931"/>
                </a:cubicBezTo>
                <a:cubicBezTo>
                  <a:pt x="4269072" y="3042607"/>
                  <a:pt x="4260190" y="3050379"/>
                  <a:pt x="4248704" y="3050379"/>
                </a:cubicBezTo>
                <a:cubicBezTo>
                  <a:pt x="4243191" y="3050379"/>
                  <a:pt x="4241200" y="3046569"/>
                  <a:pt x="4234309" y="3045655"/>
                </a:cubicBezTo>
                <a:cubicBezTo>
                  <a:pt x="4216545" y="3043367"/>
                  <a:pt x="4211338" y="3042455"/>
                  <a:pt x="4200925" y="3040931"/>
                </a:cubicBezTo>
                <a:cubicBezTo>
                  <a:pt x="4194186" y="3040015"/>
                  <a:pt x="4183773" y="3039863"/>
                  <a:pt x="4177035" y="3040931"/>
                </a:cubicBezTo>
                <a:cubicBezTo>
                  <a:pt x="4166621" y="3042759"/>
                  <a:pt x="4154829" y="3054647"/>
                  <a:pt x="4143650" y="3055257"/>
                </a:cubicBezTo>
                <a:cubicBezTo>
                  <a:pt x="4126498" y="3056323"/>
                  <a:pt x="4111338" y="3053123"/>
                  <a:pt x="4100618" y="3050531"/>
                </a:cubicBezTo>
                <a:cubicBezTo>
                  <a:pt x="4097096" y="3049619"/>
                  <a:pt x="4096942" y="3046111"/>
                  <a:pt x="4095870" y="3045807"/>
                </a:cubicBezTo>
                <a:cubicBezTo>
                  <a:pt x="4071674" y="3037271"/>
                  <a:pt x="4054369" y="3043827"/>
                  <a:pt x="4028948" y="3045807"/>
                </a:cubicBezTo>
                <a:cubicBezTo>
                  <a:pt x="4015931" y="3046875"/>
                  <a:pt x="3992807" y="3045503"/>
                  <a:pt x="3985916" y="3045807"/>
                </a:cubicBezTo>
                <a:cubicBezTo>
                  <a:pt x="3982240" y="3045959"/>
                  <a:pt x="3981475" y="3050531"/>
                  <a:pt x="3981168" y="3050531"/>
                </a:cubicBezTo>
                <a:cubicBezTo>
                  <a:pt x="3977340" y="3051143"/>
                  <a:pt x="3971674" y="3045807"/>
                  <a:pt x="3971674" y="3045807"/>
                </a:cubicBezTo>
                <a:cubicBezTo>
                  <a:pt x="3961260" y="3046723"/>
                  <a:pt x="3955900" y="3050991"/>
                  <a:pt x="3947784" y="3050531"/>
                </a:cubicBezTo>
                <a:cubicBezTo>
                  <a:pt x="3942118" y="3050227"/>
                  <a:pt x="3940433" y="3046875"/>
                  <a:pt x="3933389" y="3045807"/>
                </a:cubicBezTo>
                <a:cubicBezTo>
                  <a:pt x="3913174" y="3042911"/>
                  <a:pt x="3897860" y="3041235"/>
                  <a:pt x="3885609" y="3041083"/>
                </a:cubicBezTo>
                <a:cubicBezTo>
                  <a:pt x="3876420" y="3040931"/>
                  <a:pt x="3870601" y="3045045"/>
                  <a:pt x="3861719" y="3045807"/>
                </a:cubicBezTo>
                <a:cubicBezTo>
                  <a:pt x="3846099" y="3047027"/>
                  <a:pt x="3830785" y="3043827"/>
                  <a:pt x="3813939" y="3045807"/>
                </a:cubicBezTo>
                <a:cubicBezTo>
                  <a:pt x="3806588" y="3046569"/>
                  <a:pt x="3797859" y="3050379"/>
                  <a:pt x="3790049" y="3050531"/>
                </a:cubicBezTo>
                <a:cubicBezTo>
                  <a:pt x="3781933" y="3050685"/>
                  <a:pt x="3773510" y="3046417"/>
                  <a:pt x="3766159" y="3045807"/>
                </a:cubicBezTo>
                <a:cubicBezTo>
                  <a:pt x="3734306" y="3042911"/>
                  <a:pt x="3722821" y="3056935"/>
                  <a:pt x="3704138" y="3050531"/>
                </a:cubicBezTo>
                <a:cubicBezTo>
                  <a:pt x="3703678" y="3060821"/>
                  <a:pt x="3692451" y="3060307"/>
                  <a:pt x="3687383" y="3065966"/>
                </a:cubicBezTo>
                <a:lnTo>
                  <a:pt x="3685547" y="3072384"/>
                </a:lnTo>
                <a:lnTo>
                  <a:pt x="3659731" y="3072384"/>
                </a:lnTo>
                <a:lnTo>
                  <a:pt x="3659153" y="3069584"/>
                </a:lnTo>
                <a:cubicBezTo>
                  <a:pt x="3658043" y="3067298"/>
                  <a:pt x="3657583" y="3065774"/>
                  <a:pt x="3661105" y="3064707"/>
                </a:cubicBezTo>
                <a:cubicBezTo>
                  <a:pt x="3670140" y="3062727"/>
                  <a:pt x="3689896" y="3071263"/>
                  <a:pt x="3684995" y="3055257"/>
                </a:cubicBezTo>
                <a:cubicBezTo>
                  <a:pt x="3659421" y="3049159"/>
                  <a:pt x="3625577" y="3051143"/>
                  <a:pt x="3599083" y="3045807"/>
                </a:cubicBezTo>
                <a:cubicBezTo>
                  <a:pt x="3598165" y="3049465"/>
                  <a:pt x="3595102" y="3051295"/>
                  <a:pt x="3589589" y="3050531"/>
                </a:cubicBezTo>
                <a:cubicBezTo>
                  <a:pt x="3589589" y="3060439"/>
                  <a:pt x="3575959" y="3067147"/>
                  <a:pt x="3575193" y="3069585"/>
                </a:cubicBezTo>
                <a:lnTo>
                  <a:pt x="3575710" y="3072384"/>
                </a:lnTo>
                <a:lnTo>
                  <a:pt x="3568241" y="3072384"/>
                </a:lnTo>
                <a:lnTo>
                  <a:pt x="3569446" y="3071384"/>
                </a:lnTo>
                <a:cubicBezTo>
                  <a:pt x="3571356" y="3067738"/>
                  <a:pt x="3571863" y="3062689"/>
                  <a:pt x="3570140" y="3055411"/>
                </a:cubicBezTo>
                <a:cubicBezTo>
                  <a:pt x="3556204" y="3048703"/>
                  <a:pt x="3542421" y="3058611"/>
                  <a:pt x="3527107" y="3060135"/>
                </a:cubicBezTo>
                <a:cubicBezTo>
                  <a:pt x="3524045" y="3060439"/>
                  <a:pt x="3513325" y="3050075"/>
                  <a:pt x="3507965" y="3055411"/>
                </a:cubicBezTo>
                <a:cubicBezTo>
                  <a:pt x="3500767" y="3062575"/>
                  <a:pt x="3479481" y="3062269"/>
                  <a:pt x="3469833" y="3064859"/>
                </a:cubicBezTo>
                <a:cubicBezTo>
                  <a:pt x="3460798" y="3062879"/>
                  <a:pt x="3457888" y="3054647"/>
                  <a:pt x="3445943" y="3055411"/>
                </a:cubicBezTo>
                <a:cubicBezTo>
                  <a:pt x="3435223" y="3061507"/>
                  <a:pt x="3422360" y="3057391"/>
                  <a:pt x="3412559" y="3060135"/>
                </a:cubicBezTo>
                <a:cubicBezTo>
                  <a:pt x="3403370" y="3062727"/>
                  <a:pt x="3399542" y="3074919"/>
                  <a:pt x="3388668" y="3069585"/>
                </a:cubicBezTo>
                <a:cubicBezTo>
                  <a:pt x="3389741" y="3063639"/>
                  <a:pt x="3396172" y="3059983"/>
                  <a:pt x="3383921" y="3060135"/>
                </a:cubicBezTo>
                <a:cubicBezTo>
                  <a:pt x="3374427" y="3060135"/>
                  <a:pt x="3364779" y="3060135"/>
                  <a:pt x="3355284" y="3060135"/>
                </a:cubicBezTo>
                <a:cubicBezTo>
                  <a:pt x="3353217" y="3063641"/>
                  <a:pt x="3351417" y="3067414"/>
                  <a:pt x="3348641" y="3070214"/>
                </a:cubicBezTo>
                <a:lnTo>
                  <a:pt x="3342258" y="3072384"/>
                </a:lnTo>
                <a:lnTo>
                  <a:pt x="3333692" y="3072384"/>
                </a:lnTo>
                <a:lnTo>
                  <a:pt x="3331069" y="3070157"/>
                </a:lnTo>
                <a:cubicBezTo>
                  <a:pt x="3328102" y="3070272"/>
                  <a:pt x="3324426" y="3071034"/>
                  <a:pt x="3321746" y="3069739"/>
                </a:cubicBezTo>
                <a:cubicBezTo>
                  <a:pt x="3317765" y="3067909"/>
                  <a:pt x="3316999" y="3057087"/>
                  <a:pt x="3307351" y="3060287"/>
                </a:cubicBezTo>
                <a:cubicBezTo>
                  <a:pt x="3287749" y="3057239"/>
                  <a:pt x="3269832" y="3063793"/>
                  <a:pt x="3254824" y="3065011"/>
                </a:cubicBezTo>
                <a:cubicBezTo>
                  <a:pt x="3239969" y="3066079"/>
                  <a:pt x="3226799" y="3056781"/>
                  <a:pt x="3216539" y="3069739"/>
                </a:cubicBezTo>
                <a:cubicBezTo>
                  <a:pt x="3207044" y="3069739"/>
                  <a:pt x="3210413" y="3056781"/>
                  <a:pt x="3197396" y="3060287"/>
                </a:cubicBezTo>
                <a:cubicBezTo>
                  <a:pt x="3185145" y="3076597"/>
                  <a:pt x="3175191" y="3065317"/>
                  <a:pt x="3159111" y="3065011"/>
                </a:cubicBezTo>
                <a:cubicBezTo>
                  <a:pt x="3152833" y="3064859"/>
                  <a:pt x="3152526" y="3070043"/>
                  <a:pt x="3144716" y="3069739"/>
                </a:cubicBezTo>
                <a:cubicBezTo>
                  <a:pt x="3136753" y="3069433"/>
                  <a:pt x="3136753" y="3061963"/>
                  <a:pt x="3130321" y="3069739"/>
                </a:cubicBezTo>
                <a:cubicBezTo>
                  <a:pt x="3129555" y="3070651"/>
                  <a:pt x="3122205" y="3069585"/>
                  <a:pt x="3120826" y="3069739"/>
                </a:cubicBezTo>
                <a:cubicBezTo>
                  <a:pt x="3105819" y="3071567"/>
                  <a:pt x="3086829" y="3065317"/>
                  <a:pt x="3082694" y="3060287"/>
                </a:cubicBezTo>
                <a:cubicBezTo>
                  <a:pt x="3077794" y="3054343"/>
                  <a:pt x="3057733" y="3064859"/>
                  <a:pt x="3054057" y="3060287"/>
                </a:cubicBezTo>
                <a:cubicBezTo>
                  <a:pt x="3049080" y="3060973"/>
                  <a:pt x="3048774" y="3066232"/>
                  <a:pt x="3048066" y="3071072"/>
                </a:cubicBezTo>
                <a:lnTo>
                  <a:pt x="3047651" y="3072384"/>
                </a:lnTo>
                <a:lnTo>
                  <a:pt x="3034308" y="3072384"/>
                </a:lnTo>
                <a:lnTo>
                  <a:pt x="3032387" y="3069890"/>
                </a:lnTo>
                <a:cubicBezTo>
                  <a:pt x="3030665" y="3066041"/>
                  <a:pt x="3028176" y="3062954"/>
                  <a:pt x="3020519" y="3065011"/>
                </a:cubicBezTo>
                <a:cubicBezTo>
                  <a:pt x="3017610" y="3064707"/>
                  <a:pt x="3014853" y="3064403"/>
                  <a:pt x="3015772" y="3060287"/>
                </a:cubicBezTo>
                <a:cubicBezTo>
                  <a:pt x="2985603" y="3061811"/>
                  <a:pt x="2946400" y="3054495"/>
                  <a:pt x="2929860" y="3069739"/>
                </a:cubicBezTo>
                <a:cubicBezTo>
                  <a:pt x="2919906" y="3055867"/>
                  <a:pt x="2901836" y="3063793"/>
                  <a:pt x="2886828" y="3069739"/>
                </a:cubicBezTo>
                <a:cubicBezTo>
                  <a:pt x="2886062" y="3059373"/>
                  <a:pt x="2874730" y="3059525"/>
                  <a:pt x="2862938" y="3060287"/>
                </a:cubicBezTo>
                <a:cubicBezTo>
                  <a:pt x="2857119" y="3063488"/>
                  <a:pt x="2859263" y="3067070"/>
                  <a:pt x="2861196" y="3070442"/>
                </a:cubicBezTo>
                <a:lnTo>
                  <a:pt x="2861888" y="3072384"/>
                </a:lnTo>
                <a:lnTo>
                  <a:pt x="2845026" y="3072384"/>
                </a:lnTo>
                <a:lnTo>
                  <a:pt x="2827429" y="3063088"/>
                </a:lnTo>
                <a:cubicBezTo>
                  <a:pt x="2816766" y="3058839"/>
                  <a:pt x="2806812" y="3057619"/>
                  <a:pt x="2800916" y="3065011"/>
                </a:cubicBezTo>
                <a:cubicBezTo>
                  <a:pt x="2798925" y="3067603"/>
                  <a:pt x="2794331" y="3060745"/>
                  <a:pt x="2796169" y="3060287"/>
                </a:cubicBezTo>
                <a:cubicBezTo>
                  <a:pt x="2785449" y="3062879"/>
                  <a:pt x="2785296" y="3067909"/>
                  <a:pt x="2777026" y="3069739"/>
                </a:cubicBezTo>
                <a:cubicBezTo>
                  <a:pt x="2770212" y="3071187"/>
                  <a:pt x="2764124" y="3071301"/>
                  <a:pt x="2757999" y="3071587"/>
                </a:cubicBezTo>
                <a:lnTo>
                  <a:pt x="2752660" y="3072384"/>
                </a:lnTo>
                <a:lnTo>
                  <a:pt x="2735881" y="3072384"/>
                </a:lnTo>
                <a:lnTo>
                  <a:pt x="2729093" y="3067451"/>
                </a:lnTo>
                <a:cubicBezTo>
                  <a:pt x="2726184" y="3064822"/>
                  <a:pt x="2722508" y="3062954"/>
                  <a:pt x="2714851" y="3065011"/>
                </a:cubicBezTo>
                <a:cubicBezTo>
                  <a:pt x="2706122" y="3063411"/>
                  <a:pt x="2701566" y="3065965"/>
                  <a:pt x="2697298" y="3068823"/>
                </a:cubicBezTo>
                <a:lnTo>
                  <a:pt x="2687302" y="3072384"/>
                </a:lnTo>
                <a:lnTo>
                  <a:pt x="2677370" y="3072384"/>
                </a:lnTo>
                <a:lnTo>
                  <a:pt x="2658898" y="3063012"/>
                </a:lnTo>
                <a:cubicBezTo>
                  <a:pt x="2650647" y="3060783"/>
                  <a:pt x="2641957" y="3059983"/>
                  <a:pt x="2633687" y="3060135"/>
                </a:cubicBezTo>
                <a:cubicBezTo>
                  <a:pt x="2625724" y="3060287"/>
                  <a:pt x="2617760" y="3063526"/>
                  <a:pt x="2609797" y="3066899"/>
                </a:cubicBezTo>
                <a:lnTo>
                  <a:pt x="2592473" y="3072384"/>
                </a:lnTo>
                <a:lnTo>
                  <a:pt x="2562587" y="3072384"/>
                </a:lnTo>
                <a:lnTo>
                  <a:pt x="2553423" y="3071567"/>
                </a:lnTo>
                <a:cubicBezTo>
                  <a:pt x="2545057" y="3069166"/>
                  <a:pt x="2537975" y="3066155"/>
                  <a:pt x="2528633" y="3065011"/>
                </a:cubicBezTo>
                <a:cubicBezTo>
                  <a:pt x="2518526" y="3063793"/>
                  <a:pt x="2507193" y="3066537"/>
                  <a:pt x="2495248" y="3065011"/>
                </a:cubicBezTo>
                <a:cubicBezTo>
                  <a:pt x="2479475" y="3062879"/>
                  <a:pt x="2480700" y="3062115"/>
                  <a:pt x="2471358" y="3065011"/>
                </a:cubicBezTo>
                <a:cubicBezTo>
                  <a:pt x="2442262" y="3073699"/>
                  <a:pt x="2422201" y="3063945"/>
                  <a:pt x="2399689" y="3065011"/>
                </a:cubicBezTo>
                <a:cubicBezTo>
                  <a:pt x="2394329" y="3064555"/>
                  <a:pt x="2392338" y="3071871"/>
                  <a:pt x="2390194" y="3065011"/>
                </a:cubicBezTo>
                <a:cubicBezTo>
                  <a:pt x="2390347" y="3058915"/>
                  <a:pt x="2396320" y="3058307"/>
                  <a:pt x="2394941" y="3050685"/>
                </a:cubicBezTo>
                <a:cubicBezTo>
                  <a:pt x="2381006" y="3053581"/>
                  <a:pt x="2370898" y="3064707"/>
                  <a:pt x="2356656" y="3069739"/>
                </a:cubicBezTo>
                <a:lnTo>
                  <a:pt x="2341596" y="3072384"/>
                </a:lnTo>
                <a:lnTo>
                  <a:pt x="2297773" y="3072384"/>
                </a:lnTo>
                <a:lnTo>
                  <a:pt x="2280239" y="3064859"/>
                </a:lnTo>
                <a:cubicBezTo>
                  <a:pt x="2272735" y="3063639"/>
                  <a:pt x="2265691" y="3069891"/>
                  <a:pt x="2256350" y="3069585"/>
                </a:cubicBezTo>
                <a:cubicBezTo>
                  <a:pt x="2250224" y="3069433"/>
                  <a:pt x="2246549" y="3065775"/>
                  <a:pt x="2237207" y="3064859"/>
                </a:cubicBezTo>
                <a:cubicBezTo>
                  <a:pt x="2219596" y="3063031"/>
                  <a:pt x="2204588" y="3065051"/>
                  <a:pt x="2191342" y="3067700"/>
                </a:cubicBezTo>
                <a:lnTo>
                  <a:pt x="2166332" y="3072384"/>
                </a:lnTo>
                <a:lnTo>
                  <a:pt x="2154560" y="3072384"/>
                </a:lnTo>
                <a:lnTo>
                  <a:pt x="2148769" y="3064860"/>
                </a:lnTo>
                <a:cubicBezTo>
                  <a:pt x="2147046" y="3061012"/>
                  <a:pt x="2144557" y="3057925"/>
                  <a:pt x="2136900" y="3059983"/>
                </a:cubicBezTo>
                <a:cubicBezTo>
                  <a:pt x="2140269" y="3072787"/>
                  <a:pt x="2114388" y="3056477"/>
                  <a:pt x="2117758" y="3069433"/>
                </a:cubicBezTo>
                <a:cubicBezTo>
                  <a:pt x="2113891" y="3067947"/>
                  <a:pt x="2111728" y="3068165"/>
                  <a:pt x="2110417" y="3069237"/>
                </a:cubicBezTo>
                <a:lnTo>
                  <a:pt x="2108990" y="3072384"/>
                </a:lnTo>
                <a:lnTo>
                  <a:pt x="2081465" y="3072384"/>
                </a:lnTo>
                <a:lnTo>
                  <a:pt x="2074381" y="3069700"/>
                </a:lnTo>
                <a:cubicBezTo>
                  <a:pt x="2067107" y="3065851"/>
                  <a:pt x="2059947" y="3061888"/>
                  <a:pt x="2050835" y="3059831"/>
                </a:cubicBezTo>
                <a:cubicBezTo>
                  <a:pt x="2041034" y="3060440"/>
                  <a:pt x="2034296" y="3064060"/>
                  <a:pt x="2027405" y="3067509"/>
                </a:cubicBezTo>
                <a:lnTo>
                  <a:pt x="2009555" y="3072384"/>
                </a:lnTo>
                <a:lnTo>
                  <a:pt x="2003580" y="3072384"/>
                </a:lnTo>
                <a:lnTo>
                  <a:pt x="2006425" y="3062764"/>
                </a:lnTo>
                <a:cubicBezTo>
                  <a:pt x="2007918" y="3060364"/>
                  <a:pt x="2007497" y="3059373"/>
                  <a:pt x="1998308" y="3059831"/>
                </a:cubicBezTo>
                <a:cubicBezTo>
                  <a:pt x="1984679" y="3062421"/>
                  <a:pt x="1971355" y="3066384"/>
                  <a:pt x="1957956" y="3069509"/>
                </a:cubicBezTo>
                <a:lnTo>
                  <a:pt x="1932723" y="3072384"/>
                </a:lnTo>
                <a:lnTo>
                  <a:pt x="1903028" y="3072384"/>
                </a:lnTo>
                <a:lnTo>
                  <a:pt x="1900318" y="3072043"/>
                </a:lnTo>
                <a:lnTo>
                  <a:pt x="1899180" y="3072384"/>
                </a:lnTo>
                <a:lnTo>
                  <a:pt x="1725443" y="3072384"/>
                </a:lnTo>
                <a:lnTo>
                  <a:pt x="1724187" y="3071586"/>
                </a:lnTo>
                <a:cubicBezTo>
                  <a:pt x="1720244" y="3070196"/>
                  <a:pt x="1716148" y="3069662"/>
                  <a:pt x="1711783" y="3069433"/>
                </a:cubicBezTo>
                <a:lnTo>
                  <a:pt x="1702782" y="3072384"/>
                </a:lnTo>
                <a:lnTo>
                  <a:pt x="294988" y="3072384"/>
                </a:lnTo>
                <a:lnTo>
                  <a:pt x="295408" y="3071262"/>
                </a:lnTo>
                <a:cubicBezTo>
                  <a:pt x="295618" y="3069624"/>
                  <a:pt x="294163" y="3068747"/>
                  <a:pt x="288037" y="3068823"/>
                </a:cubicBezTo>
                <a:lnTo>
                  <a:pt x="283742" y="3072384"/>
                </a:lnTo>
                <a:lnTo>
                  <a:pt x="276030" y="3072384"/>
                </a:lnTo>
                <a:lnTo>
                  <a:pt x="274217" y="3068136"/>
                </a:lnTo>
                <a:cubicBezTo>
                  <a:pt x="272877" y="3064707"/>
                  <a:pt x="270580" y="3062268"/>
                  <a:pt x="264148" y="3063945"/>
                </a:cubicBezTo>
                <a:cubicBezTo>
                  <a:pt x="259171" y="3064708"/>
                  <a:pt x="260970" y="3067947"/>
                  <a:pt x="261927" y="3071167"/>
                </a:cubicBezTo>
                <a:lnTo>
                  <a:pt x="261887" y="3072384"/>
                </a:lnTo>
                <a:lnTo>
                  <a:pt x="0" y="3072384"/>
                </a:lnTo>
                <a:lnTo>
                  <a:pt x="0" y="3065794"/>
                </a:lnTo>
                <a:lnTo>
                  <a:pt x="1569" y="3066879"/>
                </a:lnTo>
                <a:cubicBezTo>
                  <a:pt x="2890" y="3068022"/>
                  <a:pt x="3809" y="3069127"/>
                  <a:pt x="2737" y="3069127"/>
                </a:cubicBezTo>
                <a:cubicBezTo>
                  <a:pt x="13303" y="3069433"/>
                  <a:pt x="21726" y="3064099"/>
                  <a:pt x="31374" y="3064403"/>
                </a:cubicBezTo>
                <a:cubicBezTo>
                  <a:pt x="40410" y="3064707"/>
                  <a:pt x="41941" y="3069127"/>
                  <a:pt x="50517" y="3069127"/>
                </a:cubicBezTo>
                <a:cubicBezTo>
                  <a:pt x="57408" y="3069127"/>
                  <a:pt x="59245" y="3063183"/>
                  <a:pt x="69659" y="3064403"/>
                </a:cubicBezTo>
                <a:cubicBezTo>
                  <a:pt x="75938" y="3065011"/>
                  <a:pt x="76244" y="3069433"/>
                  <a:pt x="84055" y="3069127"/>
                </a:cubicBezTo>
                <a:cubicBezTo>
                  <a:pt x="90946" y="3068823"/>
                  <a:pt x="92937" y="3064251"/>
                  <a:pt x="103197" y="3064403"/>
                </a:cubicBezTo>
                <a:cubicBezTo>
                  <a:pt x="109016" y="3064403"/>
                  <a:pt x="110241" y="3068519"/>
                  <a:pt x="117592" y="3069127"/>
                </a:cubicBezTo>
                <a:cubicBezTo>
                  <a:pt x="125708" y="3069739"/>
                  <a:pt x="125249" y="3060897"/>
                  <a:pt x="131987" y="3069127"/>
                </a:cubicBezTo>
                <a:cubicBezTo>
                  <a:pt x="134744" y="3072481"/>
                  <a:pt x="162003" y="3070043"/>
                  <a:pt x="155877" y="3064403"/>
                </a:cubicBezTo>
                <a:cubicBezTo>
                  <a:pt x="140104" y="3054191"/>
                  <a:pt x="125556" y="3052971"/>
                  <a:pt x="108097" y="3054951"/>
                </a:cubicBezTo>
                <a:cubicBezTo>
                  <a:pt x="90333" y="3056935"/>
                  <a:pt x="88802" y="3059067"/>
                  <a:pt x="74713" y="3054951"/>
                </a:cubicBezTo>
                <a:cubicBezTo>
                  <a:pt x="67209" y="3052819"/>
                  <a:pt x="63074" y="3050685"/>
                  <a:pt x="55570" y="3050227"/>
                </a:cubicBezTo>
                <a:cubicBezTo>
                  <a:pt x="39337" y="3049313"/>
                  <a:pt x="44544" y="3063031"/>
                  <a:pt x="36428" y="3054951"/>
                </a:cubicBezTo>
                <a:cubicBezTo>
                  <a:pt x="29614" y="3048169"/>
                  <a:pt x="18128" y="3049808"/>
                  <a:pt x="7523" y="3050532"/>
                </a:cubicBezTo>
                <a:lnTo>
                  <a:pt x="0" y="3050136"/>
                </a:lnTo>
                <a:lnTo>
                  <a:pt x="0" y="3042132"/>
                </a:lnTo>
                <a:lnTo>
                  <a:pt x="28676" y="3044817"/>
                </a:lnTo>
                <a:cubicBezTo>
                  <a:pt x="43856" y="3044626"/>
                  <a:pt x="59246" y="3043826"/>
                  <a:pt x="74713" y="3045351"/>
                </a:cubicBezTo>
                <a:cubicBezTo>
                  <a:pt x="82523" y="3046111"/>
                  <a:pt x="90027" y="3050379"/>
                  <a:pt x="98603" y="3050075"/>
                </a:cubicBezTo>
                <a:cubicBezTo>
                  <a:pt x="107485" y="3049923"/>
                  <a:pt x="118051" y="3045045"/>
                  <a:pt x="127240" y="3045351"/>
                </a:cubicBezTo>
                <a:cubicBezTo>
                  <a:pt x="135203" y="3045503"/>
                  <a:pt x="143013" y="3049313"/>
                  <a:pt x="151130" y="3050075"/>
                </a:cubicBezTo>
                <a:cubicBezTo>
                  <a:pt x="209629" y="3056019"/>
                  <a:pt x="304270" y="3051599"/>
                  <a:pt x="346996" y="3045351"/>
                </a:cubicBezTo>
                <a:cubicBezTo>
                  <a:pt x="354347" y="3044283"/>
                  <a:pt x="363382" y="3044891"/>
                  <a:pt x="370886" y="3045351"/>
                </a:cubicBezTo>
                <a:cubicBezTo>
                  <a:pt x="377318" y="3045655"/>
                  <a:pt x="376705" y="3053733"/>
                  <a:pt x="380381" y="3054799"/>
                </a:cubicBezTo>
                <a:cubicBezTo>
                  <a:pt x="387272" y="3056629"/>
                  <a:pt x="390795" y="3050075"/>
                  <a:pt x="394776" y="3050075"/>
                </a:cubicBezTo>
                <a:cubicBezTo>
                  <a:pt x="400901" y="3050075"/>
                  <a:pt x="401514" y="3054647"/>
                  <a:pt x="409171" y="3054799"/>
                </a:cubicBezTo>
                <a:cubicBezTo>
                  <a:pt x="432755" y="3055411"/>
                  <a:pt x="463996" y="3056781"/>
                  <a:pt x="480841" y="3054799"/>
                </a:cubicBezTo>
                <a:cubicBezTo>
                  <a:pt x="488038" y="3054039"/>
                  <a:pt x="489416" y="3049923"/>
                  <a:pt x="499983" y="3050075"/>
                </a:cubicBezTo>
                <a:cubicBezTo>
                  <a:pt x="511009" y="3050227"/>
                  <a:pt x="518054" y="3055105"/>
                  <a:pt x="528621" y="3054799"/>
                </a:cubicBezTo>
                <a:cubicBezTo>
                  <a:pt x="544394" y="3054343"/>
                  <a:pt x="556799" y="3048551"/>
                  <a:pt x="571653" y="3050075"/>
                </a:cubicBezTo>
                <a:cubicBezTo>
                  <a:pt x="574716" y="3060439"/>
                  <a:pt x="558023" y="3065317"/>
                  <a:pt x="576401" y="3064403"/>
                </a:cubicBezTo>
                <a:cubicBezTo>
                  <a:pt x="582067" y="3063639"/>
                  <a:pt x="590030" y="3065317"/>
                  <a:pt x="590796" y="3059679"/>
                </a:cubicBezTo>
                <a:cubicBezTo>
                  <a:pt x="591255" y="3054495"/>
                  <a:pt x="583904" y="3052361"/>
                  <a:pt x="590796" y="3050227"/>
                </a:cubicBezTo>
                <a:cubicBezTo>
                  <a:pt x="608253" y="3050227"/>
                  <a:pt x="625865" y="3050227"/>
                  <a:pt x="643323" y="3050227"/>
                </a:cubicBezTo>
                <a:cubicBezTo>
                  <a:pt x="655880" y="3048855"/>
                  <a:pt x="647151" y="3068671"/>
                  <a:pt x="662465" y="3064555"/>
                </a:cubicBezTo>
                <a:cubicBezTo>
                  <a:pt x="707641" y="3068671"/>
                  <a:pt x="750827" y="3069279"/>
                  <a:pt x="801057" y="3069279"/>
                </a:cubicBezTo>
                <a:cubicBezTo>
                  <a:pt x="832910" y="3069279"/>
                  <a:pt x="869051" y="3074159"/>
                  <a:pt x="891870" y="3069279"/>
                </a:cubicBezTo>
                <a:cubicBezTo>
                  <a:pt x="901364" y="3067299"/>
                  <a:pt x="901976" y="3060287"/>
                  <a:pt x="911012" y="3059831"/>
                </a:cubicBezTo>
                <a:cubicBezTo>
                  <a:pt x="916372" y="3059525"/>
                  <a:pt x="913615" y="3063639"/>
                  <a:pt x="915759" y="3064555"/>
                </a:cubicBezTo>
                <a:cubicBezTo>
                  <a:pt x="928164" y="3069891"/>
                  <a:pt x="957260" y="3066079"/>
                  <a:pt x="968286" y="3064555"/>
                </a:cubicBezTo>
                <a:cubicBezTo>
                  <a:pt x="986816" y="3062115"/>
                  <a:pt x="989573" y="3062879"/>
                  <a:pt x="1006571" y="3064555"/>
                </a:cubicBezTo>
                <a:cubicBezTo>
                  <a:pt x="1015913" y="3065471"/>
                  <a:pt x="1027858" y="3063639"/>
                  <a:pt x="1035209" y="3064555"/>
                </a:cubicBezTo>
                <a:cubicBezTo>
                  <a:pt x="1039956" y="3065011"/>
                  <a:pt x="1040721" y="3068367"/>
                  <a:pt x="1044703" y="3069279"/>
                </a:cubicBezTo>
                <a:cubicBezTo>
                  <a:pt x="1061702" y="3072939"/>
                  <a:pt x="1067828" y="3065623"/>
                  <a:pt x="1078088" y="3064555"/>
                </a:cubicBezTo>
                <a:cubicBezTo>
                  <a:pt x="1109635" y="3061203"/>
                  <a:pt x="1131840" y="3070347"/>
                  <a:pt x="1149758" y="3064555"/>
                </a:cubicBezTo>
                <a:cubicBezTo>
                  <a:pt x="1154198" y="3044283"/>
                  <a:pt x="1118211" y="3064251"/>
                  <a:pt x="1121120" y="3045503"/>
                </a:cubicBezTo>
                <a:cubicBezTo>
                  <a:pt x="1142866" y="3044739"/>
                  <a:pt x="1175026" y="3046417"/>
                  <a:pt x="1192790" y="3045503"/>
                </a:cubicBezTo>
                <a:cubicBezTo>
                  <a:pt x="1199681" y="3045197"/>
                  <a:pt x="1209482" y="3040015"/>
                  <a:pt x="1211933" y="3045503"/>
                </a:cubicBezTo>
                <a:cubicBezTo>
                  <a:pt x="1210554" y="3055411"/>
                  <a:pt x="1190799" y="3046723"/>
                  <a:pt x="1192790" y="3059831"/>
                </a:cubicBezTo>
                <a:cubicBezTo>
                  <a:pt x="1200600" y="3069585"/>
                  <a:pt x="1216833" y="3070803"/>
                  <a:pt x="1235822" y="3069279"/>
                </a:cubicBezTo>
                <a:cubicBezTo>
                  <a:pt x="1243939" y="3066383"/>
                  <a:pt x="1235363" y="3046723"/>
                  <a:pt x="1245317" y="3045503"/>
                </a:cubicBezTo>
                <a:cubicBezTo>
                  <a:pt x="1257568" y="3050685"/>
                  <a:pt x="1268135" y="3031023"/>
                  <a:pt x="1273954" y="3045503"/>
                </a:cubicBezTo>
                <a:cubicBezTo>
                  <a:pt x="1268594" y="3054039"/>
                  <a:pt x="1239498" y="3049313"/>
                  <a:pt x="1254812" y="3064555"/>
                </a:cubicBezTo>
                <a:cubicBezTo>
                  <a:pt x="1260172" y="3073853"/>
                  <a:pt x="1272270" y="3068975"/>
                  <a:pt x="1278702" y="3069279"/>
                </a:cubicBezTo>
                <a:cubicBezTo>
                  <a:pt x="1304736" y="3070195"/>
                  <a:pt x="1310248" y="3064707"/>
                  <a:pt x="1326481" y="3064555"/>
                </a:cubicBezTo>
                <a:cubicBezTo>
                  <a:pt x="1335670" y="3064403"/>
                  <a:pt x="1341642" y="3068519"/>
                  <a:pt x="1350371" y="3069279"/>
                </a:cubicBezTo>
                <a:cubicBezTo>
                  <a:pt x="1356344" y="3069739"/>
                  <a:pt x="1357109" y="3064251"/>
                  <a:pt x="1364766" y="3064555"/>
                </a:cubicBezTo>
                <a:cubicBezTo>
                  <a:pt x="1363235" y="3064403"/>
                  <a:pt x="1367829" y="3068823"/>
                  <a:pt x="1369514" y="3069279"/>
                </a:cubicBezTo>
                <a:cubicBezTo>
                  <a:pt x="1385287" y="3074005"/>
                  <a:pt x="1393710" y="3065775"/>
                  <a:pt x="1402899" y="3064555"/>
                </a:cubicBezTo>
                <a:cubicBezTo>
                  <a:pt x="1418978" y="3062575"/>
                  <a:pt x="1433679" y="3066079"/>
                  <a:pt x="1450678" y="3064555"/>
                </a:cubicBezTo>
                <a:cubicBezTo>
                  <a:pt x="1454353" y="3049159"/>
                  <a:pt x="1432455" y="3055411"/>
                  <a:pt x="1426788" y="3055105"/>
                </a:cubicBezTo>
                <a:cubicBezTo>
                  <a:pt x="1424185" y="3054951"/>
                  <a:pt x="1420969" y="3050379"/>
                  <a:pt x="1422041" y="3050379"/>
                </a:cubicBezTo>
                <a:cubicBezTo>
                  <a:pt x="1413006" y="3050379"/>
                  <a:pt x="1411474" y="3055411"/>
                  <a:pt x="1402899" y="3055105"/>
                </a:cubicBezTo>
                <a:cubicBezTo>
                  <a:pt x="1396160" y="3054951"/>
                  <a:pt x="1394016" y="3050227"/>
                  <a:pt x="1383756" y="3050379"/>
                </a:cubicBezTo>
                <a:cubicBezTo>
                  <a:pt x="1377783" y="3050379"/>
                  <a:pt x="1373802" y="3054343"/>
                  <a:pt x="1364613" y="3055105"/>
                </a:cubicBezTo>
                <a:cubicBezTo>
                  <a:pt x="1351137" y="3056323"/>
                  <a:pt x="1340111" y="3055411"/>
                  <a:pt x="1326328" y="3055105"/>
                </a:cubicBezTo>
                <a:cubicBezTo>
                  <a:pt x="1316527" y="3054951"/>
                  <a:pt x="1301979" y="3059373"/>
                  <a:pt x="1292943" y="3050379"/>
                </a:cubicBezTo>
                <a:cubicBezTo>
                  <a:pt x="1303663" y="3041235"/>
                  <a:pt x="1317293" y="3046263"/>
                  <a:pt x="1331229" y="3045655"/>
                </a:cubicBezTo>
                <a:cubicBezTo>
                  <a:pt x="1339192" y="3045351"/>
                  <a:pt x="1347309" y="3046417"/>
                  <a:pt x="1355119" y="3045655"/>
                </a:cubicBezTo>
                <a:cubicBezTo>
                  <a:pt x="1371964" y="3044131"/>
                  <a:pt x="1370280" y="3040929"/>
                  <a:pt x="1374261" y="3045655"/>
                </a:cubicBezTo>
                <a:cubicBezTo>
                  <a:pt x="1379162" y="3051599"/>
                  <a:pt x="1399070" y="3041083"/>
                  <a:pt x="1402899" y="3045655"/>
                </a:cubicBezTo>
                <a:cubicBezTo>
                  <a:pt x="1414077" y="3044131"/>
                  <a:pt x="1413618" y="3030869"/>
                  <a:pt x="1422041" y="3026602"/>
                </a:cubicBezTo>
                <a:cubicBezTo>
                  <a:pt x="1437049" y="3043367"/>
                  <a:pt x="1465380" y="3005872"/>
                  <a:pt x="1474568" y="3031327"/>
                </a:cubicBezTo>
                <a:cubicBezTo>
                  <a:pt x="1465686" y="3031937"/>
                  <a:pt x="1458489" y="3034375"/>
                  <a:pt x="1455426" y="3040777"/>
                </a:cubicBezTo>
                <a:cubicBezTo>
                  <a:pt x="1463389" y="3040777"/>
                  <a:pt x="1471352" y="3040777"/>
                  <a:pt x="1479315" y="3040777"/>
                </a:cubicBezTo>
                <a:cubicBezTo>
                  <a:pt x="1484522" y="3036203"/>
                  <a:pt x="1480847" y="3023248"/>
                  <a:pt x="1493711" y="3026449"/>
                </a:cubicBezTo>
                <a:cubicBezTo>
                  <a:pt x="1509637" y="3022334"/>
                  <a:pt x="1520663" y="3028126"/>
                  <a:pt x="1541490" y="3021724"/>
                </a:cubicBezTo>
                <a:cubicBezTo>
                  <a:pt x="1539959" y="3031175"/>
                  <a:pt x="1547922" y="3031175"/>
                  <a:pt x="1550985" y="3036051"/>
                </a:cubicBezTo>
                <a:cubicBezTo>
                  <a:pt x="1574109" y="3031327"/>
                  <a:pt x="1596621" y="3044131"/>
                  <a:pt x="1608260" y="3036051"/>
                </a:cubicBezTo>
                <a:cubicBezTo>
                  <a:pt x="1603359" y="3054951"/>
                  <a:pt x="1562930" y="3038491"/>
                  <a:pt x="1556039" y="3054951"/>
                </a:cubicBezTo>
                <a:cubicBezTo>
                  <a:pt x="1608566" y="3054039"/>
                  <a:pt x="1688505" y="3058307"/>
                  <a:pt x="1723268" y="3050227"/>
                </a:cubicBezTo>
                <a:cubicBezTo>
                  <a:pt x="1731691" y="3048399"/>
                  <a:pt x="1742104" y="3051903"/>
                  <a:pt x="1742410" y="3040777"/>
                </a:cubicBezTo>
                <a:cubicBezTo>
                  <a:pt x="1730465" y="3036967"/>
                  <a:pt x="1701369" y="3050075"/>
                  <a:pt x="1704278" y="3031327"/>
                </a:cubicBezTo>
                <a:cubicBezTo>
                  <a:pt x="1717755" y="3045959"/>
                  <a:pt x="1740419" y="3023248"/>
                  <a:pt x="1752058" y="3036051"/>
                </a:cubicBezTo>
                <a:cubicBezTo>
                  <a:pt x="1750680" y="3023401"/>
                  <a:pt x="1758643" y="3020352"/>
                  <a:pt x="1771201" y="3021724"/>
                </a:cubicBezTo>
                <a:cubicBezTo>
                  <a:pt x="1776561" y="3036663"/>
                  <a:pt x="1771660" y="3032547"/>
                  <a:pt x="1771201" y="3050227"/>
                </a:cubicBezTo>
                <a:cubicBezTo>
                  <a:pt x="1793100" y="3047787"/>
                  <a:pt x="1798306" y="3058459"/>
                  <a:pt x="1814233" y="3050227"/>
                </a:cubicBezTo>
                <a:cubicBezTo>
                  <a:pt x="1821584" y="3030107"/>
                  <a:pt x="1789578" y="3049465"/>
                  <a:pt x="1790343" y="3035899"/>
                </a:cubicBezTo>
                <a:cubicBezTo>
                  <a:pt x="1813468" y="3028888"/>
                  <a:pt x="1849915" y="3030260"/>
                  <a:pt x="1866760" y="3031175"/>
                </a:cubicBezTo>
                <a:cubicBezTo>
                  <a:pt x="1869210" y="3031327"/>
                  <a:pt x="1872733" y="3035899"/>
                  <a:pt x="1871507" y="3035899"/>
                </a:cubicBezTo>
                <a:cubicBezTo>
                  <a:pt x="1879471" y="3035899"/>
                  <a:pt x="1887434" y="3031937"/>
                  <a:pt x="1895398" y="3031175"/>
                </a:cubicBezTo>
                <a:cubicBezTo>
                  <a:pt x="1908874" y="3029955"/>
                  <a:pt x="1919900" y="3030869"/>
                  <a:pt x="1933683" y="3031175"/>
                </a:cubicBezTo>
                <a:cubicBezTo>
                  <a:pt x="1942871" y="3031327"/>
                  <a:pt x="1959257" y="3027059"/>
                  <a:pt x="1967067" y="3035899"/>
                </a:cubicBezTo>
                <a:cubicBezTo>
                  <a:pt x="1967067" y="3042149"/>
                  <a:pt x="1958798" y="3040167"/>
                  <a:pt x="1957573" y="3045351"/>
                </a:cubicBezTo>
                <a:cubicBezTo>
                  <a:pt x="1968292" y="3055411"/>
                  <a:pt x="1980697" y="3040319"/>
                  <a:pt x="2000605" y="3045351"/>
                </a:cubicBezTo>
                <a:cubicBezTo>
                  <a:pt x="2002443" y="3037119"/>
                  <a:pt x="1993560" y="3033155"/>
                  <a:pt x="2000605" y="3031023"/>
                </a:cubicBezTo>
                <a:cubicBezTo>
                  <a:pt x="2012244" y="3038033"/>
                  <a:pt x="2021432" y="3022639"/>
                  <a:pt x="2033989" y="3021572"/>
                </a:cubicBezTo>
                <a:cubicBezTo>
                  <a:pt x="2032764" y="3021572"/>
                  <a:pt x="2040115" y="3025839"/>
                  <a:pt x="2043484" y="3026297"/>
                </a:cubicBezTo>
                <a:cubicBezTo>
                  <a:pt x="2078859" y="3030565"/>
                  <a:pt x="2117145" y="3028278"/>
                  <a:pt x="2148538" y="3026297"/>
                </a:cubicBezTo>
                <a:cubicBezTo>
                  <a:pt x="2154817" y="3025992"/>
                  <a:pt x="2155277" y="3022029"/>
                  <a:pt x="2162934" y="3021572"/>
                </a:cubicBezTo>
                <a:cubicBezTo>
                  <a:pt x="2179779" y="3020657"/>
                  <a:pt x="2211479" y="3029345"/>
                  <a:pt x="2210713" y="3012121"/>
                </a:cubicBezTo>
                <a:cubicBezTo>
                  <a:pt x="2193102" y="3009073"/>
                  <a:pt x="2163240" y="3018371"/>
                  <a:pt x="2153439" y="3007396"/>
                </a:cubicBezTo>
                <a:cubicBezTo>
                  <a:pt x="2164771" y="3010750"/>
                  <a:pt x="2176410" y="3003738"/>
                  <a:pt x="2186823" y="3002671"/>
                </a:cubicBezTo>
                <a:cubicBezTo>
                  <a:pt x="2201066" y="3001299"/>
                  <a:pt x="2220667" y="3013036"/>
                  <a:pt x="2220208" y="2993221"/>
                </a:cubicBezTo>
                <a:cubicBezTo>
                  <a:pt x="2178248" y="2992611"/>
                  <a:pt x="2161249" y="2995812"/>
                  <a:pt x="2124648" y="2993221"/>
                </a:cubicBezTo>
                <a:cubicBezTo>
                  <a:pt x="2126180" y="2986819"/>
                  <a:pt x="2131387" y="2984076"/>
                  <a:pt x="2129396" y="2974168"/>
                </a:cubicBezTo>
                <a:cubicBezTo>
                  <a:pt x="2115154" y="2979046"/>
                  <a:pt x="2091111" y="2974321"/>
                  <a:pt x="2086363" y="2988496"/>
                </a:cubicBezTo>
                <a:cubicBezTo>
                  <a:pt x="2090039" y="2989563"/>
                  <a:pt x="2095705" y="2988648"/>
                  <a:pt x="2095858" y="2993221"/>
                </a:cubicBezTo>
                <a:cubicBezTo>
                  <a:pt x="2089733" y="2993526"/>
                  <a:pt x="2089120" y="2999318"/>
                  <a:pt x="2081463" y="2997946"/>
                </a:cubicBezTo>
                <a:cubicBezTo>
                  <a:pt x="2063852" y="2994440"/>
                  <a:pt x="2083607" y="2983618"/>
                  <a:pt x="2071968" y="2974168"/>
                </a:cubicBezTo>
                <a:cubicBezTo>
                  <a:pt x="2051600" y="2974625"/>
                  <a:pt x="2037052" y="2983618"/>
                  <a:pt x="2019441" y="2974168"/>
                </a:cubicBezTo>
                <a:cubicBezTo>
                  <a:pt x="2023576" y="2989410"/>
                  <a:pt x="2012090" y="2989105"/>
                  <a:pt x="2005046" y="2993221"/>
                </a:cubicBezTo>
                <a:cubicBezTo>
                  <a:pt x="1999380" y="2986057"/>
                  <a:pt x="2000911" y="2971882"/>
                  <a:pt x="1985903" y="2974168"/>
                </a:cubicBezTo>
                <a:cubicBezTo>
                  <a:pt x="1973958" y="2973406"/>
                  <a:pt x="1971049" y="2981637"/>
                  <a:pt x="1962014" y="2983618"/>
                </a:cubicBezTo>
                <a:cubicBezTo>
                  <a:pt x="1958491" y="2970357"/>
                  <a:pt x="1945015" y="2974016"/>
                  <a:pt x="1938123" y="2974168"/>
                </a:cubicBezTo>
                <a:cubicBezTo>
                  <a:pt x="1928629" y="2974168"/>
                  <a:pt x="1897235" y="2985752"/>
                  <a:pt x="1895091" y="2983618"/>
                </a:cubicBezTo>
                <a:cubicBezTo>
                  <a:pt x="1882687" y="2971272"/>
                  <a:pt x="1839961" y="2983466"/>
                  <a:pt x="1833069" y="2983618"/>
                </a:cubicBezTo>
                <a:cubicBezTo>
                  <a:pt x="1813774" y="2983923"/>
                  <a:pt x="1795397" y="2979198"/>
                  <a:pt x="1785290" y="2978893"/>
                </a:cubicBezTo>
                <a:cubicBezTo>
                  <a:pt x="1777939" y="2978588"/>
                  <a:pt x="1768904" y="2983771"/>
                  <a:pt x="1761400" y="2983618"/>
                </a:cubicBezTo>
                <a:cubicBezTo>
                  <a:pt x="1762778" y="2983618"/>
                  <a:pt x="1758643" y="2979350"/>
                  <a:pt x="1756652" y="2978893"/>
                </a:cubicBezTo>
                <a:cubicBezTo>
                  <a:pt x="1737663" y="2974168"/>
                  <a:pt x="1707954" y="2976759"/>
                  <a:pt x="1689730" y="2978893"/>
                </a:cubicBezTo>
                <a:cubicBezTo>
                  <a:pt x="1681001" y="2979808"/>
                  <a:pt x="1679010" y="2983161"/>
                  <a:pt x="1670587" y="2983618"/>
                </a:cubicBezTo>
                <a:cubicBezTo>
                  <a:pt x="1664462" y="2983923"/>
                  <a:pt x="1664003" y="2978436"/>
                  <a:pt x="1656192" y="2978893"/>
                </a:cubicBezTo>
                <a:cubicBezTo>
                  <a:pt x="1657111" y="2978741"/>
                  <a:pt x="1653742" y="2983009"/>
                  <a:pt x="1651445" y="2983618"/>
                </a:cubicBezTo>
                <a:cubicBezTo>
                  <a:pt x="1624799" y="2990325"/>
                  <a:pt x="1592333" y="2982399"/>
                  <a:pt x="1565533" y="2983618"/>
                </a:cubicBezTo>
                <a:cubicBezTo>
                  <a:pt x="1559561" y="2983923"/>
                  <a:pt x="1558489" y="2987734"/>
                  <a:pt x="1551138" y="2988343"/>
                </a:cubicBezTo>
                <a:cubicBezTo>
                  <a:pt x="1524645" y="2990782"/>
                  <a:pt x="1493864" y="2986514"/>
                  <a:pt x="1465226" y="2988343"/>
                </a:cubicBezTo>
                <a:cubicBezTo>
                  <a:pt x="1460938" y="2988648"/>
                  <a:pt x="1461704" y="2992764"/>
                  <a:pt x="1460479" y="2993069"/>
                </a:cubicBezTo>
                <a:cubicBezTo>
                  <a:pt x="1455885" y="2994288"/>
                  <a:pt x="1454660" y="2987886"/>
                  <a:pt x="1450984" y="2988343"/>
                </a:cubicBezTo>
                <a:cubicBezTo>
                  <a:pt x="1443940" y="2989105"/>
                  <a:pt x="1442102" y="2992611"/>
                  <a:pt x="1431842" y="2993069"/>
                </a:cubicBezTo>
                <a:cubicBezTo>
                  <a:pt x="1413925" y="2993831"/>
                  <a:pt x="1418059" y="2986514"/>
                  <a:pt x="1412699" y="2993069"/>
                </a:cubicBezTo>
                <a:cubicBezTo>
                  <a:pt x="1409024" y="2997489"/>
                  <a:pt x="1375486" y="2992916"/>
                  <a:pt x="1374414" y="2993069"/>
                </a:cubicBezTo>
                <a:cubicBezTo>
                  <a:pt x="1368442" y="2993678"/>
                  <a:pt x="1363388" y="2997794"/>
                  <a:pt x="1360019" y="2997794"/>
                </a:cubicBezTo>
                <a:cubicBezTo>
                  <a:pt x="1353281" y="2997946"/>
                  <a:pt x="1351290" y="2992154"/>
                  <a:pt x="1340876" y="2993069"/>
                </a:cubicBezTo>
                <a:cubicBezTo>
                  <a:pt x="1333832" y="2993678"/>
                  <a:pt x="1332148" y="2997946"/>
                  <a:pt x="1321734" y="2997794"/>
                </a:cubicBezTo>
                <a:cubicBezTo>
                  <a:pt x="1315455" y="2997641"/>
                  <a:pt x="1312239" y="2993526"/>
                  <a:pt x="1302591" y="2993069"/>
                </a:cubicBezTo>
                <a:cubicBezTo>
                  <a:pt x="1286665" y="2992306"/>
                  <a:pt x="1262009" y="3000842"/>
                  <a:pt x="1250064" y="2983618"/>
                </a:cubicBezTo>
                <a:cubicBezTo>
                  <a:pt x="1256956" y="2981027"/>
                  <a:pt x="1274720" y="2989258"/>
                  <a:pt x="1273954" y="2978893"/>
                </a:cubicBezTo>
                <a:cubicBezTo>
                  <a:pt x="1262775" y="2977369"/>
                  <a:pt x="1254199" y="2969595"/>
                  <a:pt x="1245317" y="2978893"/>
                </a:cubicBezTo>
                <a:cubicBezTo>
                  <a:pt x="1241948" y="2988343"/>
                  <a:pt x="1232607" y="2991697"/>
                  <a:pt x="1221427" y="2993221"/>
                </a:cubicBezTo>
                <a:cubicBezTo>
                  <a:pt x="1205347" y="2992459"/>
                  <a:pt x="1188349" y="2994288"/>
                  <a:pt x="1178395" y="2993221"/>
                </a:cubicBezTo>
                <a:cubicBezTo>
                  <a:pt x="1169053" y="2992306"/>
                  <a:pt x="1167522" y="2988801"/>
                  <a:pt x="1164000" y="2993221"/>
                </a:cubicBezTo>
                <a:cubicBezTo>
                  <a:pt x="1156955" y="3001757"/>
                  <a:pt x="1115913" y="2992459"/>
                  <a:pt x="1120967" y="2983771"/>
                </a:cubicBezTo>
                <a:cubicBezTo>
                  <a:pt x="1152820" y="2983618"/>
                  <a:pt x="1182836" y="2981942"/>
                  <a:pt x="1178242" y="2945665"/>
                </a:cubicBezTo>
                <a:cubicBezTo>
                  <a:pt x="1171696" y="2943912"/>
                  <a:pt x="1166795" y="2943798"/>
                  <a:pt x="1162935" y="2944719"/>
                </a:cubicBezTo>
                <a:cubicBezTo>
                  <a:pt x="1151357" y="2947484"/>
                  <a:pt x="1149145" y="2959574"/>
                  <a:pt x="1139956" y="2964718"/>
                </a:cubicBezTo>
                <a:cubicBezTo>
                  <a:pt x="1124949" y="2962279"/>
                  <a:pt x="1129084" y="2979198"/>
                  <a:pt x="1111319" y="2974168"/>
                </a:cubicBezTo>
                <a:cubicBezTo>
                  <a:pt x="1115148" y="2992306"/>
                  <a:pt x="1101059" y="2992611"/>
                  <a:pt x="1092177" y="2997946"/>
                </a:cubicBezTo>
                <a:cubicBezTo>
                  <a:pt x="1084214" y="2997641"/>
                  <a:pt x="1076250" y="2998403"/>
                  <a:pt x="1068287" y="2997946"/>
                </a:cubicBezTo>
                <a:cubicBezTo>
                  <a:pt x="1047919" y="2996879"/>
                  <a:pt x="1049910" y="2995355"/>
                  <a:pt x="1039650" y="2997946"/>
                </a:cubicBezTo>
                <a:cubicBezTo>
                  <a:pt x="1016066" y="3003890"/>
                  <a:pt x="978547" y="2999928"/>
                  <a:pt x="958485" y="2997946"/>
                </a:cubicBezTo>
                <a:cubicBezTo>
                  <a:pt x="949757" y="2997031"/>
                  <a:pt x="947612" y="2993373"/>
                  <a:pt x="939343" y="2993221"/>
                </a:cubicBezTo>
                <a:cubicBezTo>
                  <a:pt x="928470" y="2993069"/>
                  <a:pt x="915147" y="3006329"/>
                  <a:pt x="905958" y="2993221"/>
                </a:cubicBezTo>
                <a:cubicBezTo>
                  <a:pt x="925866" y="2979503"/>
                  <a:pt x="946081" y="2995355"/>
                  <a:pt x="963232" y="2978893"/>
                </a:cubicBezTo>
                <a:cubicBezTo>
                  <a:pt x="908408" y="2975235"/>
                  <a:pt x="899220" y="2978893"/>
                  <a:pt x="839036" y="2978893"/>
                </a:cubicBezTo>
                <a:cubicBezTo>
                  <a:pt x="831685" y="3000537"/>
                  <a:pt x="870277" y="2976454"/>
                  <a:pt x="862926" y="2997946"/>
                </a:cubicBezTo>
                <a:cubicBezTo>
                  <a:pt x="852206" y="3006024"/>
                  <a:pt x="840261" y="2997489"/>
                  <a:pt x="824641" y="2997946"/>
                </a:cubicBezTo>
                <a:cubicBezTo>
                  <a:pt x="817749" y="2998099"/>
                  <a:pt x="815912" y="3003281"/>
                  <a:pt x="805498" y="3002671"/>
                </a:cubicBezTo>
                <a:cubicBezTo>
                  <a:pt x="802589" y="3002519"/>
                  <a:pt x="800138" y="2997946"/>
                  <a:pt x="800751" y="2997946"/>
                </a:cubicBezTo>
                <a:cubicBezTo>
                  <a:pt x="796004" y="2997641"/>
                  <a:pt x="795238" y="3002519"/>
                  <a:pt x="791256" y="3002671"/>
                </a:cubicBezTo>
                <a:cubicBezTo>
                  <a:pt x="763231" y="3003586"/>
                  <a:pt x="718515" y="3006482"/>
                  <a:pt x="700444" y="3002671"/>
                </a:cubicBezTo>
                <a:cubicBezTo>
                  <a:pt x="692787" y="3001147"/>
                  <a:pt x="689265" y="2989410"/>
                  <a:pt x="681302" y="2993221"/>
                </a:cubicBezTo>
                <a:cubicBezTo>
                  <a:pt x="666600" y="2989563"/>
                  <a:pt x="672113" y="3006177"/>
                  <a:pt x="657411" y="3002671"/>
                </a:cubicBezTo>
                <a:cubicBezTo>
                  <a:pt x="646539" y="2994440"/>
                  <a:pt x="630765" y="2991239"/>
                  <a:pt x="609632" y="2993221"/>
                </a:cubicBezTo>
                <a:cubicBezTo>
                  <a:pt x="616983" y="2976302"/>
                  <a:pt x="593399" y="2990325"/>
                  <a:pt x="595236" y="2978893"/>
                </a:cubicBezTo>
                <a:cubicBezTo>
                  <a:pt x="564149" y="2982246"/>
                  <a:pt x="532755" y="2974473"/>
                  <a:pt x="504424" y="2978893"/>
                </a:cubicBezTo>
                <a:cubicBezTo>
                  <a:pt x="497533" y="2979960"/>
                  <a:pt x="487119" y="2988648"/>
                  <a:pt x="480535" y="2988343"/>
                </a:cubicBezTo>
                <a:cubicBezTo>
                  <a:pt x="478084" y="2988343"/>
                  <a:pt x="470427" y="2969900"/>
                  <a:pt x="461392" y="2978893"/>
                </a:cubicBezTo>
                <a:cubicBezTo>
                  <a:pt x="449753" y="2985295"/>
                  <a:pt x="469968" y="2993221"/>
                  <a:pt x="456645" y="2997946"/>
                </a:cubicBezTo>
                <a:cubicBezTo>
                  <a:pt x="445619" y="2997946"/>
                  <a:pt x="434439" y="2997946"/>
                  <a:pt x="423260" y="2997946"/>
                </a:cubicBezTo>
                <a:cubicBezTo>
                  <a:pt x="423260" y="2991544"/>
                  <a:pt x="423260" y="2985295"/>
                  <a:pt x="423260" y="2978893"/>
                </a:cubicBezTo>
                <a:cubicBezTo>
                  <a:pt x="412081" y="2978893"/>
                  <a:pt x="401055" y="2978893"/>
                  <a:pt x="389875" y="2978893"/>
                </a:cubicBezTo>
                <a:cubicBezTo>
                  <a:pt x="383597" y="2990782"/>
                  <a:pt x="408712" y="2993831"/>
                  <a:pt x="394623" y="2997946"/>
                </a:cubicBezTo>
                <a:cubicBezTo>
                  <a:pt x="388191" y="2997641"/>
                  <a:pt x="381759" y="2998251"/>
                  <a:pt x="375481" y="2997946"/>
                </a:cubicBezTo>
                <a:cubicBezTo>
                  <a:pt x="368742" y="2997641"/>
                  <a:pt x="373796" y="2992306"/>
                  <a:pt x="370733" y="2988496"/>
                </a:cubicBezTo>
                <a:cubicBezTo>
                  <a:pt x="369661" y="2987124"/>
                  <a:pt x="362923" y="2989105"/>
                  <a:pt x="361238" y="2988496"/>
                </a:cubicBezTo>
                <a:cubicBezTo>
                  <a:pt x="357257" y="2986819"/>
                  <a:pt x="355113" y="2986057"/>
                  <a:pt x="351744" y="2983771"/>
                </a:cubicBezTo>
                <a:cubicBezTo>
                  <a:pt x="350212" y="2993221"/>
                  <a:pt x="358176" y="2993221"/>
                  <a:pt x="361238" y="2998099"/>
                </a:cubicBezTo>
                <a:cubicBezTo>
                  <a:pt x="329385" y="2999775"/>
                  <a:pt x="290028" y="2993831"/>
                  <a:pt x="265679" y="3002824"/>
                </a:cubicBezTo>
                <a:cubicBezTo>
                  <a:pt x="263075" y="2995965"/>
                  <a:pt x="271345" y="2978283"/>
                  <a:pt x="260931" y="2979046"/>
                </a:cubicBezTo>
                <a:cubicBezTo>
                  <a:pt x="260931" y="2985295"/>
                  <a:pt x="252662" y="2983313"/>
                  <a:pt x="251437" y="2988496"/>
                </a:cubicBezTo>
                <a:cubicBezTo>
                  <a:pt x="249446" y="2994440"/>
                  <a:pt x="245158" y="2998099"/>
                  <a:pt x="237042" y="2997946"/>
                </a:cubicBezTo>
                <a:cubicBezTo>
                  <a:pt x="223871" y="2988496"/>
                  <a:pt x="211620" y="2997031"/>
                  <a:pt x="198757" y="2997946"/>
                </a:cubicBezTo>
                <a:cubicBezTo>
                  <a:pt x="155877" y="3001147"/>
                  <a:pt x="110241" y="2999318"/>
                  <a:pt x="65065" y="2997946"/>
                </a:cubicBezTo>
                <a:cubicBezTo>
                  <a:pt x="58633" y="2997794"/>
                  <a:pt x="55724" y="2993678"/>
                  <a:pt x="45922" y="2993221"/>
                </a:cubicBezTo>
                <a:cubicBezTo>
                  <a:pt x="27852" y="2992459"/>
                  <a:pt x="23717" y="2997336"/>
                  <a:pt x="12538" y="2997946"/>
                </a:cubicBezTo>
                <a:lnTo>
                  <a:pt x="0" y="2997592"/>
                </a:lnTo>
                <a:lnTo>
                  <a:pt x="0" y="2985303"/>
                </a:lnTo>
                <a:lnTo>
                  <a:pt x="27240" y="2983771"/>
                </a:lnTo>
                <a:cubicBezTo>
                  <a:pt x="32293" y="2984076"/>
                  <a:pt x="39338" y="2981485"/>
                  <a:pt x="31987" y="2979046"/>
                </a:cubicBezTo>
                <a:cubicBezTo>
                  <a:pt x="21420" y="2980571"/>
                  <a:pt x="12002" y="2979770"/>
                  <a:pt x="3962" y="2978398"/>
                </a:cubicBezTo>
                <a:lnTo>
                  <a:pt x="0" y="2977581"/>
                </a:lnTo>
                <a:lnTo>
                  <a:pt x="0" y="2917567"/>
                </a:lnTo>
                <a:lnTo>
                  <a:pt x="41673" y="2921429"/>
                </a:lnTo>
                <a:cubicBezTo>
                  <a:pt x="55571" y="2921315"/>
                  <a:pt x="68741" y="2920667"/>
                  <a:pt x="80073" y="2922191"/>
                </a:cubicBezTo>
                <a:cubicBezTo>
                  <a:pt x="84667" y="2905120"/>
                  <a:pt x="59399" y="2913808"/>
                  <a:pt x="56183" y="2917466"/>
                </a:cubicBezTo>
                <a:cubicBezTo>
                  <a:pt x="56030" y="2909693"/>
                  <a:pt x="42860" y="2914875"/>
                  <a:pt x="41788" y="2908016"/>
                </a:cubicBezTo>
                <a:cubicBezTo>
                  <a:pt x="52814" y="2908016"/>
                  <a:pt x="63993" y="2908016"/>
                  <a:pt x="75172" y="2908016"/>
                </a:cubicBezTo>
                <a:cubicBezTo>
                  <a:pt x="88802" y="2868234"/>
                  <a:pt x="126781" y="2915332"/>
                  <a:pt x="156336" y="2898566"/>
                </a:cubicBezTo>
                <a:cubicBezTo>
                  <a:pt x="165372" y="2900547"/>
                  <a:pt x="164913" y="2912132"/>
                  <a:pt x="180227" y="2908016"/>
                </a:cubicBezTo>
                <a:cubicBezTo>
                  <a:pt x="189415" y="2906035"/>
                  <a:pt x="184055" y="2889573"/>
                  <a:pt x="199369" y="2893688"/>
                </a:cubicBezTo>
                <a:cubicBezTo>
                  <a:pt x="204576" y="2898261"/>
                  <a:pt x="200900" y="2911217"/>
                  <a:pt x="213764" y="2908016"/>
                </a:cubicBezTo>
                <a:cubicBezTo>
                  <a:pt x="224331" y="2905882"/>
                  <a:pt x="239645" y="2897042"/>
                  <a:pt x="242402" y="2912741"/>
                </a:cubicBezTo>
                <a:cubicBezTo>
                  <a:pt x="228159" y="2919143"/>
                  <a:pt x="205648" y="2917009"/>
                  <a:pt x="185127" y="2917466"/>
                </a:cubicBezTo>
                <a:cubicBezTo>
                  <a:pt x="163228" y="2917924"/>
                  <a:pt x="138573" y="2910302"/>
                  <a:pt x="132600" y="2922191"/>
                </a:cubicBezTo>
                <a:cubicBezTo>
                  <a:pt x="175479" y="2922344"/>
                  <a:pt x="210548" y="2930117"/>
                  <a:pt x="256797" y="2926917"/>
                </a:cubicBezTo>
                <a:cubicBezTo>
                  <a:pt x="258481" y="2914266"/>
                  <a:pt x="268282" y="2909693"/>
                  <a:pt x="285434" y="2912589"/>
                </a:cubicBezTo>
                <a:cubicBezTo>
                  <a:pt x="287272" y="2904358"/>
                  <a:pt x="278389" y="2900395"/>
                  <a:pt x="285434" y="2898261"/>
                </a:cubicBezTo>
                <a:cubicBezTo>
                  <a:pt x="297379" y="2897499"/>
                  <a:pt x="300442" y="2905577"/>
                  <a:pt x="304577" y="2912589"/>
                </a:cubicBezTo>
                <a:cubicBezTo>
                  <a:pt x="296307" y="2912284"/>
                  <a:pt x="292325" y="2916247"/>
                  <a:pt x="290181" y="2922039"/>
                </a:cubicBezTo>
                <a:cubicBezTo>
                  <a:pt x="309324" y="2918991"/>
                  <a:pt x="340871" y="2928288"/>
                  <a:pt x="352203" y="2917314"/>
                </a:cubicBezTo>
                <a:cubicBezTo>
                  <a:pt x="345618" y="2908626"/>
                  <a:pt x="334745" y="2918533"/>
                  <a:pt x="333060" y="2907864"/>
                </a:cubicBezTo>
                <a:cubicBezTo>
                  <a:pt x="333214" y="2908626"/>
                  <a:pt x="341943" y="2901919"/>
                  <a:pt x="337808" y="2898413"/>
                </a:cubicBezTo>
                <a:cubicBezTo>
                  <a:pt x="335511" y="2896432"/>
                  <a:pt x="325403" y="2894603"/>
                  <a:pt x="323413" y="2893688"/>
                </a:cubicBezTo>
                <a:cubicBezTo>
                  <a:pt x="321422" y="2892774"/>
                  <a:pt x="322953" y="2890335"/>
                  <a:pt x="318665" y="2888963"/>
                </a:cubicBezTo>
                <a:cubicBezTo>
                  <a:pt x="314225" y="2887591"/>
                  <a:pt x="308711" y="2890030"/>
                  <a:pt x="304270" y="2888963"/>
                </a:cubicBezTo>
                <a:cubicBezTo>
                  <a:pt x="305036" y="2878598"/>
                  <a:pt x="300289" y="2873721"/>
                  <a:pt x="289875" y="2874635"/>
                </a:cubicBezTo>
                <a:cubicBezTo>
                  <a:pt x="274867" y="2872349"/>
                  <a:pt x="271192" y="2881342"/>
                  <a:pt x="261238" y="2884086"/>
                </a:cubicBezTo>
                <a:cubicBezTo>
                  <a:pt x="252202" y="2867471"/>
                  <a:pt x="224025" y="2889878"/>
                  <a:pt x="218205" y="2884086"/>
                </a:cubicBezTo>
                <a:cubicBezTo>
                  <a:pt x="209170" y="2875093"/>
                  <a:pt x="212386" y="2884848"/>
                  <a:pt x="199063" y="2884086"/>
                </a:cubicBezTo>
                <a:cubicBezTo>
                  <a:pt x="193243" y="2883781"/>
                  <a:pt x="191865" y="2880275"/>
                  <a:pt x="184668" y="2879360"/>
                </a:cubicBezTo>
                <a:cubicBezTo>
                  <a:pt x="160625" y="2876160"/>
                  <a:pt x="153274" y="2888353"/>
                  <a:pt x="136888" y="2888811"/>
                </a:cubicBezTo>
                <a:cubicBezTo>
                  <a:pt x="131528" y="2888963"/>
                  <a:pt x="129384" y="2884848"/>
                  <a:pt x="122493" y="2884086"/>
                </a:cubicBezTo>
                <a:cubicBezTo>
                  <a:pt x="106260" y="2882104"/>
                  <a:pt x="88189" y="2885610"/>
                  <a:pt x="69966" y="2884086"/>
                </a:cubicBezTo>
                <a:cubicBezTo>
                  <a:pt x="60930" y="2884695"/>
                  <a:pt x="66596" y="2899938"/>
                  <a:pt x="55570" y="2898413"/>
                </a:cubicBezTo>
                <a:cubicBezTo>
                  <a:pt x="55111" y="2890945"/>
                  <a:pt x="56336" y="2881799"/>
                  <a:pt x="46076" y="2884086"/>
                </a:cubicBezTo>
                <a:cubicBezTo>
                  <a:pt x="43166" y="2884695"/>
                  <a:pt x="39491" y="2883324"/>
                  <a:pt x="36581" y="2884086"/>
                </a:cubicBezTo>
                <a:cubicBezTo>
                  <a:pt x="30762" y="2885610"/>
                  <a:pt x="34896" y="2892012"/>
                  <a:pt x="31834" y="2893536"/>
                </a:cubicBezTo>
                <a:cubicBezTo>
                  <a:pt x="24789" y="2897042"/>
                  <a:pt x="16213" y="2893993"/>
                  <a:pt x="7944" y="2898261"/>
                </a:cubicBezTo>
                <a:cubicBezTo>
                  <a:pt x="4881" y="2887744"/>
                  <a:pt x="21573" y="2883019"/>
                  <a:pt x="3196" y="2883933"/>
                </a:cubicBezTo>
                <a:lnTo>
                  <a:pt x="0" y="28838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8D0711-3CCA-DFC3-03F1-B22239AA2C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2520174"/>
            <a:ext cx="12192000" cy="4337825"/>
          </a:xfrm>
          <a:custGeom>
            <a:avLst/>
            <a:gdLst>
              <a:gd name="connsiteX0" fmla="*/ 11783648 w 12192000"/>
              <a:gd name="connsiteY0" fmla="*/ 4212712 h 4337825"/>
              <a:gd name="connsiteX1" fmla="*/ 11785660 w 12192000"/>
              <a:gd name="connsiteY1" fmla="*/ 4294364 h 4337825"/>
              <a:gd name="connsiteX2" fmla="*/ 11783648 w 12192000"/>
              <a:gd name="connsiteY2" fmla="*/ 4212712 h 4337825"/>
              <a:gd name="connsiteX3" fmla="*/ 11497055 w 12192000"/>
              <a:gd name="connsiteY3" fmla="*/ 4139942 h 4337825"/>
              <a:gd name="connsiteX4" fmla="*/ 11425561 w 12192000"/>
              <a:gd name="connsiteY4" fmla="*/ 4231723 h 4337825"/>
              <a:gd name="connsiteX5" fmla="*/ 11546265 w 12192000"/>
              <a:gd name="connsiteY5" fmla="*/ 4196507 h 4337825"/>
              <a:gd name="connsiteX6" fmla="*/ 11497055 w 12192000"/>
              <a:gd name="connsiteY6" fmla="*/ 4139942 h 4337825"/>
              <a:gd name="connsiteX7" fmla="*/ 11707048 w 12192000"/>
              <a:gd name="connsiteY7" fmla="*/ 4136047 h 4337825"/>
              <a:gd name="connsiteX8" fmla="*/ 11682288 w 12192000"/>
              <a:gd name="connsiteY8" fmla="*/ 4211778 h 4337825"/>
              <a:gd name="connsiteX9" fmla="*/ 11707048 w 12192000"/>
              <a:gd name="connsiteY9" fmla="*/ 4136047 h 4337825"/>
              <a:gd name="connsiteX10" fmla="*/ 11898007 w 12192000"/>
              <a:gd name="connsiteY10" fmla="*/ 4126697 h 4337825"/>
              <a:gd name="connsiteX11" fmla="*/ 11859785 w 12192000"/>
              <a:gd name="connsiteY11" fmla="*/ 4184820 h 4337825"/>
              <a:gd name="connsiteX12" fmla="*/ 11898007 w 12192000"/>
              <a:gd name="connsiteY12" fmla="*/ 4126697 h 4337825"/>
              <a:gd name="connsiteX13" fmla="*/ 11170596 w 12192000"/>
              <a:gd name="connsiteY13" fmla="*/ 4118419 h 4337825"/>
              <a:gd name="connsiteX14" fmla="*/ 11145776 w 12192000"/>
              <a:gd name="connsiteY14" fmla="*/ 4137761 h 4337825"/>
              <a:gd name="connsiteX15" fmla="*/ 11230114 w 12192000"/>
              <a:gd name="connsiteY15" fmla="*/ 4176094 h 4337825"/>
              <a:gd name="connsiteX16" fmla="*/ 11170596 w 12192000"/>
              <a:gd name="connsiteY16" fmla="*/ 4118419 h 4337825"/>
              <a:gd name="connsiteX17" fmla="*/ 11348651 w 12192000"/>
              <a:gd name="connsiteY17" fmla="*/ 4081352 h 4337825"/>
              <a:gd name="connsiteX18" fmla="*/ 11388267 w 12192000"/>
              <a:gd name="connsiteY18" fmla="*/ 4147266 h 4337825"/>
              <a:gd name="connsiteX19" fmla="*/ 11348651 w 12192000"/>
              <a:gd name="connsiteY19" fmla="*/ 4081352 h 4337825"/>
              <a:gd name="connsiteX20" fmla="*/ 11890444 w 12192000"/>
              <a:gd name="connsiteY20" fmla="*/ 4038618 h 4337825"/>
              <a:gd name="connsiteX21" fmla="*/ 11849107 w 12192000"/>
              <a:gd name="connsiteY21" fmla="*/ 4051746 h 4337825"/>
              <a:gd name="connsiteX22" fmla="*/ 11911935 w 12192000"/>
              <a:gd name="connsiteY22" fmla="*/ 4063121 h 4337825"/>
              <a:gd name="connsiteX23" fmla="*/ 11890444 w 12192000"/>
              <a:gd name="connsiteY23" fmla="*/ 4038618 h 4337825"/>
              <a:gd name="connsiteX24" fmla="*/ 11664028 w 12192000"/>
              <a:gd name="connsiteY24" fmla="*/ 4024788 h 4337825"/>
              <a:gd name="connsiteX25" fmla="*/ 11628436 w 12192000"/>
              <a:gd name="connsiteY25" fmla="*/ 4110492 h 4337825"/>
              <a:gd name="connsiteX26" fmla="*/ 11664028 w 12192000"/>
              <a:gd name="connsiteY26" fmla="*/ 4024788 h 4337825"/>
              <a:gd name="connsiteX27" fmla="*/ 12072491 w 12192000"/>
              <a:gd name="connsiteY27" fmla="*/ 4022126 h 4337825"/>
              <a:gd name="connsiteX28" fmla="*/ 12104640 w 12192000"/>
              <a:gd name="connsiteY28" fmla="*/ 4056514 h 4337825"/>
              <a:gd name="connsiteX29" fmla="*/ 12110810 w 12192000"/>
              <a:gd name="connsiteY29" fmla="*/ 4038102 h 4337825"/>
              <a:gd name="connsiteX30" fmla="*/ 12113262 w 12192000"/>
              <a:gd name="connsiteY30" fmla="*/ 4039124 h 4337825"/>
              <a:gd name="connsiteX31" fmla="*/ 12111251 w 12192000"/>
              <a:gd name="connsiteY31" fmla="*/ 4036787 h 4337825"/>
              <a:gd name="connsiteX32" fmla="*/ 12110810 w 12192000"/>
              <a:gd name="connsiteY32" fmla="*/ 4038102 h 4337825"/>
              <a:gd name="connsiteX33" fmla="*/ 11244815 w 12192000"/>
              <a:gd name="connsiteY33" fmla="*/ 4014971 h 4337825"/>
              <a:gd name="connsiteX34" fmla="*/ 11240327 w 12192000"/>
              <a:gd name="connsiteY34" fmla="*/ 4102389 h 4337825"/>
              <a:gd name="connsiteX35" fmla="*/ 11244815 w 12192000"/>
              <a:gd name="connsiteY35" fmla="*/ 4014971 h 4337825"/>
              <a:gd name="connsiteX36" fmla="*/ 10780725 w 12192000"/>
              <a:gd name="connsiteY36" fmla="*/ 3947032 h 4337825"/>
              <a:gd name="connsiteX37" fmla="*/ 10806568 w 12192000"/>
              <a:gd name="connsiteY37" fmla="*/ 4045513 h 4337825"/>
              <a:gd name="connsiteX38" fmla="*/ 10780725 w 12192000"/>
              <a:gd name="connsiteY38" fmla="*/ 3947032 h 4337825"/>
              <a:gd name="connsiteX39" fmla="*/ 11217734 w 12192000"/>
              <a:gd name="connsiteY39" fmla="*/ 3937371 h 4337825"/>
              <a:gd name="connsiteX40" fmla="*/ 11147324 w 12192000"/>
              <a:gd name="connsiteY40" fmla="*/ 4014816 h 4337825"/>
              <a:gd name="connsiteX41" fmla="*/ 11217734 w 12192000"/>
              <a:gd name="connsiteY41" fmla="*/ 3937371 h 4337825"/>
              <a:gd name="connsiteX42" fmla="*/ 11480497 w 12192000"/>
              <a:gd name="connsiteY42" fmla="*/ 3930359 h 4337825"/>
              <a:gd name="connsiteX43" fmla="*/ 11509899 w 12192000"/>
              <a:gd name="connsiteY43" fmla="*/ 3998454 h 4337825"/>
              <a:gd name="connsiteX44" fmla="*/ 11480497 w 12192000"/>
              <a:gd name="connsiteY44" fmla="*/ 3930359 h 4337825"/>
              <a:gd name="connsiteX45" fmla="*/ 11778994 w 12192000"/>
              <a:gd name="connsiteY45" fmla="*/ 3901824 h 4337825"/>
              <a:gd name="connsiteX46" fmla="*/ 11746664 w 12192000"/>
              <a:gd name="connsiteY46" fmla="*/ 3922256 h 4337825"/>
              <a:gd name="connsiteX47" fmla="*/ 11762796 w 12192000"/>
              <a:gd name="connsiteY47" fmla="*/ 3964445 h 4337825"/>
              <a:gd name="connsiteX48" fmla="*/ 11806831 w 12192000"/>
              <a:gd name="connsiteY48" fmla="*/ 3983287 h 4337825"/>
              <a:gd name="connsiteX49" fmla="*/ 11806087 w 12192000"/>
              <a:gd name="connsiteY49" fmla="*/ 3986144 h 4337825"/>
              <a:gd name="connsiteX50" fmla="*/ 11808408 w 12192000"/>
              <a:gd name="connsiteY50" fmla="*/ 3983962 h 4337825"/>
              <a:gd name="connsiteX51" fmla="*/ 11845393 w 12192000"/>
              <a:gd name="connsiteY51" fmla="*/ 4028372 h 4337825"/>
              <a:gd name="connsiteX52" fmla="*/ 11808408 w 12192000"/>
              <a:gd name="connsiteY52" fmla="*/ 3983962 h 4337825"/>
              <a:gd name="connsiteX53" fmla="*/ 11806831 w 12192000"/>
              <a:gd name="connsiteY53" fmla="*/ 3983287 h 4337825"/>
              <a:gd name="connsiteX54" fmla="*/ 11816148 w 12192000"/>
              <a:gd name="connsiteY54" fmla="*/ 3947500 h 4337825"/>
              <a:gd name="connsiteX55" fmla="*/ 11778994 w 12192000"/>
              <a:gd name="connsiteY55" fmla="*/ 3901824 h 4337825"/>
              <a:gd name="connsiteX56" fmla="*/ 11611743 w 12192000"/>
              <a:gd name="connsiteY56" fmla="*/ 3848395 h 4337825"/>
              <a:gd name="connsiteX57" fmla="*/ 11572727 w 12192000"/>
              <a:gd name="connsiteY57" fmla="*/ 3867873 h 4337825"/>
              <a:gd name="connsiteX58" fmla="*/ 11637411 w 12192000"/>
              <a:gd name="connsiteY58" fmla="*/ 3869587 h 4337825"/>
              <a:gd name="connsiteX59" fmla="*/ 11611743 w 12192000"/>
              <a:gd name="connsiteY59" fmla="*/ 3848395 h 4337825"/>
              <a:gd name="connsiteX60" fmla="*/ 10958840 w 12192000"/>
              <a:gd name="connsiteY60" fmla="*/ 3819626 h 4337825"/>
              <a:gd name="connsiteX61" fmla="*/ 10935938 w 12192000"/>
              <a:gd name="connsiteY61" fmla="*/ 3840916 h 4337825"/>
              <a:gd name="connsiteX62" fmla="*/ 10983600 w 12192000"/>
              <a:gd name="connsiteY62" fmla="*/ 3829540 h 4337825"/>
              <a:gd name="connsiteX63" fmla="*/ 10958840 w 12192000"/>
              <a:gd name="connsiteY63" fmla="*/ 3819626 h 4337825"/>
              <a:gd name="connsiteX64" fmla="*/ 11788755 w 12192000"/>
              <a:gd name="connsiteY64" fmla="*/ 3813491 h 4337825"/>
              <a:gd name="connsiteX65" fmla="*/ 11769102 w 12192000"/>
              <a:gd name="connsiteY65" fmla="*/ 3901064 h 4337825"/>
              <a:gd name="connsiteX66" fmla="*/ 11788755 w 12192000"/>
              <a:gd name="connsiteY66" fmla="*/ 3813491 h 4337825"/>
              <a:gd name="connsiteX67" fmla="*/ 11426180 w 12192000"/>
              <a:gd name="connsiteY67" fmla="*/ 3779209 h 4337825"/>
              <a:gd name="connsiteX68" fmla="*/ 11394611 w 12192000"/>
              <a:gd name="connsiteY68" fmla="*/ 3793857 h 4337825"/>
              <a:gd name="connsiteX69" fmla="*/ 11344163 w 12192000"/>
              <a:gd name="connsiteY69" fmla="*/ 3810997 h 4337825"/>
              <a:gd name="connsiteX70" fmla="*/ 11307333 w 12192000"/>
              <a:gd name="connsiteY70" fmla="*/ 3874262 h 4337825"/>
              <a:gd name="connsiteX71" fmla="*/ 11359484 w 12192000"/>
              <a:gd name="connsiteY71" fmla="*/ 3870678 h 4337825"/>
              <a:gd name="connsiteX72" fmla="*/ 11419062 w 12192000"/>
              <a:gd name="connsiteY72" fmla="*/ 3858524 h 4337825"/>
              <a:gd name="connsiteX73" fmla="*/ 11426180 w 12192000"/>
              <a:gd name="connsiteY73" fmla="*/ 3779209 h 4337825"/>
              <a:gd name="connsiteX74" fmla="*/ 11919730 w 12192000"/>
              <a:gd name="connsiteY74" fmla="*/ 3769801 h 4337825"/>
              <a:gd name="connsiteX75" fmla="*/ 11871391 w 12192000"/>
              <a:gd name="connsiteY75" fmla="*/ 3793233 h 4337825"/>
              <a:gd name="connsiteX76" fmla="*/ 11951241 w 12192000"/>
              <a:gd name="connsiteY76" fmla="*/ 3803518 h 4337825"/>
              <a:gd name="connsiteX77" fmla="*/ 11919730 w 12192000"/>
              <a:gd name="connsiteY77" fmla="*/ 3769801 h 4337825"/>
              <a:gd name="connsiteX78" fmla="*/ 11117380 w 12192000"/>
              <a:gd name="connsiteY78" fmla="*/ 3764757 h 4337825"/>
              <a:gd name="connsiteX79" fmla="*/ 11077532 w 12192000"/>
              <a:gd name="connsiteY79" fmla="*/ 3781702 h 4337825"/>
              <a:gd name="connsiteX80" fmla="*/ 11147014 w 12192000"/>
              <a:gd name="connsiteY80" fmla="*/ 3793389 h 4337825"/>
              <a:gd name="connsiteX81" fmla="*/ 11117380 w 12192000"/>
              <a:gd name="connsiteY81" fmla="*/ 3764757 h 4337825"/>
              <a:gd name="connsiteX82" fmla="*/ 11669154 w 12192000"/>
              <a:gd name="connsiteY82" fmla="*/ 3751239 h 4337825"/>
              <a:gd name="connsiteX83" fmla="*/ 11628900 w 12192000"/>
              <a:gd name="connsiteY83" fmla="*/ 3769080 h 4337825"/>
              <a:gd name="connsiteX84" fmla="*/ 11693740 w 12192000"/>
              <a:gd name="connsiteY84" fmla="*/ 3782014 h 4337825"/>
              <a:gd name="connsiteX85" fmla="*/ 11669154 w 12192000"/>
              <a:gd name="connsiteY85" fmla="*/ 3751239 h 4337825"/>
              <a:gd name="connsiteX86" fmla="*/ 11488698 w 12192000"/>
              <a:gd name="connsiteY86" fmla="*/ 3663335 h 4337825"/>
              <a:gd name="connsiteX87" fmla="*/ 11446762 w 12192000"/>
              <a:gd name="connsiteY87" fmla="*/ 3679326 h 4337825"/>
              <a:gd name="connsiteX88" fmla="*/ 11509744 w 12192000"/>
              <a:gd name="connsiteY88" fmla="*/ 3693506 h 4337825"/>
              <a:gd name="connsiteX89" fmla="*/ 11488698 w 12192000"/>
              <a:gd name="connsiteY89" fmla="*/ 3663335 h 4337825"/>
              <a:gd name="connsiteX90" fmla="*/ 11261044 w 12192000"/>
              <a:gd name="connsiteY90" fmla="*/ 3654830 h 4337825"/>
              <a:gd name="connsiteX91" fmla="*/ 11216806 w 12192000"/>
              <a:gd name="connsiteY91" fmla="*/ 3676677 h 4337825"/>
              <a:gd name="connsiteX92" fmla="*/ 11301608 w 12192000"/>
              <a:gd name="connsiteY92" fmla="*/ 3716256 h 4337825"/>
              <a:gd name="connsiteX93" fmla="*/ 11305786 w 12192000"/>
              <a:gd name="connsiteY93" fmla="*/ 3729969 h 4337825"/>
              <a:gd name="connsiteX94" fmla="*/ 11261044 w 12192000"/>
              <a:gd name="connsiteY94" fmla="*/ 3654830 h 4337825"/>
              <a:gd name="connsiteX95" fmla="*/ 11549979 w 12192000"/>
              <a:gd name="connsiteY95" fmla="*/ 3609906 h 4337825"/>
              <a:gd name="connsiteX96" fmla="*/ 11514541 w 12192000"/>
              <a:gd name="connsiteY96" fmla="*/ 3628527 h 4337825"/>
              <a:gd name="connsiteX97" fmla="*/ 11578917 w 12192000"/>
              <a:gd name="connsiteY97" fmla="*/ 3633825 h 4337825"/>
              <a:gd name="connsiteX98" fmla="*/ 11549979 w 12192000"/>
              <a:gd name="connsiteY98" fmla="*/ 3609906 h 4337825"/>
              <a:gd name="connsiteX99" fmla="*/ 11790612 w 12192000"/>
              <a:gd name="connsiteY99" fmla="*/ 3563392 h 4337825"/>
              <a:gd name="connsiteX100" fmla="*/ 11748521 w 12192000"/>
              <a:gd name="connsiteY100" fmla="*/ 3715009 h 4337825"/>
              <a:gd name="connsiteX101" fmla="*/ 11861642 w 12192000"/>
              <a:gd name="connsiteY101" fmla="*/ 3654550 h 4337825"/>
              <a:gd name="connsiteX102" fmla="*/ 11790612 w 12192000"/>
              <a:gd name="connsiteY102" fmla="*/ 3563392 h 4337825"/>
              <a:gd name="connsiteX103" fmla="*/ 11636328 w 12192000"/>
              <a:gd name="connsiteY103" fmla="*/ 3541577 h 4337825"/>
              <a:gd name="connsiteX104" fmla="*/ 11617758 w 12192000"/>
              <a:gd name="connsiteY104" fmla="*/ 3628059 h 4337825"/>
              <a:gd name="connsiteX105" fmla="*/ 11636328 w 12192000"/>
              <a:gd name="connsiteY105" fmla="*/ 3541577 h 4337825"/>
              <a:gd name="connsiteX106" fmla="*/ 12021902 w 12192000"/>
              <a:gd name="connsiteY106" fmla="*/ 3507529 h 4337825"/>
              <a:gd name="connsiteX107" fmla="*/ 11980333 w 12192000"/>
              <a:gd name="connsiteY107" fmla="*/ 3618243 h 4337825"/>
              <a:gd name="connsiteX108" fmla="*/ 12123785 w 12192000"/>
              <a:gd name="connsiteY108" fmla="*/ 3662029 h 4337825"/>
              <a:gd name="connsiteX109" fmla="*/ 12061576 w 12192000"/>
              <a:gd name="connsiteY109" fmla="*/ 3591597 h 4337825"/>
              <a:gd name="connsiteX110" fmla="*/ 12021902 w 12192000"/>
              <a:gd name="connsiteY110" fmla="*/ 3507529 h 4337825"/>
              <a:gd name="connsiteX111" fmla="*/ 11317625 w 12192000"/>
              <a:gd name="connsiteY111" fmla="*/ 3490553 h 4337825"/>
              <a:gd name="connsiteX112" fmla="*/ 11299446 w 12192000"/>
              <a:gd name="connsiteY112" fmla="*/ 3491122 h 4337825"/>
              <a:gd name="connsiteX113" fmla="*/ 11264004 w 12192000"/>
              <a:gd name="connsiteY113" fmla="*/ 3507763 h 4337825"/>
              <a:gd name="connsiteX114" fmla="*/ 11351282 w 12192000"/>
              <a:gd name="connsiteY114" fmla="*/ 3539395 h 4337825"/>
              <a:gd name="connsiteX115" fmla="*/ 11317625 w 12192000"/>
              <a:gd name="connsiteY115" fmla="*/ 3490553 h 4337825"/>
              <a:gd name="connsiteX116" fmla="*/ 11784577 w 12192000"/>
              <a:gd name="connsiteY116" fmla="*/ 3440447 h 4337825"/>
              <a:gd name="connsiteX117" fmla="*/ 11776375 w 12192000"/>
              <a:gd name="connsiteY117" fmla="*/ 3501998 h 4337825"/>
              <a:gd name="connsiteX118" fmla="*/ 11784577 w 12192000"/>
              <a:gd name="connsiteY118" fmla="*/ 3440447 h 4337825"/>
              <a:gd name="connsiteX119" fmla="*/ 11521195 w 12192000"/>
              <a:gd name="connsiteY119" fmla="*/ 3409750 h 4337825"/>
              <a:gd name="connsiteX120" fmla="*/ 11501852 w 12192000"/>
              <a:gd name="connsiteY120" fmla="*/ 3422527 h 4337825"/>
              <a:gd name="connsiteX121" fmla="*/ 11509280 w 12192000"/>
              <a:gd name="connsiteY121" fmla="*/ 3475663 h 4337825"/>
              <a:gd name="connsiteX122" fmla="*/ 11554931 w 12192000"/>
              <a:gd name="connsiteY122" fmla="*/ 3445589 h 4337825"/>
              <a:gd name="connsiteX123" fmla="*/ 11521195 w 12192000"/>
              <a:gd name="connsiteY123" fmla="*/ 3409750 h 4337825"/>
              <a:gd name="connsiteX124" fmla="*/ 11208350 w 12192000"/>
              <a:gd name="connsiteY124" fmla="*/ 3382332 h 4337825"/>
              <a:gd name="connsiteX125" fmla="*/ 11179666 w 12192000"/>
              <a:gd name="connsiteY125" fmla="*/ 3395102 h 4337825"/>
              <a:gd name="connsiteX126" fmla="*/ 11228566 w 12192000"/>
              <a:gd name="connsiteY126" fmla="*/ 3452913 h 4337825"/>
              <a:gd name="connsiteX127" fmla="*/ 11208350 w 12192000"/>
              <a:gd name="connsiteY127" fmla="*/ 3382332 h 4337825"/>
              <a:gd name="connsiteX128" fmla="*/ 11923773 w 12192000"/>
              <a:gd name="connsiteY128" fmla="*/ 3360061 h 4337825"/>
              <a:gd name="connsiteX129" fmla="*/ 11902186 w 12192000"/>
              <a:gd name="connsiteY129" fmla="*/ 3390739 h 4337825"/>
              <a:gd name="connsiteX130" fmla="*/ 11957740 w 12192000"/>
              <a:gd name="connsiteY130" fmla="*/ 3479247 h 4337825"/>
              <a:gd name="connsiteX131" fmla="*/ 11976929 w 12192000"/>
              <a:gd name="connsiteY131" fmla="*/ 3454160 h 4337825"/>
              <a:gd name="connsiteX132" fmla="*/ 11957895 w 12192000"/>
              <a:gd name="connsiteY132" fmla="*/ 3373910 h 4337825"/>
              <a:gd name="connsiteX133" fmla="*/ 11923773 w 12192000"/>
              <a:gd name="connsiteY133" fmla="*/ 3360061 h 4337825"/>
              <a:gd name="connsiteX134" fmla="*/ 11571334 w 12192000"/>
              <a:gd name="connsiteY134" fmla="*/ 3330435 h 4337825"/>
              <a:gd name="connsiteX135" fmla="*/ 11527850 w 12192000"/>
              <a:gd name="connsiteY135" fmla="*/ 3377650 h 4337825"/>
              <a:gd name="connsiteX136" fmla="*/ 11608783 w 12192000"/>
              <a:gd name="connsiteY136" fmla="*/ 3383259 h 4337825"/>
              <a:gd name="connsiteX137" fmla="*/ 11571334 w 12192000"/>
              <a:gd name="connsiteY137" fmla="*/ 3330435 h 4337825"/>
              <a:gd name="connsiteX138" fmla="*/ 11767555 w 12192000"/>
              <a:gd name="connsiteY138" fmla="*/ 3322176 h 4337825"/>
              <a:gd name="connsiteX139" fmla="*/ 11752235 w 12192000"/>
              <a:gd name="connsiteY139" fmla="*/ 3421281 h 4337825"/>
              <a:gd name="connsiteX140" fmla="*/ 11767555 w 12192000"/>
              <a:gd name="connsiteY140" fmla="*/ 3322176 h 4337825"/>
              <a:gd name="connsiteX141" fmla="*/ 11375732 w 12192000"/>
              <a:gd name="connsiteY141" fmla="*/ 3263586 h 4337825"/>
              <a:gd name="connsiteX142" fmla="*/ 11305167 w 12192000"/>
              <a:gd name="connsiteY142" fmla="*/ 3341031 h 4337825"/>
              <a:gd name="connsiteX143" fmla="*/ 11375732 w 12192000"/>
              <a:gd name="connsiteY143" fmla="*/ 3263586 h 4337825"/>
              <a:gd name="connsiteX144" fmla="*/ 11506959 w 12192000"/>
              <a:gd name="connsiteY144" fmla="*/ 3218865 h 4337825"/>
              <a:gd name="connsiteX145" fmla="*/ 11504328 w 12192000"/>
              <a:gd name="connsiteY145" fmla="*/ 3282130 h 4337825"/>
              <a:gd name="connsiteX146" fmla="*/ 11506959 w 12192000"/>
              <a:gd name="connsiteY146" fmla="*/ 3218865 h 4337825"/>
              <a:gd name="connsiteX147" fmla="*/ 11881918 w 12192000"/>
              <a:gd name="connsiteY147" fmla="*/ 3184964 h 4337825"/>
              <a:gd name="connsiteX148" fmla="*/ 11877581 w 12192000"/>
              <a:gd name="connsiteY148" fmla="*/ 3280104 h 4337825"/>
              <a:gd name="connsiteX149" fmla="*/ 11908376 w 12192000"/>
              <a:gd name="connsiteY149" fmla="*/ 3186142 h 4337825"/>
              <a:gd name="connsiteX150" fmla="*/ 11881918 w 12192000"/>
              <a:gd name="connsiteY150" fmla="*/ 3184964 h 4337825"/>
              <a:gd name="connsiteX151" fmla="*/ 12100027 w 12192000"/>
              <a:gd name="connsiteY151" fmla="*/ 3163574 h 4337825"/>
              <a:gd name="connsiteX152" fmla="*/ 12124095 w 12192000"/>
              <a:gd name="connsiteY152" fmla="*/ 3187700 h 4337825"/>
              <a:gd name="connsiteX153" fmla="*/ 12127809 w 12192000"/>
              <a:gd name="connsiteY153" fmla="*/ 3166819 h 4337825"/>
              <a:gd name="connsiteX154" fmla="*/ 12100027 w 12192000"/>
              <a:gd name="connsiteY154" fmla="*/ 3163574 h 4337825"/>
              <a:gd name="connsiteX155" fmla="*/ 11759972 w 12192000"/>
              <a:gd name="connsiteY155" fmla="*/ 3141264 h 4337825"/>
              <a:gd name="connsiteX156" fmla="*/ 11760282 w 12192000"/>
              <a:gd name="connsiteY156" fmla="*/ 3195335 h 4337825"/>
              <a:gd name="connsiteX157" fmla="*/ 11759972 w 12192000"/>
              <a:gd name="connsiteY157" fmla="*/ 3141264 h 4337825"/>
              <a:gd name="connsiteX158" fmla="*/ 11391378 w 12192000"/>
              <a:gd name="connsiteY158" fmla="*/ 3122828 h 4337825"/>
              <a:gd name="connsiteX159" fmla="*/ 11353139 w 12192000"/>
              <a:gd name="connsiteY159" fmla="*/ 3140485 h 4337825"/>
              <a:gd name="connsiteX160" fmla="*/ 11386874 w 12192000"/>
              <a:gd name="connsiteY160" fmla="*/ 3198296 h 4337825"/>
              <a:gd name="connsiteX161" fmla="*/ 11391378 w 12192000"/>
              <a:gd name="connsiteY161" fmla="*/ 3122828 h 4337825"/>
              <a:gd name="connsiteX162" fmla="*/ 11634382 w 12192000"/>
              <a:gd name="connsiteY162" fmla="*/ 3029322 h 4337825"/>
              <a:gd name="connsiteX163" fmla="*/ 11622108 w 12192000"/>
              <a:gd name="connsiteY163" fmla="*/ 3029499 h 4337825"/>
              <a:gd name="connsiteX164" fmla="*/ 11603057 w 12192000"/>
              <a:gd name="connsiteY164" fmla="*/ 3042783 h 4337825"/>
              <a:gd name="connsiteX165" fmla="*/ 11632459 w 12192000"/>
              <a:gd name="connsiteY165" fmla="*/ 3087349 h 4337825"/>
              <a:gd name="connsiteX166" fmla="*/ 11669135 w 12192000"/>
              <a:gd name="connsiteY166" fmla="*/ 3056496 h 4337825"/>
              <a:gd name="connsiteX167" fmla="*/ 11634382 w 12192000"/>
              <a:gd name="connsiteY167" fmla="*/ 3029322 h 4337825"/>
              <a:gd name="connsiteX168" fmla="*/ 11951550 w 12192000"/>
              <a:gd name="connsiteY168" fmla="*/ 3027980 h 4337825"/>
              <a:gd name="connsiteX169" fmla="*/ 11908840 w 12192000"/>
              <a:gd name="connsiteY169" fmla="*/ 3058522 h 4337825"/>
              <a:gd name="connsiteX170" fmla="*/ 11976465 w 12192000"/>
              <a:gd name="connsiteY170" fmla="*/ 3069273 h 4337825"/>
              <a:gd name="connsiteX171" fmla="*/ 11951550 w 12192000"/>
              <a:gd name="connsiteY171" fmla="*/ 3027980 h 4337825"/>
              <a:gd name="connsiteX172" fmla="*/ 0 w 12192000"/>
              <a:gd name="connsiteY172" fmla="*/ 0 h 4337825"/>
              <a:gd name="connsiteX173" fmla="*/ 444660 w 12192000"/>
              <a:gd name="connsiteY173" fmla="*/ 0 h 4337825"/>
              <a:gd name="connsiteX174" fmla="*/ 444660 w 12192000"/>
              <a:gd name="connsiteY174" fmla="*/ 1175980 h 4337825"/>
              <a:gd name="connsiteX175" fmla="*/ 5930100 w 12192000"/>
              <a:gd name="connsiteY175" fmla="*/ 1175980 h 4337825"/>
              <a:gd name="connsiteX176" fmla="*/ 5930100 w 12192000"/>
              <a:gd name="connsiteY176" fmla="*/ 0 h 4337825"/>
              <a:gd name="connsiteX177" fmla="*/ 7336877 w 12192000"/>
              <a:gd name="connsiteY177" fmla="*/ 0 h 4337825"/>
              <a:gd name="connsiteX178" fmla="*/ 7397196 w 12192000"/>
              <a:gd name="connsiteY178" fmla="*/ 68072 h 4337825"/>
              <a:gd name="connsiteX179" fmla="*/ 7427025 w 12192000"/>
              <a:gd name="connsiteY179" fmla="*/ 79987 h 4337825"/>
              <a:gd name="connsiteX180" fmla="*/ 7434676 w 12192000"/>
              <a:gd name="connsiteY180" fmla="*/ 55594 h 4337825"/>
              <a:gd name="connsiteX181" fmla="*/ 7424116 w 12192000"/>
              <a:gd name="connsiteY181" fmla="*/ 0 h 4337825"/>
              <a:gd name="connsiteX182" fmla="*/ 7807552 w 12192000"/>
              <a:gd name="connsiteY182" fmla="*/ 0 h 4337825"/>
              <a:gd name="connsiteX183" fmla="*/ 7887843 w 12192000"/>
              <a:gd name="connsiteY183" fmla="*/ 64827 h 4337825"/>
              <a:gd name="connsiteX184" fmla="*/ 7990591 w 12192000"/>
              <a:gd name="connsiteY184" fmla="*/ 148531 h 4337825"/>
              <a:gd name="connsiteX185" fmla="*/ 8004997 w 12192000"/>
              <a:gd name="connsiteY185" fmla="*/ 136193 h 4337825"/>
              <a:gd name="connsiteX186" fmla="*/ 7930922 w 12192000"/>
              <a:gd name="connsiteY186" fmla="*/ 0 h 4337825"/>
              <a:gd name="connsiteX187" fmla="*/ 8364634 w 12192000"/>
              <a:gd name="connsiteY187" fmla="*/ 0 h 4337825"/>
              <a:gd name="connsiteX188" fmla="*/ 8380741 w 12192000"/>
              <a:gd name="connsiteY188" fmla="*/ 19327 h 4337825"/>
              <a:gd name="connsiteX189" fmla="*/ 8564299 w 12192000"/>
              <a:gd name="connsiteY189" fmla="*/ 210174 h 4337825"/>
              <a:gd name="connsiteX190" fmla="*/ 8580468 w 12192000"/>
              <a:gd name="connsiteY190" fmla="*/ 199892 h 4337825"/>
              <a:gd name="connsiteX191" fmla="*/ 8533706 w 12192000"/>
              <a:gd name="connsiteY191" fmla="*/ 73393 h 4337825"/>
              <a:gd name="connsiteX192" fmla="*/ 8500000 w 12192000"/>
              <a:gd name="connsiteY192" fmla="*/ 0 h 4337825"/>
              <a:gd name="connsiteX193" fmla="*/ 8718579 w 12192000"/>
              <a:gd name="connsiteY193" fmla="*/ 0 h 4337825"/>
              <a:gd name="connsiteX194" fmla="*/ 8832676 w 12192000"/>
              <a:gd name="connsiteY194" fmla="*/ 132333 h 4337825"/>
              <a:gd name="connsiteX195" fmla="*/ 9064636 w 12192000"/>
              <a:gd name="connsiteY195" fmla="*/ 375688 h 4337825"/>
              <a:gd name="connsiteX196" fmla="*/ 9080215 w 12192000"/>
              <a:gd name="connsiteY196" fmla="*/ 373048 h 4337825"/>
              <a:gd name="connsiteX197" fmla="*/ 8993203 w 12192000"/>
              <a:gd name="connsiteY197" fmla="*/ 6940 h 4337825"/>
              <a:gd name="connsiteX198" fmla="*/ 8988002 w 12192000"/>
              <a:gd name="connsiteY198" fmla="*/ 0 h 4337825"/>
              <a:gd name="connsiteX199" fmla="*/ 12192000 w 12192000"/>
              <a:gd name="connsiteY199" fmla="*/ 0 h 4337825"/>
              <a:gd name="connsiteX200" fmla="*/ 12192000 w 12192000"/>
              <a:gd name="connsiteY200" fmla="*/ 3408771 h 4337825"/>
              <a:gd name="connsiteX201" fmla="*/ 12188625 w 12192000"/>
              <a:gd name="connsiteY201" fmla="*/ 3431409 h 4337825"/>
              <a:gd name="connsiteX202" fmla="*/ 12192000 w 12192000"/>
              <a:gd name="connsiteY202" fmla="*/ 3431701 h 4337825"/>
              <a:gd name="connsiteX203" fmla="*/ 12192000 w 12192000"/>
              <a:gd name="connsiteY203" fmla="*/ 3684696 h 4337825"/>
              <a:gd name="connsiteX204" fmla="*/ 12170210 w 12192000"/>
              <a:gd name="connsiteY204" fmla="*/ 3696622 h 4337825"/>
              <a:gd name="connsiteX205" fmla="*/ 12192000 w 12192000"/>
              <a:gd name="connsiteY205" fmla="*/ 3720163 h 4337825"/>
              <a:gd name="connsiteX206" fmla="*/ 12192000 w 12192000"/>
              <a:gd name="connsiteY206" fmla="*/ 3799998 h 4337825"/>
              <a:gd name="connsiteX207" fmla="*/ 12172995 w 12192000"/>
              <a:gd name="connsiteY207" fmla="*/ 3761757 h 4337825"/>
              <a:gd name="connsiteX208" fmla="*/ 12010355 w 12192000"/>
              <a:gd name="connsiteY208" fmla="*/ 3716100 h 4337825"/>
              <a:gd name="connsiteX209" fmla="*/ 11967644 w 12192000"/>
              <a:gd name="connsiteY209" fmla="*/ 3730280 h 4337825"/>
              <a:gd name="connsiteX210" fmla="*/ 12018402 w 12192000"/>
              <a:gd name="connsiteY210" fmla="*/ 3847928 h 4337825"/>
              <a:gd name="connsiteX211" fmla="*/ 12032484 w 12192000"/>
              <a:gd name="connsiteY211" fmla="*/ 3890624 h 4337825"/>
              <a:gd name="connsiteX212" fmla="*/ 12074730 w 12192000"/>
              <a:gd name="connsiteY212" fmla="*/ 3879560 h 4337825"/>
              <a:gd name="connsiteX213" fmla="*/ 12162627 w 12192000"/>
              <a:gd name="connsiteY213" fmla="*/ 3845279 h 4337825"/>
              <a:gd name="connsiteX214" fmla="*/ 12192000 w 12192000"/>
              <a:gd name="connsiteY214" fmla="*/ 3810591 h 4337825"/>
              <a:gd name="connsiteX215" fmla="*/ 12192000 w 12192000"/>
              <a:gd name="connsiteY215" fmla="*/ 4006768 h 4337825"/>
              <a:gd name="connsiteX216" fmla="*/ 12184110 w 12192000"/>
              <a:gd name="connsiteY216" fmla="*/ 3967786 h 4337825"/>
              <a:gd name="connsiteX217" fmla="*/ 12142974 w 12192000"/>
              <a:gd name="connsiteY217" fmla="*/ 3936903 h 4337825"/>
              <a:gd name="connsiteX218" fmla="*/ 12098167 w 12192000"/>
              <a:gd name="connsiteY218" fmla="*/ 4004351 h 4337825"/>
              <a:gd name="connsiteX219" fmla="*/ 12112585 w 12192000"/>
              <a:gd name="connsiteY219" fmla="*/ 4037374 h 4337825"/>
              <a:gd name="connsiteX220" fmla="*/ 12111405 w 12192000"/>
              <a:gd name="connsiteY220" fmla="*/ 4036943 h 4337825"/>
              <a:gd name="connsiteX221" fmla="*/ 12113417 w 12192000"/>
              <a:gd name="connsiteY221" fmla="*/ 4039280 h 4337825"/>
              <a:gd name="connsiteX222" fmla="*/ 12112585 w 12192000"/>
              <a:gd name="connsiteY222" fmla="*/ 4037374 h 4337825"/>
              <a:gd name="connsiteX223" fmla="*/ 12144998 w 12192000"/>
              <a:gd name="connsiteY223" fmla="*/ 4049210 h 4337825"/>
              <a:gd name="connsiteX224" fmla="*/ 12185876 w 12192000"/>
              <a:gd name="connsiteY224" fmla="*/ 4034214 h 4337825"/>
              <a:gd name="connsiteX225" fmla="*/ 12192000 w 12192000"/>
              <a:gd name="connsiteY225" fmla="*/ 4018233 h 4337825"/>
              <a:gd name="connsiteX226" fmla="*/ 12192000 w 12192000"/>
              <a:gd name="connsiteY226" fmla="*/ 4337825 h 4337825"/>
              <a:gd name="connsiteX227" fmla="*/ 11992883 w 12192000"/>
              <a:gd name="connsiteY227" fmla="*/ 4337825 h 4337825"/>
              <a:gd name="connsiteX228" fmla="*/ 11995306 w 12192000"/>
              <a:gd name="connsiteY228" fmla="*/ 4315362 h 4337825"/>
              <a:gd name="connsiteX229" fmla="*/ 11991630 w 12192000"/>
              <a:gd name="connsiteY229" fmla="*/ 4251201 h 4337825"/>
              <a:gd name="connsiteX230" fmla="*/ 11919633 w 12192000"/>
              <a:gd name="connsiteY230" fmla="*/ 4308175 h 4337825"/>
              <a:gd name="connsiteX231" fmla="*/ 11927999 w 12192000"/>
              <a:gd name="connsiteY231" fmla="*/ 4337825 h 4337825"/>
              <a:gd name="connsiteX232" fmla="*/ 11641694 w 12192000"/>
              <a:gd name="connsiteY232" fmla="*/ 4337825 h 4337825"/>
              <a:gd name="connsiteX233" fmla="*/ 11640971 w 12192000"/>
              <a:gd name="connsiteY233" fmla="*/ 4336983 h 4337825"/>
              <a:gd name="connsiteX234" fmla="*/ 11609247 w 12192000"/>
              <a:gd name="connsiteY234" fmla="*/ 4306207 h 4337825"/>
              <a:gd name="connsiteX235" fmla="*/ 11562393 w 12192000"/>
              <a:gd name="connsiteY235" fmla="*/ 4337825 h 4337825"/>
              <a:gd name="connsiteX236" fmla="*/ 11382171 w 12192000"/>
              <a:gd name="connsiteY236" fmla="*/ 4337825 h 4337825"/>
              <a:gd name="connsiteX237" fmla="*/ 11382862 w 12192000"/>
              <a:gd name="connsiteY237" fmla="*/ 4334302 h 4337825"/>
              <a:gd name="connsiteX238" fmla="*/ 11330700 w 12192000"/>
              <a:gd name="connsiteY238" fmla="*/ 4285327 h 4337825"/>
              <a:gd name="connsiteX239" fmla="*/ 11323117 w 12192000"/>
              <a:gd name="connsiteY239" fmla="*/ 4330652 h 4337825"/>
              <a:gd name="connsiteX240" fmla="*/ 11330633 w 12192000"/>
              <a:gd name="connsiteY240" fmla="*/ 4337825 h 4337825"/>
              <a:gd name="connsiteX241" fmla="*/ 0 w 12192000"/>
              <a:gd name="connsiteY241" fmla="*/ 4337825 h 433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12192000" h="4337825">
                <a:moveTo>
                  <a:pt x="11783648" y="4212712"/>
                </a:moveTo>
                <a:cubicBezTo>
                  <a:pt x="11740164" y="4252915"/>
                  <a:pt x="11761829" y="4259927"/>
                  <a:pt x="11785660" y="4294364"/>
                </a:cubicBezTo>
                <a:cubicBezTo>
                  <a:pt x="11828835" y="4270056"/>
                  <a:pt x="11800516" y="4252759"/>
                  <a:pt x="11783648" y="4212712"/>
                </a:cubicBezTo>
                <a:close/>
                <a:moveTo>
                  <a:pt x="11497055" y="4139942"/>
                </a:moveTo>
                <a:cubicBezTo>
                  <a:pt x="11444750" y="4131060"/>
                  <a:pt x="11446143" y="4196663"/>
                  <a:pt x="11425561" y="4231723"/>
                </a:cubicBezTo>
                <a:cubicBezTo>
                  <a:pt x="11479878" y="4323659"/>
                  <a:pt x="11533575" y="4293118"/>
                  <a:pt x="11546265" y="4196507"/>
                </a:cubicBezTo>
                <a:cubicBezTo>
                  <a:pt x="11550752" y="4166433"/>
                  <a:pt x="11527231" y="4145240"/>
                  <a:pt x="11497055" y="4139942"/>
                </a:cubicBezTo>
                <a:close/>
                <a:moveTo>
                  <a:pt x="11707048" y="4136047"/>
                </a:moveTo>
                <a:cubicBezTo>
                  <a:pt x="11637876" y="4125451"/>
                  <a:pt x="11636638" y="4188560"/>
                  <a:pt x="11682288" y="4211778"/>
                </a:cubicBezTo>
                <a:cubicBezTo>
                  <a:pt x="11735522" y="4232035"/>
                  <a:pt x="11725308" y="4160355"/>
                  <a:pt x="11707048" y="4136047"/>
                </a:cubicBezTo>
                <a:close/>
                <a:moveTo>
                  <a:pt x="11898007" y="4126697"/>
                </a:moveTo>
                <a:cubicBezTo>
                  <a:pt x="11884390" y="4147422"/>
                  <a:pt x="11873867" y="4163472"/>
                  <a:pt x="11859785" y="4184820"/>
                </a:cubicBezTo>
                <a:cubicBezTo>
                  <a:pt x="11908066" y="4201337"/>
                  <a:pt x="11952479" y="4167212"/>
                  <a:pt x="11898007" y="4126697"/>
                </a:cubicBezTo>
                <a:close/>
                <a:moveTo>
                  <a:pt x="11170596" y="4118419"/>
                </a:moveTo>
                <a:cubicBezTo>
                  <a:pt x="11161241" y="4120513"/>
                  <a:pt x="11152469" y="4126581"/>
                  <a:pt x="11145776" y="4137761"/>
                </a:cubicBezTo>
                <a:cubicBezTo>
                  <a:pt x="11145931" y="4190741"/>
                  <a:pt x="11211389" y="4241228"/>
                  <a:pt x="11230114" y="4176094"/>
                </a:cubicBezTo>
                <a:cubicBezTo>
                  <a:pt x="11231971" y="4141618"/>
                  <a:pt x="11198662" y="4112138"/>
                  <a:pt x="11170596" y="4118419"/>
                </a:cubicBezTo>
                <a:close/>
                <a:moveTo>
                  <a:pt x="11348651" y="4081352"/>
                </a:moveTo>
                <a:cubicBezTo>
                  <a:pt x="11272515" y="4138696"/>
                  <a:pt x="11356698" y="4203519"/>
                  <a:pt x="11388267" y="4147266"/>
                </a:cubicBezTo>
                <a:cubicBezTo>
                  <a:pt x="11379137" y="4127009"/>
                  <a:pt x="11365828" y="4108622"/>
                  <a:pt x="11348651" y="4081352"/>
                </a:cubicBezTo>
                <a:close/>
                <a:moveTo>
                  <a:pt x="11890444" y="4038618"/>
                </a:moveTo>
                <a:cubicBezTo>
                  <a:pt x="11879360" y="4038073"/>
                  <a:pt x="11864969" y="4043799"/>
                  <a:pt x="11849107" y="4051746"/>
                </a:cubicBezTo>
                <a:cubicBezTo>
                  <a:pt x="11874022" y="4087585"/>
                  <a:pt x="11888413" y="4098337"/>
                  <a:pt x="11911935" y="4063121"/>
                </a:cubicBezTo>
                <a:cubicBezTo>
                  <a:pt x="11909304" y="4045981"/>
                  <a:pt x="11901528" y="4039163"/>
                  <a:pt x="11890444" y="4038618"/>
                </a:cubicBezTo>
                <a:close/>
                <a:moveTo>
                  <a:pt x="11664028" y="4024788"/>
                </a:moveTo>
                <a:cubicBezTo>
                  <a:pt x="11612033" y="4015750"/>
                  <a:pt x="11590058" y="4074185"/>
                  <a:pt x="11628436" y="4110492"/>
                </a:cubicBezTo>
                <a:cubicBezTo>
                  <a:pt x="11698537" y="4121244"/>
                  <a:pt x="11707512" y="4054707"/>
                  <a:pt x="11664028" y="4024788"/>
                </a:cubicBezTo>
                <a:close/>
                <a:moveTo>
                  <a:pt x="12072491" y="4022126"/>
                </a:moveTo>
                <a:cubicBezTo>
                  <a:pt x="12006010" y="4008219"/>
                  <a:pt x="12072947" y="4126832"/>
                  <a:pt x="12104640" y="4056514"/>
                </a:cubicBezTo>
                <a:lnTo>
                  <a:pt x="12110810" y="4038102"/>
                </a:lnTo>
                <a:lnTo>
                  <a:pt x="12113262" y="4039124"/>
                </a:lnTo>
                <a:cubicBezTo>
                  <a:pt x="12113262" y="4039124"/>
                  <a:pt x="12111405" y="4036943"/>
                  <a:pt x="12111251" y="4036787"/>
                </a:cubicBezTo>
                <a:lnTo>
                  <a:pt x="12110810" y="4038102"/>
                </a:lnTo>
                <a:close/>
                <a:moveTo>
                  <a:pt x="11244815" y="4014971"/>
                </a:moveTo>
                <a:cubicBezTo>
                  <a:pt x="11203807" y="4042552"/>
                  <a:pt x="11189879" y="4090702"/>
                  <a:pt x="11240327" y="4102389"/>
                </a:cubicBezTo>
                <a:cubicBezTo>
                  <a:pt x="11293870" y="4090390"/>
                  <a:pt x="11260754" y="4054862"/>
                  <a:pt x="11244815" y="4014971"/>
                </a:cubicBezTo>
                <a:close/>
                <a:moveTo>
                  <a:pt x="10780725" y="3947032"/>
                </a:moveTo>
                <a:cubicBezTo>
                  <a:pt x="10741419" y="3972899"/>
                  <a:pt x="10763393" y="4049409"/>
                  <a:pt x="10806568" y="4045513"/>
                </a:cubicBezTo>
                <a:cubicBezTo>
                  <a:pt x="10863361" y="4027593"/>
                  <a:pt x="10837518" y="3947967"/>
                  <a:pt x="10780725" y="3947032"/>
                </a:cubicBezTo>
                <a:close/>
                <a:moveTo>
                  <a:pt x="11217734" y="3937371"/>
                </a:moveTo>
                <a:cubicBezTo>
                  <a:pt x="11163727" y="3950460"/>
                  <a:pt x="11047356" y="3979911"/>
                  <a:pt x="11147324" y="4014816"/>
                </a:cubicBezTo>
                <a:cubicBezTo>
                  <a:pt x="11181214" y="4002194"/>
                  <a:pt x="11245898" y="3985053"/>
                  <a:pt x="11217734" y="3937371"/>
                </a:cubicBezTo>
                <a:close/>
                <a:moveTo>
                  <a:pt x="11480497" y="3930359"/>
                </a:moveTo>
                <a:cubicBezTo>
                  <a:pt x="11386874" y="3993779"/>
                  <a:pt x="11463165" y="4068419"/>
                  <a:pt x="11509899" y="3998454"/>
                </a:cubicBezTo>
                <a:cubicBezTo>
                  <a:pt x="11509435" y="3980223"/>
                  <a:pt x="11495507" y="3962459"/>
                  <a:pt x="11480497" y="3930359"/>
                </a:cubicBezTo>
                <a:close/>
                <a:moveTo>
                  <a:pt x="11778994" y="3901824"/>
                </a:moveTo>
                <a:cubicBezTo>
                  <a:pt x="11768919" y="3902301"/>
                  <a:pt x="11757729" y="3908349"/>
                  <a:pt x="11746664" y="3922256"/>
                </a:cubicBezTo>
                <a:cubicBezTo>
                  <a:pt x="11742873" y="3940020"/>
                  <a:pt x="11750378" y="3954122"/>
                  <a:pt x="11762796" y="3964445"/>
                </a:cubicBezTo>
                <a:lnTo>
                  <a:pt x="11806831" y="3983287"/>
                </a:lnTo>
                <a:lnTo>
                  <a:pt x="11806087" y="3986144"/>
                </a:lnTo>
                <a:cubicBezTo>
                  <a:pt x="11806087" y="3986144"/>
                  <a:pt x="11808408" y="3983962"/>
                  <a:pt x="11808408" y="3983962"/>
                </a:cubicBezTo>
                <a:cubicBezTo>
                  <a:pt x="11798040" y="4011387"/>
                  <a:pt x="11826050" y="4019646"/>
                  <a:pt x="11845393" y="4028372"/>
                </a:cubicBezTo>
                <a:cubicBezTo>
                  <a:pt x="11887794" y="3997831"/>
                  <a:pt x="11831930" y="3963238"/>
                  <a:pt x="11808408" y="3983962"/>
                </a:cubicBezTo>
                <a:lnTo>
                  <a:pt x="11806831" y="3983287"/>
                </a:lnTo>
                <a:lnTo>
                  <a:pt x="11816148" y="3947500"/>
                </a:lnTo>
                <a:cubicBezTo>
                  <a:pt x="11814837" y="3922198"/>
                  <a:pt x="11799145" y="3900870"/>
                  <a:pt x="11778994" y="3901824"/>
                </a:cubicBezTo>
                <a:close/>
                <a:moveTo>
                  <a:pt x="11611743" y="3848395"/>
                </a:moveTo>
                <a:cubicBezTo>
                  <a:pt x="11600504" y="3849369"/>
                  <a:pt x="11587041" y="3857121"/>
                  <a:pt x="11572727" y="3867873"/>
                </a:cubicBezTo>
                <a:cubicBezTo>
                  <a:pt x="11602748" y="3900596"/>
                  <a:pt x="11619151" y="3909167"/>
                  <a:pt x="11637411" y="3869587"/>
                </a:cubicBezTo>
                <a:cubicBezTo>
                  <a:pt x="11631995" y="3853226"/>
                  <a:pt x="11622981" y="3847421"/>
                  <a:pt x="11611743" y="3848395"/>
                </a:cubicBezTo>
                <a:close/>
                <a:moveTo>
                  <a:pt x="10958840" y="3819626"/>
                </a:moveTo>
                <a:cubicBezTo>
                  <a:pt x="10952264" y="3821438"/>
                  <a:pt x="10945996" y="3828450"/>
                  <a:pt x="10935938" y="3840916"/>
                </a:cubicBezTo>
                <a:cubicBezTo>
                  <a:pt x="10965340" y="3853070"/>
                  <a:pt x="10971839" y="3856498"/>
                  <a:pt x="10983600" y="3829540"/>
                </a:cubicBezTo>
                <a:cubicBezTo>
                  <a:pt x="10972304" y="3821204"/>
                  <a:pt x="10965417" y="3817815"/>
                  <a:pt x="10958840" y="3819626"/>
                </a:cubicBezTo>
                <a:close/>
                <a:moveTo>
                  <a:pt x="11788755" y="3813491"/>
                </a:moveTo>
                <a:cubicBezTo>
                  <a:pt x="11732117" y="3822996"/>
                  <a:pt x="11739855" y="3847616"/>
                  <a:pt x="11769102" y="3901064"/>
                </a:cubicBezTo>
                <a:cubicBezTo>
                  <a:pt x="11808253" y="3866471"/>
                  <a:pt x="11829918" y="3839357"/>
                  <a:pt x="11788755" y="3813491"/>
                </a:cubicBezTo>
                <a:close/>
                <a:moveTo>
                  <a:pt x="11426180" y="3779209"/>
                </a:moveTo>
                <a:cubicBezTo>
                  <a:pt x="11411169" y="3785754"/>
                  <a:pt x="11398790" y="3787156"/>
                  <a:pt x="11394611" y="3793857"/>
                </a:cubicBezTo>
                <a:cubicBezTo>
                  <a:pt x="11381458" y="3814581"/>
                  <a:pt x="11367066" y="3814893"/>
                  <a:pt x="11344163" y="3810997"/>
                </a:cubicBezTo>
                <a:cubicBezTo>
                  <a:pt x="11315690" y="3808037"/>
                  <a:pt x="11277931" y="3849018"/>
                  <a:pt x="11307333" y="3874262"/>
                </a:cubicBezTo>
                <a:cubicBezTo>
                  <a:pt x="11324046" y="3878625"/>
                  <a:pt x="11353758" y="3880027"/>
                  <a:pt x="11359484" y="3870678"/>
                </a:cubicBezTo>
                <a:cubicBezTo>
                  <a:pt x="11378053" y="3840604"/>
                  <a:pt x="11401420" y="3865847"/>
                  <a:pt x="11419062" y="3858524"/>
                </a:cubicBezTo>
                <a:cubicBezTo>
                  <a:pt x="11457130" y="3840136"/>
                  <a:pt x="11451713" y="3809751"/>
                  <a:pt x="11426180" y="3779209"/>
                </a:cubicBezTo>
                <a:close/>
                <a:moveTo>
                  <a:pt x="11919730" y="3769801"/>
                </a:moveTo>
                <a:cubicBezTo>
                  <a:pt x="11908492" y="3768925"/>
                  <a:pt x="11894449" y="3777573"/>
                  <a:pt x="11871391" y="3793233"/>
                </a:cubicBezTo>
                <a:cubicBezTo>
                  <a:pt x="11909304" y="3823152"/>
                  <a:pt x="11918899" y="3838734"/>
                  <a:pt x="11951241" y="3803518"/>
                </a:cubicBezTo>
                <a:cubicBezTo>
                  <a:pt x="11939403" y="3781079"/>
                  <a:pt x="11930969" y="3770678"/>
                  <a:pt x="11919730" y="3769801"/>
                </a:cubicBezTo>
                <a:close/>
                <a:moveTo>
                  <a:pt x="11117380" y="3764757"/>
                </a:moveTo>
                <a:cubicBezTo>
                  <a:pt x="11108095" y="3761095"/>
                  <a:pt x="11097107" y="3765029"/>
                  <a:pt x="11077532" y="3781702"/>
                </a:cubicBezTo>
                <a:cubicBezTo>
                  <a:pt x="11109256" y="3805388"/>
                  <a:pt x="11119469" y="3831254"/>
                  <a:pt x="11147014" y="3793389"/>
                </a:cubicBezTo>
                <a:cubicBezTo>
                  <a:pt x="11134247" y="3779677"/>
                  <a:pt x="11126665" y="3768419"/>
                  <a:pt x="11117380" y="3764757"/>
                </a:cubicBezTo>
                <a:close/>
                <a:moveTo>
                  <a:pt x="11669154" y="3751239"/>
                </a:moveTo>
                <a:cubicBezTo>
                  <a:pt x="11659811" y="3749642"/>
                  <a:pt x="11647857" y="3756147"/>
                  <a:pt x="11628900" y="3769080"/>
                </a:cubicBezTo>
                <a:cubicBezTo>
                  <a:pt x="11654124" y="3806790"/>
                  <a:pt x="11663409" y="3810218"/>
                  <a:pt x="11693740" y="3782014"/>
                </a:cubicBezTo>
                <a:cubicBezTo>
                  <a:pt x="11685228" y="3762536"/>
                  <a:pt x="11678497" y="3752836"/>
                  <a:pt x="11669154" y="3751239"/>
                </a:cubicBezTo>
                <a:close/>
                <a:moveTo>
                  <a:pt x="11488698" y="3663335"/>
                </a:moveTo>
                <a:cubicBezTo>
                  <a:pt x="11477827" y="3661523"/>
                  <a:pt x="11463474" y="3667406"/>
                  <a:pt x="11446762" y="3679326"/>
                </a:cubicBezTo>
                <a:cubicBezTo>
                  <a:pt x="11467498" y="3714230"/>
                  <a:pt x="11490555" y="3727787"/>
                  <a:pt x="11509744" y="3693506"/>
                </a:cubicBezTo>
                <a:cubicBezTo>
                  <a:pt x="11506959" y="3674651"/>
                  <a:pt x="11499569" y="3665146"/>
                  <a:pt x="11488698" y="3663335"/>
                </a:cubicBezTo>
                <a:close/>
                <a:moveTo>
                  <a:pt x="11261044" y="3654830"/>
                </a:moveTo>
                <a:cubicBezTo>
                  <a:pt x="11242262" y="3656839"/>
                  <a:pt x="11225356" y="3663666"/>
                  <a:pt x="11216806" y="3676677"/>
                </a:cubicBezTo>
                <a:cubicBezTo>
                  <a:pt x="11218817" y="3719684"/>
                  <a:pt x="11271741" y="3709556"/>
                  <a:pt x="11301608" y="3716256"/>
                </a:cubicBezTo>
                <a:cubicBezTo>
                  <a:pt x="11303155" y="3720775"/>
                  <a:pt x="11304548" y="3725294"/>
                  <a:pt x="11305786" y="3729969"/>
                </a:cubicBezTo>
                <a:cubicBezTo>
                  <a:pt x="11390627" y="3686143"/>
                  <a:pt x="11317392" y="3648803"/>
                  <a:pt x="11261044" y="3654830"/>
                </a:cubicBezTo>
                <a:close/>
                <a:moveTo>
                  <a:pt x="11549979" y="3609906"/>
                </a:moveTo>
                <a:cubicBezTo>
                  <a:pt x="11540887" y="3608114"/>
                  <a:pt x="11530713" y="3613412"/>
                  <a:pt x="11514541" y="3628527"/>
                </a:cubicBezTo>
                <a:cubicBezTo>
                  <a:pt x="11542705" y="3661094"/>
                  <a:pt x="11552919" y="3667016"/>
                  <a:pt x="11578917" y="3633825"/>
                </a:cubicBezTo>
                <a:cubicBezTo>
                  <a:pt x="11567079" y="3620580"/>
                  <a:pt x="11559070" y="3611698"/>
                  <a:pt x="11549979" y="3609906"/>
                </a:cubicBezTo>
                <a:close/>
                <a:moveTo>
                  <a:pt x="11790612" y="3563392"/>
                </a:moveTo>
                <a:cubicBezTo>
                  <a:pt x="11725618" y="3649875"/>
                  <a:pt x="11725618" y="3649875"/>
                  <a:pt x="11748521" y="3715009"/>
                </a:cubicBezTo>
                <a:cubicBezTo>
                  <a:pt x="11801599" y="3725605"/>
                  <a:pt x="11824038" y="3674495"/>
                  <a:pt x="11861642" y="3654550"/>
                </a:cubicBezTo>
                <a:cubicBezTo>
                  <a:pt x="11875878" y="3613100"/>
                  <a:pt x="11824657" y="3585675"/>
                  <a:pt x="11790612" y="3563392"/>
                </a:cubicBezTo>
                <a:close/>
                <a:moveTo>
                  <a:pt x="11636328" y="3541577"/>
                </a:moveTo>
                <a:cubicBezTo>
                  <a:pt x="11596558" y="3578040"/>
                  <a:pt x="11569786" y="3600634"/>
                  <a:pt x="11617758" y="3628059"/>
                </a:cubicBezTo>
                <a:cubicBezTo>
                  <a:pt x="11673622" y="3623385"/>
                  <a:pt x="11657993" y="3591752"/>
                  <a:pt x="11636328" y="3541577"/>
                </a:cubicBezTo>
                <a:close/>
                <a:moveTo>
                  <a:pt x="12021902" y="3507529"/>
                </a:moveTo>
                <a:cubicBezTo>
                  <a:pt x="11975933" y="3508886"/>
                  <a:pt x="11917080" y="3573638"/>
                  <a:pt x="11980333" y="3618243"/>
                </a:cubicBezTo>
                <a:cubicBezTo>
                  <a:pt x="12015771" y="3639123"/>
                  <a:pt x="12098252" y="3717814"/>
                  <a:pt x="12123785" y="3662029"/>
                </a:cubicBezTo>
                <a:cubicBezTo>
                  <a:pt x="12139260" y="3615749"/>
                  <a:pt x="12095930" y="3605465"/>
                  <a:pt x="12061576" y="3591597"/>
                </a:cubicBezTo>
                <a:cubicBezTo>
                  <a:pt x="12072428" y="3528722"/>
                  <a:pt x="12049484" y="3506714"/>
                  <a:pt x="12021902" y="3507529"/>
                </a:cubicBezTo>
                <a:close/>
                <a:moveTo>
                  <a:pt x="11317625" y="3490553"/>
                </a:moveTo>
                <a:cubicBezTo>
                  <a:pt x="11312494" y="3489171"/>
                  <a:pt x="11306551" y="3489305"/>
                  <a:pt x="11299446" y="3491122"/>
                </a:cubicBezTo>
                <a:cubicBezTo>
                  <a:pt x="11289973" y="3493544"/>
                  <a:pt x="11278434" y="3498959"/>
                  <a:pt x="11264004" y="3507763"/>
                </a:cubicBezTo>
                <a:cubicBezTo>
                  <a:pt x="11298048" y="3544070"/>
                  <a:pt x="11319558" y="3594557"/>
                  <a:pt x="11351282" y="3539395"/>
                </a:cubicBezTo>
                <a:cubicBezTo>
                  <a:pt x="11341097" y="3512487"/>
                  <a:pt x="11333018" y="3494699"/>
                  <a:pt x="11317625" y="3490553"/>
                </a:cubicBezTo>
                <a:close/>
                <a:moveTo>
                  <a:pt x="11784577" y="3440447"/>
                </a:moveTo>
                <a:cubicBezTo>
                  <a:pt x="11748211" y="3464756"/>
                  <a:pt x="11755330" y="3474261"/>
                  <a:pt x="11776375" y="3501998"/>
                </a:cubicBezTo>
                <a:cubicBezTo>
                  <a:pt x="11814908" y="3484701"/>
                  <a:pt x="11811967" y="3474105"/>
                  <a:pt x="11784577" y="3440447"/>
                </a:cubicBezTo>
                <a:close/>
                <a:moveTo>
                  <a:pt x="11521195" y="3409750"/>
                </a:moveTo>
                <a:cubicBezTo>
                  <a:pt x="11514696" y="3413957"/>
                  <a:pt x="11508197" y="3418320"/>
                  <a:pt x="11501852" y="3422527"/>
                </a:cubicBezTo>
                <a:cubicBezTo>
                  <a:pt x="11504483" y="3440914"/>
                  <a:pt x="11506959" y="3459302"/>
                  <a:pt x="11509280" y="3475663"/>
                </a:cubicBezTo>
                <a:cubicBezTo>
                  <a:pt x="11529861" y="3490467"/>
                  <a:pt x="11555085" y="3454627"/>
                  <a:pt x="11554931" y="3445589"/>
                </a:cubicBezTo>
                <a:cubicBezTo>
                  <a:pt x="11551526" y="3431721"/>
                  <a:pt x="11533266" y="3421592"/>
                  <a:pt x="11521195" y="3409750"/>
                </a:cubicBezTo>
                <a:close/>
                <a:moveTo>
                  <a:pt x="11208350" y="3382332"/>
                </a:moveTo>
                <a:cubicBezTo>
                  <a:pt x="11199271" y="3382860"/>
                  <a:pt x="11189260" y="3386883"/>
                  <a:pt x="11179666" y="3395102"/>
                </a:cubicBezTo>
                <a:cubicBezTo>
                  <a:pt x="11165739" y="3413022"/>
                  <a:pt x="11178119" y="3426734"/>
                  <a:pt x="11228566" y="3452913"/>
                </a:cubicBezTo>
                <a:cubicBezTo>
                  <a:pt x="11254448" y="3410607"/>
                  <a:pt x="11235588" y="3380747"/>
                  <a:pt x="11208350" y="3382332"/>
                </a:cubicBezTo>
                <a:close/>
                <a:moveTo>
                  <a:pt x="11923773" y="3360061"/>
                </a:moveTo>
                <a:cubicBezTo>
                  <a:pt x="11911471" y="3363587"/>
                  <a:pt x="11901258" y="3374534"/>
                  <a:pt x="11902186" y="3390739"/>
                </a:cubicBezTo>
                <a:cubicBezTo>
                  <a:pt x="11915804" y="3423930"/>
                  <a:pt x="11923077" y="3460081"/>
                  <a:pt x="11957740" y="3479247"/>
                </a:cubicBezTo>
                <a:cubicBezTo>
                  <a:pt x="11965013" y="3469898"/>
                  <a:pt x="11978167" y="3455406"/>
                  <a:pt x="11976929" y="3454160"/>
                </a:cubicBezTo>
                <a:cubicBezTo>
                  <a:pt x="11955574" y="3430163"/>
                  <a:pt x="11962228" y="3401179"/>
                  <a:pt x="11957895" y="3373910"/>
                </a:cubicBezTo>
                <a:cubicBezTo>
                  <a:pt x="11950467" y="3360431"/>
                  <a:pt x="11936076" y="3356536"/>
                  <a:pt x="11923773" y="3360061"/>
                </a:cubicBezTo>
                <a:close/>
                <a:moveTo>
                  <a:pt x="11571334" y="3330435"/>
                </a:moveTo>
                <a:cubicBezTo>
                  <a:pt x="11551371" y="3352095"/>
                  <a:pt x="11539611" y="3364872"/>
                  <a:pt x="11527850" y="3377650"/>
                </a:cubicBezTo>
                <a:cubicBezTo>
                  <a:pt x="11558490" y="3407412"/>
                  <a:pt x="11575357" y="3418787"/>
                  <a:pt x="11608783" y="3383259"/>
                </a:cubicBezTo>
                <a:cubicBezTo>
                  <a:pt x="11598724" y="3369079"/>
                  <a:pt x="11588666" y="3354744"/>
                  <a:pt x="11571334" y="3330435"/>
                </a:cubicBezTo>
                <a:close/>
                <a:moveTo>
                  <a:pt x="11767555" y="3322176"/>
                </a:moveTo>
                <a:cubicBezTo>
                  <a:pt x="11697144" y="3317190"/>
                  <a:pt x="11717726" y="3374222"/>
                  <a:pt x="11752235" y="3421281"/>
                </a:cubicBezTo>
                <a:cubicBezTo>
                  <a:pt x="11797731" y="3387778"/>
                  <a:pt x="11833787" y="3340252"/>
                  <a:pt x="11767555" y="3322176"/>
                </a:cubicBezTo>
                <a:close/>
                <a:moveTo>
                  <a:pt x="11375732" y="3263586"/>
                </a:moveTo>
                <a:cubicBezTo>
                  <a:pt x="11335962" y="3269819"/>
                  <a:pt x="11235685" y="3297712"/>
                  <a:pt x="11305167" y="3341031"/>
                </a:cubicBezTo>
                <a:cubicBezTo>
                  <a:pt x="11357317" y="3350536"/>
                  <a:pt x="11411015" y="3324670"/>
                  <a:pt x="11375732" y="3263586"/>
                </a:cubicBezTo>
                <a:close/>
                <a:moveTo>
                  <a:pt x="11506959" y="3218865"/>
                </a:moveTo>
                <a:cubicBezTo>
                  <a:pt x="11473223" y="3247848"/>
                  <a:pt x="11465950" y="3264365"/>
                  <a:pt x="11504328" y="3282130"/>
                </a:cubicBezTo>
                <a:cubicBezTo>
                  <a:pt x="11538991" y="3272936"/>
                  <a:pt x="11527695" y="3247536"/>
                  <a:pt x="11506959" y="3218865"/>
                </a:cubicBezTo>
                <a:close/>
                <a:moveTo>
                  <a:pt x="11881918" y="3184964"/>
                </a:moveTo>
                <a:cubicBezTo>
                  <a:pt x="11826228" y="3193235"/>
                  <a:pt x="11814347" y="3271923"/>
                  <a:pt x="11877581" y="3280104"/>
                </a:cubicBezTo>
                <a:cubicBezTo>
                  <a:pt x="11950467" y="3284467"/>
                  <a:pt x="11944896" y="3222916"/>
                  <a:pt x="11908376" y="3186142"/>
                </a:cubicBezTo>
                <a:cubicBezTo>
                  <a:pt x="11898724" y="3184039"/>
                  <a:pt x="11889874" y="3183783"/>
                  <a:pt x="11881918" y="3184964"/>
                </a:cubicBezTo>
                <a:close/>
                <a:moveTo>
                  <a:pt x="12100027" y="3163574"/>
                </a:moveTo>
                <a:cubicBezTo>
                  <a:pt x="12081152" y="3165437"/>
                  <a:pt x="12089045" y="3180338"/>
                  <a:pt x="12124095" y="3187700"/>
                </a:cubicBezTo>
                <a:cubicBezTo>
                  <a:pt x="12125178" y="3180688"/>
                  <a:pt x="12126416" y="3173832"/>
                  <a:pt x="12127809" y="3166819"/>
                </a:cubicBezTo>
                <a:cubicBezTo>
                  <a:pt x="12115584" y="3163781"/>
                  <a:pt x="12106318" y="3162953"/>
                  <a:pt x="12100027" y="3163574"/>
                </a:cubicBezTo>
                <a:close/>
                <a:moveTo>
                  <a:pt x="11759972" y="3141264"/>
                </a:moveTo>
                <a:cubicBezTo>
                  <a:pt x="11726082" y="3165261"/>
                  <a:pt x="11740628" y="3173520"/>
                  <a:pt x="11760282" y="3195335"/>
                </a:cubicBezTo>
                <a:cubicBezTo>
                  <a:pt x="11791541" y="3185518"/>
                  <a:pt x="11774209" y="3166040"/>
                  <a:pt x="11759972" y="3141264"/>
                </a:cubicBezTo>
                <a:close/>
                <a:moveTo>
                  <a:pt x="11391378" y="3122828"/>
                </a:moveTo>
                <a:cubicBezTo>
                  <a:pt x="11379881" y="3122536"/>
                  <a:pt x="11366447" y="3127552"/>
                  <a:pt x="11353139" y="3140485"/>
                </a:cubicBezTo>
                <a:cubicBezTo>
                  <a:pt x="11363197" y="3157782"/>
                  <a:pt x="11373411" y="3175078"/>
                  <a:pt x="11386874" y="3198296"/>
                </a:cubicBezTo>
                <a:cubicBezTo>
                  <a:pt x="11442931" y="3172351"/>
                  <a:pt x="11425870" y="3123705"/>
                  <a:pt x="11391378" y="3122828"/>
                </a:cubicBezTo>
                <a:close/>
                <a:moveTo>
                  <a:pt x="11634382" y="3029322"/>
                </a:moveTo>
                <a:cubicBezTo>
                  <a:pt x="11630478" y="3028258"/>
                  <a:pt x="11626429" y="3028199"/>
                  <a:pt x="11622108" y="3029499"/>
                </a:cubicBezTo>
                <a:cubicBezTo>
                  <a:pt x="11616346" y="3031233"/>
                  <a:pt x="11610098" y="3035382"/>
                  <a:pt x="11603057" y="3042783"/>
                </a:cubicBezTo>
                <a:cubicBezTo>
                  <a:pt x="11611568" y="3055717"/>
                  <a:pt x="11620234" y="3068650"/>
                  <a:pt x="11632459" y="3087349"/>
                </a:cubicBezTo>
                <a:cubicBezTo>
                  <a:pt x="11649172" y="3073325"/>
                  <a:pt x="11659076" y="3064910"/>
                  <a:pt x="11669135" y="3056496"/>
                </a:cubicBezTo>
                <a:cubicBezTo>
                  <a:pt x="11656513" y="3044751"/>
                  <a:pt x="11646095" y="3032513"/>
                  <a:pt x="11634382" y="3029322"/>
                </a:cubicBezTo>
                <a:close/>
                <a:moveTo>
                  <a:pt x="11951550" y="3027980"/>
                </a:moveTo>
                <a:cubicBezTo>
                  <a:pt x="11934064" y="3040446"/>
                  <a:pt x="11921374" y="3049484"/>
                  <a:pt x="11908840" y="3058522"/>
                </a:cubicBezTo>
                <a:cubicBezTo>
                  <a:pt x="11929112" y="3097166"/>
                  <a:pt x="11945206" y="3088440"/>
                  <a:pt x="11976465" y="3069273"/>
                </a:cubicBezTo>
                <a:cubicBezTo>
                  <a:pt x="11969656" y="3057898"/>
                  <a:pt x="11962692" y="3046367"/>
                  <a:pt x="11951550" y="3027980"/>
                </a:cubicBezTo>
                <a:close/>
                <a:moveTo>
                  <a:pt x="0" y="0"/>
                </a:moveTo>
                <a:lnTo>
                  <a:pt x="444660" y="0"/>
                </a:lnTo>
                <a:lnTo>
                  <a:pt x="444660" y="1175980"/>
                </a:lnTo>
                <a:lnTo>
                  <a:pt x="5930100" y="1175980"/>
                </a:lnTo>
                <a:lnTo>
                  <a:pt x="5930100" y="0"/>
                </a:lnTo>
                <a:lnTo>
                  <a:pt x="7336877" y="0"/>
                </a:lnTo>
                <a:lnTo>
                  <a:pt x="7397196" y="68072"/>
                </a:lnTo>
                <a:cubicBezTo>
                  <a:pt x="7404248" y="76305"/>
                  <a:pt x="7416883" y="86890"/>
                  <a:pt x="7427025" y="79987"/>
                </a:cubicBezTo>
                <a:cubicBezTo>
                  <a:pt x="7435110" y="74847"/>
                  <a:pt x="7435848" y="65295"/>
                  <a:pt x="7434676" y="55594"/>
                </a:cubicBezTo>
                <a:lnTo>
                  <a:pt x="7424116" y="0"/>
                </a:lnTo>
                <a:lnTo>
                  <a:pt x="7807552" y="0"/>
                </a:lnTo>
                <a:lnTo>
                  <a:pt x="7887843" y="64827"/>
                </a:lnTo>
                <a:cubicBezTo>
                  <a:pt x="7920467" y="91132"/>
                  <a:pt x="7954689" y="118851"/>
                  <a:pt x="7990591" y="148531"/>
                </a:cubicBezTo>
                <a:cubicBezTo>
                  <a:pt x="7997790" y="154854"/>
                  <a:pt x="8009991" y="146188"/>
                  <a:pt x="8004997" y="136193"/>
                </a:cubicBezTo>
                <a:lnTo>
                  <a:pt x="7930922" y="0"/>
                </a:lnTo>
                <a:lnTo>
                  <a:pt x="8364634" y="0"/>
                </a:lnTo>
                <a:lnTo>
                  <a:pt x="8380741" y="19327"/>
                </a:lnTo>
                <a:cubicBezTo>
                  <a:pt x="8438502" y="84780"/>
                  <a:pt x="8499954" y="147545"/>
                  <a:pt x="8564299" y="210174"/>
                </a:cubicBezTo>
                <a:cubicBezTo>
                  <a:pt x="8571498" y="216495"/>
                  <a:pt x="8583551" y="209740"/>
                  <a:pt x="8580468" y="199892"/>
                </a:cubicBezTo>
                <a:cubicBezTo>
                  <a:pt x="8567532" y="159014"/>
                  <a:pt x="8551743" y="116594"/>
                  <a:pt x="8533706" y="73393"/>
                </a:cubicBezTo>
                <a:lnTo>
                  <a:pt x="8500000" y="0"/>
                </a:lnTo>
                <a:lnTo>
                  <a:pt x="8718579" y="0"/>
                </a:lnTo>
                <a:lnTo>
                  <a:pt x="8832676" y="132333"/>
                </a:lnTo>
                <a:cubicBezTo>
                  <a:pt x="8907907" y="215352"/>
                  <a:pt x="8985233" y="296521"/>
                  <a:pt x="9064636" y="375688"/>
                </a:cubicBezTo>
                <a:cubicBezTo>
                  <a:pt x="9070072" y="379952"/>
                  <a:pt x="9077862" y="378632"/>
                  <a:pt x="9080215" y="373048"/>
                </a:cubicBezTo>
                <a:cubicBezTo>
                  <a:pt x="9125964" y="253587"/>
                  <a:pt x="9065467" y="116304"/>
                  <a:pt x="8993203" y="6940"/>
                </a:cubicBezTo>
                <a:lnTo>
                  <a:pt x="8988002" y="0"/>
                </a:lnTo>
                <a:lnTo>
                  <a:pt x="12192000" y="0"/>
                </a:lnTo>
                <a:lnTo>
                  <a:pt x="12192000" y="3408771"/>
                </a:lnTo>
                <a:lnTo>
                  <a:pt x="12188625" y="3431409"/>
                </a:lnTo>
                <a:lnTo>
                  <a:pt x="12192000" y="3431701"/>
                </a:lnTo>
                <a:lnTo>
                  <a:pt x="12192000" y="3684696"/>
                </a:lnTo>
                <a:lnTo>
                  <a:pt x="12170210" y="3696622"/>
                </a:lnTo>
                <a:lnTo>
                  <a:pt x="12192000" y="3720163"/>
                </a:lnTo>
                <a:lnTo>
                  <a:pt x="12192000" y="3799998"/>
                </a:lnTo>
                <a:lnTo>
                  <a:pt x="12172995" y="3761757"/>
                </a:lnTo>
                <a:cubicBezTo>
                  <a:pt x="12115429" y="3719061"/>
                  <a:pt x="12045483" y="3777651"/>
                  <a:pt x="12010355" y="3716100"/>
                </a:cubicBezTo>
                <a:cubicBezTo>
                  <a:pt x="12008962" y="3713607"/>
                  <a:pt x="11982500" y="3725138"/>
                  <a:pt x="11967644" y="3730280"/>
                </a:cubicBezTo>
                <a:cubicBezTo>
                  <a:pt x="11971358" y="3805076"/>
                  <a:pt x="12080920" y="3762224"/>
                  <a:pt x="12018402" y="3847928"/>
                </a:cubicBezTo>
                <a:cubicBezTo>
                  <a:pt x="12012831" y="3855096"/>
                  <a:pt x="12022270" y="3884391"/>
                  <a:pt x="12032484" y="3890624"/>
                </a:cubicBezTo>
                <a:cubicBezTo>
                  <a:pt x="12041769" y="3896233"/>
                  <a:pt x="12072099" y="3887819"/>
                  <a:pt x="12074730" y="3879560"/>
                </a:cubicBezTo>
                <a:cubicBezTo>
                  <a:pt x="12088967" y="3830475"/>
                  <a:pt x="12131677" y="3861173"/>
                  <a:pt x="12162627" y="3845279"/>
                </a:cubicBezTo>
                <a:lnTo>
                  <a:pt x="12192000" y="3810591"/>
                </a:lnTo>
                <a:lnTo>
                  <a:pt x="12192000" y="4006768"/>
                </a:lnTo>
                <a:lnTo>
                  <a:pt x="12184110" y="3967786"/>
                </a:lnTo>
                <a:cubicBezTo>
                  <a:pt x="12175606" y="3953265"/>
                  <a:pt x="12161814" y="3941344"/>
                  <a:pt x="12142974" y="3936903"/>
                </a:cubicBezTo>
                <a:cubicBezTo>
                  <a:pt x="12088889" y="3924633"/>
                  <a:pt x="12086336" y="3966179"/>
                  <a:pt x="12098167" y="4004351"/>
                </a:cubicBezTo>
                <a:lnTo>
                  <a:pt x="12112585" y="4037374"/>
                </a:lnTo>
                <a:lnTo>
                  <a:pt x="12111405" y="4036943"/>
                </a:lnTo>
                <a:cubicBezTo>
                  <a:pt x="12111405" y="4036943"/>
                  <a:pt x="12113262" y="4039124"/>
                  <a:pt x="12113417" y="4039280"/>
                </a:cubicBezTo>
                <a:lnTo>
                  <a:pt x="12112585" y="4037374"/>
                </a:lnTo>
                <a:lnTo>
                  <a:pt x="12144998" y="4049210"/>
                </a:lnTo>
                <a:cubicBezTo>
                  <a:pt x="12164431" y="4052183"/>
                  <a:pt x="12177977" y="4045558"/>
                  <a:pt x="12185876" y="4034214"/>
                </a:cubicBezTo>
                <a:lnTo>
                  <a:pt x="12192000" y="4018233"/>
                </a:lnTo>
                <a:lnTo>
                  <a:pt x="12192000" y="4337825"/>
                </a:lnTo>
                <a:lnTo>
                  <a:pt x="11992883" y="4337825"/>
                </a:lnTo>
                <a:lnTo>
                  <a:pt x="11995306" y="4315362"/>
                </a:lnTo>
                <a:cubicBezTo>
                  <a:pt x="11995190" y="4294871"/>
                  <a:pt x="11991785" y="4272393"/>
                  <a:pt x="11991630" y="4251201"/>
                </a:cubicBezTo>
                <a:cubicBezTo>
                  <a:pt x="11949229" y="4250422"/>
                  <a:pt x="11923463" y="4279094"/>
                  <a:pt x="11919633" y="4308175"/>
                </a:cubicBezTo>
                <a:lnTo>
                  <a:pt x="11927999" y="4337825"/>
                </a:lnTo>
                <a:lnTo>
                  <a:pt x="11641694" y="4337825"/>
                </a:lnTo>
                <a:lnTo>
                  <a:pt x="11640971" y="4336983"/>
                </a:lnTo>
                <a:cubicBezTo>
                  <a:pt x="11631260" y="4327399"/>
                  <a:pt x="11620467" y="4317582"/>
                  <a:pt x="11609247" y="4306207"/>
                </a:cubicBezTo>
                <a:lnTo>
                  <a:pt x="11562393" y="4337825"/>
                </a:lnTo>
                <a:lnTo>
                  <a:pt x="11382171" y="4337825"/>
                </a:lnTo>
                <a:lnTo>
                  <a:pt x="11382862" y="4334302"/>
                </a:lnTo>
                <a:cubicBezTo>
                  <a:pt x="11381187" y="4309256"/>
                  <a:pt x="11358207" y="4299351"/>
                  <a:pt x="11330700" y="4285327"/>
                </a:cubicBezTo>
                <a:cubicBezTo>
                  <a:pt x="11307643" y="4292885"/>
                  <a:pt x="11310273" y="4312674"/>
                  <a:pt x="11323117" y="4330652"/>
                </a:cubicBezTo>
                <a:lnTo>
                  <a:pt x="11330633" y="4337825"/>
                </a:lnTo>
                <a:lnTo>
                  <a:pt x="0" y="43378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Graphic 7">
            <a:extLst>
              <a:ext uri="{FF2B5EF4-FFF2-40B4-BE49-F238E27FC236}">
                <a16:creationId xmlns:a16="http://schemas.microsoft.com/office/drawing/2014/main" id="{5C7C21AB-1BA3-2B00-FAF9-EA7E97202E0D}"/>
              </a:ext>
            </a:extLst>
          </p:cNvPr>
          <p:cNvSpPr/>
          <p:nvPr userDrawn="1"/>
        </p:nvSpPr>
        <p:spPr>
          <a:xfrm rot="5665193">
            <a:off x="6604007" y="-195454"/>
            <a:ext cx="1826513" cy="4115461"/>
          </a:xfrm>
          <a:custGeom>
            <a:avLst/>
            <a:gdLst>
              <a:gd name="connsiteX0" fmla="*/ 782149 w 1826513"/>
              <a:gd name="connsiteY0" fmla="*/ 2077422 h 4115461"/>
              <a:gd name="connsiteX1" fmla="*/ 782149 w 1826513"/>
              <a:gd name="connsiteY1" fmla="*/ 2171312 h 4115461"/>
              <a:gd name="connsiteX2" fmla="*/ 1096393 w 1826513"/>
              <a:gd name="connsiteY2" fmla="*/ 1563901 h 4115461"/>
              <a:gd name="connsiteX3" fmla="*/ 1113638 w 1826513"/>
              <a:gd name="connsiteY3" fmla="*/ 1573482 h 4115461"/>
              <a:gd name="connsiteX4" fmla="*/ 996755 w 1826513"/>
              <a:gd name="connsiteY4" fmla="*/ 1899222 h 4115461"/>
              <a:gd name="connsiteX5" fmla="*/ 785981 w 1826513"/>
              <a:gd name="connsiteY5" fmla="*/ 2249873 h 4115461"/>
              <a:gd name="connsiteX6" fmla="*/ 784065 w 1826513"/>
              <a:gd name="connsiteY6" fmla="*/ 2255621 h 4115461"/>
              <a:gd name="connsiteX7" fmla="*/ 784065 w 1826513"/>
              <a:gd name="connsiteY7" fmla="*/ 2282447 h 4115461"/>
              <a:gd name="connsiteX8" fmla="*/ 1667398 w 1826513"/>
              <a:gd name="connsiteY8" fmla="*/ 1510250 h 4115461"/>
              <a:gd name="connsiteX9" fmla="*/ 1680810 w 1826513"/>
              <a:gd name="connsiteY9" fmla="*/ 1523662 h 4115461"/>
              <a:gd name="connsiteX10" fmla="*/ 1111722 w 1826513"/>
              <a:gd name="connsiteY10" fmla="*/ 2150234 h 4115461"/>
              <a:gd name="connsiteX11" fmla="*/ 791730 w 1826513"/>
              <a:gd name="connsiteY11" fmla="*/ 2297776 h 4115461"/>
              <a:gd name="connsiteX12" fmla="*/ 785981 w 1826513"/>
              <a:gd name="connsiteY12" fmla="*/ 2307356 h 4115461"/>
              <a:gd name="connsiteX13" fmla="*/ 837717 w 1826513"/>
              <a:gd name="connsiteY13" fmla="*/ 2834290 h 4115461"/>
              <a:gd name="connsiteX14" fmla="*/ 856878 w 1826513"/>
              <a:gd name="connsiteY14" fmla="*/ 2836206 h 4115461"/>
              <a:gd name="connsiteX15" fmla="*/ 1117471 w 1826513"/>
              <a:gd name="connsiteY15" fmla="*/ 2374421 h 4115461"/>
              <a:gd name="connsiteX16" fmla="*/ 1630991 w 1826513"/>
              <a:gd name="connsiteY16" fmla="*/ 2085086 h 4115461"/>
              <a:gd name="connsiteX17" fmla="*/ 1655901 w 1826513"/>
              <a:gd name="connsiteY17" fmla="*/ 2090835 h 4115461"/>
              <a:gd name="connsiteX18" fmla="*/ 1646320 w 1826513"/>
              <a:gd name="connsiteY18" fmla="*/ 2121493 h 4115461"/>
              <a:gd name="connsiteX19" fmla="*/ 851130 w 1826513"/>
              <a:gd name="connsiteY19" fmla="*/ 2889857 h 4115461"/>
              <a:gd name="connsiteX20" fmla="*/ 847297 w 1826513"/>
              <a:gd name="connsiteY20" fmla="*/ 2899438 h 4115461"/>
              <a:gd name="connsiteX21" fmla="*/ 1012084 w 1826513"/>
              <a:gd name="connsiteY21" fmla="*/ 3535591 h 4115461"/>
              <a:gd name="connsiteX22" fmla="*/ 1031245 w 1826513"/>
              <a:gd name="connsiteY22" fmla="*/ 3531758 h 4115461"/>
              <a:gd name="connsiteX23" fmla="*/ 1023581 w 1826513"/>
              <a:gd name="connsiteY23" fmla="*/ 3397630 h 4115461"/>
              <a:gd name="connsiteX24" fmla="*/ 1142380 w 1826513"/>
              <a:gd name="connsiteY24" fmla="*/ 2830458 h 4115461"/>
              <a:gd name="connsiteX25" fmla="*/ 1159625 w 1826513"/>
              <a:gd name="connsiteY25" fmla="*/ 2836206 h 4115461"/>
              <a:gd name="connsiteX26" fmla="*/ 1084897 w 1826513"/>
              <a:gd name="connsiteY26" fmla="*/ 3729119 h 4115461"/>
              <a:gd name="connsiteX27" fmla="*/ 1084897 w 1826513"/>
              <a:gd name="connsiteY27" fmla="*/ 3732951 h 4115461"/>
              <a:gd name="connsiteX28" fmla="*/ 1105974 w 1826513"/>
              <a:gd name="connsiteY28" fmla="*/ 3782770 h 4115461"/>
              <a:gd name="connsiteX29" fmla="*/ 1592669 w 1826513"/>
              <a:gd name="connsiteY29" fmla="*/ 2573697 h 4115461"/>
              <a:gd name="connsiteX30" fmla="*/ 1609914 w 1826513"/>
              <a:gd name="connsiteY30" fmla="*/ 2579446 h 4115461"/>
              <a:gd name="connsiteX31" fmla="*/ 1374231 w 1826513"/>
              <a:gd name="connsiteY31" fmla="*/ 3217514 h 4115461"/>
              <a:gd name="connsiteX32" fmla="*/ 1123219 w 1826513"/>
              <a:gd name="connsiteY32" fmla="*/ 3817261 h 4115461"/>
              <a:gd name="connsiteX33" fmla="*/ 1123219 w 1826513"/>
              <a:gd name="connsiteY33" fmla="*/ 3824925 h 4115461"/>
              <a:gd name="connsiteX34" fmla="*/ 1236270 w 1826513"/>
              <a:gd name="connsiteY34" fmla="*/ 4072105 h 4115461"/>
              <a:gd name="connsiteX35" fmla="*/ 1190283 w 1826513"/>
              <a:gd name="connsiteY35" fmla="*/ 4102763 h 4115461"/>
              <a:gd name="connsiteX36" fmla="*/ 918194 w 1826513"/>
              <a:gd name="connsiteY36" fmla="*/ 3412959 h 4115461"/>
              <a:gd name="connsiteX37" fmla="*/ 916278 w 1826513"/>
              <a:gd name="connsiteY37" fmla="*/ 3411043 h 4115461"/>
              <a:gd name="connsiteX38" fmla="*/ 667182 w 1826513"/>
              <a:gd name="connsiteY38" fmla="*/ 3119792 h 4115461"/>
              <a:gd name="connsiteX39" fmla="*/ 178571 w 1826513"/>
              <a:gd name="connsiteY39" fmla="*/ 2606272 h 4115461"/>
              <a:gd name="connsiteX40" fmla="*/ 190067 w 1826513"/>
              <a:gd name="connsiteY40" fmla="*/ 2590943 h 4115461"/>
              <a:gd name="connsiteX41" fmla="*/ 259048 w 1826513"/>
              <a:gd name="connsiteY41" fmla="*/ 2625433 h 4115461"/>
              <a:gd name="connsiteX42" fmla="*/ 816639 w 1826513"/>
              <a:gd name="connsiteY42" fmla="*/ 3091050 h 4115461"/>
              <a:gd name="connsiteX43" fmla="*/ 843465 w 1826513"/>
              <a:gd name="connsiteY43" fmla="*/ 3135121 h 4115461"/>
              <a:gd name="connsiteX44" fmla="*/ 738078 w 1826513"/>
              <a:gd name="connsiteY44" fmla="*/ 2067841 h 4115461"/>
              <a:gd name="connsiteX45" fmla="*/ 753407 w 1826513"/>
              <a:gd name="connsiteY45" fmla="*/ 1816829 h 4115461"/>
              <a:gd name="connsiteX46" fmla="*/ 749575 w 1826513"/>
              <a:gd name="connsiteY46" fmla="*/ 1809165 h 4115461"/>
              <a:gd name="connsiteX47" fmla="*/ 437247 w 1826513"/>
              <a:gd name="connsiteY47" fmla="*/ 1433605 h 4115461"/>
              <a:gd name="connsiteX48" fmla="*/ 78932 w 1826513"/>
              <a:gd name="connsiteY48" fmla="*/ 943078 h 4115461"/>
              <a:gd name="connsiteX49" fmla="*/ 92345 w 1826513"/>
              <a:gd name="connsiteY49" fmla="*/ 931581 h 4115461"/>
              <a:gd name="connsiteX50" fmla="*/ 739995 w 1826513"/>
              <a:gd name="connsiteY50" fmla="*/ 1761262 h 4115461"/>
              <a:gd name="connsiteX51" fmla="*/ 759156 w 1826513"/>
              <a:gd name="connsiteY51" fmla="*/ 1757429 h 4115461"/>
              <a:gd name="connsiteX52" fmla="*/ 795562 w 1826513"/>
              <a:gd name="connsiteY52" fmla="*/ 1460431 h 4115461"/>
              <a:gd name="connsiteX53" fmla="*/ 793646 w 1826513"/>
              <a:gd name="connsiteY53" fmla="*/ 1452766 h 4115461"/>
              <a:gd name="connsiteX54" fmla="*/ 341441 w 1826513"/>
              <a:gd name="connsiteY54" fmla="*/ 262854 h 4115461"/>
              <a:gd name="connsiteX55" fmla="*/ 358686 w 1826513"/>
              <a:gd name="connsiteY55" fmla="*/ 257106 h 4115461"/>
              <a:gd name="connsiteX56" fmla="*/ 789814 w 1826513"/>
              <a:gd name="connsiteY56" fmla="*/ 1404863 h 4115461"/>
              <a:gd name="connsiteX57" fmla="*/ 808975 w 1826513"/>
              <a:gd name="connsiteY57" fmla="*/ 1402947 h 4115461"/>
              <a:gd name="connsiteX58" fmla="*/ 943103 w 1826513"/>
              <a:gd name="connsiteY58" fmla="*/ 899007 h 4115461"/>
              <a:gd name="connsiteX59" fmla="*/ 943103 w 1826513"/>
              <a:gd name="connsiteY59" fmla="*/ 897091 h 4115461"/>
              <a:gd name="connsiteX60" fmla="*/ 1289922 w 1826513"/>
              <a:gd name="connsiteY60" fmla="*/ 4178 h 4115461"/>
              <a:gd name="connsiteX61" fmla="*/ 1307167 w 1826513"/>
              <a:gd name="connsiteY61" fmla="*/ 8010 h 4115461"/>
              <a:gd name="connsiteX62" fmla="*/ 950768 w 1826513"/>
              <a:gd name="connsiteY62" fmla="*/ 962239 h 4115461"/>
              <a:gd name="connsiteX63" fmla="*/ 948852 w 1826513"/>
              <a:gd name="connsiteY63" fmla="*/ 966071 h 4115461"/>
              <a:gd name="connsiteX64" fmla="*/ 864542 w 1826513"/>
              <a:gd name="connsiteY64" fmla="*/ 1312889 h 4115461"/>
              <a:gd name="connsiteX65" fmla="*/ 891368 w 1826513"/>
              <a:gd name="connsiteY65" fmla="*/ 1255405 h 4115461"/>
              <a:gd name="connsiteX66" fmla="*/ 1462373 w 1826513"/>
              <a:gd name="connsiteY66" fmla="*/ 534944 h 4115461"/>
              <a:gd name="connsiteX67" fmla="*/ 1820687 w 1826513"/>
              <a:gd name="connsiteY67" fmla="*/ 419976 h 4115461"/>
              <a:gd name="connsiteX68" fmla="*/ 1824520 w 1826513"/>
              <a:gd name="connsiteY68" fmla="*/ 435305 h 4115461"/>
              <a:gd name="connsiteX69" fmla="*/ 856878 w 1826513"/>
              <a:gd name="connsiteY69" fmla="*/ 1364624 h 4115461"/>
              <a:gd name="connsiteX70" fmla="*/ 853046 w 1826513"/>
              <a:gd name="connsiteY70" fmla="*/ 1370373 h 4115461"/>
              <a:gd name="connsiteX71" fmla="*/ 826220 w 1826513"/>
              <a:gd name="connsiteY71" fmla="*/ 1538992 h 4115461"/>
              <a:gd name="connsiteX72" fmla="*/ 843465 w 1826513"/>
              <a:gd name="connsiteY72" fmla="*/ 1546656 h 4115461"/>
              <a:gd name="connsiteX73" fmla="*/ 1686559 w 1826513"/>
              <a:gd name="connsiteY73" fmla="*/ 931581 h 4115461"/>
              <a:gd name="connsiteX74" fmla="*/ 1698056 w 1826513"/>
              <a:gd name="connsiteY74" fmla="*/ 946910 h 4115461"/>
              <a:gd name="connsiteX75" fmla="*/ 824304 w 1826513"/>
              <a:gd name="connsiteY75" fmla="*/ 1598391 h 4115461"/>
              <a:gd name="connsiteX76" fmla="*/ 818556 w 1826513"/>
              <a:gd name="connsiteY76" fmla="*/ 1606056 h 4115461"/>
              <a:gd name="connsiteX77" fmla="*/ 782149 w 1826513"/>
              <a:gd name="connsiteY77" fmla="*/ 2077422 h 4115461"/>
              <a:gd name="connsiteX78" fmla="*/ 414254 w 1826513"/>
              <a:gd name="connsiteY78" fmla="*/ 3711874 h 4115461"/>
              <a:gd name="connsiteX79" fmla="*/ 1117471 w 1826513"/>
              <a:gd name="connsiteY79" fmla="*/ 4031866 h 4115461"/>
              <a:gd name="connsiteX80" fmla="*/ 1127051 w 1826513"/>
              <a:gd name="connsiteY80" fmla="*/ 4016537 h 4115461"/>
              <a:gd name="connsiteX81" fmla="*/ 421918 w 1826513"/>
              <a:gd name="connsiteY81" fmla="*/ 3696545 h 4115461"/>
              <a:gd name="connsiteX82" fmla="*/ 414254 w 1826513"/>
              <a:gd name="connsiteY82" fmla="*/ 3711874 h 4115461"/>
              <a:gd name="connsiteX83" fmla="*/ 897117 w 1826513"/>
              <a:gd name="connsiteY83" fmla="*/ 707395 h 4115461"/>
              <a:gd name="connsiteX84" fmla="*/ 860710 w 1826513"/>
              <a:gd name="connsiteY84" fmla="*/ 362493 h 4115461"/>
              <a:gd name="connsiteX85" fmla="*/ 841549 w 1826513"/>
              <a:gd name="connsiteY85" fmla="*/ 362493 h 4115461"/>
              <a:gd name="connsiteX86" fmla="*/ 837717 w 1826513"/>
              <a:gd name="connsiteY86" fmla="*/ 1113612 h 4115461"/>
              <a:gd name="connsiteX87" fmla="*/ 856878 w 1826513"/>
              <a:gd name="connsiteY87" fmla="*/ 1113612 h 4115461"/>
              <a:gd name="connsiteX88" fmla="*/ 897117 w 1826513"/>
              <a:gd name="connsiteY88" fmla="*/ 707395 h 4115461"/>
              <a:gd name="connsiteX89" fmla="*/ 442996 w 1826513"/>
              <a:gd name="connsiteY89" fmla="*/ 1696113 h 4115461"/>
              <a:gd name="connsiteX90" fmla="*/ 713169 w 1826513"/>
              <a:gd name="connsiteY90" fmla="*/ 2573697 h 4115461"/>
              <a:gd name="connsiteX91" fmla="*/ 732330 w 1826513"/>
              <a:gd name="connsiteY91" fmla="*/ 2567949 h 4115461"/>
              <a:gd name="connsiteX92" fmla="*/ 462157 w 1826513"/>
              <a:gd name="connsiteY92" fmla="*/ 1690365 h 4115461"/>
              <a:gd name="connsiteX93" fmla="*/ 442996 w 1826513"/>
              <a:gd name="connsiteY93" fmla="*/ 1696113 h 4115461"/>
              <a:gd name="connsiteX94" fmla="*/ 678679 w 1826513"/>
              <a:gd name="connsiteY94" fmla="*/ 2625433 h 4115461"/>
              <a:gd name="connsiteX95" fmla="*/ 80849 w 1826513"/>
              <a:gd name="connsiteY95" fmla="*/ 1726771 h 4115461"/>
              <a:gd name="connsiteX96" fmla="*/ 63603 w 1826513"/>
              <a:gd name="connsiteY96" fmla="*/ 1734436 h 4115461"/>
              <a:gd name="connsiteX97" fmla="*/ 665266 w 1826513"/>
              <a:gd name="connsiteY97" fmla="*/ 2636929 h 4115461"/>
              <a:gd name="connsiteX98" fmla="*/ 678679 w 1826513"/>
              <a:gd name="connsiteY98" fmla="*/ 2625433 h 4115461"/>
              <a:gd name="connsiteX99" fmla="*/ 565627 w 1826513"/>
              <a:gd name="connsiteY99" fmla="*/ 3175360 h 4115461"/>
              <a:gd name="connsiteX100" fmla="*/ 11868 w 1826513"/>
              <a:gd name="connsiteY100" fmla="*/ 2799800 h 4115461"/>
              <a:gd name="connsiteX101" fmla="*/ 371 w 1826513"/>
              <a:gd name="connsiteY101" fmla="*/ 2813212 h 4115461"/>
              <a:gd name="connsiteX102" fmla="*/ 377847 w 1826513"/>
              <a:gd name="connsiteY102" fmla="*/ 3252005 h 4115461"/>
              <a:gd name="connsiteX103" fmla="*/ 891368 w 1826513"/>
              <a:gd name="connsiteY103" fmla="*/ 3472359 h 4115461"/>
              <a:gd name="connsiteX104" fmla="*/ 900949 w 1826513"/>
              <a:gd name="connsiteY104" fmla="*/ 3455113 h 4115461"/>
              <a:gd name="connsiteX105" fmla="*/ 565627 w 1826513"/>
              <a:gd name="connsiteY105" fmla="*/ 3175360 h 411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826513" h="4115461">
                <a:moveTo>
                  <a:pt x="782149" y="2077422"/>
                </a:moveTo>
                <a:cubicBezTo>
                  <a:pt x="782149" y="2108080"/>
                  <a:pt x="782149" y="2140654"/>
                  <a:pt x="782149" y="2171312"/>
                </a:cubicBezTo>
                <a:cubicBezTo>
                  <a:pt x="830052" y="1945209"/>
                  <a:pt x="939271" y="1732520"/>
                  <a:pt x="1096393" y="1563901"/>
                </a:cubicBezTo>
                <a:cubicBezTo>
                  <a:pt x="1102142" y="1556237"/>
                  <a:pt x="1115554" y="1563901"/>
                  <a:pt x="1113638" y="1573482"/>
                </a:cubicBezTo>
                <a:cubicBezTo>
                  <a:pt x="1081064" y="1711442"/>
                  <a:pt x="1023581" y="1811081"/>
                  <a:pt x="996755" y="1899222"/>
                </a:cubicBezTo>
                <a:cubicBezTo>
                  <a:pt x="962265" y="2012274"/>
                  <a:pt x="833884" y="2190473"/>
                  <a:pt x="785981" y="2249873"/>
                </a:cubicBezTo>
                <a:cubicBezTo>
                  <a:pt x="784065" y="2251789"/>
                  <a:pt x="784065" y="2253705"/>
                  <a:pt x="784065" y="2255621"/>
                </a:cubicBezTo>
                <a:cubicBezTo>
                  <a:pt x="784065" y="2265202"/>
                  <a:pt x="784065" y="2272866"/>
                  <a:pt x="784065" y="2282447"/>
                </a:cubicBezTo>
                <a:cubicBezTo>
                  <a:pt x="1025497" y="1972035"/>
                  <a:pt x="1328244" y="1707610"/>
                  <a:pt x="1667398" y="1510250"/>
                </a:cubicBezTo>
                <a:cubicBezTo>
                  <a:pt x="1676978" y="1504501"/>
                  <a:pt x="1686559" y="1515998"/>
                  <a:pt x="1680810" y="1523662"/>
                </a:cubicBezTo>
                <a:cubicBezTo>
                  <a:pt x="1466205" y="1828326"/>
                  <a:pt x="1368483" y="2016106"/>
                  <a:pt x="1111722" y="2150234"/>
                </a:cubicBezTo>
                <a:cubicBezTo>
                  <a:pt x="925858" y="2247957"/>
                  <a:pt x="831968" y="2284363"/>
                  <a:pt x="791730" y="2297776"/>
                </a:cubicBezTo>
                <a:cubicBezTo>
                  <a:pt x="787898" y="2299692"/>
                  <a:pt x="785981" y="2303524"/>
                  <a:pt x="785981" y="2307356"/>
                </a:cubicBezTo>
                <a:cubicBezTo>
                  <a:pt x="791730" y="2483640"/>
                  <a:pt x="808975" y="2659923"/>
                  <a:pt x="837717" y="2834290"/>
                </a:cubicBezTo>
                <a:cubicBezTo>
                  <a:pt x="839633" y="2843871"/>
                  <a:pt x="853046" y="2845787"/>
                  <a:pt x="856878" y="2836206"/>
                </a:cubicBezTo>
                <a:cubicBezTo>
                  <a:pt x="908613" y="2713574"/>
                  <a:pt x="1017832" y="2477891"/>
                  <a:pt x="1117471" y="2374421"/>
                </a:cubicBezTo>
                <a:cubicBezTo>
                  <a:pt x="1257348" y="2232628"/>
                  <a:pt x="1433631" y="2117660"/>
                  <a:pt x="1630991" y="2085086"/>
                </a:cubicBezTo>
                <a:cubicBezTo>
                  <a:pt x="1640572" y="2083170"/>
                  <a:pt x="1650153" y="2083170"/>
                  <a:pt x="1655901" y="2090835"/>
                </a:cubicBezTo>
                <a:cubicBezTo>
                  <a:pt x="1663565" y="2100415"/>
                  <a:pt x="1653985" y="2113828"/>
                  <a:pt x="1646320" y="2121493"/>
                </a:cubicBezTo>
                <a:cubicBezTo>
                  <a:pt x="1399141" y="2395498"/>
                  <a:pt x="1132800" y="2652258"/>
                  <a:pt x="851130" y="2889857"/>
                </a:cubicBezTo>
                <a:cubicBezTo>
                  <a:pt x="849213" y="2891774"/>
                  <a:pt x="847297" y="2895606"/>
                  <a:pt x="847297" y="2899438"/>
                </a:cubicBezTo>
                <a:cubicBezTo>
                  <a:pt x="885620" y="3115960"/>
                  <a:pt x="941187" y="3328649"/>
                  <a:pt x="1012084" y="3535591"/>
                </a:cubicBezTo>
                <a:cubicBezTo>
                  <a:pt x="1015916" y="3547087"/>
                  <a:pt x="1031245" y="3543255"/>
                  <a:pt x="1031245" y="3531758"/>
                </a:cubicBezTo>
                <a:cubicBezTo>
                  <a:pt x="1027413" y="3487688"/>
                  <a:pt x="1023581" y="3443617"/>
                  <a:pt x="1023581" y="3397630"/>
                </a:cubicBezTo>
                <a:cubicBezTo>
                  <a:pt x="1019748" y="3202185"/>
                  <a:pt x="1052322" y="3002909"/>
                  <a:pt x="1142380" y="2830458"/>
                </a:cubicBezTo>
                <a:cubicBezTo>
                  <a:pt x="1146212" y="2820877"/>
                  <a:pt x="1161541" y="2824709"/>
                  <a:pt x="1159625" y="2836206"/>
                </a:cubicBezTo>
                <a:cubicBezTo>
                  <a:pt x="1134716" y="3135121"/>
                  <a:pt x="1109806" y="3432120"/>
                  <a:pt x="1084897" y="3729119"/>
                </a:cubicBezTo>
                <a:cubicBezTo>
                  <a:pt x="1084897" y="3731035"/>
                  <a:pt x="1084897" y="3732951"/>
                  <a:pt x="1084897" y="3732951"/>
                </a:cubicBezTo>
                <a:cubicBezTo>
                  <a:pt x="1090645" y="3750196"/>
                  <a:pt x="1098309" y="3767441"/>
                  <a:pt x="1105974" y="3782770"/>
                </a:cubicBezTo>
                <a:cubicBezTo>
                  <a:pt x="1102142" y="3338230"/>
                  <a:pt x="1280341" y="2891774"/>
                  <a:pt x="1592669" y="2573697"/>
                </a:cubicBezTo>
                <a:cubicBezTo>
                  <a:pt x="1598417" y="2567949"/>
                  <a:pt x="1607998" y="2571781"/>
                  <a:pt x="1609914" y="2579446"/>
                </a:cubicBezTo>
                <a:cubicBezTo>
                  <a:pt x="1638656" y="2811297"/>
                  <a:pt x="1489198" y="3010573"/>
                  <a:pt x="1374231" y="3217514"/>
                </a:cubicBezTo>
                <a:cubicBezTo>
                  <a:pt x="1270760" y="3403378"/>
                  <a:pt x="1197948" y="3616068"/>
                  <a:pt x="1123219" y="3817261"/>
                </a:cubicBezTo>
                <a:cubicBezTo>
                  <a:pt x="1123219" y="3819176"/>
                  <a:pt x="1123219" y="3821093"/>
                  <a:pt x="1123219" y="3824925"/>
                </a:cubicBezTo>
                <a:cubicBezTo>
                  <a:pt x="1157709" y="3909234"/>
                  <a:pt x="1196032" y="3989711"/>
                  <a:pt x="1236270" y="4072105"/>
                </a:cubicBezTo>
                <a:cubicBezTo>
                  <a:pt x="1251599" y="4102763"/>
                  <a:pt x="1205612" y="4133421"/>
                  <a:pt x="1190283" y="4102763"/>
                </a:cubicBezTo>
                <a:cubicBezTo>
                  <a:pt x="1079148" y="3880493"/>
                  <a:pt x="989090" y="3648642"/>
                  <a:pt x="918194" y="3412959"/>
                </a:cubicBezTo>
                <a:cubicBezTo>
                  <a:pt x="918194" y="3411043"/>
                  <a:pt x="918194" y="3411043"/>
                  <a:pt x="916278" y="3411043"/>
                </a:cubicBezTo>
                <a:cubicBezTo>
                  <a:pt x="858794" y="3334398"/>
                  <a:pt x="774485" y="3238592"/>
                  <a:pt x="667182" y="3119792"/>
                </a:cubicBezTo>
                <a:cubicBezTo>
                  <a:pt x="542634" y="2977999"/>
                  <a:pt x="303119" y="2767226"/>
                  <a:pt x="178571" y="2606272"/>
                </a:cubicBezTo>
                <a:cubicBezTo>
                  <a:pt x="172822" y="2598607"/>
                  <a:pt x="180487" y="2587110"/>
                  <a:pt x="190067" y="2590943"/>
                </a:cubicBezTo>
                <a:lnTo>
                  <a:pt x="259048" y="2625433"/>
                </a:lnTo>
                <a:cubicBezTo>
                  <a:pt x="488983" y="2744232"/>
                  <a:pt x="667182" y="2880277"/>
                  <a:pt x="816639" y="3091050"/>
                </a:cubicBezTo>
                <a:cubicBezTo>
                  <a:pt x="826220" y="3104463"/>
                  <a:pt x="835801" y="3119792"/>
                  <a:pt x="843465" y="3135121"/>
                </a:cubicBezTo>
                <a:cubicBezTo>
                  <a:pt x="764904" y="2786387"/>
                  <a:pt x="728498" y="2426156"/>
                  <a:pt x="738078" y="2067841"/>
                </a:cubicBezTo>
                <a:cubicBezTo>
                  <a:pt x="741911" y="1977783"/>
                  <a:pt x="747659" y="1895390"/>
                  <a:pt x="753407" y="1816829"/>
                </a:cubicBezTo>
                <a:cubicBezTo>
                  <a:pt x="753407" y="1812997"/>
                  <a:pt x="753407" y="1811081"/>
                  <a:pt x="749575" y="1809165"/>
                </a:cubicBezTo>
                <a:cubicBezTo>
                  <a:pt x="634608" y="1709526"/>
                  <a:pt x="533053" y="1538992"/>
                  <a:pt x="437247" y="1433605"/>
                </a:cubicBezTo>
                <a:cubicBezTo>
                  <a:pt x="295454" y="1280315"/>
                  <a:pt x="168990" y="1180677"/>
                  <a:pt x="78932" y="943078"/>
                </a:cubicBezTo>
                <a:cubicBezTo>
                  <a:pt x="75100" y="935413"/>
                  <a:pt x="84681" y="927749"/>
                  <a:pt x="92345" y="931581"/>
                </a:cubicBezTo>
                <a:cubicBezTo>
                  <a:pt x="245635" y="1013974"/>
                  <a:pt x="590537" y="1427856"/>
                  <a:pt x="739995" y="1761262"/>
                </a:cubicBezTo>
                <a:cubicBezTo>
                  <a:pt x="743827" y="1770842"/>
                  <a:pt x="757240" y="1767010"/>
                  <a:pt x="759156" y="1757429"/>
                </a:cubicBezTo>
                <a:cubicBezTo>
                  <a:pt x="768736" y="1648210"/>
                  <a:pt x="782149" y="1548572"/>
                  <a:pt x="795562" y="1460431"/>
                </a:cubicBezTo>
                <a:cubicBezTo>
                  <a:pt x="795562" y="1458514"/>
                  <a:pt x="795562" y="1454682"/>
                  <a:pt x="793646" y="1452766"/>
                </a:cubicBezTo>
                <a:cubicBezTo>
                  <a:pt x="531137" y="1113612"/>
                  <a:pt x="370183" y="693982"/>
                  <a:pt x="341441" y="262854"/>
                </a:cubicBezTo>
                <a:cubicBezTo>
                  <a:pt x="341441" y="253274"/>
                  <a:pt x="354854" y="247525"/>
                  <a:pt x="358686" y="257106"/>
                </a:cubicBezTo>
                <a:cubicBezTo>
                  <a:pt x="523473" y="554105"/>
                  <a:pt x="724666" y="1194090"/>
                  <a:pt x="789814" y="1404863"/>
                </a:cubicBezTo>
                <a:cubicBezTo>
                  <a:pt x="793646" y="1414444"/>
                  <a:pt x="807059" y="1412528"/>
                  <a:pt x="808975" y="1402947"/>
                </a:cubicBezTo>
                <a:cubicBezTo>
                  <a:pt x="851130" y="1151935"/>
                  <a:pt x="904781" y="989064"/>
                  <a:pt x="943103" y="899007"/>
                </a:cubicBezTo>
                <a:cubicBezTo>
                  <a:pt x="943103" y="899007"/>
                  <a:pt x="943103" y="897091"/>
                  <a:pt x="943103" y="897091"/>
                </a:cubicBezTo>
                <a:cubicBezTo>
                  <a:pt x="998671" y="580931"/>
                  <a:pt x="1117471" y="274351"/>
                  <a:pt x="1289922" y="4178"/>
                </a:cubicBezTo>
                <a:cubicBezTo>
                  <a:pt x="1295670" y="-3487"/>
                  <a:pt x="1307167" y="346"/>
                  <a:pt x="1307167" y="8010"/>
                </a:cubicBezTo>
                <a:cubicBezTo>
                  <a:pt x="1320579" y="356744"/>
                  <a:pt x="1188367" y="707395"/>
                  <a:pt x="950768" y="962239"/>
                </a:cubicBezTo>
                <a:cubicBezTo>
                  <a:pt x="948852" y="964155"/>
                  <a:pt x="948852" y="964155"/>
                  <a:pt x="948852" y="966071"/>
                </a:cubicBezTo>
                <a:cubicBezTo>
                  <a:pt x="923942" y="1050380"/>
                  <a:pt x="893284" y="1169180"/>
                  <a:pt x="864542" y="1312889"/>
                </a:cubicBezTo>
                <a:lnTo>
                  <a:pt x="891368" y="1255405"/>
                </a:lnTo>
                <a:cubicBezTo>
                  <a:pt x="1019748" y="975652"/>
                  <a:pt x="1217109" y="724640"/>
                  <a:pt x="1462373" y="534944"/>
                </a:cubicBezTo>
                <a:cubicBezTo>
                  <a:pt x="1565843" y="454466"/>
                  <a:pt x="1698056" y="383570"/>
                  <a:pt x="1820687" y="419976"/>
                </a:cubicBezTo>
                <a:cubicBezTo>
                  <a:pt x="1826436" y="421892"/>
                  <a:pt x="1828352" y="429557"/>
                  <a:pt x="1824520" y="435305"/>
                </a:cubicBezTo>
                <a:cubicBezTo>
                  <a:pt x="1533269" y="776375"/>
                  <a:pt x="1207528" y="1086787"/>
                  <a:pt x="856878" y="1364624"/>
                </a:cubicBezTo>
                <a:cubicBezTo>
                  <a:pt x="854962" y="1366541"/>
                  <a:pt x="853046" y="1368457"/>
                  <a:pt x="853046" y="1370373"/>
                </a:cubicBezTo>
                <a:cubicBezTo>
                  <a:pt x="843465" y="1424024"/>
                  <a:pt x="833884" y="1479592"/>
                  <a:pt x="826220" y="1538992"/>
                </a:cubicBezTo>
                <a:cubicBezTo>
                  <a:pt x="824304" y="1548572"/>
                  <a:pt x="837717" y="1554320"/>
                  <a:pt x="843465" y="1546656"/>
                </a:cubicBezTo>
                <a:cubicBezTo>
                  <a:pt x="966097" y="1378037"/>
                  <a:pt x="1368483" y="1059961"/>
                  <a:pt x="1686559" y="931581"/>
                </a:cubicBezTo>
                <a:cubicBezTo>
                  <a:pt x="1696140" y="927749"/>
                  <a:pt x="1703804" y="939245"/>
                  <a:pt x="1698056" y="946910"/>
                </a:cubicBezTo>
                <a:cubicBezTo>
                  <a:pt x="1468121" y="1222831"/>
                  <a:pt x="1232438" y="1452766"/>
                  <a:pt x="824304" y="1598391"/>
                </a:cubicBezTo>
                <a:cubicBezTo>
                  <a:pt x="820472" y="1600307"/>
                  <a:pt x="818556" y="1602223"/>
                  <a:pt x="818556" y="1606056"/>
                </a:cubicBezTo>
                <a:cubicBezTo>
                  <a:pt x="799394" y="1747849"/>
                  <a:pt x="785981" y="1906887"/>
                  <a:pt x="782149" y="2077422"/>
                </a:cubicBezTo>
                <a:close/>
                <a:moveTo>
                  <a:pt x="414254" y="3711874"/>
                </a:moveTo>
                <a:cubicBezTo>
                  <a:pt x="623111" y="3865164"/>
                  <a:pt x="864542" y="3972466"/>
                  <a:pt x="1117471" y="4031866"/>
                </a:cubicBezTo>
                <a:cubicBezTo>
                  <a:pt x="1127051" y="4033782"/>
                  <a:pt x="1132800" y="4022285"/>
                  <a:pt x="1127051" y="4016537"/>
                </a:cubicBezTo>
                <a:cubicBezTo>
                  <a:pt x="945020" y="3823009"/>
                  <a:pt x="686343" y="3706125"/>
                  <a:pt x="421918" y="3696545"/>
                </a:cubicBezTo>
                <a:cubicBezTo>
                  <a:pt x="410422" y="3694629"/>
                  <a:pt x="406589" y="3706125"/>
                  <a:pt x="414254" y="3711874"/>
                </a:cubicBezTo>
                <a:close/>
                <a:moveTo>
                  <a:pt x="897117" y="707395"/>
                </a:moveTo>
                <a:cubicBezTo>
                  <a:pt x="883704" y="617337"/>
                  <a:pt x="893284" y="502369"/>
                  <a:pt x="860710" y="362493"/>
                </a:cubicBezTo>
                <a:cubicBezTo>
                  <a:pt x="858794" y="352912"/>
                  <a:pt x="845381" y="352912"/>
                  <a:pt x="841549" y="362493"/>
                </a:cubicBezTo>
                <a:cubicBezTo>
                  <a:pt x="766820" y="605840"/>
                  <a:pt x="764904" y="870265"/>
                  <a:pt x="837717" y="1113612"/>
                </a:cubicBezTo>
                <a:cubicBezTo>
                  <a:pt x="839633" y="1123193"/>
                  <a:pt x="853046" y="1123193"/>
                  <a:pt x="856878" y="1113612"/>
                </a:cubicBezTo>
                <a:cubicBezTo>
                  <a:pt x="877955" y="1036967"/>
                  <a:pt x="914362" y="824278"/>
                  <a:pt x="897117" y="707395"/>
                </a:cubicBezTo>
                <a:close/>
                <a:moveTo>
                  <a:pt x="442996" y="1696113"/>
                </a:moveTo>
                <a:cubicBezTo>
                  <a:pt x="483234" y="2000777"/>
                  <a:pt x="575208" y="2297776"/>
                  <a:pt x="713169" y="2573697"/>
                </a:cubicBezTo>
                <a:cubicBezTo>
                  <a:pt x="717001" y="2583278"/>
                  <a:pt x="732330" y="2579446"/>
                  <a:pt x="732330" y="2567949"/>
                </a:cubicBezTo>
                <a:cubicBezTo>
                  <a:pt x="694008" y="2263286"/>
                  <a:pt x="602034" y="1964371"/>
                  <a:pt x="462157" y="1690365"/>
                </a:cubicBezTo>
                <a:cubicBezTo>
                  <a:pt x="456408" y="1680785"/>
                  <a:pt x="442996" y="1684617"/>
                  <a:pt x="442996" y="1696113"/>
                </a:cubicBezTo>
                <a:close/>
                <a:moveTo>
                  <a:pt x="678679" y="2625433"/>
                </a:moveTo>
                <a:cubicBezTo>
                  <a:pt x="510060" y="2305440"/>
                  <a:pt x="331860" y="1985448"/>
                  <a:pt x="80849" y="1726771"/>
                </a:cubicBezTo>
                <a:cubicBezTo>
                  <a:pt x="75100" y="1721023"/>
                  <a:pt x="61687" y="1726771"/>
                  <a:pt x="63603" y="1734436"/>
                </a:cubicBezTo>
                <a:cubicBezTo>
                  <a:pt x="132584" y="2098499"/>
                  <a:pt x="356770" y="2429988"/>
                  <a:pt x="665266" y="2636929"/>
                </a:cubicBezTo>
                <a:cubicBezTo>
                  <a:pt x="672930" y="2644594"/>
                  <a:pt x="682511" y="2635013"/>
                  <a:pt x="678679" y="2625433"/>
                </a:cubicBezTo>
                <a:close/>
                <a:moveTo>
                  <a:pt x="565627" y="3175360"/>
                </a:moveTo>
                <a:cubicBezTo>
                  <a:pt x="397009" y="3039315"/>
                  <a:pt x="270545" y="2845787"/>
                  <a:pt x="11868" y="2799800"/>
                </a:cubicBezTo>
                <a:cubicBezTo>
                  <a:pt x="4204" y="2797884"/>
                  <a:pt x="-1545" y="2805548"/>
                  <a:pt x="371" y="2813212"/>
                </a:cubicBezTo>
                <a:cubicBezTo>
                  <a:pt x="63603" y="2999077"/>
                  <a:pt x="211145" y="3148534"/>
                  <a:pt x="377847" y="3252005"/>
                </a:cubicBezTo>
                <a:cubicBezTo>
                  <a:pt x="536886" y="3349727"/>
                  <a:pt x="713169" y="3412959"/>
                  <a:pt x="891368" y="3472359"/>
                </a:cubicBezTo>
                <a:cubicBezTo>
                  <a:pt x="900949" y="3476191"/>
                  <a:pt x="908613" y="3462778"/>
                  <a:pt x="900949" y="3455113"/>
                </a:cubicBezTo>
                <a:cubicBezTo>
                  <a:pt x="843465" y="3405294"/>
                  <a:pt x="720833" y="3299908"/>
                  <a:pt x="565627" y="3175360"/>
                </a:cubicBezTo>
                <a:close/>
              </a:path>
            </a:pathLst>
          </a:custGeom>
          <a:solidFill>
            <a:srgbClr val="BFD0DD"/>
          </a:solidFill>
          <a:ln w="191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D0D04-737A-4D80-2976-F6549FDE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E7C01-EB9D-7247-28FA-EDEE09FE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E1F27-BCBD-AC6E-E31D-E7EBB336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9C5FEED-A462-61D7-07CF-D1758EF5AB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622" b="23486"/>
          <a:stretch/>
        </p:blipFill>
        <p:spPr>
          <a:xfrm>
            <a:off x="10455755" y="5236506"/>
            <a:ext cx="1736246" cy="16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10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itle 1">
            <a:extLst>
              <a:ext uri="{FF2B5EF4-FFF2-40B4-BE49-F238E27FC236}">
                <a16:creationId xmlns:a16="http://schemas.microsoft.com/office/drawing/2014/main" id="{F16947B2-AA1A-EF29-45E7-3D07296A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4BC050A6-8F86-6EAB-45B6-4199058D9E6A}"/>
              </a:ext>
            </a:extLst>
          </p:cNvPr>
          <p:cNvSpPr/>
          <p:nvPr userDrawn="1"/>
        </p:nvSpPr>
        <p:spPr>
          <a:xfrm>
            <a:off x="7566237" y="394428"/>
            <a:ext cx="3941882" cy="3627688"/>
          </a:xfrm>
          <a:custGeom>
            <a:avLst/>
            <a:gdLst>
              <a:gd name="connsiteX0" fmla="*/ 2686692 w 3941882"/>
              <a:gd name="connsiteY0" fmla="*/ 3458311 h 3627688"/>
              <a:gd name="connsiteX1" fmla="*/ 2710232 w 3941882"/>
              <a:gd name="connsiteY1" fmla="*/ 3462112 h 3627688"/>
              <a:gd name="connsiteX2" fmla="*/ 2788298 w 3941882"/>
              <a:gd name="connsiteY2" fmla="*/ 3491129 h 3627688"/>
              <a:gd name="connsiteX3" fmla="*/ 2904216 w 3941882"/>
              <a:gd name="connsiteY3" fmla="*/ 3545163 h 3627688"/>
              <a:gd name="connsiteX4" fmla="*/ 2931485 w 3941882"/>
              <a:gd name="connsiteY4" fmla="*/ 3574399 h 3627688"/>
              <a:gd name="connsiteX5" fmla="*/ 2909051 w 3941882"/>
              <a:gd name="connsiteY5" fmla="*/ 3610808 h 3627688"/>
              <a:gd name="connsiteX6" fmla="*/ 2869334 w 3941882"/>
              <a:gd name="connsiteY6" fmla="*/ 3627561 h 3627688"/>
              <a:gd name="connsiteX7" fmla="*/ 2794406 w 3941882"/>
              <a:gd name="connsiteY7" fmla="*/ 3603733 h 3627688"/>
              <a:gd name="connsiteX8" fmla="*/ 2772159 w 3941882"/>
              <a:gd name="connsiteY8" fmla="*/ 3591990 h 3627688"/>
              <a:gd name="connsiteX9" fmla="*/ 2722231 w 3941882"/>
              <a:gd name="connsiteY9" fmla="*/ 3559919 h 3627688"/>
              <a:gd name="connsiteX10" fmla="*/ 2680815 w 3941882"/>
              <a:gd name="connsiteY10" fmla="*/ 3536493 h 3627688"/>
              <a:gd name="connsiteX11" fmla="*/ 2662385 w 3941882"/>
              <a:gd name="connsiteY11" fmla="*/ 3495973 h 3627688"/>
              <a:gd name="connsiteX12" fmla="*/ 2686692 w 3941882"/>
              <a:gd name="connsiteY12" fmla="*/ 3458311 h 3627688"/>
              <a:gd name="connsiteX13" fmla="*/ 3412195 w 3941882"/>
              <a:gd name="connsiteY13" fmla="*/ 3364328 h 3627688"/>
              <a:gd name="connsiteX14" fmla="*/ 3444641 w 3941882"/>
              <a:gd name="connsiteY14" fmla="*/ 3411279 h 3627688"/>
              <a:gd name="connsiteX15" fmla="*/ 3439993 w 3941882"/>
              <a:gd name="connsiteY15" fmla="*/ 3440393 h 3627688"/>
              <a:gd name="connsiteX16" fmla="*/ 3367587 w 3941882"/>
              <a:gd name="connsiteY16" fmla="*/ 3541863 h 3627688"/>
              <a:gd name="connsiteX17" fmla="*/ 3327722 w 3941882"/>
              <a:gd name="connsiteY17" fmla="*/ 3572592 h 3627688"/>
              <a:gd name="connsiteX18" fmla="*/ 3264625 w 3941882"/>
              <a:gd name="connsiteY18" fmla="*/ 3575539 h 3627688"/>
              <a:gd name="connsiteX19" fmla="*/ 3260428 w 3941882"/>
              <a:gd name="connsiteY19" fmla="*/ 3571159 h 3627688"/>
              <a:gd name="connsiteX20" fmla="*/ 3225279 w 3941882"/>
              <a:gd name="connsiteY20" fmla="*/ 3519290 h 3627688"/>
              <a:gd name="connsiteX21" fmla="*/ 3245220 w 3941882"/>
              <a:gd name="connsiteY21" fmla="*/ 3460909 h 3627688"/>
              <a:gd name="connsiteX22" fmla="*/ 3361269 w 3941882"/>
              <a:gd name="connsiteY22" fmla="*/ 3375147 h 3627688"/>
              <a:gd name="connsiteX23" fmla="*/ 3412195 w 3941882"/>
              <a:gd name="connsiteY23" fmla="*/ 3364328 h 3627688"/>
              <a:gd name="connsiteX24" fmla="*/ 2463706 w 3941882"/>
              <a:gd name="connsiteY24" fmla="*/ 3249667 h 3627688"/>
              <a:gd name="connsiteX25" fmla="*/ 2468635 w 3941882"/>
              <a:gd name="connsiteY25" fmla="*/ 3255569 h 3627688"/>
              <a:gd name="connsiteX26" fmla="*/ 2489131 w 3941882"/>
              <a:gd name="connsiteY26" fmla="*/ 3260824 h 3627688"/>
              <a:gd name="connsiteX27" fmla="*/ 2497617 w 3941882"/>
              <a:gd name="connsiteY27" fmla="*/ 3278927 h 3627688"/>
              <a:gd name="connsiteX28" fmla="*/ 2478883 w 3941882"/>
              <a:gd name="connsiteY28" fmla="*/ 3330472 h 3627688"/>
              <a:gd name="connsiteX29" fmla="*/ 2427697 w 3941882"/>
              <a:gd name="connsiteY29" fmla="*/ 3406810 h 3627688"/>
              <a:gd name="connsiteX30" fmla="*/ 2401379 w 3941882"/>
              <a:gd name="connsiteY30" fmla="*/ 3429112 h 3627688"/>
              <a:gd name="connsiteX31" fmla="*/ 2343690 w 3941882"/>
              <a:gd name="connsiteY31" fmla="*/ 3472825 h 3627688"/>
              <a:gd name="connsiteX32" fmla="*/ 2297833 w 3941882"/>
              <a:gd name="connsiteY32" fmla="*/ 3464742 h 3627688"/>
              <a:gd name="connsiteX33" fmla="*/ 2288653 w 3941882"/>
              <a:gd name="connsiteY33" fmla="*/ 3434155 h 3627688"/>
              <a:gd name="connsiteX34" fmla="*/ 2279167 w 3941882"/>
              <a:gd name="connsiteY34" fmla="*/ 3421186 h 3627688"/>
              <a:gd name="connsiteX35" fmla="*/ 2277715 w 3941882"/>
              <a:gd name="connsiteY35" fmla="*/ 3374677 h 3627688"/>
              <a:gd name="connsiteX36" fmla="*/ 2313202 w 3941882"/>
              <a:gd name="connsiteY36" fmla="*/ 3332651 h 3627688"/>
              <a:gd name="connsiteX37" fmla="*/ 2414697 w 3941882"/>
              <a:gd name="connsiteY37" fmla="*/ 3256104 h 3627688"/>
              <a:gd name="connsiteX38" fmla="*/ 2433463 w 3941882"/>
              <a:gd name="connsiteY38" fmla="*/ 3250914 h 3627688"/>
              <a:gd name="connsiteX39" fmla="*/ 2457437 w 3941882"/>
              <a:gd name="connsiteY39" fmla="*/ 3250119 h 3627688"/>
              <a:gd name="connsiteX40" fmla="*/ 2463706 w 3941882"/>
              <a:gd name="connsiteY40" fmla="*/ 3249667 h 3627688"/>
              <a:gd name="connsiteX41" fmla="*/ 1333115 w 3941882"/>
              <a:gd name="connsiteY41" fmla="*/ 3221993 h 3627688"/>
              <a:gd name="connsiteX42" fmla="*/ 1352522 w 3941882"/>
              <a:gd name="connsiteY42" fmla="*/ 3233428 h 3627688"/>
              <a:gd name="connsiteX43" fmla="*/ 1361963 w 3941882"/>
              <a:gd name="connsiteY43" fmla="*/ 3234609 h 3627688"/>
              <a:gd name="connsiteX44" fmla="*/ 1421069 w 3941882"/>
              <a:gd name="connsiteY44" fmla="*/ 3275926 h 3627688"/>
              <a:gd name="connsiteX45" fmla="*/ 1403332 w 3941882"/>
              <a:gd name="connsiteY45" fmla="*/ 3340972 h 3627688"/>
              <a:gd name="connsiteX46" fmla="*/ 1335567 w 3941882"/>
              <a:gd name="connsiteY46" fmla="*/ 3361376 h 3627688"/>
              <a:gd name="connsiteX47" fmla="*/ 1248380 w 3941882"/>
              <a:gd name="connsiteY47" fmla="*/ 3386854 h 3627688"/>
              <a:gd name="connsiteX48" fmla="*/ 1205738 w 3941882"/>
              <a:gd name="connsiteY48" fmla="*/ 3388994 h 3627688"/>
              <a:gd name="connsiteX49" fmla="*/ 1126508 w 3941882"/>
              <a:gd name="connsiteY49" fmla="*/ 3379181 h 3627688"/>
              <a:gd name="connsiteX50" fmla="*/ 1112964 w 3941882"/>
              <a:gd name="connsiteY50" fmla="*/ 3357482 h 3627688"/>
              <a:gd name="connsiteX51" fmla="*/ 1155087 w 3941882"/>
              <a:gd name="connsiteY51" fmla="*/ 3287658 h 3627688"/>
              <a:gd name="connsiteX52" fmla="*/ 1296805 w 3941882"/>
              <a:gd name="connsiteY52" fmla="*/ 3233650 h 3627688"/>
              <a:gd name="connsiteX53" fmla="*/ 1333115 w 3941882"/>
              <a:gd name="connsiteY53" fmla="*/ 3221993 h 3627688"/>
              <a:gd name="connsiteX54" fmla="*/ 3110423 w 3941882"/>
              <a:gd name="connsiteY54" fmla="*/ 3163594 h 3627688"/>
              <a:gd name="connsiteX55" fmla="*/ 3159973 w 3941882"/>
              <a:gd name="connsiteY55" fmla="*/ 3210951 h 3627688"/>
              <a:gd name="connsiteX56" fmla="*/ 3153737 w 3941882"/>
              <a:gd name="connsiteY56" fmla="*/ 3232640 h 3627688"/>
              <a:gd name="connsiteX57" fmla="*/ 3106959 w 3941882"/>
              <a:gd name="connsiteY57" fmla="*/ 3333799 h 3627688"/>
              <a:gd name="connsiteX58" fmla="*/ 3040360 w 3941882"/>
              <a:gd name="connsiteY58" fmla="*/ 3407807 h 3627688"/>
              <a:gd name="connsiteX59" fmla="*/ 3006637 w 3941882"/>
              <a:gd name="connsiteY59" fmla="*/ 3415189 h 3627688"/>
              <a:gd name="connsiteX60" fmla="*/ 2959816 w 3941882"/>
              <a:gd name="connsiteY60" fmla="*/ 3413116 h 3627688"/>
              <a:gd name="connsiteX61" fmla="*/ 2954836 w 3941882"/>
              <a:gd name="connsiteY61" fmla="*/ 3374029 h 3627688"/>
              <a:gd name="connsiteX62" fmla="*/ 2956422 w 3941882"/>
              <a:gd name="connsiteY62" fmla="*/ 3372155 h 3627688"/>
              <a:gd name="connsiteX63" fmla="*/ 3017716 w 3941882"/>
              <a:gd name="connsiteY63" fmla="*/ 3259264 h 3627688"/>
              <a:gd name="connsiteX64" fmla="*/ 3077715 w 3941882"/>
              <a:gd name="connsiteY64" fmla="*/ 3192590 h 3627688"/>
              <a:gd name="connsiteX65" fmla="*/ 3110423 w 3941882"/>
              <a:gd name="connsiteY65" fmla="*/ 3163594 h 3627688"/>
              <a:gd name="connsiteX66" fmla="*/ 1717408 w 3941882"/>
              <a:gd name="connsiteY66" fmla="*/ 3121257 h 3627688"/>
              <a:gd name="connsiteX67" fmla="*/ 1749698 w 3941882"/>
              <a:gd name="connsiteY67" fmla="*/ 3137058 h 3627688"/>
              <a:gd name="connsiteX68" fmla="*/ 1844030 w 3941882"/>
              <a:gd name="connsiteY68" fmla="*/ 3228712 h 3627688"/>
              <a:gd name="connsiteX69" fmla="*/ 1910868 w 3941882"/>
              <a:gd name="connsiteY69" fmla="*/ 3303354 h 3627688"/>
              <a:gd name="connsiteX70" fmla="*/ 1938694 w 3941882"/>
              <a:gd name="connsiteY70" fmla="*/ 3344759 h 3627688"/>
              <a:gd name="connsiteX71" fmla="*/ 1906202 w 3941882"/>
              <a:gd name="connsiteY71" fmla="*/ 3387313 h 3627688"/>
              <a:gd name="connsiteX72" fmla="*/ 1873760 w 3941882"/>
              <a:gd name="connsiteY72" fmla="*/ 3387967 h 3627688"/>
              <a:gd name="connsiteX73" fmla="*/ 1857873 w 3941882"/>
              <a:gd name="connsiteY73" fmla="*/ 3382850 h 3627688"/>
              <a:gd name="connsiteX74" fmla="*/ 1769388 w 3941882"/>
              <a:gd name="connsiteY74" fmla="*/ 3304007 h 3627688"/>
              <a:gd name="connsiteX75" fmla="*/ 1700024 w 3941882"/>
              <a:gd name="connsiteY75" fmla="*/ 3230560 h 3627688"/>
              <a:gd name="connsiteX76" fmla="*/ 1670227 w 3941882"/>
              <a:gd name="connsiteY76" fmla="*/ 3192671 h 3627688"/>
              <a:gd name="connsiteX77" fmla="*/ 1666812 w 3941882"/>
              <a:gd name="connsiteY77" fmla="*/ 3165515 h 3627688"/>
              <a:gd name="connsiteX78" fmla="*/ 1717408 w 3941882"/>
              <a:gd name="connsiteY78" fmla="*/ 3121257 h 3627688"/>
              <a:gd name="connsiteX79" fmla="*/ 2820642 w 3941882"/>
              <a:gd name="connsiteY79" fmla="*/ 3041737 h 3627688"/>
              <a:gd name="connsiteX80" fmla="*/ 2884123 w 3941882"/>
              <a:gd name="connsiteY80" fmla="*/ 3054762 h 3627688"/>
              <a:gd name="connsiteX81" fmla="*/ 2886557 w 3941882"/>
              <a:gd name="connsiteY81" fmla="*/ 3055191 h 3627688"/>
              <a:gd name="connsiteX82" fmla="*/ 2898995 w 3941882"/>
              <a:gd name="connsiteY82" fmla="*/ 3136274 h 3627688"/>
              <a:gd name="connsiteX83" fmla="*/ 2882749 w 3941882"/>
              <a:gd name="connsiteY83" fmla="*/ 3142487 h 3627688"/>
              <a:gd name="connsiteX84" fmla="*/ 2827192 w 3941882"/>
              <a:gd name="connsiteY84" fmla="*/ 3142350 h 3627688"/>
              <a:gd name="connsiteX85" fmla="*/ 2762344 w 3941882"/>
              <a:gd name="connsiteY85" fmla="*/ 3148398 h 3627688"/>
              <a:gd name="connsiteX86" fmla="*/ 2692034 w 3941882"/>
              <a:gd name="connsiteY86" fmla="*/ 3155317 h 3627688"/>
              <a:gd name="connsiteX87" fmla="*/ 2600026 w 3941882"/>
              <a:gd name="connsiteY87" fmla="*/ 3136976 h 3627688"/>
              <a:gd name="connsiteX88" fmla="*/ 2602906 w 3941882"/>
              <a:gd name="connsiteY88" fmla="*/ 3089976 h 3627688"/>
              <a:gd name="connsiteX89" fmla="*/ 2624573 w 3941882"/>
              <a:gd name="connsiteY89" fmla="*/ 3067240 h 3627688"/>
              <a:gd name="connsiteX90" fmla="*/ 2755925 w 3941882"/>
              <a:gd name="connsiteY90" fmla="*/ 3045202 h 3627688"/>
              <a:gd name="connsiteX91" fmla="*/ 2820642 w 3941882"/>
              <a:gd name="connsiteY91" fmla="*/ 3041737 h 3627688"/>
              <a:gd name="connsiteX92" fmla="*/ 436669 w 3941882"/>
              <a:gd name="connsiteY92" fmla="*/ 2998132 h 3627688"/>
              <a:gd name="connsiteX93" fmla="*/ 490700 w 3941882"/>
              <a:gd name="connsiteY93" fmla="*/ 3108755 h 3627688"/>
              <a:gd name="connsiteX94" fmla="*/ 471232 w 3941882"/>
              <a:gd name="connsiteY94" fmla="*/ 3138733 h 3627688"/>
              <a:gd name="connsiteX95" fmla="*/ 464280 w 3941882"/>
              <a:gd name="connsiteY95" fmla="*/ 3151896 h 3627688"/>
              <a:gd name="connsiteX96" fmla="*/ 412423 w 3941882"/>
              <a:gd name="connsiteY96" fmla="*/ 3216721 h 3627688"/>
              <a:gd name="connsiteX97" fmla="*/ 359609 w 3941882"/>
              <a:gd name="connsiteY97" fmla="*/ 3235511 h 3627688"/>
              <a:gd name="connsiteX98" fmla="*/ 347332 w 3941882"/>
              <a:gd name="connsiteY98" fmla="*/ 3236728 h 3627688"/>
              <a:gd name="connsiteX99" fmla="*/ 319208 w 3941882"/>
              <a:gd name="connsiteY99" fmla="*/ 3240268 h 3627688"/>
              <a:gd name="connsiteX100" fmla="*/ 283169 w 3941882"/>
              <a:gd name="connsiteY100" fmla="*/ 3208231 h 3627688"/>
              <a:gd name="connsiteX101" fmla="*/ 279303 w 3941882"/>
              <a:gd name="connsiteY101" fmla="*/ 3198955 h 3627688"/>
              <a:gd name="connsiteX102" fmla="*/ 264828 w 3941882"/>
              <a:gd name="connsiteY102" fmla="*/ 3171587 h 3627688"/>
              <a:gd name="connsiteX103" fmla="*/ 288986 w 3941882"/>
              <a:gd name="connsiteY103" fmla="*/ 3128144 h 3627688"/>
              <a:gd name="connsiteX104" fmla="*/ 355014 w 3941882"/>
              <a:gd name="connsiteY104" fmla="*/ 3065044 h 3627688"/>
              <a:gd name="connsiteX105" fmla="*/ 436669 w 3941882"/>
              <a:gd name="connsiteY105" fmla="*/ 2998132 h 3627688"/>
              <a:gd name="connsiteX106" fmla="*/ 726314 w 3941882"/>
              <a:gd name="connsiteY106" fmla="*/ 2919685 h 3627688"/>
              <a:gd name="connsiteX107" fmla="*/ 755201 w 3941882"/>
              <a:gd name="connsiteY107" fmla="*/ 2925850 h 3627688"/>
              <a:gd name="connsiteX108" fmla="*/ 806609 w 3941882"/>
              <a:gd name="connsiteY108" fmla="*/ 2938580 h 3627688"/>
              <a:gd name="connsiteX109" fmla="*/ 901203 w 3941882"/>
              <a:gd name="connsiteY109" fmla="*/ 2955929 h 3627688"/>
              <a:gd name="connsiteX110" fmla="*/ 940887 w 3941882"/>
              <a:gd name="connsiteY110" fmla="*/ 2984264 h 3627688"/>
              <a:gd name="connsiteX111" fmla="*/ 973468 w 3941882"/>
              <a:gd name="connsiteY111" fmla="*/ 3011830 h 3627688"/>
              <a:gd name="connsiteX112" fmla="*/ 990733 w 3941882"/>
              <a:gd name="connsiteY112" fmla="*/ 3033219 h 3627688"/>
              <a:gd name="connsiteX113" fmla="*/ 998653 w 3941882"/>
              <a:gd name="connsiteY113" fmla="*/ 3068219 h 3627688"/>
              <a:gd name="connsiteX114" fmla="*/ 957697 w 3941882"/>
              <a:gd name="connsiteY114" fmla="*/ 3088712 h 3627688"/>
              <a:gd name="connsiteX115" fmla="*/ 871993 w 3941882"/>
              <a:gd name="connsiteY115" fmla="*/ 3079497 h 3627688"/>
              <a:gd name="connsiteX116" fmla="*/ 830666 w 3941882"/>
              <a:gd name="connsiteY116" fmla="*/ 3068157 h 3627688"/>
              <a:gd name="connsiteX117" fmla="*/ 818462 w 3941882"/>
              <a:gd name="connsiteY117" fmla="*/ 3065137 h 3627688"/>
              <a:gd name="connsiteX118" fmla="*/ 721437 w 3941882"/>
              <a:gd name="connsiteY118" fmla="*/ 3030365 h 3627688"/>
              <a:gd name="connsiteX119" fmla="*/ 684310 w 3941882"/>
              <a:gd name="connsiteY119" fmla="*/ 3006150 h 3627688"/>
              <a:gd name="connsiteX120" fmla="*/ 678805 w 3941882"/>
              <a:gd name="connsiteY120" fmla="*/ 2953616 h 3627688"/>
              <a:gd name="connsiteX121" fmla="*/ 697636 w 3941882"/>
              <a:gd name="connsiteY121" fmla="*/ 2929995 h 3627688"/>
              <a:gd name="connsiteX122" fmla="*/ 726314 w 3941882"/>
              <a:gd name="connsiteY122" fmla="*/ 2919685 h 3627688"/>
              <a:gd name="connsiteX123" fmla="*/ 2307949 w 3941882"/>
              <a:gd name="connsiteY123" fmla="*/ 2885614 h 3627688"/>
              <a:gd name="connsiteX124" fmla="*/ 2337283 w 3941882"/>
              <a:gd name="connsiteY124" fmla="*/ 2914635 h 3627688"/>
              <a:gd name="connsiteX125" fmla="*/ 2363505 w 3941882"/>
              <a:gd name="connsiteY125" fmla="*/ 2940500 h 3627688"/>
              <a:gd name="connsiteX126" fmla="*/ 2367242 w 3941882"/>
              <a:gd name="connsiteY126" fmla="*/ 2983356 h 3627688"/>
              <a:gd name="connsiteX127" fmla="*/ 2376282 w 3941882"/>
              <a:gd name="connsiteY127" fmla="*/ 2993929 h 3627688"/>
              <a:gd name="connsiteX128" fmla="*/ 2357872 w 3941882"/>
              <a:gd name="connsiteY128" fmla="*/ 3032688 h 3627688"/>
              <a:gd name="connsiteX129" fmla="*/ 2342685 w 3941882"/>
              <a:gd name="connsiteY129" fmla="*/ 3064098 h 3627688"/>
              <a:gd name="connsiteX130" fmla="*/ 2290840 w 3941882"/>
              <a:gd name="connsiteY130" fmla="*/ 3139257 h 3627688"/>
              <a:gd name="connsiteX131" fmla="*/ 2275542 w 3941882"/>
              <a:gd name="connsiteY131" fmla="*/ 3151045 h 3627688"/>
              <a:gd name="connsiteX132" fmla="*/ 2254695 w 3941882"/>
              <a:gd name="connsiteY132" fmla="*/ 3159827 h 3627688"/>
              <a:gd name="connsiteX133" fmla="*/ 2214454 w 3941882"/>
              <a:gd name="connsiteY133" fmla="*/ 3169150 h 3627688"/>
              <a:gd name="connsiteX134" fmla="*/ 2159532 w 3941882"/>
              <a:gd name="connsiteY134" fmla="*/ 3128185 h 3627688"/>
              <a:gd name="connsiteX135" fmla="*/ 2157753 w 3941882"/>
              <a:gd name="connsiteY135" fmla="*/ 3095039 h 3627688"/>
              <a:gd name="connsiteX136" fmla="*/ 2197706 w 3941882"/>
              <a:gd name="connsiteY136" fmla="*/ 3028212 h 3627688"/>
              <a:gd name="connsiteX137" fmla="*/ 2246353 w 3941882"/>
              <a:gd name="connsiteY137" fmla="*/ 2954226 h 3627688"/>
              <a:gd name="connsiteX138" fmla="*/ 2280625 w 3941882"/>
              <a:gd name="connsiteY138" fmla="*/ 2910345 h 3627688"/>
              <a:gd name="connsiteX139" fmla="*/ 2307949 w 3941882"/>
              <a:gd name="connsiteY139" fmla="*/ 2885614 h 3627688"/>
              <a:gd name="connsiteX140" fmla="*/ 1806420 w 3941882"/>
              <a:gd name="connsiteY140" fmla="*/ 2817784 h 3627688"/>
              <a:gd name="connsiteX141" fmla="*/ 1846466 w 3941882"/>
              <a:gd name="connsiteY141" fmla="*/ 2822911 h 3627688"/>
              <a:gd name="connsiteX142" fmla="*/ 1923845 w 3941882"/>
              <a:gd name="connsiteY142" fmla="*/ 2828439 h 3627688"/>
              <a:gd name="connsiteX143" fmla="*/ 1964677 w 3941882"/>
              <a:gd name="connsiteY143" fmla="*/ 2840947 h 3627688"/>
              <a:gd name="connsiteX144" fmla="*/ 2016933 w 3941882"/>
              <a:gd name="connsiteY144" fmla="*/ 2859813 h 3627688"/>
              <a:gd name="connsiteX145" fmla="*/ 2072840 w 3941882"/>
              <a:gd name="connsiteY145" fmla="*/ 2902304 h 3627688"/>
              <a:gd name="connsiteX146" fmla="*/ 2041724 w 3941882"/>
              <a:gd name="connsiteY146" fmla="*/ 2933222 h 3627688"/>
              <a:gd name="connsiteX147" fmla="*/ 1991867 w 3941882"/>
              <a:gd name="connsiteY147" fmla="*/ 2954949 h 3627688"/>
              <a:gd name="connsiteX148" fmla="*/ 1903702 w 3941882"/>
              <a:gd name="connsiteY148" fmla="*/ 2948197 h 3627688"/>
              <a:gd name="connsiteX149" fmla="*/ 1816748 w 3941882"/>
              <a:gd name="connsiteY149" fmla="*/ 2927462 h 3627688"/>
              <a:gd name="connsiteX150" fmla="*/ 1761039 w 3941882"/>
              <a:gd name="connsiteY150" fmla="*/ 2895338 h 3627688"/>
              <a:gd name="connsiteX151" fmla="*/ 1751768 w 3941882"/>
              <a:gd name="connsiteY151" fmla="*/ 2872942 h 3627688"/>
              <a:gd name="connsiteX152" fmla="*/ 1766295 w 3941882"/>
              <a:gd name="connsiteY152" fmla="*/ 2818437 h 3627688"/>
              <a:gd name="connsiteX153" fmla="*/ 1806420 w 3941882"/>
              <a:gd name="connsiteY153" fmla="*/ 2817784 h 3627688"/>
              <a:gd name="connsiteX154" fmla="*/ 3477576 w 3941882"/>
              <a:gd name="connsiteY154" fmla="*/ 2783161 h 3627688"/>
              <a:gd name="connsiteX155" fmla="*/ 3554011 w 3941882"/>
              <a:gd name="connsiteY155" fmla="*/ 2867412 h 3627688"/>
              <a:gd name="connsiteX156" fmla="*/ 3554213 w 3941882"/>
              <a:gd name="connsiteY156" fmla="*/ 2912252 h 3627688"/>
              <a:gd name="connsiteX157" fmla="*/ 3547802 w 3941882"/>
              <a:gd name="connsiteY157" fmla="*/ 3053743 h 3627688"/>
              <a:gd name="connsiteX158" fmla="*/ 3540438 w 3941882"/>
              <a:gd name="connsiteY158" fmla="*/ 3079096 h 3627688"/>
              <a:gd name="connsiteX159" fmla="*/ 3529578 w 3941882"/>
              <a:gd name="connsiteY159" fmla="*/ 3099100 h 3627688"/>
              <a:gd name="connsiteX160" fmla="*/ 3484514 w 3941882"/>
              <a:gd name="connsiteY160" fmla="*/ 3102938 h 3627688"/>
              <a:gd name="connsiteX161" fmla="*/ 3466374 w 3941882"/>
              <a:gd name="connsiteY161" fmla="*/ 3088153 h 3627688"/>
              <a:gd name="connsiteX162" fmla="*/ 3418685 w 3941882"/>
              <a:gd name="connsiteY162" fmla="*/ 3038999 h 3627688"/>
              <a:gd name="connsiteX163" fmla="*/ 3415318 w 3941882"/>
              <a:gd name="connsiteY163" fmla="*/ 2996788 h 3627688"/>
              <a:gd name="connsiteX164" fmla="*/ 3426903 w 3941882"/>
              <a:gd name="connsiteY164" fmla="*/ 2850030 h 3627688"/>
              <a:gd name="connsiteX165" fmla="*/ 3463953 w 3941882"/>
              <a:gd name="connsiteY165" fmla="*/ 2796402 h 3627688"/>
              <a:gd name="connsiteX166" fmla="*/ 3477576 w 3941882"/>
              <a:gd name="connsiteY166" fmla="*/ 2783161 h 3627688"/>
              <a:gd name="connsiteX167" fmla="*/ 3119261 w 3941882"/>
              <a:gd name="connsiteY167" fmla="*/ 2720778 h 3627688"/>
              <a:gd name="connsiteX168" fmla="*/ 3142572 w 3941882"/>
              <a:gd name="connsiteY168" fmla="*/ 2731550 h 3627688"/>
              <a:gd name="connsiteX169" fmla="*/ 3157063 w 3941882"/>
              <a:gd name="connsiteY169" fmla="*/ 2745692 h 3627688"/>
              <a:gd name="connsiteX170" fmla="*/ 3181919 w 3941882"/>
              <a:gd name="connsiteY170" fmla="*/ 2759053 h 3627688"/>
              <a:gd name="connsiteX171" fmla="*/ 3189286 w 3941882"/>
              <a:gd name="connsiteY171" fmla="*/ 2764889 h 3627688"/>
              <a:gd name="connsiteX172" fmla="*/ 3252787 w 3941882"/>
              <a:gd name="connsiteY172" fmla="*/ 2837109 h 3627688"/>
              <a:gd name="connsiteX173" fmla="*/ 3259916 w 3941882"/>
              <a:gd name="connsiteY173" fmla="*/ 2893018 h 3627688"/>
              <a:gd name="connsiteX174" fmla="*/ 3222390 w 3941882"/>
              <a:gd name="connsiteY174" fmla="*/ 2915952 h 3627688"/>
              <a:gd name="connsiteX175" fmla="*/ 3114693 w 3941882"/>
              <a:gd name="connsiteY175" fmla="*/ 2838261 h 3627688"/>
              <a:gd name="connsiteX176" fmla="*/ 3084263 w 3941882"/>
              <a:gd name="connsiteY176" fmla="*/ 2797942 h 3627688"/>
              <a:gd name="connsiteX177" fmla="*/ 3084788 w 3941882"/>
              <a:gd name="connsiteY177" fmla="*/ 2757189 h 3627688"/>
              <a:gd name="connsiteX178" fmla="*/ 3098984 w 3941882"/>
              <a:gd name="connsiteY178" fmla="*/ 2736324 h 3627688"/>
              <a:gd name="connsiteX179" fmla="*/ 3119261 w 3941882"/>
              <a:gd name="connsiteY179" fmla="*/ 2720778 h 3627688"/>
              <a:gd name="connsiteX180" fmla="*/ 1444226 w 3941882"/>
              <a:gd name="connsiteY180" fmla="*/ 2720607 h 3627688"/>
              <a:gd name="connsiteX181" fmla="*/ 1454414 w 3941882"/>
              <a:gd name="connsiteY181" fmla="*/ 2723779 h 3627688"/>
              <a:gd name="connsiteX182" fmla="*/ 1508979 w 3941882"/>
              <a:gd name="connsiteY182" fmla="*/ 2771151 h 3627688"/>
              <a:gd name="connsiteX183" fmla="*/ 1517039 w 3941882"/>
              <a:gd name="connsiteY183" fmla="*/ 2789471 h 3627688"/>
              <a:gd name="connsiteX184" fmla="*/ 1529750 w 3941882"/>
              <a:gd name="connsiteY184" fmla="*/ 2839992 h 3627688"/>
              <a:gd name="connsiteX185" fmla="*/ 1532157 w 3941882"/>
              <a:gd name="connsiteY185" fmla="*/ 2854803 h 3627688"/>
              <a:gd name="connsiteX186" fmla="*/ 1509446 w 3941882"/>
              <a:gd name="connsiteY186" fmla="*/ 2945334 h 3627688"/>
              <a:gd name="connsiteX187" fmla="*/ 1513050 w 3941882"/>
              <a:gd name="connsiteY187" fmla="*/ 2980730 h 3627688"/>
              <a:gd name="connsiteX188" fmla="*/ 1481866 w 3941882"/>
              <a:gd name="connsiteY188" fmla="*/ 3010383 h 3627688"/>
              <a:gd name="connsiteX189" fmla="*/ 1400648 w 3941882"/>
              <a:gd name="connsiteY189" fmla="*/ 2991046 h 3627688"/>
              <a:gd name="connsiteX190" fmla="*/ 1390861 w 3941882"/>
              <a:gd name="connsiteY190" fmla="*/ 2946930 h 3627688"/>
              <a:gd name="connsiteX191" fmla="*/ 1390510 w 3941882"/>
              <a:gd name="connsiteY191" fmla="*/ 2902934 h 3627688"/>
              <a:gd name="connsiteX192" fmla="*/ 1389628 w 3941882"/>
              <a:gd name="connsiteY192" fmla="*/ 2885494 h 3627688"/>
              <a:gd name="connsiteX193" fmla="*/ 1422196 w 3941882"/>
              <a:gd name="connsiteY193" fmla="*/ 2755469 h 3627688"/>
              <a:gd name="connsiteX194" fmla="*/ 1434430 w 3941882"/>
              <a:gd name="connsiteY194" fmla="*/ 2730395 h 3627688"/>
              <a:gd name="connsiteX195" fmla="*/ 1444226 w 3941882"/>
              <a:gd name="connsiteY195" fmla="*/ 2720607 h 3627688"/>
              <a:gd name="connsiteX196" fmla="*/ 2818486 w 3941882"/>
              <a:gd name="connsiteY196" fmla="*/ 2678773 h 3627688"/>
              <a:gd name="connsiteX197" fmla="*/ 2861933 w 3941882"/>
              <a:gd name="connsiteY197" fmla="*/ 2692320 h 3627688"/>
              <a:gd name="connsiteX198" fmla="*/ 2870478 w 3941882"/>
              <a:gd name="connsiteY198" fmla="*/ 2708987 h 3627688"/>
              <a:gd name="connsiteX199" fmla="*/ 2865663 w 3941882"/>
              <a:gd name="connsiteY199" fmla="*/ 2725904 h 3627688"/>
              <a:gd name="connsiteX200" fmla="*/ 2837785 w 3941882"/>
              <a:gd name="connsiteY200" fmla="*/ 2840824 h 3627688"/>
              <a:gd name="connsiteX201" fmla="*/ 2818370 w 3941882"/>
              <a:gd name="connsiteY201" fmla="*/ 2871585 h 3627688"/>
              <a:gd name="connsiteX202" fmla="*/ 2790684 w 3941882"/>
              <a:gd name="connsiteY202" fmla="*/ 2921358 h 3627688"/>
              <a:gd name="connsiteX203" fmla="*/ 2757708 w 3941882"/>
              <a:gd name="connsiteY203" fmla="*/ 2905889 h 3627688"/>
              <a:gd name="connsiteX204" fmla="*/ 2740362 w 3941882"/>
              <a:gd name="connsiteY204" fmla="*/ 2849917 h 3627688"/>
              <a:gd name="connsiteX205" fmla="*/ 2762345 w 3941882"/>
              <a:gd name="connsiteY205" fmla="*/ 2740526 h 3627688"/>
              <a:gd name="connsiteX206" fmla="*/ 2787273 w 3941882"/>
              <a:gd name="connsiteY206" fmla="*/ 2691618 h 3627688"/>
              <a:gd name="connsiteX207" fmla="*/ 2818486 w 3941882"/>
              <a:gd name="connsiteY207" fmla="*/ 2678773 h 3627688"/>
              <a:gd name="connsiteX208" fmla="*/ 43316 w 3941882"/>
              <a:gd name="connsiteY208" fmla="*/ 2662776 h 3627688"/>
              <a:gd name="connsiteX209" fmla="*/ 132237 w 3941882"/>
              <a:gd name="connsiteY209" fmla="*/ 2769796 h 3627688"/>
              <a:gd name="connsiteX210" fmla="*/ 145382 w 3941882"/>
              <a:gd name="connsiteY210" fmla="*/ 2810737 h 3627688"/>
              <a:gd name="connsiteX211" fmla="*/ 184287 w 3941882"/>
              <a:gd name="connsiteY211" fmla="*/ 2881807 h 3627688"/>
              <a:gd name="connsiteX212" fmla="*/ 195866 w 3941882"/>
              <a:gd name="connsiteY212" fmla="*/ 2909726 h 3627688"/>
              <a:gd name="connsiteX213" fmla="*/ 180422 w 3941882"/>
              <a:gd name="connsiteY213" fmla="*/ 2938773 h 3627688"/>
              <a:gd name="connsiteX214" fmla="*/ 118010 w 3941882"/>
              <a:gd name="connsiteY214" fmla="*/ 2939746 h 3627688"/>
              <a:gd name="connsiteX215" fmla="*/ 115930 w 3941882"/>
              <a:gd name="connsiteY215" fmla="*/ 2938413 h 3627688"/>
              <a:gd name="connsiteX216" fmla="*/ 51189 w 3941882"/>
              <a:gd name="connsiteY216" fmla="*/ 2863369 h 3627688"/>
              <a:gd name="connsiteX217" fmla="*/ 5999 w 3941882"/>
              <a:gd name="connsiteY217" fmla="*/ 2744745 h 3627688"/>
              <a:gd name="connsiteX218" fmla="*/ 27556 w 3941882"/>
              <a:gd name="connsiteY218" fmla="*/ 2672262 h 3627688"/>
              <a:gd name="connsiteX219" fmla="*/ 43316 w 3941882"/>
              <a:gd name="connsiteY219" fmla="*/ 2662776 h 3627688"/>
              <a:gd name="connsiteX220" fmla="*/ 1023150 w 3941882"/>
              <a:gd name="connsiteY220" fmla="*/ 2635791 h 3627688"/>
              <a:gd name="connsiteX221" fmla="*/ 1028926 w 3941882"/>
              <a:gd name="connsiteY221" fmla="*/ 2639705 h 3627688"/>
              <a:gd name="connsiteX222" fmla="*/ 1070574 w 3941882"/>
              <a:gd name="connsiteY222" fmla="*/ 2660178 h 3627688"/>
              <a:gd name="connsiteX223" fmla="*/ 1125072 w 3941882"/>
              <a:gd name="connsiteY223" fmla="*/ 2701359 h 3627688"/>
              <a:gd name="connsiteX224" fmla="*/ 1198924 w 3941882"/>
              <a:gd name="connsiteY224" fmla="*/ 2800799 h 3627688"/>
              <a:gd name="connsiteX225" fmla="*/ 1224477 w 3941882"/>
              <a:gd name="connsiteY225" fmla="*/ 2838134 h 3627688"/>
              <a:gd name="connsiteX226" fmla="*/ 1209122 w 3941882"/>
              <a:gd name="connsiteY226" fmla="*/ 2880908 h 3627688"/>
              <a:gd name="connsiteX227" fmla="*/ 1197040 w 3941882"/>
              <a:gd name="connsiteY227" fmla="*/ 2889786 h 3627688"/>
              <a:gd name="connsiteX228" fmla="*/ 1125082 w 3941882"/>
              <a:gd name="connsiteY228" fmla="*/ 2880868 h 3627688"/>
              <a:gd name="connsiteX229" fmla="*/ 1111544 w 3941882"/>
              <a:gd name="connsiteY229" fmla="*/ 2870082 h 3627688"/>
              <a:gd name="connsiteX230" fmla="*/ 1084429 w 3941882"/>
              <a:gd name="connsiteY230" fmla="*/ 2845990 h 3627688"/>
              <a:gd name="connsiteX231" fmla="*/ 1047228 w 3941882"/>
              <a:gd name="connsiteY231" fmla="*/ 2794822 h 3627688"/>
              <a:gd name="connsiteX232" fmla="*/ 999475 w 3941882"/>
              <a:gd name="connsiteY232" fmla="*/ 2714274 h 3627688"/>
              <a:gd name="connsiteX233" fmla="*/ 996791 w 3941882"/>
              <a:gd name="connsiteY233" fmla="*/ 2684061 h 3627688"/>
              <a:gd name="connsiteX234" fmla="*/ 1012945 w 3941882"/>
              <a:gd name="connsiteY234" fmla="*/ 2642779 h 3627688"/>
              <a:gd name="connsiteX235" fmla="*/ 1023150 w 3941882"/>
              <a:gd name="connsiteY235" fmla="*/ 2635791 h 3627688"/>
              <a:gd name="connsiteX236" fmla="*/ 2597907 w 3941882"/>
              <a:gd name="connsiteY236" fmla="*/ 2547677 h 3627688"/>
              <a:gd name="connsiteX237" fmla="*/ 2613731 w 3941882"/>
              <a:gd name="connsiteY237" fmla="*/ 2550080 h 3627688"/>
              <a:gd name="connsiteX238" fmla="*/ 2668818 w 3941882"/>
              <a:gd name="connsiteY238" fmla="*/ 2603242 h 3627688"/>
              <a:gd name="connsiteX239" fmla="*/ 2650346 w 3941882"/>
              <a:gd name="connsiteY239" fmla="*/ 2633590 h 3627688"/>
              <a:gd name="connsiteX240" fmla="*/ 2586618 w 3941882"/>
              <a:gd name="connsiteY240" fmla="*/ 2666679 h 3627688"/>
              <a:gd name="connsiteX241" fmla="*/ 2463637 w 3941882"/>
              <a:gd name="connsiteY241" fmla="*/ 2698690 h 3627688"/>
              <a:gd name="connsiteX242" fmla="*/ 2433535 w 3941882"/>
              <a:gd name="connsiteY242" fmla="*/ 2699758 h 3627688"/>
              <a:gd name="connsiteX243" fmla="*/ 2411816 w 3941882"/>
              <a:gd name="connsiteY243" fmla="*/ 2685018 h 3627688"/>
              <a:gd name="connsiteX244" fmla="*/ 2410987 w 3941882"/>
              <a:gd name="connsiteY244" fmla="*/ 2642095 h 3627688"/>
              <a:gd name="connsiteX245" fmla="*/ 2423284 w 3941882"/>
              <a:gd name="connsiteY245" fmla="*/ 2627075 h 3627688"/>
              <a:gd name="connsiteX246" fmla="*/ 2457700 w 3941882"/>
              <a:gd name="connsiteY246" fmla="*/ 2610835 h 3627688"/>
              <a:gd name="connsiteX247" fmla="*/ 2496189 w 3941882"/>
              <a:gd name="connsiteY247" fmla="*/ 2591741 h 3627688"/>
              <a:gd name="connsiteX248" fmla="*/ 2580304 w 3941882"/>
              <a:gd name="connsiteY248" fmla="*/ 2552493 h 3627688"/>
              <a:gd name="connsiteX249" fmla="*/ 2597907 w 3941882"/>
              <a:gd name="connsiteY249" fmla="*/ 2547677 h 3627688"/>
              <a:gd name="connsiteX250" fmla="*/ 685139 w 3941882"/>
              <a:gd name="connsiteY250" fmla="*/ 2490660 h 3627688"/>
              <a:gd name="connsiteX251" fmla="*/ 712760 w 3941882"/>
              <a:gd name="connsiteY251" fmla="*/ 2517352 h 3627688"/>
              <a:gd name="connsiteX252" fmla="*/ 754378 w 3941882"/>
              <a:gd name="connsiteY252" fmla="*/ 2562636 h 3627688"/>
              <a:gd name="connsiteX253" fmla="*/ 755054 w 3941882"/>
              <a:gd name="connsiteY253" fmla="*/ 2616829 h 3627688"/>
              <a:gd name="connsiteX254" fmla="*/ 696222 w 3941882"/>
              <a:gd name="connsiteY254" fmla="*/ 2745314 h 3627688"/>
              <a:gd name="connsiteX255" fmla="*/ 671583 w 3941882"/>
              <a:gd name="connsiteY255" fmla="*/ 2765208 h 3627688"/>
              <a:gd name="connsiteX256" fmla="*/ 654842 w 3941882"/>
              <a:gd name="connsiteY256" fmla="*/ 2770948 h 3627688"/>
              <a:gd name="connsiteX257" fmla="*/ 582658 w 3941882"/>
              <a:gd name="connsiteY257" fmla="*/ 2751273 h 3627688"/>
              <a:gd name="connsiteX258" fmla="*/ 574565 w 3941882"/>
              <a:gd name="connsiteY258" fmla="*/ 2671825 h 3627688"/>
              <a:gd name="connsiteX259" fmla="*/ 643174 w 3941882"/>
              <a:gd name="connsiteY259" fmla="*/ 2550277 h 3627688"/>
              <a:gd name="connsiteX260" fmla="*/ 685139 w 3941882"/>
              <a:gd name="connsiteY260" fmla="*/ 2490660 h 3627688"/>
              <a:gd name="connsiteX261" fmla="*/ 207062 w 3941882"/>
              <a:gd name="connsiteY261" fmla="*/ 2388930 h 3627688"/>
              <a:gd name="connsiteX262" fmla="*/ 225370 w 3941882"/>
              <a:gd name="connsiteY262" fmla="*/ 2391951 h 3627688"/>
              <a:gd name="connsiteX263" fmla="*/ 254961 w 3941882"/>
              <a:gd name="connsiteY263" fmla="*/ 2401995 h 3627688"/>
              <a:gd name="connsiteX264" fmla="*/ 328825 w 3941882"/>
              <a:gd name="connsiteY264" fmla="*/ 2427470 h 3627688"/>
              <a:gd name="connsiteX265" fmla="*/ 450652 w 3941882"/>
              <a:gd name="connsiteY265" fmla="*/ 2492878 h 3627688"/>
              <a:gd name="connsiteX266" fmla="*/ 442900 w 3941882"/>
              <a:gd name="connsiteY266" fmla="*/ 2549449 h 3627688"/>
              <a:gd name="connsiteX267" fmla="*/ 360457 w 3941882"/>
              <a:gd name="connsiteY267" fmla="*/ 2550754 h 3627688"/>
              <a:gd name="connsiteX268" fmla="*/ 326072 w 3941882"/>
              <a:gd name="connsiteY268" fmla="*/ 2542183 h 3627688"/>
              <a:gd name="connsiteX269" fmla="*/ 283350 w 3941882"/>
              <a:gd name="connsiteY269" fmla="*/ 2522872 h 3627688"/>
              <a:gd name="connsiteX270" fmla="*/ 258417 w 3941882"/>
              <a:gd name="connsiteY270" fmla="*/ 2511043 h 3627688"/>
              <a:gd name="connsiteX271" fmla="*/ 177076 w 3941882"/>
              <a:gd name="connsiteY271" fmla="*/ 2463392 h 3627688"/>
              <a:gd name="connsiteX272" fmla="*/ 172703 w 3941882"/>
              <a:gd name="connsiteY272" fmla="*/ 2444951 h 3627688"/>
              <a:gd name="connsiteX273" fmla="*/ 193029 w 3941882"/>
              <a:gd name="connsiteY273" fmla="*/ 2398611 h 3627688"/>
              <a:gd name="connsiteX274" fmla="*/ 207062 w 3941882"/>
              <a:gd name="connsiteY274" fmla="*/ 2388930 h 3627688"/>
              <a:gd name="connsiteX275" fmla="*/ 3542832 w 3941882"/>
              <a:gd name="connsiteY275" fmla="*/ 2377905 h 3627688"/>
              <a:gd name="connsiteX276" fmla="*/ 3593039 w 3941882"/>
              <a:gd name="connsiteY276" fmla="*/ 2395252 h 3627688"/>
              <a:gd name="connsiteX277" fmla="*/ 3621986 w 3941882"/>
              <a:gd name="connsiteY277" fmla="*/ 2404023 h 3627688"/>
              <a:gd name="connsiteX278" fmla="*/ 3604455 w 3941882"/>
              <a:gd name="connsiteY278" fmla="*/ 2452014 h 3627688"/>
              <a:gd name="connsiteX279" fmla="*/ 3517284 w 3941882"/>
              <a:gd name="connsiteY279" fmla="*/ 2517374 h 3627688"/>
              <a:gd name="connsiteX280" fmla="*/ 3414387 w 3941882"/>
              <a:gd name="connsiteY280" fmla="*/ 2560264 h 3627688"/>
              <a:gd name="connsiteX281" fmla="*/ 3373826 w 3941882"/>
              <a:gd name="connsiteY281" fmla="*/ 2570303 h 3627688"/>
              <a:gd name="connsiteX282" fmla="*/ 3346222 w 3941882"/>
              <a:gd name="connsiteY282" fmla="*/ 2493694 h 3627688"/>
              <a:gd name="connsiteX283" fmla="*/ 3431583 w 3941882"/>
              <a:gd name="connsiteY283" fmla="*/ 2431490 h 3627688"/>
              <a:gd name="connsiteX284" fmla="*/ 3476149 w 3941882"/>
              <a:gd name="connsiteY284" fmla="*/ 2397630 h 3627688"/>
              <a:gd name="connsiteX285" fmla="*/ 3542832 w 3941882"/>
              <a:gd name="connsiteY285" fmla="*/ 2377905 h 3627688"/>
              <a:gd name="connsiteX286" fmla="*/ 2045581 w 3941882"/>
              <a:gd name="connsiteY286" fmla="*/ 2354971 h 3627688"/>
              <a:gd name="connsiteX287" fmla="*/ 2060482 w 3941882"/>
              <a:gd name="connsiteY287" fmla="*/ 2360350 h 3627688"/>
              <a:gd name="connsiteX288" fmla="*/ 2081112 w 3941882"/>
              <a:gd name="connsiteY288" fmla="*/ 2374704 h 3627688"/>
              <a:gd name="connsiteX289" fmla="*/ 2108335 w 3941882"/>
              <a:gd name="connsiteY289" fmla="*/ 2392151 h 3627688"/>
              <a:gd name="connsiteX290" fmla="*/ 2133737 w 3941882"/>
              <a:gd name="connsiteY290" fmla="*/ 2417197 h 3627688"/>
              <a:gd name="connsiteX291" fmla="*/ 2190528 w 3941882"/>
              <a:gd name="connsiteY291" fmla="*/ 2530237 h 3627688"/>
              <a:gd name="connsiteX292" fmla="*/ 2212933 w 3941882"/>
              <a:gd name="connsiteY292" fmla="*/ 2579955 h 3627688"/>
              <a:gd name="connsiteX293" fmla="*/ 2165813 w 3941882"/>
              <a:gd name="connsiteY293" fmla="*/ 2627753 h 3627688"/>
              <a:gd name="connsiteX294" fmla="*/ 2136293 w 3941882"/>
              <a:gd name="connsiteY294" fmla="*/ 2613473 h 3627688"/>
              <a:gd name="connsiteX295" fmla="*/ 2051500 w 3941882"/>
              <a:gd name="connsiteY295" fmla="*/ 2504380 h 3627688"/>
              <a:gd name="connsiteX296" fmla="*/ 2002095 w 3941882"/>
              <a:gd name="connsiteY296" fmla="*/ 2413499 h 3627688"/>
              <a:gd name="connsiteX297" fmla="*/ 1998192 w 3941882"/>
              <a:gd name="connsiteY297" fmla="*/ 2401706 h 3627688"/>
              <a:gd name="connsiteX298" fmla="*/ 2031713 w 3941882"/>
              <a:gd name="connsiteY298" fmla="*/ 2359334 h 3627688"/>
              <a:gd name="connsiteX299" fmla="*/ 2045581 w 3941882"/>
              <a:gd name="connsiteY299" fmla="*/ 2354971 h 3627688"/>
              <a:gd name="connsiteX300" fmla="*/ 2878509 w 3941882"/>
              <a:gd name="connsiteY300" fmla="*/ 2354453 h 3627688"/>
              <a:gd name="connsiteX301" fmla="*/ 2892077 w 3941882"/>
              <a:gd name="connsiteY301" fmla="*/ 2361987 h 3627688"/>
              <a:gd name="connsiteX302" fmla="*/ 2938709 w 3941882"/>
              <a:gd name="connsiteY302" fmla="*/ 2404003 h 3627688"/>
              <a:gd name="connsiteX303" fmla="*/ 2995901 w 3941882"/>
              <a:gd name="connsiteY303" fmla="*/ 2467675 h 3627688"/>
              <a:gd name="connsiteX304" fmla="*/ 3025710 w 3941882"/>
              <a:gd name="connsiteY304" fmla="*/ 2522464 h 3627688"/>
              <a:gd name="connsiteX305" fmla="*/ 3027369 w 3941882"/>
              <a:gd name="connsiteY305" fmla="*/ 2551918 h 3627688"/>
              <a:gd name="connsiteX306" fmla="*/ 3017848 w 3941882"/>
              <a:gd name="connsiteY306" fmla="*/ 2580753 h 3627688"/>
              <a:gd name="connsiteX307" fmla="*/ 2994876 w 3941882"/>
              <a:gd name="connsiteY307" fmla="*/ 2594472 h 3627688"/>
              <a:gd name="connsiteX308" fmla="*/ 2975845 w 3941882"/>
              <a:gd name="connsiteY308" fmla="*/ 2588028 h 3627688"/>
              <a:gd name="connsiteX309" fmla="*/ 2903361 w 3941882"/>
              <a:gd name="connsiteY309" fmla="*/ 2522433 h 3627688"/>
              <a:gd name="connsiteX310" fmla="*/ 2848401 w 3941882"/>
              <a:gd name="connsiteY310" fmla="*/ 2440615 h 3627688"/>
              <a:gd name="connsiteX311" fmla="*/ 2846920 w 3941882"/>
              <a:gd name="connsiteY311" fmla="*/ 2438616 h 3627688"/>
              <a:gd name="connsiteX312" fmla="*/ 2830517 w 3941882"/>
              <a:gd name="connsiteY312" fmla="*/ 2400287 h 3627688"/>
              <a:gd name="connsiteX313" fmla="*/ 2864656 w 3941882"/>
              <a:gd name="connsiteY313" fmla="*/ 2357154 h 3627688"/>
              <a:gd name="connsiteX314" fmla="*/ 2878509 w 3941882"/>
              <a:gd name="connsiteY314" fmla="*/ 2354453 h 3627688"/>
              <a:gd name="connsiteX315" fmla="*/ 1783159 w 3941882"/>
              <a:gd name="connsiteY315" fmla="*/ 2350481 h 3627688"/>
              <a:gd name="connsiteX316" fmla="*/ 1799934 w 3941882"/>
              <a:gd name="connsiteY316" fmla="*/ 2360969 h 3627688"/>
              <a:gd name="connsiteX317" fmla="*/ 1828025 w 3941882"/>
              <a:gd name="connsiteY317" fmla="*/ 2409083 h 3627688"/>
              <a:gd name="connsiteX318" fmla="*/ 1829376 w 3941882"/>
              <a:gd name="connsiteY318" fmla="*/ 2428248 h 3627688"/>
              <a:gd name="connsiteX319" fmla="*/ 1812588 w 3941882"/>
              <a:gd name="connsiteY319" fmla="*/ 2468741 h 3627688"/>
              <a:gd name="connsiteX320" fmla="*/ 1770478 w 3941882"/>
              <a:gd name="connsiteY320" fmla="*/ 2568598 h 3627688"/>
              <a:gd name="connsiteX321" fmla="*/ 1749646 w 3941882"/>
              <a:gd name="connsiteY321" fmla="*/ 2623828 h 3627688"/>
              <a:gd name="connsiteX322" fmla="*/ 1740168 w 3941882"/>
              <a:gd name="connsiteY322" fmla="*/ 2641470 h 3627688"/>
              <a:gd name="connsiteX323" fmla="*/ 1685790 w 3941882"/>
              <a:gd name="connsiteY323" fmla="*/ 2645597 h 3627688"/>
              <a:gd name="connsiteX324" fmla="*/ 1657927 w 3941882"/>
              <a:gd name="connsiteY324" fmla="*/ 2616448 h 3627688"/>
              <a:gd name="connsiteX325" fmla="*/ 1651535 w 3941882"/>
              <a:gd name="connsiteY325" fmla="*/ 2558545 h 3627688"/>
              <a:gd name="connsiteX326" fmla="*/ 1676050 w 3941882"/>
              <a:gd name="connsiteY326" fmla="*/ 2508694 h 3627688"/>
              <a:gd name="connsiteX327" fmla="*/ 1707718 w 3941882"/>
              <a:gd name="connsiteY327" fmla="*/ 2417715 h 3627688"/>
              <a:gd name="connsiteX328" fmla="*/ 1720745 w 3941882"/>
              <a:gd name="connsiteY328" fmla="*/ 2384864 h 3627688"/>
              <a:gd name="connsiteX329" fmla="*/ 1783159 w 3941882"/>
              <a:gd name="connsiteY329" fmla="*/ 2350481 h 3627688"/>
              <a:gd name="connsiteX330" fmla="*/ 962940 w 3941882"/>
              <a:gd name="connsiteY330" fmla="*/ 2300733 h 3627688"/>
              <a:gd name="connsiteX331" fmla="*/ 1012662 w 3941882"/>
              <a:gd name="connsiteY331" fmla="*/ 2303317 h 3627688"/>
              <a:gd name="connsiteX332" fmla="*/ 1020171 w 3941882"/>
              <a:gd name="connsiteY332" fmla="*/ 2303964 h 3627688"/>
              <a:gd name="connsiteX333" fmla="*/ 1152239 w 3941882"/>
              <a:gd name="connsiteY333" fmla="*/ 2328787 h 3627688"/>
              <a:gd name="connsiteX334" fmla="*/ 1204812 w 3941882"/>
              <a:gd name="connsiteY334" fmla="*/ 2390197 h 3627688"/>
              <a:gd name="connsiteX335" fmla="*/ 1206950 w 3941882"/>
              <a:gd name="connsiteY335" fmla="*/ 2410369 h 3627688"/>
              <a:gd name="connsiteX336" fmla="*/ 1180688 w 3941882"/>
              <a:gd name="connsiteY336" fmla="*/ 2436736 h 3627688"/>
              <a:gd name="connsiteX337" fmla="*/ 1158040 w 3941882"/>
              <a:gd name="connsiteY337" fmla="*/ 2432743 h 3627688"/>
              <a:gd name="connsiteX338" fmla="*/ 1029770 w 3941882"/>
              <a:gd name="connsiteY338" fmla="*/ 2417572 h 3627688"/>
              <a:gd name="connsiteX339" fmla="*/ 942870 w 3941882"/>
              <a:gd name="connsiteY339" fmla="*/ 2386128 h 3627688"/>
              <a:gd name="connsiteX340" fmla="*/ 938615 w 3941882"/>
              <a:gd name="connsiteY340" fmla="*/ 2383448 h 3627688"/>
              <a:gd name="connsiteX341" fmla="*/ 913180 w 3941882"/>
              <a:gd name="connsiteY341" fmla="*/ 2363514 h 3627688"/>
              <a:gd name="connsiteX342" fmla="*/ 936488 w 3941882"/>
              <a:gd name="connsiteY342" fmla="*/ 2305728 h 3627688"/>
              <a:gd name="connsiteX343" fmla="*/ 962940 w 3941882"/>
              <a:gd name="connsiteY343" fmla="*/ 2300733 h 3627688"/>
              <a:gd name="connsiteX344" fmla="*/ 2449836 w 3941882"/>
              <a:gd name="connsiteY344" fmla="*/ 2266754 h 3627688"/>
              <a:gd name="connsiteX345" fmla="*/ 2502190 w 3941882"/>
              <a:gd name="connsiteY345" fmla="*/ 2273568 h 3627688"/>
              <a:gd name="connsiteX346" fmla="*/ 2524651 w 3941882"/>
              <a:gd name="connsiteY346" fmla="*/ 2277527 h 3627688"/>
              <a:gd name="connsiteX347" fmla="*/ 2607361 w 3941882"/>
              <a:gd name="connsiteY347" fmla="*/ 2305914 h 3627688"/>
              <a:gd name="connsiteX348" fmla="*/ 2633311 w 3941882"/>
              <a:gd name="connsiteY348" fmla="*/ 2357416 h 3627688"/>
              <a:gd name="connsiteX349" fmla="*/ 2581842 w 3941882"/>
              <a:gd name="connsiteY349" fmla="*/ 2386100 h 3627688"/>
              <a:gd name="connsiteX350" fmla="*/ 2567445 w 3941882"/>
              <a:gd name="connsiteY350" fmla="*/ 2383466 h 3627688"/>
              <a:gd name="connsiteX351" fmla="*/ 2537222 w 3941882"/>
              <a:gd name="connsiteY351" fmla="*/ 2379201 h 3627688"/>
              <a:gd name="connsiteX352" fmla="*/ 2484538 w 3941882"/>
              <a:gd name="connsiteY352" fmla="*/ 2374260 h 3627688"/>
              <a:gd name="connsiteX353" fmla="*/ 2403875 w 3941882"/>
              <a:gd name="connsiteY353" fmla="*/ 2335902 h 3627688"/>
              <a:gd name="connsiteX354" fmla="*/ 2396312 w 3941882"/>
              <a:gd name="connsiteY354" fmla="*/ 2286289 h 3627688"/>
              <a:gd name="connsiteX355" fmla="*/ 2449836 w 3941882"/>
              <a:gd name="connsiteY355" fmla="*/ 2266754 h 3627688"/>
              <a:gd name="connsiteX356" fmla="*/ 3235000 w 3941882"/>
              <a:gd name="connsiteY356" fmla="*/ 2170042 h 3627688"/>
              <a:gd name="connsiteX357" fmla="*/ 3244048 w 3941882"/>
              <a:gd name="connsiteY357" fmla="*/ 2176635 h 3627688"/>
              <a:gd name="connsiteX358" fmla="*/ 3263517 w 3941882"/>
              <a:gd name="connsiteY358" fmla="*/ 2211256 h 3627688"/>
              <a:gd name="connsiteX359" fmla="*/ 3254966 w 3941882"/>
              <a:gd name="connsiteY359" fmla="*/ 2321083 h 3627688"/>
              <a:gd name="connsiteX360" fmla="*/ 3210963 w 3941882"/>
              <a:gd name="connsiteY360" fmla="*/ 2434415 h 3627688"/>
              <a:gd name="connsiteX361" fmla="*/ 3137749 w 3941882"/>
              <a:gd name="connsiteY361" fmla="*/ 2401426 h 3627688"/>
              <a:gd name="connsiteX362" fmla="*/ 3123258 w 3941882"/>
              <a:gd name="connsiteY362" fmla="*/ 2387284 h 3627688"/>
              <a:gd name="connsiteX363" fmla="*/ 3105668 w 3941882"/>
              <a:gd name="connsiteY363" fmla="*/ 2370472 h 3627688"/>
              <a:gd name="connsiteX364" fmla="*/ 3112337 w 3941882"/>
              <a:gd name="connsiteY364" fmla="*/ 2335920 h 3627688"/>
              <a:gd name="connsiteX365" fmla="*/ 3187815 w 3941882"/>
              <a:gd name="connsiteY365" fmla="*/ 2198395 h 3627688"/>
              <a:gd name="connsiteX366" fmla="*/ 3223910 w 3941882"/>
              <a:gd name="connsiteY366" fmla="*/ 2171541 h 3627688"/>
              <a:gd name="connsiteX367" fmla="*/ 3235000 w 3941882"/>
              <a:gd name="connsiteY367" fmla="*/ 2170042 h 3627688"/>
              <a:gd name="connsiteX368" fmla="*/ 1314875 w 3941882"/>
              <a:gd name="connsiteY368" fmla="*/ 2101788 h 3627688"/>
              <a:gd name="connsiteX369" fmla="*/ 1324466 w 3941882"/>
              <a:gd name="connsiteY369" fmla="*/ 2102118 h 3627688"/>
              <a:gd name="connsiteX370" fmla="*/ 1325017 w 3941882"/>
              <a:gd name="connsiteY370" fmla="*/ 2102388 h 3627688"/>
              <a:gd name="connsiteX371" fmla="*/ 1396414 w 3941882"/>
              <a:gd name="connsiteY371" fmla="*/ 2127623 h 3627688"/>
              <a:gd name="connsiteX372" fmla="*/ 1416432 w 3941882"/>
              <a:gd name="connsiteY372" fmla="*/ 2142158 h 3627688"/>
              <a:gd name="connsiteX373" fmla="*/ 1496959 w 3941882"/>
              <a:gd name="connsiteY373" fmla="*/ 2201543 h 3627688"/>
              <a:gd name="connsiteX374" fmla="*/ 1557921 w 3941882"/>
              <a:gd name="connsiteY374" fmla="*/ 2244925 h 3627688"/>
              <a:gd name="connsiteX375" fmla="*/ 1556993 w 3941882"/>
              <a:gd name="connsiteY375" fmla="*/ 2273731 h 3627688"/>
              <a:gd name="connsiteX376" fmla="*/ 1510192 w 3941882"/>
              <a:gd name="connsiteY376" fmla="*/ 2310961 h 3627688"/>
              <a:gd name="connsiteX377" fmla="*/ 1488690 w 3941882"/>
              <a:gd name="connsiteY377" fmla="*/ 2309779 h 3627688"/>
              <a:gd name="connsiteX378" fmla="*/ 1371630 w 3941882"/>
              <a:gd name="connsiteY378" fmla="*/ 2240865 h 3627688"/>
              <a:gd name="connsiteX379" fmla="*/ 1298087 w 3941882"/>
              <a:gd name="connsiteY379" fmla="*/ 2179622 h 3627688"/>
              <a:gd name="connsiteX380" fmla="*/ 1289233 w 3941882"/>
              <a:gd name="connsiteY380" fmla="*/ 2152666 h 3627688"/>
              <a:gd name="connsiteX381" fmla="*/ 1307852 w 3941882"/>
              <a:gd name="connsiteY381" fmla="*/ 2108343 h 3627688"/>
              <a:gd name="connsiteX382" fmla="*/ 1314875 w 3941882"/>
              <a:gd name="connsiteY382" fmla="*/ 2101788 h 3627688"/>
              <a:gd name="connsiteX383" fmla="*/ 1981052 w 3941882"/>
              <a:gd name="connsiteY383" fmla="*/ 2068640 h 3627688"/>
              <a:gd name="connsiteX384" fmla="*/ 2041167 w 3941882"/>
              <a:gd name="connsiteY384" fmla="*/ 2070835 h 3627688"/>
              <a:gd name="connsiteX385" fmla="*/ 2083843 w 3941882"/>
              <a:gd name="connsiteY385" fmla="*/ 2076715 h 3627688"/>
              <a:gd name="connsiteX386" fmla="*/ 2097983 w 3941882"/>
              <a:gd name="connsiteY386" fmla="*/ 2111459 h 3627688"/>
              <a:gd name="connsiteX387" fmla="*/ 2011907 w 3941882"/>
              <a:gd name="connsiteY387" fmla="*/ 2178268 h 3627688"/>
              <a:gd name="connsiteX388" fmla="*/ 1948165 w 3941882"/>
              <a:gd name="connsiteY388" fmla="*/ 2199381 h 3627688"/>
              <a:gd name="connsiteX389" fmla="*/ 1853126 w 3941882"/>
              <a:gd name="connsiteY389" fmla="*/ 2196052 h 3627688"/>
              <a:gd name="connsiteX390" fmla="*/ 1845452 w 3941882"/>
              <a:gd name="connsiteY390" fmla="*/ 2139949 h 3627688"/>
              <a:gd name="connsiteX391" fmla="*/ 1855574 w 3941882"/>
              <a:gd name="connsiteY391" fmla="*/ 2118655 h 3627688"/>
              <a:gd name="connsiteX392" fmla="*/ 1890926 w 3941882"/>
              <a:gd name="connsiteY392" fmla="*/ 2099297 h 3627688"/>
              <a:gd name="connsiteX393" fmla="*/ 1956681 w 3941882"/>
              <a:gd name="connsiteY393" fmla="*/ 2073325 h 3627688"/>
              <a:gd name="connsiteX394" fmla="*/ 1981052 w 3941882"/>
              <a:gd name="connsiteY394" fmla="*/ 2068640 h 3627688"/>
              <a:gd name="connsiteX395" fmla="*/ 3103005 w 3941882"/>
              <a:gd name="connsiteY395" fmla="*/ 1956915 h 3627688"/>
              <a:gd name="connsiteX396" fmla="*/ 3125368 w 3941882"/>
              <a:gd name="connsiteY396" fmla="*/ 1959794 h 3627688"/>
              <a:gd name="connsiteX397" fmla="*/ 3206496 w 3941882"/>
              <a:gd name="connsiteY397" fmla="*/ 1975252 h 3627688"/>
              <a:gd name="connsiteX398" fmla="*/ 3227968 w 3941882"/>
              <a:gd name="connsiteY398" fmla="*/ 1994680 h 3627688"/>
              <a:gd name="connsiteX399" fmla="*/ 3213030 w 3941882"/>
              <a:gd name="connsiteY399" fmla="*/ 2024685 h 3627688"/>
              <a:gd name="connsiteX400" fmla="*/ 3147688 w 3941882"/>
              <a:gd name="connsiteY400" fmla="*/ 2061449 h 3627688"/>
              <a:gd name="connsiteX401" fmla="*/ 3034668 w 3941882"/>
              <a:gd name="connsiteY401" fmla="*/ 2104292 h 3627688"/>
              <a:gd name="connsiteX402" fmla="*/ 2976936 w 3941882"/>
              <a:gd name="connsiteY402" fmla="*/ 2106090 h 3627688"/>
              <a:gd name="connsiteX403" fmla="*/ 2943886 w 3941882"/>
              <a:gd name="connsiteY403" fmla="*/ 2070235 h 3627688"/>
              <a:gd name="connsiteX404" fmla="*/ 2942695 w 3941882"/>
              <a:gd name="connsiteY404" fmla="*/ 2047429 h 3627688"/>
              <a:gd name="connsiteX405" fmla="*/ 2972704 w 3941882"/>
              <a:gd name="connsiteY405" fmla="*/ 2003087 h 3627688"/>
              <a:gd name="connsiteX406" fmla="*/ 3079554 w 3941882"/>
              <a:gd name="connsiteY406" fmla="*/ 1956934 h 3627688"/>
              <a:gd name="connsiteX407" fmla="*/ 3103005 w 3941882"/>
              <a:gd name="connsiteY407" fmla="*/ 1956915 h 3627688"/>
              <a:gd name="connsiteX408" fmla="*/ 440154 w 3941882"/>
              <a:gd name="connsiteY408" fmla="*/ 1944849 h 3627688"/>
              <a:gd name="connsiteX409" fmla="*/ 451922 w 3941882"/>
              <a:gd name="connsiteY409" fmla="*/ 1949504 h 3627688"/>
              <a:gd name="connsiteX410" fmla="*/ 453245 w 3941882"/>
              <a:gd name="connsiteY410" fmla="*/ 1950954 h 3627688"/>
              <a:gd name="connsiteX411" fmla="*/ 528315 w 3941882"/>
              <a:gd name="connsiteY411" fmla="*/ 2032550 h 3627688"/>
              <a:gd name="connsiteX412" fmla="*/ 601723 w 3941882"/>
              <a:gd name="connsiteY412" fmla="*/ 2141085 h 3627688"/>
              <a:gd name="connsiteX413" fmla="*/ 612495 w 3941882"/>
              <a:gd name="connsiteY413" fmla="*/ 2171950 h 3627688"/>
              <a:gd name="connsiteX414" fmla="*/ 577755 w 3941882"/>
              <a:gd name="connsiteY414" fmla="*/ 2214108 h 3627688"/>
              <a:gd name="connsiteX415" fmla="*/ 552586 w 3941882"/>
              <a:gd name="connsiteY415" fmla="*/ 2212375 h 3627688"/>
              <a:gd name="connsiteX416" fmla="*/ 484930 w 3941882"/>
              <a:gd name="connsiteY416" fmla="*/ 2166462 h 3627688"/>
              <a:gd name="connsiteX417" fmla="*/ 402394 w 3941882"/>
              <a:gd name="connsiteY417" fmla="*/ 2059891 h 3627688"/>
              <a:gd name="connsiteX418" fmla="*/ 390298 w 3941882"/>
              <a:gd name="connsiteY418" fmla="*/ 2040378 h 3627688"/>
              <a:gd name="connsiteX419" fmla="*/ 393218 w 3941882"/>
              <a:gd name="connsiteY419" fmla="*/ 1986046 h 3627688"/>
              <a:gd name="connsiteX420" fmla="*/ 428539 w 3941882"/>
              <a:gd name="connsiteY420" fmla="*/ 1949882 h 3627688"/>
              <a:gd name="connsiteX421" fmla="*/ 440154 w 3941882"/>
              <a:gd name="connsiteY421" fmla="*/ 1944849 h 3627688"/>
              <a:gd name="connsiteX422" fmla="*/ 194439 w 3941882"/>
              <a:gd name="connsiteY422" fmla="*/ 1909393 h 3627688"/>
              <a:gd name="connsiteX423" fmla="*/ 203060 w 3941882"/>
              <a:gd name="connsiteY423" fmla="*/ 1924527 h 3627688"/>
              <a:gd name="connsiteX424" fmla="*/ 248534 w 3941882"/>
              <a:gd name="connsiteY424" fmla="*/ 2003225 h 3627688"/>
              <a:gd name="connsiteX425" fmla="*/ 245768 w 3941882"/>
              <a:gd name="connsiteY425" fmla="*/ 2041362 h 3627688"/>
              <a:gd name="connsiteX426" fmla="*/ 195922 w 3941882"/>
              <a:gd name="connsiteY426" fmla="*/ 2136379 h 3627688"/>
              <a:gd name="connsiteX427" fmla="*/ 185312 w 3941882"/>
              <a:gd name="connsiteY427" fmla="*/ 2164829 h 3627688"/>
              <a:gd name="connsiteX428" fmla="*/ 143601 w 3941882"/>
              <a:gd name="connsiteY428" fmla="*/ 2179204 h 3627688"/>
              <a:gd name="connsiteX429" fmla="*/ 107421 w 3941882"/>
              <a:gd name="connsiteY429" fmla="*/ 2172054 h 3627688"/>
              <a:gd name="connsiteX430" fmla="*/ 83219 w 3941882"/>
              <a:gd name="connsiteY430" fmla="*/ 2152242 h 3627688"/>
              <a:gd name="connsiteX431" fmla="*/ 60260 w 3941882"/>
              <a:gd name="connsiteY431" fmla="*/ 2113337 h 3627688"/>
              <a:gd name="connsiteX432" fmla="*/ 57736 w 3941882"/>
              <a:gd name="connsiteY432" fmla="*/ 2094256 h 3627688"/>
              <a:gd name="connsiteX433" fmla="*/ 169777 w 3941882"/>
              <a:gd name="connsiteY433" fmla="*/ 1925034 h 3627688"/>
              <a:gd name="connsiteX434" fmla="*/ 181133 w 3941882"/>
              <a:gd name="connsiteY434" fmla="*/ 1915352 h 3627688"/>
              <a:gd name="connsiteX435" fmla="*/ 194439 w 3941882"/>
              <a:gd name="connsiteY435" fmla="*/ 1909393 h 3627688"/>
              <a:gd name="connsiteX436" fmla="*/ 3482429 w 3941882"/>
              <a:gd name="connsiteY436" fmla="*/ 1895559 h 3627688"/>
              <a:gd name="connsiteX437" fmla="*/ 3578506 w 3941882"/>
              <a:gd name="connsiteY437" fmla="*/ 1977864 h 3627688"/>
              <a:gd name="connsiteX438" fmla="*/ 3649034 w 3941882"/>
              <a:gd name="connsiteY438" fmla="*/ 2063875 h 3627688"/>
              <a:gd name="connsiteX439" fmla="*/ 3656299 w 3941882"/>
              <a:gd name="connsiteY439" fmla="*/ 2121741 h 3627688"/>
              <a:gd name="connsiteX440" fmla="*/ 3606440 w 3941882"/>
              <a:gd name="connsiteY440" fmla="*/ 2123767 h 3627688"/>
              <a:gd name="connsiteX441" fmla="*/ 3552598 w 3941882"/>
              <a:gd name="connsiteY441" fmla="*/ 2100759 h 3627688"/>
              <a:gd name="connsiteX442" fmla="*/ 3492709 w 3941882"/>
              <a:gd name="connsiteY442" fmla="*/ 2028307 h 3627688"/>
              <a:gd name="connsiteX443" fmla="*/ 3453812 w 3941882"/>
              <a:gd name="connsiteY443" fmla="*/ 1977999 h 3627688"/>
              <a:gd name="connsiteX444" fmla="*/ 3463241 w 3941882"/>
              <a:gd name="connsiteY444" fmla="*/ 1920662 h 3627688"/>
              <a:gd name="connsiteX445" fmla="*/ 3482429 w 3941882"/>
              <a:gd name="connsiteY445" fmla="*/ 1895559 h 3627688"/>
              <a:gd name="connsiteX446" fmla="*/ 2218160 w 3941882"/>
              <a:gd name="connsiteY446" fmla="*/ 1878072 h 3627688"/>
              <a:gd name="connsiteX447" fmla="*/ 2225564 w 3941882"/>
              <a:gd name="connsiteY447" fmla="*/ 1881440 h 3627688"/>
              <a:gd name="connsiteX448" fmla="*/ 2281153 w 3941882"/>
              <a:gd name="connsiteY448" fmla="*/ 1934497 h 3627688"/>
              <a:gd name="connsiteX449" fmla="*/ 2345032 w 3941882"/>
              <a:gd name="connsiteY449" fmla="*/ 2044540 h 3627688"/>
              <a:gd name="connsiteX450" fmla="*/ 2334107 w 3941882"/>
              <a:gd name="connsiteY450" fmla="*/ 2122953 h 3627688"/>
              <a:gd name="connsiteX451" fmla="*/ 2307765 w 3941882"/>
              <a:gd name="connsiteY451" fmla="*/ 2127869 h 3627688"/>
              <a:gd name="connsiteX452" fmla="*/ 2252837 w 3941882"/>
              <a:gd name="connsiteY452" fmla="*/ 2082555 h 3627688"/>
              <a:gd name="connsiteX453" fmla="*/ 2202145 w 3941882"/>
              <a:gd name="connsiteY453" fmla="*/ 2007188 h 3627688"/>
              <a:gd name="connsiteX454" fmla="*/ 2159649 w 3941882"/>
              <a:gd name="connsiteY454" fmla="*/ 1924187 h 3627688"/>
              <a:gd name="connsiteX455" fmla="*/ 2172282 w 3941882"/>
              <a:gd name="connsiteY455" fmla="*/ 1896865 h 3627688"/>
              <a:gd name="connsiteX456" fmla="*/ 2211245 w 3941882"/>
              <a:gd name="connsiteY456" fmla="*/ 1878917 h 3627688"/>
              <a:gd name="connsiteX457" fmla="*/ 2218160 w 3941882"/>
              <a:gd name="connsiteY457" fmla="*/ 1878072 h 3627688"/>
              <a:gd name="connsiteX458" fmla="*/ 991347 w 3941882"/>
              <a:gd name="connsiteY458" fmla="*/ 1861463 h 3627688"/>
              <a:gd name="connsiteX459" fmla="*/ 1006212 w 3941882"/>
              <a:gd name="connsiteY459" fmla="*/ 1935345 h 3627688"/>
              <a:gd name="connsiteX460" fmla="*/ 992745 w 3941882"/>
              <a:gd name="connsiteY460" fmla="*/ 1983280 h 3627688"/>
              <a:gd name="connsiteX461" fmla="*/ 970391 w 3941882"/>
              <a:gd name="connsiteY461" fmla="*/ 2019219 h 3627688"/>
              <a:gd name="connsiteX462" fmla="*/ 891621 w 3941882"/>
              <a:gd name="connsiteY462" fmla="*/ 2099869 h 3627688"/>
              <a:gd name="connsiteX463" fmla="*/ 836025 w 3941882"/>
              <a:gd name="connsiteY463" fmla="*/ 2102033 h 3627688"/>
              <a:gd name="connsiteX464" fmla="*/ 832700 w 3941882"/>
              <a:gd name="connsiteY464" fmla="*/ 2098560 h 3627688"/>
              <a:gd name="connsiteX465" fmla="*/ 826397 w 3941882"/>
              <a:gd name="connsiteY465" fmla="*/ 2087793 h 3627688"/>
              <a:gd name="connsiteX466" fmla="*/ 802685 w 3941882"/>
              <a:gd name="connsiteY466" fmla="*/ 2020849 h 3627688"/>
              <a:gd name="connsiteX467" fmla="*/ 809647 w 3941882"/>
              <a:gd name="connsiteY467" fmla="*/ 2004889 h 3627688"/>
              <a:gd name="connsiteX468" fmla="*/ 937948 w 3941882"/>
              <a:gd name="connsiteY468" fmla="*/ 1879185 h 3627688"/>
              <a:gd name="connsiteX469" fmla="*/ 991347 w 3941882"/>
              <a:gd name="connsiteY469" fmla="*/ 1861463 h 3627688"/>
              <a:gd name="connsiteX470" fmla="*/ 2796665 w 3941882"/>
              <a:gd name="connsiteY470" fmla="*/ 1820158 h 3627688"/>
              <a:gd name="connsiteX471" fmla="*/ 2809541 w 3941882"/>
              <a:gd name="connsiteY471" fmla="*/ 1829486 h 3627688"/>
              <a:gd name="connsiteX472" fmla="*/ 2837059 w 3941882"/>
              <a:gd name="connsiteY472" fmla="*/ 1926842 h 3627688"/>
              <a:gd name="connsiteX473" fmla="*/ 2834264 w 3941882"/>
              <a:gd name="connsiteY473" fmla="*/ 1946531 h 3627688"/>
              <a:gd name="connsiteX474" fmla="*/ 2817005 w 3941882"/>
              <a:gd name="connsiteY474" fmla="*/ 1999012 h 3627688"/>
              <a:gd name="connsiteX475" fmla="*/ 2787864 w 3941882"/>
              <a:gd name="connsiteY475" fmla="*/ 2090436 h 3627688"/>
              <a:gd name="connsiteX476" fmla="*/ 2778034 w 3941882"/>
              <a:gd name="connsiteY476" fmla="*/ 2118830 h 3627688"/>
              <a:gd name="connsiteX477" fmla="*/ 2746954 w 3941882"/>
              <a:gd name="connsiteY477" fmla="*/ 2130926 h 3627688"/>
              <a:gd name="connsiteX478" fmla="*/ 2697721 w 3941882"/>
              <a:gd name="connsiteY478" fmla="*/ 2111337 h 3627688"/>
              <a:gd name="connsiteX479" fmla="*/ 2671246 w 3941882"/>
              <a:gd name="connsiteY479" fmla="*/ 2047479 h 3627688"/>
              <a:gd name="connsiteX480" fmla="*/ 2698269 w 3941882"/>
              <a:gd name="connsiteY480" fmla="*/ 1965337 h 3627688"/>
              <a:gd name="connsiteX481" fmla="*/ 2718339 w 3941882"/>
              <a:gd name="connsiteY481" fmla="*/ 1899640 h 3627688"/>
              <a:gd name="connsiteX482" fmla="*/ 2780865 w 3941882"/>
              <a:gd name="connsiteY482" fmla="*/ 1821921 h 3627688"/>
              <a:gd name="connsiteX483" fmla="*/ 2796665 w 3941882"/>
              <a:gd name="connsiteY483" fmla="*/ 1820158 h 3627688"/>
              <a:gd name="connsiteX484" fmla="*/ 1732338 w 3941882"/>
              <a:gd name="connsiteY484" fmla="*/ 1809956 h 3627688"/>
              <a:gd name="connsiteX485" fmla="*/ 1748083 w 3941882"/>
              <a:gd name="connsiteY485" fmla="*/ 1818621 h 3627688"/>
              <a:gd name="connsiteX486" fmla="*/ 1768562 w 3941882"/>
              <a:gd name="connsiteY486" fmla="*/ 1870511 h 3627688"/>
              <a:gd name="connsiteX487" fmla="*/ 1771615 w 3941882"/>
              <a:gd name="connsiteY487" fmla="*/ 1907935 h 3627688"/>
              <a:gd name="connsiteX488" fmla="*/ 1772067 w 3941882"/>
              <a:gd name="connsiteY488" fmla="*/ 1985843 h 3627688"/>
              <a:gd name="connsiteX489" fmla="*/ 1749247 w 3941882"/>
              <a:gd name="connsiteY489" fmla="*/ 2034833 h 3627688"/>
              <a:gd name="connsiteX490" fmla="*/ 1686071 w 3941882"/>
              <a:gd name="connsiteY490" fmla="*/ 2024277 h 3627688"/>
              <a:gd name="connsiteX491" fmla="*/ 1668179 w 3941882"/>
              <a:gd name="connsiteY491" fmla="*/ 1961545 h 3627688"/>
              <a:gd name="connsiteX492" fmla="*/ 1672144 w 3941882"/>
              <a:gd name="connsiteY492" fmla="*/ 1850910 h 3627688"/>
              <a:gd name="connsiteX493" fmla="*/ 1717364 w 3941882"/>
              <a:gd name="connsiteY493" fmla="*/ 1810599 h 3627688"/>
              <a:gd name="connsiteX494" fmla="*/ 1732338 w 3941882"/>
              <a:gd name="connsiteY494" fmla="*/ 1809956 h 3627688"/>
              <a:gd name="connsiteX495" fmla="*/ 1422337 w 3941882"/>
              <a:gd name="connsiteY495" fmla="*/ 1753698 h 3627688"/>
              <a:gd name="connsiteX496" fmla="*/ 1439678 w 3941882"/>
              <a:gd name="connsiteY496" fmla="*/ 1756247 h 3627688"/>
              <a:gd name="connsiteX497" fmla="*/ 1448569 w 3941882"/>
              <a:gd name="connsiteY497" fmla="*/ 1757814 h 3627688"/>
              <a:gd name="connsiteX498" fmla="*/ 1505638 w 3941882"/>
              <a:gd name="connsiteY498" fmla="*/ 1794813 h 3627688"/>
              <a:gd name="connsiteX499" fmla="*/ 1499341 w 3941882"/>
              <a:gd name="connsiteY499" fmla="*/ 1832618 h 3627688"/>
              <a:gd name="connsiteX500" fmla="*/ 1490322 w 3941882"/>
              <a:gd name="connsiteY500" fmla="*/ 1836822 h 3627688"/>
              <a:gd name="connsiteX501" fmla="*/ 1363478 w 3941882"/>
              <a:gd name="connsiteY501" fmla="*/ 1871049 h 3627688"/>
              <a:gd name="connsiteX502" fmla="*/ 1284591 w 3941882"/>
              <a:gd name="connsiteY502" fmla="*/ 1886113 h 3627688"/>
              <a:gd name="connsiteX503" fmla="*/ 1282069 w 3941882"/>
              <a:gd name="connsiteY503" fmla="*/ 1886731 h 3627688"/>
              <a:gd name="connsiteX504" fmla="*/ 1230857 w 3941882"/>
              <a:gd name="connsiteY504" fmla="*/ 1844970 h 3627688"/>
              <a:gd name="connsiteX505" fmla="*/ 1255766 w 3941882"/>
              <a:gd name="connsiteY505" fmla="*/ 1803300 h 3627688"/>
              <a:gd name="connsiteX506" fmla="*/ 1258193 w 3941882"/>
              <a:gd name="connsiteY506" fmla="*/ 1802666 h 3627688"/>
              <a:gd name="connsiteX507" fmla="*/ 1363067 w 3941882"/>
              <a:gd name="connsiteY507" fmla="*/ 1770456 h 3627688"/>
              <a:gd name="connsiteX508" fmla="*/ 1404099 w 3941882"/>
              <a:gd name="connsiteY508" fmla="*/ 1756639 h 3627688"/>
              <a:gd name="connsiteX509" fmla="*/ 1422337 w 3941882"/>
              <a:gd name="connsiteY509" fmla="*/ 1753698 h 3627688"/>
              <a:gd name="connsiteX510" fmla="*/ 535148 w 3941882"/>
              <a:gd name="connsiteY510" fmla="*/ 1690482 h 3627688"/>
              <a:gd name="connsiteX511" fmla="*/ 641247 w 3941882"/>
              <a:gd name="connsiteY511" fmla="*/ 1690740 h 3627688"/>
              <a:gd name="connsiteX512" fmla="*/ 668602 w 3941882"/>
              <a:gd name="connsiteY512" fmla="*/ 1694306 h 3627688"/>
              <a:gd name="connsiteX513" fmla="*/ 757980 w 3941882"/>
              <a:gd name="connsiteY513" fmla="*/ 1734681 h 3627688"/>
              <a:gd name="connsiteX514" fmla="*/ 776573 w 3941882"/>
              <a:gd name="connsiteY514" fmla="*/ 1764416 h 3627688"/>
              <a:gd name="connsiteX515" fmla="*/ 756835 w 3941882"/>
              <a:gd name="connsiteY515" fmla="*/ 1791547 h 3627688"/>
              <a:gd name="connsiteX516" fmla="*/ 722881 w 3941882"/>
              <a:gd name="connsiteY516" fmla="*/ 1800239 h 3627688"/>
              <a:gd name="connsiteX517" fmla="*/ 616474 w 3941882"/>
              <a:gd name="connsiteY517" fmla="*/ 1807748 h 3627688"/>
              <a:gd name="connsiteX518" fmla="*/ 588915 w 3941882"/>
              <a:gd name="connsiteY518" fmla="*/ 1809167 h 3627688"/>
              <a:gd name="connsiteX519" fmla="*/ 495415 w 3941882"/>
              <a:gd name="connsiteY519" fmla="*/ 1781777 h 3627688"/>
              <a:gd name="connsiteX520" fmla="*/ 479403 w 3941882"/>
              <a:gd name="connsiteY520" fmla="*/ 1743420 h 3627688"/>
              <a:gd name="connsiteX521" fmla="*/ 487114 w 3941882"/>
              <a:gd name="connsiteY521" fmla="*/ 1719383 h 3627688"/>
              <a:gd name="connsiteX522" fmla="*/ 535148 w 3941882"/>
              <a:gd name="connsiteY522" fmla="*/ 1690482 h 3627688"/>
              <a:gd name="connsiteX523" fmla="*/ 2615060 w 3941882"/>
              <a:gd name="connsiteY523" fmla="*/ 1653293 h 3627688"/>
              <a:gd name="connsiteX524" fmla="*/ 2666759 w 3941882"/>
              <a:gd name="connsiteY524" fmla="*/ 1665080 h 3627688"/>
              <a:gd name="connsiteX525" fmla="*/ 2675708 w 3941882"/>
              <a:gd name="connsiteY525" fmla="*/ 1688431 h 3627688"/>
              <a:gd name="connsiteX526" fmla="*/ 2674770 w 3941882"/>
              <a:gd name="connsiteY526" fmla="*/ 1690247 h 3627688"/>
              <a:gd name="connsiteX527" fmla="*/ 2617272 w 3941882"/>
              <a:gd name="connsiteY527" fmla="*/ 1753689 h 3627688"/>
              <a:gd name="connsiteX528" fmla="*/ 2544793 w 3941882"/>
              <a:gd name="connsiteY528" fmla="*/ 1781664 h 3627688"/>
              <a:gd name="connsiteX529" fmla="*/ 2540016 w 3941882"/>
              <a:gd name="connsiteY529" fmla="*/ 1783043 h 3627688"/>
              <a:gd name="connsiteX530" fmla="*/ 2425154 w 3941882"/>
              <a:gd name="connsiteY530" fmla="*/ 1808953 h 3627688"/>
              <a:gd name="connsiteX531" fmla="*/ 2404951 w 3941882"/>
              <a:gd name="connsiteY531" fmla="*/ 1797668 h 3627688"/>
              <a:gd name="connsiteX532" fmla="*/ 2389118 w 3941882"/>
              <a:gd name="connsiteY532" fmla="*/ 1750072 h 3627688"/>
              <a:gd name="connsiteX533" fmla="*/ 2395414 w 3941882"/>
              <a:gd name="connsiteY533" fmla="*/ 1731870 h 3627688"/>
              <a:gd name="connsiteX534" fmla="*/ 2417005 w 3941882"/>
              <a:gd name="connsiteY534" fmla="*/ 1718874 h 3627688"/>
              <a:gd name="connsiteX535" fmla="*/ 2462216 w 3941882"/>
              <a:gd name="connsiteY535" fmla="*/ 1696138 h 3627688"/>
              <a:gd name="connsiteX536" fmla="*/ 2540445 w 3941882"/>
              <a:gd name="connsiteY536" fmla="*/ 1672750 h 3627688"/>
              <a:gd name="connsiteX537" fmla="*/ 2596618 w 3941882"/>
              <a:gd name="connsiteY537" fmla="*/ 1658995 h 3627688"/>
              <a:gd name="connsiteX538" fmla="*/ 2615060 w 3941882"/>
              <a:gd name="connsiteY538" fmla="*/ 1653293 h 3627688"/>
              <a:gd name="connsiteX539" fmla="*/ 3811813 w 3941882"/>
              <a:gd name="connsiteY539" fmla="*/ 1640831 h 3627688"/>
              <a:gd name="connsiteX540" fmla="*/ 3884578 w 3941882"/>
              <a:gd name="connsiteY540" fmla="*/ 1687767 h 3627688"/>
              <a:gd name="connsiteX541" fmla="*/ 3881833 w 3941882"/>
              <a:gd name="connsiteY541" fmla="*/ 1708816 h 3627688"/>
              <a:gd name="connsiteX542" fmla="*/ 3871577 w 3941882"/>
              <a:gd name="connsiteY542" fmla="*/ 1716085 h 3627688"/>
              <a:gd name="connsiteX543" fmla="*/ 3768328 w 3941882"/>
              <a:gd name="connsiteY543" fmla="*/ 1763162 h 3627688"/>
              <a:gd name="connsiteX544" fmla="*/ 3676565 w 3941882"/>
              <a:gd name="connsiteY544" fmla="*/ 1775183 h 3627688"/>
              <a:gd name="connsiteX545" fmla="*/ 3662924 w 3941882"/>
              <a:gd name="connsiteY545" fmla="*/ 1763896 h 3627688"/>
              <a:gd name="connsiteX546" fmla="*/ 3663161 w 3941882"/>
              <a:gd name="connsiteY546" fmla="*/ 1720387 h 3627688"/>
              <a:gd name="connsiteX547" fmla="*/ 3681155 w 3941882"/>
              <a:gd name="connsiteY547" fmla="*/ 1692757 h 3627688"/>
              <a:gd name="connsiteX548" fmla="*/ 3780308 w 3941882"/>
              <a:gd name="connsiteY548" fmla="*/ 1647565 h 3627688"/>
              <a:gd name="connsiteX549" fmla="*/ 3811813 w 3941882"/>
              <a:gd name="connsiteY549" fmla="*/ 1640831 h 3627688"/>
              <a:gd name="connsiteX550" fmla="*/ 1895552 w 3941882"/>
              <a:gd name="connsiteY550" fmla="*/ 1571093 h 3627688"/>
              <a:gd name="connsiteX551" fmla="*/ 1922254 w 3941882"/>
              <a:gd name="connsiteY551" fmla="*/ 1582135 h 3627688"/>
              <a:gd name="connsiteX552" fmla="*/ 1976927 w 3941882"/>
              <a:gd name="connsiteY552" fmla="*/ 1624506 h 3627688"/>
              <a:gd name="connsiteX553" fmla="*/ 1979762 w 3941882"/>
              <a:gd name="connsiteY553" fmla="*/ 1628675 h 3627688"/>
              <a:gd name="connsiteX554" fmla="*/ 2033175 w 3941882"/>
              <a:gd name="connsiteY554" fmla="*/ 1717076 h 3627688"/>
              <a:gd name="connsiteX555" fmla="*/ 2048182 w 3941882"/>
              <a:gd name="connsiteY555" fmla="*/ 1772636 h 3627688"/>
              <a:gd name="connsiteX556" fmla="*/ 1987237 w 3941882"/>
              <a:gd name="connsiteY556" fmla="*/ 1806891 h 3627688"/>
              <a:gd name="connsiteX557" fmla="*/ 1934408 w 3941882"/>
              <a:gd name="connsiteY557" fmla="*/ 1756251 h 3627688"/>
              <a:gd name="connsiteX558" fmla="*/ 1899704 w 3941882"/>
              <a:gd name="connsiteY558" fmla="*/ 1706779 h 3627688"/>
              <a:gd name="connsiteX559" fmla="*/ 1853274 w 3941882"/>
              <a:gd name="connsiteY559" fmla="*/ 1628590 h 3627688"/>
              <a:gd name="connsiteX560" fmla="*/ 1856530 w 3941882"/>
              <a:gd name="connsiteY560" fmla="*/ 1608413 h 3627688"/>
              <a:gd name="connsiteX561" fmla="*/ 1856871 w 3941882"/>
              <a:gd name="connsiteY561" fmla="*/ 1608173 h 3627688"/>
              <a:gd name="connsiteX562" fmla="*/ 1872339 w 3941882"/>
              <a:gd name="connsiteY562" fmla="*/ 1591587 h 3627688"/>
              <a:gd name="connsiteX563" fmla="*/ 1895552 w 3941882"/>
              <a:gd name="connsiteY563" fmla="*/ 1571093 h 3627688"/>
              <a:gd name="connsiteX564" fmla="*/ 3156147 w 3941882"/>
              <a:gd name="connsiteY564" fmla="*/ 1547015 h 3627688"/>
              <a:gd name="connsiteX565" fmla="*/ 3196554 w 3941882"/>
              <a:gd name="connsiteY565" fmla="*/ 1591506 h 3627688"/>
              <a:gd name="connsiteX566" fmla="*/ 3248889 w 3941882"/>
              <a:gd name="connsiteY566" fmla="*/ 1709554 h 3627688"/>
              <a:gd name="connsiteX567" fmla="*/ 3266360 w 3941882"/>
              <a:gd name="connsiteY567" fmla="*/ 1748940 h 3627688"/>
              <a:gd name="connsiteX568" fmla="*/ 3273705 w 3941882"/>
              <a:gd name="connsiteY568" fmla="*/ 1762015 h 3627688"/>
              <a:gd name="connsiteX569" fmla="*/ 3259498 w 3941882"/>
              <a:gd name="connsiteY569" fmla="*/ 1807309 h 3627688"/>
              <a:gd name="connsiteX570" fmla="*/ 3243338 w 3941882"/>
              <a:gd name="connsiteY570" fmla="*/ 1811123 h 3627688"/>
              <a:gd name="connsiteX571" fmla="*/ 3206987 w 3941882"/>
              <a:gd name="connsiteY571" fmla="*/ 1802206 h 3627688"/>
              <a:gd name="connsiteX572" fmla="*/ 3147356 w 3941882"/>
              <a:gd name="connsiteY572" fmla="*/ 1733758 h 3627688"/>
              <a:gd name="connsiteX573" fmla="*/ 3115759 w 3941882"/>
              <a:gd name="connsiteY573" fmla="*/ 1631628 h 3627688"/>
              <a:gd name="connsiteX574" fmla="*/ 3138962 w 3941882"/>
              <a:gd name="connsiteY574" fmla="*/ 1561850 h 3627688"/>
              <a:gd name="connsiteX575" fmla="*/ 3156147 w 3941882"/>
              <a:gd name="connsiteY575" fmla="*/ 1547015 h 3627688"/>
              <a:gd name="connsiteX576" fmla="*/ 1406210 w 3941882"/>
              <a:gd name="connsiteY576" fmla="*/ 1459990 h 3627688"/>
              <a:gd name="connsiteX577" fmla="*/ 1486145 w 3941882"/>
              <a:gd name="connsiteY577" fmla="*/ 1482770 h 3627688"/>
              <a:gd name="connsiteX578" fmla="*/ 1587932 w 3941882"/>
              <a:gd name="connsiteY578" fmla="*/ 1517898 h 3627688"/>
              <a:gd name="connsiteX579" fmla="*/ 1609677 w 3941882"/>
              <a:gd name="connsiteY579" fmla="*/ 1529745 h 3627688"/>
              <a:gd name="connsiteX580" fmla="*/ 1620710 w 3941882"/>
              <a:gd name="connsiteY580" fmla="*/ 1539414 h 3627688"/>
              <a:gd name="connsiteX581" fmla="*/ 1647308 w 3941882"/>
              <a:gd name="connsiteY581" fmla="*/ 1571912 h 3627688"/>
              <a:gd name="connsiteX582" fmla="*/ 1615664 w 3941882"/>
              <a:gd name="connsiteY582" fmla="*/ 1617319 h 3627688"/>
              <a:gd name="connsiteX583" fmla="*/ 1570561 w 3941882"/>
              <a:gd name="connsiteY583" fmla="*/ 1618639 h 3627688"/>
              <a:gd name="connsiteX584" fmla="*/ 1391953 w 3941882"/>
              <a:gd name="connsiteY584" fmla="*/ 1540327 h 3627688"/>
              <a:gd name="connsiteX585" fmla="*/ 1382638 w 3941882"/>
              <a:gd name="connsiteY585" fmla="*/ 1469451 h 3627688"/>
              <a:gd name="connsiteX586" fmla="*/ 1406210 w 3941882"/>
              <a:gd name="connsiteY586" fmla="*/ 1459990 h 3627688"/>
              <a:gd name="connsiteX587" fmla="*/ 2705265 w 3941882"/>
              <a:gd name="connsiteY587" fmla="*/ 1413759 h 3627688"/>
              <a:gd name="connsiteX588" fmla="*/ 2771334 w 3941882"/>
              <a:gd name="connsiteY588" fmla="*/ 1440758 h 3627688"/>
              <a:gd name="connsiteX589" fmla="*/ 2839507 w 3941882"/>
              <a:gd name="connsiteY589" fmla="*/ 1476624 h 3627688"/>
              <a:gd name="connsiteX590" fmla="*/ 2922777 w 3941882"/>
              <a:gd name="connsiteY590" fmla="*/ 1554935 h 3627688"/>
              <a:gd name="connsiteX591" fmla="*/ 2909078 w 3941882"/>
              <a:gd name="connsiteY591" fmla="*/ 1592690 h 3627688"/>
              <a:gd name="connsiteX592" fmla="*/ 2852906 w 3941882"/>
              <a:gd name="connsiteY592" fmla="*/ 1608088 h 3627688"/>
              <a:gd name="connsiteX593" fmla="*/ 2693717 w 3941882"/>
              <a:gd name="connsiteY593" fmla="*/ 1488586 h 3627688"/>
              <a:gd name="connsiteX594" fmla="*/ 2684180 w 3941882"/>
              <a:gd name="connsiteY594" fmla="*/ 1462765 h 3627688"/>
              <a:gd name="connsiteX595" fmla="*/ 2705265 w 3941882"/>
              <a:gd name="connsiteY595" fmla="*/ 1413759 h 3627688"/>
              <a:gd name="connsiteX596" fmla="*/ 2226671 w 3941882"/>
              <a:gd name="connsiteY596" fmla="*/ 1401053 h 3627688"/>
              <a:gd name="connsiteX597" fmla="*/ 2243815 w 3941882"/>
              <a:gd name="connsiteY597" fmla="*/ 1410544 h 3627688"/>
              <a:gd name="connsiteX598" fmla="*/ 2281778 w 3941882"/>
              <a:gd name="connsiteY598" fmla="*/ 1468896 h 3627688"/>
              <a:gd name="connsiteX599" fmla="*/ 2284394 w 3941882"/>
              <a:gd name="connsiteY599" fmla="*/ 1486351 h 3627688"/>
              <a:gd name="connsiteX600" fmla="*/ 2280157 w 3941882"/>
              <a:gd name="connsiteY600" fmla="*/ 1635756 h 3627688"/>
              <a:gd name="connsiteX601" fmla="*/ 2277857 w 3941882"/>
              <a:gd name="connsiteY601" fmla="*/ 1646069 h 3627688"/>
              <a:gd name="connsiteX602" fmla="*/ 2262490 w 3941882"/>
              <a:gd name="connsiteY602" fmla="*/ 1678509 h 3627688"/>
              <a:gd name="connsiteX603" fmla="*/ 2219788 w 3941882"/>
              <a:gd name="connsiteY603" fmla="*/ 1690294 h 3627688"/>
              <a:gd name="connsiteX604" fmla="*/ 2185154 w 3941882"/>
              <a:gd name="connsiteY604" fmla="*/ 1658504 h 3627688"/>
              <a:gd name="connsiteX605" fmla="*/ 2170780 w 3941882"/>
              <a:gd name="connsiteY605" fmla="*/ 1597165 h 3627688"/>
              <a:gd name="connsiteX606" fmla="*/ 2171613 w 3941882"/>
              <a:gd name="connsiteY606" fmla="*/ 1498821 h 3627688"/>
              <a:gd name="connsiteX607" fmla="*/ 2172153 w 3941882"/>
              <a:gd name="connsiteY607" fmla="*/ 1448125 h 3627688"/>
              <a:gd name="connsiteX608" fmla="*/ 2226671 w 3941882"/>
              <a:gd name="connsiteY608" fmla="*/ 1401053 h 3627688"/>
              <a:gd name="connsiteX609" fmla="*/ 1125372 w 3941882"/>
              <a:gd name="connsiteY609" fmla="*/ 1363851 h 3627688"/>
              <a:gd name="connsiteX610" fmla="*/ 1168731 w 3941882"/>
              <a:gd name="connsiteY610" fmla="*/ 1391578 h 3627688"/>
              <a:gd name="connsiteX611" fmla="*/ 1173963 w 3941882"/>
              <a:gd name="connsiteY611" fmla="*/ 1408433 h 3627688"/>
              <a:gd name="connsiteX612" fmla="*/ 1176057 w 3941882"/>
              <a:gd name="connsiteY612" fmla="*/ 1494548 h 3627688"/>
              <a:gd name="connsiteX613" fmla="*/ 1163683 w 3941882"/>
              <a:gd name="connsiteY613" fmla="*/ 1574057 h 3627688"/>
              <a:gd name="connsiteX614" fmla="*/ 1131775 w 3941882"/>
              <a:gd name="connsiteY614" fmla="*/ 1619322 h 3627688"/>
              <a:gd name="connsiteX615" fmla="*/ 1121772 w 3941882"/>
              <a:gd name="connsiteY615" fmla="*/ 1621324 h 3627688"/>
              <a:gd name="connsiteX616" fmla="*/ 1059438 w 3941882"/>
              <a:gd name="connsiteY616" fmla="*/ 1554525 h 3627688"/>
              <a:gd name="connsiteX617" fmla="*/ 1069028 w 3941882"/>
              <a:gd name="connsiteY617" fmla="*/ 1496831 h 3627688"/>
              <a:gd name="connsiteX618" fmla="*/ 1077021 w 3941882"/>
              <a:gd name="connsiteY618" fmla="*/ 1437792 h 3627688"/>
              <a:gd name="connsiteX619" fmla="*/ 1088335 w 3941882"/>
              <a:gd name="connsiteY619" fmla="*/ 1392761 h 3627688"/>
              <a:gd name="connsiteX620" fmla="*/ 1125372 w 3941882"/>
              <a:gd name="connsiteY620" fmla="*/ 1363851 h 3627688"/>
              <a:gd name="connsiteX621" fmla="*/ 718459 w 3941882"/>
              <a:gd name="connsiteY621" fmla="*/ 1348280 h 3627688"/>
              <a:gd name="connsiteX622" fmla="*/ 758080 w 3941882"/>
              <a:gd name="connsiteY622" fmla="*/ 1367864 h 3627688"/>
              <a:gd name="connsiteX623" fmla="*/ 816647 w 3941882"/>
              <a:gd name="connsiteY623" fmla="*/ 1426468 h 3627688"/>
              <a:gd name="connsiteX624" fmla="*/ 869717 w 3941882"/>
              <a:gd name="connsiteY624" fmla="*/ 1496559 h 3627688"/>
              <a:gd name="connsiteX625" fmla="*/ 874029 w 3941882"/>
              <a:gd name="connsiteY625" fmla="*/ 1521363 h 3627688"/>
              <a:gd name="connsiteX626" fmla="*/ 861777 w 3941882"/>
              <a:gd name="connsiteY626" fmla="*/ 1549813 h 3627688"/>
              <a:gd name="connsiteX627" fmla="*/ 824239 w 3941882"/>
              <a:gd name="connsiteY627" fmla="*/ 1557488 h 3627688"/>
              <a:gd name="connsiteX628" fmla="*/ 754469 w 3941882"/>
              <a:gd name="connsiteY628" fmla="*/ 1508787 h 3627688"/>
              <a:gd name="connsiteX629" fmla="*/ 702867 w 3941882"/>
              <a:gd name="connsiteY629" fmla="*/ 1463771 h 3627688"/>
              <a:gd name="connsiteX630" fmla="*/ 662961 w 3941882"/>
              <a:gd name="connsiteY630" fmla="*/ 1409326 h 3627688"/>
              <a:gd name="connsiteX631" fmla="*/ 664908 w 3941882"/>
              <a:gd name="connsiteY631" fmla="*/ 1383500 h 3627688"/>
              <a:gd name="connsiteX632" fmla="*/ 679439 w 3941882"/>
              <a:gd name="connsiteY632" fmla="*/ 1366749 h 3627688"/>
              <a:gd name="connsiteX633" fmla="*/ 718459 w 3941882"/>
              <a:gd name="connsiteY633" fmla="*/ 1348280 h 3627688"/>
              <a:gd name="connsiteX634" fmla="*/ 454089 w 3941882"/>
              <a:gd name="connsiteY634" fmla="*/ 1344509 h 3627688"/>
              <a:gd name="connsiteX635" fmla="*/ 471155 w 3941882"/>
              <a:gd name="connsiteY635" fmla="*/ 1357174 h 3627688"/>
              <a:gd name="connsiteX636" fmla="*/ 487322 w 3941882"/>
              <a:gd name="connsiteY636" fmla="*/ 1394109 h 3627688"/>
              <a:gd name="connsiteX637" fmla="*/ 465848 w 3941882"/>
              <a:gd name="connsiteY637" fmla="*/ 1474331 h 3627688"/>
              <a:gd name="connsiteX638" fmla="*/ 390736 w 3941882"/>
              <a:gd name="connsiteY638" fmla="*/ 1519994 h 3627688"/>
              <a:gd name="connsiteX639" fmla="*/ 355302 w 3941882"/>
              <a:gd name="connsiteY639" fmla="*/ 1551311 h 3627688"/>
              <a:gd name="connsiteX640" fmla="*/ 341668 w 3941882"/>
              <a:gd name="connsiteY640" fmla="*/ 1565709 h 3627688"/>
              <a:gd name="connsiteX641" fmla="*/ 293222 w 3941882"/>
              <a:gd name="connsiteY641" fmla="*/ 1566826 h 3627688"/>
              <a:gd name="connsiteX642" fmla="*/ 270870 w 3941882"/>
              <a:gd name="connsiteY642" fmla="*/ 1546376 h 3627688"/>
              <a:gd name="connsiteX643" fmla="*/ 272015 w 3941882"/>
              <a:gd name="connsiteY643" fmla="*/ 1471453 h 3627688"/>
              <a:gd name="connsiteX644" fmla="*/ 355178 w 3941882"/>
              <a:gd name="connsiteY644" fmla="*/ 1397081 h 3627688"/>
              <a:gd name="connsiteX645" fmla="*/ 438896 w 3941882"/>
              <a:gd name="connsiteY645" fmla="*/ 1346949 h 3627688"/>
              <a:gd name="connsiteX646" fmla="*/ 454089 w 3941882"/>
              <a:gd name="connsiteY646" fmla="*/ 1344509 h 3627688"/>
              <a:gd name="connsiteX647" fmla="*/ 3480117 w 3941882"/>
              <a:gd name="connsiteY647" fmla="*/ 1334734 h 3627688"/>
              <a:gd name="connsiteX648" fmla="*/ 3494937 w 3941882"/>
              <a:gd name="connsiteY648" fmla="*/ 1339548 h 3627688"/>
              <a:gd name="connsiteX649" fmla="*/ 3551650 w 3941882"/>
              <a:gd name="connsiteY649" fmla="*/ 1392802 h 3627688"/>
              <a:gd name="connsiteX650" fmla="*/ 3560931 w 3941882"/>
              <a:gd name="connsiteY650" fmla="*/ 1460583 h 3627688"/>
              <a:gd name="connsiteX651" fmla="*/ 3547793 w 3941882"/>
              <a:gd name="connsiteY651" fmla="*/ 1549904 h 3627688"/>
              <a:gd name="connsiteX652" fmla="*/ 3506917 w 3941882"/>
              <a:gd name="connsiteY652" fmla="*/ 1596773 h 3627688"/>
              <a:gd name="connsiteX653" fmla="*/ 3412079 w 3941882"/>
              <a:gd name="connsiteY653" fmla="*/ 1570400 h 3627688"/>
              <a:gd name="connsiteX654" fmla="*/ 3406352 w 3941882"/>
              <a:gd name="connsiteY654" fmla="*/ 1548149 h 3627688"/>
              <a:gd name="connsiteX655" fmla="*/ 3421269 w 3941882"/>
              <a:gd name="connsiteY655" fmla="*/ 1468991 h 3627688"/>
              <a:gd name="connsiteX656" fmla="*/ 3442957 w 3941882"/>
              <a:gd name="connsiteY656" fmla="*/ 1385907 h 3627688"/>
              <a:gd name="connsiteX657" fmla="*/ 3466185 w 3941882"/>
              <a:gd name="connsiteY657" fmla="*/ 1341722 h 3627688"/>
              <a:gd name="connsiteX658" fmla="*/ 3480117 w 3941882"/>
              <a:gd name="connsiteY658" fmla="*/ 1334734 h 3627688"/>
              <a:gd name="connsiteX659" fmla="*/ 3226114 w 3941882"/>
              <a:gd name="connsiteY659" fmla="*/ 1271598 h 3627688"/>
              <a:gd name="connsiteX660" fmla="*/ 3253860 w 3941882"/>
              <a:gd name="connsiteY660" fmla="*/ 1298784 h 3627688"/>
              <a:gd name="connsiteX661" fmla="*/ 3252910 w 3941882"/>
              <a:gd name="connsiteY661" fmla="*/ 1306255 h 3627688"/>
              <a:gd name="connsiteX662" fmla="*/ 3226957 w 3941882"/>
              <a:gd name="connsiteY662" fmla="*/ 1351119 h 3627688"/>
              <a:gd name="connsiteX663" fmla="*/ 3161418 w 3941882"/>
              <a:gd name="connsiteY663" fmla="*/ 1382440 h 3627688"/>
              <a:gd name="connsiteX664" fmla="*/ 2984112 w 3941882"/>
              <a:gd name="connsiteY664" fmla="*/ 1402946 h 3627688"/>
              <a:gd name="connsiteX665" fmla="*/ 2974137 w 3941882"/>
              <a:gd name="connsiteY665" fmla="*/ 1402057 h 3627688"/>
              <a:gd name="connsiteX666" fmla="*/ 2946259 w 3941882"/>
              <a:gd name="connsiteY666" fmla="*/ 1382852 h 3627688"/>
              <a:gd name="connsiteX667" fmla="*/ 2930515 w 3941882"/>
              <a:gd name="connsiteY667" fmla="*/ 1337494 h 3627688"/>
              <a:gd name="connsiteX668" fmla="*/ 2949489 w 3941882"/>
              <a:gd name="connsiteY668" fmla="*/ 1315250 h 3627688"/>
              <a:gd name="connsiteX669" fmla="*/ 2998394 w 3941882"/>
              <a:gd name="connsiteY669" fmla="*/ 1303302 h 3627688"/>
              <a:gd name="connsiteX670" fmla="*/ 3055300 w 3941882"/>
              <a:gd name="connsiteY670" fmla="*/ 1297979 h 3627688"/>
              <a:gd name="connsiteX671" fmla="*/ 3161486 w 3941882"/>
              <a:gd name="connsiteY671" fmla="*/ 1280774 h 3627688"/>
              <a:gd name="connsiteX672" fmla="*/ 3226114 w 3941882"/>
              <a:gd name="connsiteY672" fmla="*/ 1271598 h 3627688"/>
              <a:gd name="connsiteX673" fmla="*/ 1669379 w 3941882"/>
              <a:gd name="connsiteY673" fmla="*/ 1164743 h 3627688"/>
              <a:gd name="connsiteX674" fmla="*/ 1700270 w 3941882"/>
              <a:gd name="connsiteY674" fmla="*/ 1192589 h 3627688"/>
              <a:gd name="connsiteX675" fmla="*/ 1705924 w 3941882"/>
              <a:gd name="connsiteY675" fmla="*/ 1197738 h 3627688"/>
              <a:gd name="connsiteX676" fmla="*/ 1772923 w 3941882"/>
              <a:gd name="connsiteY676" fmla="*/ 1286796 h 3627688"/>
              <a:gd name="connsiteX677" fmla="*/ 1813869 w 3941882"/>
              <a:gd name="connsiteY677" fmla="*/ 1399941 h 3627688"/>
              <a:gd name="connsiteX678" fmla="*/ 1807153 w 3941882"/>
              <a:gd name="connsiteY678" fmla="*/ 1403006 h 3627688"/>
              <a:gd name="connsiteX679" fmla="*/ 1759079 w 3941882"/>
              <a:gd name="connsiteY679" fmla="*/ 1421183 h 3627688"/>
              <a:gd name="connsiteX680" fmla="*/ 1754305 w 3941882"/>
              <a:gd name="connsiteY680" fmla="*/ 1420341 h 3627688"/>
              <a:gd name="connsiteX681" fmla="*/ 1703809 w 3941882"/>
              <a:gd name="connsiteY681" fmla="*/ 1375617 h 3627688"/>
              <a:gd name="connsiteX682" fmla="*/ 1643166 w 3941882"/>
              <a:gd name="connsiteY682" fmla="*/ 1258711 h 3627688"/>
              <a:gd name="connsiteX683" fmla="*/ 1669379 w 3941882"/>
              <a:gd name="connsiteY683" fmla="*/ 1164743 h 3627688"/>
              <a:gd name="connsiteX684" fmla="*/ 2389033 w 3941882"/>
              <a:gd name="connsiteY684" fmla="*/ 1150331 h 3627688"/>
              <a:gd name="connsiteX685" fmla="*/ 2412500 w 3941882"/>
              <a:gd name="connsiteY685" fmla="*/ 1162469 h 3627688"/>
              <a:gd name="connsiteX686" fmla="*/ 2451137 w 3941882"/>
              <a:gd name="connsiteY686" fmla="*/ 1185791 h 3627688"/>
              <a:gd name="connsiteX687" fmla="*/ 2454446 w 3941882"/>
              <a:gd name="connsiteY687" fmla="*/ 1189464 h 3627688"/>
              <a:gd name="connsiteX688" fmla="*/ 2510565 w 3941882"/>
              <a:gd name="connsiteY688" fmla="*/ 1254299 h 3627688"/>
              <a:gd name="connsiteX689" fmla="*/ 2529045 w 3941882"/>
              <a:gd name="connsiteY689" fmla="*/ 1319162 h 3627688"/>
              <a:gd name="connsiteX690" fmla="*/ 2493805 w 3941882"/>
              <a:gd name="connsiteY690" fmla="*/ 1351575 h 3627688"/>
              <a:gd name="connsiteX691" fmla="*/ 2437601 w 3941882"/>
              <a:gd name="connsiteY691" fmla="*/ 1320619 h 3627688"/>
              <a:gd name="connsiteX692" fmla="*/ 2356984 w 3941882"/>
              <a:gd name="connsiteY692" fmla="*/ 1226167 h 3627688"/>
              <a:gd name="connsiteX693" fmla="*/ 2365445 w 3941882"/>
              <a:gd name="connsiteY693" fmla="*/ 1162287 h 3627688"/>
              <a:gd name="connsiteX694" fmla="*/ 2389033 w 3941882"/>
              <a:gd name="connsiteY694" fmla="*/ 1150331 h 3627688"/>
              <a:gd name="connsiteX695" fmla="*/ 2139680 w 3941882"/>
              <a:gd name="connsiteY695" fmla="*/ 1081067 h 3627688"/>
              <a:gd name="connsiteX696" fmla="*/ 2162685 w 3941882"/>
              <a:gd name="connsiteY696" fmla="*/ 1093427 h 3627688"/>
              <a:gd name="connsiteX697" fmla="*/ 2188052 w 3941882"/>
              <a:gd name="connsiteY697" fmla="*/ 1137294 h 3627688"/>
              <a:gd name="connsiteX698" fmla="*/ 2150092 w 3941882"/>
              <a:gd name="connsiteY698" fmla="*/ 1173091 h 3627688"/>
              <a:gd name="connsiteX699" fmla="*/ 2055593 w 3941882"/>
              <a:gd name="connsiteY699" fmla="*/ 1241698 h 3627688"/>
              <a:gd name="connsiteX700" fmla="*/ 2018903 w 3941882"/>
              <a:gd name="connsiteY700" fmla="*/ 1257151 h 3627688"/>
              <a:gd name="connsiteX701" fmla="*/ 1985037 w 3941882"/>
              <a:gd name="connsiteY701" fmla="*/ 1266438 h 3627688"/>
              <a:gd name="connsiteX702" fmla="*/ 1958050 w 3941882"/>
              <a:gd name="connsiteY702" fmla="*/ 1252025 h 3627688"/>
              <a:gd name="connsiteX703" fmla="*/ 1952404 w 3941882"/>
              <a:gd name="connsiteY703" fmla="*/ 1214529 h 3627688"/>
              <a:gd name="connsiteX704" fmla="*/ 1962889 w 3941882"/>
              <a:gd name="connsiteY704" fmla="*/ 1192817 h 3627688"/>
              <a:gd name="connsiteX705" fmla="*/ 2088875 w 3941882"/>
              <a:gd name="connsiteY705" fmla="*/ 1095577 h 3627688"/>
              <a:gd name="connsiteX706" fmla="*/ 2139680 w 3941882"/>
              <a:gd name="connsiteY706" fmla="*/ 1081067 h 3627688"/>
              <a:gd name="connsiteX707" fmla="*/ 3739002 w 3941882"/>
              <a:gd name="connsiteY707" fmla="*/ 1060728 h 3627688"/>
              <a:gd name="connsiteX708" fmla="*/ 3798290 w 3941882"/>
              <a:gd name="connsiteY708" fmla="*/ 1107581 h 3627688"/>
              <a:gd name="connsiteX709" fmla="*/ 3828158 w 3941882"/>
              <a:gd name="connsiteY709" fmla="*/ 1147800 h 3627688"/>
              <a:gd name="connsiteX710" fmla="*/ 3867631 w 3941882"/>
              <a:gd name="connsiteY710" fmla="*/ 1226599 h 3627688"/>
              <a:gd name="connsiteX711" fmla="*/ 3882554 w 3941882"/>
              <a:gd name="connsiteY711" fmla="*/ 1269495 h 3627688"/>
              <a:gd name="connsiteX712" fmla="*/ 3852019 w 3941882"/>
              <a:gd name="connsiteY712" fmla="*/ 1315396 h 3627688"/>
              <a:gd name="connsiteX713" fmla="*/ 3832121 w 3941882"/>
              <a:gd name="connsiteY713" fmla="*/ 1314197 h 3627688"/>
              <a:gd name="connsiteX714" fmla="*/ 3793815 w 3941882"/>
              <a:gd name="connsiteY714" fmla="*/ 1302134 h 3627688"/>
              <a:gd name="connsiteX715" fmla="*/ 3767449 w 3941882"/>
              <a:gd name="connsiteY715" fmla="*/ 1276534 h 3627688"/>
              <a:gd name="connsiteX716" fmla="*/ 3711179 w 3941882"/>
              <a:gd name="connsiteY716" fmla="*/ 1179711 h 3627688"/>
              <a:gd name="connsiteX717" fmla="*/ 3694027 w 3941882"/>
              <a:gd name="connsiteY717" fmla="*/ 1134684 h 3627688"/>
              <a:gd name="connsiteX718" fmla="*/ 3701290 w 3941882"/>
              <a:gd name="connsiteY718" fmla="*/ 1093477 h 3627688"/>
              <a:gd name="connsiteX719" fmla="*/ 3739002 w 3941882"/>
              <a:gd name="connsiteY719" fmla="*/ 1060728 h 3627688"/>
              <a:gd name="connsiteX720" fmla="*/ 1074324 w 3941882"/>
              <a:gd name="connsiteY720" fmla="*/ 1016214 h 3627688"/>
              <a:gd name="connsiteX721" fmla="*/ 1101758 w 3941882"/>
              <a:gd name="connsiteY721" fmla="*/ 1041231 h 3627688"/>
              <a:gd name="connsiteX722" fmla="*/ 1103883 w 3941882"/>
              <a:gd name="connsiteY722" fmla="*/ 1094328 h 3627688"/>
              <a:gd name="connsiteX723" fmla="*/ 1080190 w 3941882"/>
              <a:gd name="connsiteY723" fmla="*/ 1113230 h 3627688"/>
              <a:gd name="connsiteX724" fmla="*/ 1014100 w 3941882"/>
              <a:gd name="connsiteY724" fmla="*/ 1154786 h 3627688"/>
              <a:gd name="connsiteX725" fmla="*/ 1009158 w 3941882"/>
              <a:gd name="connsiteY725" fmla="*/ 1160384 h 3627688"/>
              <a:gd name="connsiteX726" fmla="*/ 952977 w 3941882"/>
              <a:gd name="connsiteY726" fmla="*/ 1199921 h 3627688"/>
              <a:gd name="connsiteX727" fmla="*/ 888229 w 3941882"/>
              <a:gd name="connsiteY727" fmla="*/ 1171997 h 3627688"/>
              <a:gd name="connsiteX728" fmla="*/ 877706 w 3941882"/>
              <a:gd name="connsiteY728" fmla="*/ 1143008 h 3627688"/>
              <a:gd name="connsiteX729" fmla="*/ 912296 w 3941882"/>
              <a:gd name="connsiteY729" fmla="*/ 1093486 h 3627688"/>
              <a:gd name="connsiteX730" fmla="*/ 930990 w 3941882"/>
              <a:gd name="connsiteY730" fmla="*/ 1082683 h 3627688"/>
              <a:gd name="connsiteX731" fmla="*/ 1027726 w 3941882"/>
              <a:gd name="connsiteY731" fmla="*/ 1036969 h 3627688"/>
              <a:gd name="connsiteX732" fmla="*/ 1074324 w 3941882"/>
              <a:gd name="connsiteY732" fmla="*/ 1016214 h 3627688"/>
              <a:gd name="connsiteX733" fmla="*/ 3515680 w 3941882"/>
              <a:gd name="connsiteY733" fmla="*/ 977139 h 3627688"/>
              <a:gd name="connsiteX734" fmla="*/ 3540035 w 3941882"/>
              <a:gd name="connsiteY734" fmla="*/ 980756 h 3627688"/>
              <a:gd name="connsiteX735" fmla="*/ 3592231 w 3941882"/>
              <a:gd name="connsiteY735" fmla="*/ 1009268 h 3627688"/>
              <a:gd name="connsiteX736" fmla="*/ 3566087 w 3941882"/>
              <a:gd name="connsiteY736" fmla="*/ 1048112 h 3627688"/>
              <a:gd name="connsiteX737" fmla="*/ 3467896 w 3941882"/>
              <a:gd name="connsiteY737" fmla="*/ 1095502 h 3627688"/>
              <a:gd name="connsiteX738" fmla="*/ 3463207 w 3941882"/>
              <a:gd name="connsiteY738" fmla="*/ 1097476 h 3627688"/>
              <a:gd name="connsiteX739" fmla="*/ 3370906 w 3941882"/>
              <a:gd name="connsiteY739" fmla="*/ 1128424 h 3627688"/>
              <a:gd name="connsiteX740" fmla="*/ 3328164 w 3941882"/>
              <a:gd name="connsiteY740" fmla="*/ 1124561 h 3627688"/>
              <a:gd name="connsiteX741" fmla="*/ 3327216 w 3941882"/>
              <a:gd name="connsiteY741" fmla="*/ 1104213 h 3627688"/>
              <a:gd name="connsiteX742" fmla="*/ 3305444 w 3941882"/>
              <a:gd name="connsiteY742" fmla="*/ 1105107 h 3627688"/>
              <a:gd name="connsiteX743" fmla="*/ 3306180 w 3941882"/>
              <a:gd name="connsiteY743" fmla="*/ 1093263 h 3627688"/>
              <a:gd name="connsiteX744" fmla="*/ 3349753 w 3941882"/>
              <a:gd name="connsiteY744" fmla="*/ 1032191 h 3627688"/>
              <a:gd name="connsiteX745" fmla="*/ 3448179 w 3941882"/>
              <a:gd name="connsiteY745" fmla="*/ 984553 h 3627688"/>
              <a:gd name="connsiteX746" fmla="*/ 3483240 w 3941882"/>
              <a:gd name="connsiteY746" fmla="*/ 981078 h 3627688"/>
              <a:gd name="connsiteX747" fmla="*/ 3515680 w 3941882"/>
              <a:gd name="connsiteY747" fmla="*/ 977139 h 3627688"/>
              <a:gd name="connsiteX748" fmla="*/ 534830 w 3941882"/>
              <a:gd name="connsiteY748" fmla="*/ 966894 h 3627688"/>
              <a:gd name="connsiteX749" fmla="*/ 584933 w 3941882"/>
              <a:gd name="connsiteY749" fmla="*/ 985381 h 3627688"/>
              <a:gd name="connsiteX750" fmla="*/ 610465 w 3941882"/>
              <a:gd name="connsiteY750" fmla="*/ 1043085 h 3627688"/>
              <a:gd name="connsiteX751" fmla="*/ 608874 w 3941882"/>
              <a:gd name="connsiteY751" fmla="*/ 1100838 h 3627688"/>
              <a:gd name="connsiteX752" fmla="*/ 606457 w 3941882"/>
              <a:gd name="connsiteY752" fmla="*/ 1158348 h 3627688"/>
              <a:gd name="connsiteX753" fmla="*/ 577057 w 3941882"/>
              <a:gd name="connsiteY753" fmla="*/ 1184453 h 3627688"/>
              <a:gd name="connsiteX754" fmla="*/ 561555 w 3941882"/>
              <a:gd name="connsiteY754" fmla="*/ 1186453 h 3627688"/>
              <a:gd name="connsiteX755" fmla="*/ 536964 w 3941882"/>
              <a:gd name="connsiteY755" fmla="*/ 1186367 h 3627688"/>
              <a:gd name="connsiteX756" fmla="*/ 498510 w 3941882"/>
              <a:gd name="connsiteY756" fmla="*/ 1115472 h 3627688"/>
              <a:gd name="connsiteX757" fmla="*/ 502861 w 3941882"/>
              <a:gd name="connsiteY757" fmla="*/ 1003746 h 3627688"/>
              <a:gd name="connsiteX758" fmla="*/ 534830 w 3941882"/>
              <a:gd name="connsiteY758" fmla="*/ 966894 h 3627688"/>
              <a:gd name="connsiteX759" fmla="*/ 1357387 w 3941882"/>
              <a:gd name="connsiteY759" fmla="*/ 918042 h 3627688"/>
              <a:gd name="connsiteX760" fmla="*/ 1371765 w 3941882"/>
              <a:gd name="connsiteY760" fmla="*/ 919068 h 3627688"/>
              <a:gd name="connsiteX761" fmla="*/ 1395556 w 3941882"/>
              <a:gd name="connsiteY761" fmla="*/ 951070 h 3627688"/>
              <a:gd name="connsiteX762" fmla="*/ 1410031 w 3941882"/>
              <a:gd name="connsiteY762" fmla="*/ 991570 h 3627688"/>
              <a:gd name="connsiteX763" fmla="*/ 1412052 w 3941882"/>
              <a:gd name="connsiteY763" fmla="*/ 995981 h 3627688"/>
              <a:gd name="connsiteX764" fmla="*/ 1420320 w 3941882"/>
              <a:gd name="connsiteY764" fmla="*/ 1113313 h 3627688"/>
              <a:gd name="connsiteX765" fmla="*/ 1422421 w 3941882"/>
              <a:gd name="connsiteY765" fmla="*/ 1135891 h 3627688"/>
              <a:gd name="connsiteX766" fmla="*/ 1398961 w 3941882"/>
              <a:gd name="connsiteY766" fmla="*/ 1183031 h 3627688"/>
              <a:gd name="connsiteX767" fmla="*/ 1351472 w 3941882"/>
              <a:gd name="connsiteY767" fmla="*/ 1174515 h 3627688"/>
              <a:gd name="connsiteX768" fmla="*/ 1350991 w 3941882"/>
              <a:gd name="connsiteY768" fmla="*/ 1173803 h 3627688"/>
              <a:gd name="connsiteX769" fmla="*/ 1316057 w 3941882"/>
              <a:gd name="connsiteY769" fmla="*/ 1080741 h 3627688"/>
              <a:gd name="connsiteX770" fmla="*/ 1303245 w 3941882"/>
              <a:gd name="connsiteY770" fmla="*/ 1001233 h 3627688"/>
              <a:gd name="connsiteX771" fmla="*/ 1302344 w 3941882"/>
              <a:gd name="connsiteY771" fmla="*/ 960906 h 3627688"/>
              <a:gd name="connsiteX772" fmla="*/ 1307264 w 3941882"/>
              <a:gd name="connsiteY772" fmla="*/ 941206 h 3627688"/>
              <a:gd name="connsiteX773" fmla="*/ 1325050 w 3941882"/>
              <a:gd name="connsiteY773" fmla="*/ 925704 h 3627688"/>
              <a:gd name="connsiteX774" fmla="*/ 1342589 w 3941882"/>
              <a:gd name="connsiteY774" fmla="*/ 923098 h 3627688"/>
              <a:gd name="connsiteX775" fmla="*/ 1357387 w 3941882"/>
              <a:gd name="connsiteY775" fmla="*/ 918042 h 3627688"/>
              <a:gd name="connsiteX776" fmla="*/ 2744659 w 3941882"/>
              <a:gd name="connsiteY776" fmla="*/ 917624 h 3627688"/>
              <a:gd name="connsiteX777" fmla="*/ 2763551 w 3941882"/>
              <a:gd name="connsiteY777" fmla="*/ 958805 h 3627688"/>
              <a:gd name="connsiteX778" fmla="*/ 2771150 w 3941882"/>
              <a:gd name="connsiteY778" fmla="*/ 974822 h 3627688"/>
              <a:gd name="connsiteX779" fmla="*/ 2775014 w 3941882"/>
              <a:gd name="connsiteY779" fmla="*/ 1077182 h 3627688"/>
              <a:gd name="connsiteX780" fmla="*/ 2754375 w 3941882"/>
              <a:gd name="connsiteY780" fmla="*/ 1151565 h 3627688"/>
              <a:gd name="connsiteX781" fmla="*/ 2738671 w 3941882"/>
              <a:gd name="connsiteY781" fmla="*/ 1214940 h 3627688"/>
              <a:gd name="connsiteX782" fmla="*/ 2721738 w 3941882"/>
              <a:gd name="connsiteY782" fmla="*/ 1227793 h 3627688"/>
              <a:gd name="connsiteX783" fmla="*/ 2694131 w 3941882"/>
              <a:gd name="connsiteY783" fmla="*/ 1229492 h 3627688"/>
              <a:gd name="connsiteX784" fmla="*/ 2657085 w 3941882"/>
              <a:gd name="connsiteY784" fmla="*/ 1204809 h 3627688"/>
              <a:gd name="connsiteX785" fmla="*/ 2640885 w 3941882"/>
              <a:gd name="connsiteY785" fmla="*/ 1116595 h 3627688"/>
              <a:gd name="connsiteX786" fmla="*/ 2668204 w 3941882"/>
              <a:gd name="connsiteY786" fmla="*/ 1016351 h 3627688"/>
              <a:gd name="connsiteX787" fmla="*/ 2679977 w 3941882"/>
              <a:gd name="connsiteY787" fmla="*/ 977485 h 3627688"/>
              <a:gd name="connsiteX788" fmla="*/ 2744659 w 3941882"/>
              <a:gd name="connsiteY788" fmla="*/ 917624 h 3627688"/>
              <a:gd name="connsiteX789" fmla="*/ 1671713 w 3941882"/>
              <a:gd name="connsiteY789" fmla="*/ 859153 h 3627688"/>
              <a:gd name="connsiteX790" fmla="*/ 1776735 w 3941882"/>
              <a:gd name="connsiteY790" fmla="*/ 871002 h 3627688"/>
              <a:gd name="connsiteX791" fmla="*/ 1809309 w 3941882"/>
              <a:gd name="connsiteY791" fmla="*/ 876163 h 3627688"/>
              <a:gd name="connsiteX792" fmla="*/ 1851423 w 3941882"/>
              <a:gd name="connsiteY792" fmla="*/ 888511 h 3627688"/>
              <a:gd name="connsiteX793" fmla="*/ 1878267 w 3941882"/>
              <a:gd name="connsiteY793" fmla="*/ 894981 h 3627688"/>
              <a:gd name="connsiteX794" fmla="*/ 1922943 w 3941882"/>
              <a:gd name="connsiteY794" fmla="*/ 925643 h 3627688"/>
              <a:gd name="connsiteX795" fmla="*/ 1923055 w 3941882"/>
              <a:gd name="connsiteY795" fmla="*/ 946906 h 3627688"/>
              <a:gd name="connsiteX796" fmla="*/ 1887902 w 3941882"/>
              <a:gd name="connsiteY796" fmla="*/ 968423 h 3627688"/>
              <a:gd name="connsiteX797" fmla="*/ 1875361 w 3941882"/>
              <a:gd name="connsiteY797" fmla="*/ 967854 h 3627688"/>
              <a:gd name="connsiteX798" fmla="*/ 1743294 w 3941882"/>
              <a:gd name="connsiteY798" fmla="*/ 964372 h 3627688"/>
              <a:gd name="connsiteX799" fmla="*/ 1695845 w 3941882"/>
              <a:gd name="connsiteY799" fmla="*/ 956009 h 3627688"/>
              <a:gd name="connsiteX800" fmla="*/ 1636753 w 3941882"/>
              <a:gd name="connsiteY800" fmla="*/ 934875 h 3627688"/>
              <a:gd name="connsiteX801" fmla="*/ 1627247 w 3941882"/>
              <a:gd name="connsiteY801" fmla="*/ 917093 h 3627688"/>
              <a:gd name="connsiteX802" fmla="*/ 1627459 w 3941882"/>
              <a:gd name="connsiteY802" fmla="*/ 916435 h 3627688"/>
              <a:gd name="connsiteX803" fmla="*/ 1633341 w 3941882"/>
              <a:gd name="connsiteY803" fmla="*/ 889083 h 3627688"/>
              <a:gd name="connsiteX804" fmla="*/ 1671713 w 3941882"/>
              <a:gd name="connsiteY804" fmla="*/ 859153 h 3627688"/>
              <a:gd name="connsiteX805" fmla="*/ 2469197 w 3941882"/>
              <a:gd name="connsiteY805" fmla="*/ 828765 h 3627688"/>
              <a:gd name="connsiteX806" fmla="*/ 2484186 w 3941882"/>
              <a:gd name="connsiteY806" fmla="*/ 830769 h 3627688"/>
              <a:gd name="connsiteX807" fmla="*/ 2536857 w 3941882"/>
              <a:gd name="connsiteY807" fmla="*/ 866992 h 3627688"/>
              <a:gd name="connsiteX808" fmla="*/ 2526791 w 3941882"/>
              <a:gd name="connsiteY808" fmla="*/ 900558 h 3627688"/>
              <a:gd name="connsiteX809" fmla="*/ 2418500 w 3941882"/>
              <a:gd name="connsiteY809" fmla="*/ 958721 h 3627688"/>
              <a:gd name="connsiteX810" fmla="*/ 2319495 w 3941882"/>
              <a:gd name="connsiteY810" fmla="*/ 985012 h 3627688"/>
              <a:gd name="connsiteX811" fmla="*/ 2295849 w 3941882"/>
              <a:gd name="connsiteY811" fmla="*/ 965878 h 3627688"/>
              <a:gd name="connsiteX812" fmla="*/ 2293775 w 3941882"/>
              <a:gd name="connsiteY812" fmla="*/ 935482 h 3627688"/>
              <a:gd name="connsiteX813" fmla="*/ 2315336 w 3941882"/>
              <a:gd name="connsiteY813" fmla="*/ 899113 h 3627688"/>
              <a:gd name="connsiteX814" fmla="*/ 2455021 w 3941882"/>
              <a:gd name="connsiteY814" fmla="*/ 833643 h 3627688"/>
              <a:gd name="connsiteX815" fmla="*/ 2469197 w 3941882"/>
              <a:gd name="connsiteY815" fmla="*/ 828765 h 3627688"/>
              <a:gd name="connsiteX816" fmla="*/ 3079870 w 3941882"/>
              <a:gd name="connsiteY816" fmla="*/ 817236 h 3627688"/>
              <a:gd name="connsiteX817" fmla="*/ 3093259 w 3941882"/>
              <a:gd name="connsiteY817" fmla="*/ 823119 h 3627688"/>
              <a:gd name="connsiteX818" fmla="*/ 3118167 w 3941882"/>
              <a:gd name="connsiteY818" fmla="*/ 850974 h 3627688"/>
              <a:gd name="connsiteX819" fmla="*/ 3144132 w 3941882"/>
              <a:gd name="connsiteY819" fmla="*/ 894176 h 3627688"/>
              <a:gd name="connsiteX820" fmla="*/ 3155932 w 3941882"/>
              <a:gd name="connsiteY820" fmla="*/ 991465 h 3627688"/>
              <a:gd name="connsiteX821" fmla="*/ 3150784 w 3941882"/>
              <a:gd name="connsiteY821" fmla="*/ 1046949 h 3627688"/>
              <a:gd name="connsiteX822" fmla="*/ 3093642 w 3941882"/>
              <a:gd name="connsiteY822" fmla="*/ 1097420 h 3627688"/>
              <a:gd name="connsiteX823" fmla="*/ 3044775 w 3941882"/>
              <a:gd name="connsiteY823" fmla="*/ 1068626 h 3627688"/>
              <a:gd name="connsiteX824" fmla="*/ 3029013 w 3941882"/>
              <a:gd name="connsiteY824" fmla="*/ 1048563 h 3627688"/>
              <a:gd name="connsiteX825" fmla="*/ 3019855 w 3941882"/>
              <a:gd name="connsiteY825" fmla="*/ 1020589 h 3627688"/>
              <a:gd name="connsiteX826" fmla="*/ 3021103 w 3941882"/>
              <a:gd name="connsiteY826" fmla="*/ 992708 h 3627688"/>
              <a:gd name="connsiteX827" fmla="*/ 3032108 w 3941882"/>
              <a:gd name="connsiteY827" fmla="*/ 884280 h 3627688"/>
              <a:gd name="connsiteX828" fmla="*/ 3067341 w 3941882"/>
              <a:gd name="connsiteY828" fmla="*/ 824539 h 3627688"/>
              <a:gd name="connsiteX829" fmla="*/ 3079870 w 3941882"/>
              <a:gd name="connsiteY829" fmla="*/ 817236 h 3627688"/>
              <a:gd name="connsiteX830" fmla="*/ 732748 w 3941882"/>
              <a:gd name="connsiteY830" fmla="*/ 701359 h 3627688"/>
              <a:gd name="connsiteX831" fmla="*/ 751024 w 3941882"/>
              <a:gd name="connsiteY831" fmla="*/ 707709 h 3627688"/>
              <a:gd name="connsiteX832" fmla="*/ 751519 w 3941882"/>
              <a:gd name="connsiteY832" fmla="*/ 708162 h 3627688"/>
              <a:gd name="connsiteX833" fmla="*/ 797698 w 3941882"/>
              <a:gd name="connsiteY833" fmla="*/ 730302 h 3627688"/>
              <a:gd name="connsiteX834" fmla="*/ 843070 w 3941882"/>
              <a:gd name="connsiteY834" fmla="*/ 786580 h 3627688"/>
              <a:gd name="connsiteX835" fmla="*/ 865781 w 3941882"/>
              <a:gd name="connsiteY835" fmla="*/ 821966 h 3627688"/>
              <a:gd name="connsiteX836" fmla="*/ 882413 w 3941882"/>
              <a:gd name="connsiteY836" fmla="*/ 844210 h 3627688"/>
              <a:gd name="connsiteX837" fmla="*/ 888374 w 3941882"/>
              <a:gd name="connsiteY837" fmla="*/ 879925 h 3627688"/>
              <a:gd name="connsiteX838" fmla="*/ 870265 w 3941882"/>
              <a:gd name="connsiteY838" fmla="*/ 911496 h 3627688"/>
              <a:gd name="connsiteX839" fmla="*/ 844364 w 3941882"/>
              <a:gd name="connsiteY839" fmla="*/ 914462 h 3627688"/>
              <a:gd name="connsiteX840" fmla="*/ 759211 w 3941882"/>
              <a:gd name="connsiteY840" fmla="*/ 850111 h 3627688"/>
              <a:gd name="connsiteX841" fmla="*/ 692654 w 3941882"/>
              <a:gd name="connsiteY841" fmla="*/ 764026 h 3627688"/>
              <a:gd name="connsiteX842" fmla="*/ 697489 w 3941882"/>
              <a:gd name="connsiteY842" fmla="*/ 723454 h 3627688"/>
              <a:gd name="connsiteX843" fmla="*/ 715335 w 3941882"/>
              <a:gd name="connsiteY843" fmla="*/ 709799 h 3627688"/>
              <a:gd name="connsiteX844" fmla="*/ 732748 w 3941882"/>
              <a:gd name="connsiteY844" fmla="*/ 701359 h 3627688"/>
              <a:gd name="connsiteX845" fmla="*/ 1031062 w 3941882"/>
              <a:gd name="connsiteY845" fmla="*/ 632350 h 3627688"/>
              <a:gd name="connsiteX846" fmla="*/ 1058887 w 3941882"/>
              <a:gd name="connsiteY846" fmla="*/ 635167 h 3627688"/>
              <a:gd name="connsiteX847" fmla="*/ 1119581 w 3941882"/>
              <a:gd name="connsiteY847" fmla="*/ 700324 h 3627688"/>
              <a:gd name="connsiteX848" fmla="*/ 1160631 w 3941882"/>
              <a:gd name="connsiteY848" fmla="*/ 757578 h 3627688"/>
              <a:gd name="connsiteX849" fmla="*/ 1189797 w 3941882"/>
              <a:gd name="connsiteY849" fmla="*/ 804530 h 3627688"/>
              <a:gd name="connsiteX850" fmla="*/ 1137335 w 3941882"/>
              <a:gd name="connsiteY850" fmla="*/ 835549 h 3627688"/>
              <a:gd name="connsiteX851" fmla="*/ 1085366 w 3941882"/>
              <a:gd name="connsiteY851" fmla="*/ 807946 h 3627688"/>
              <a:gd name="connsiteX852" fmla="*/ 1050581 w 3941882"/>
              <a:gd name="connsiteY852" fmla="*/ 758942 h 3627688"/>
              <a:gd name="connsiteX853" fmla="*/ 1002663 w 3941882"/>
              <a:gd name="connsiteY853" fmla="*/ 687539 h 3627688"/>
              <a:gd name="connsiteX854" fmla="*/ 1005142 w 3941882"/>
              <a:gd name="connsiteY854" fmla="*/ 645006 h 3627688"/>
              <a:gd name="connsiteX855" fmla="*/ 1031062 w 3941882"/>
              <a:gd name="connsiteY855" fmla="*/ 632350 h 3627688"/>
              <a:gd name="connsiteX856" fmla="*/ 3861309 w 3941882"/>
              <a:gd name="connsiteY856" fmla="*/ 596198 h 3627688"/>
              <a:gd name="connsiteX857" fmla="*/ 3902842 w 3941882"/>
              <a:gd name="connsiteY857" fmla="*/ 627176 h 3627688"/>
              <a:gd name="connsiteX858" fmla="*/ 3939774 w 3941882"/>
              <a:gd name="connsiteY858" fmla="*/ 680420 h 3627688"/>
              <a:gd name="connsiteX859" fmla="*/ 3924916 w 3941882"/>
              <a:gd name="connsiteY859" fmla="*/ 725309 h 3627688"/>
              <a:gd name="connsiteX860" fmla="*/ 3833158 w 3941882"/>
              <a:gd name="connsiteY860" fmla="*/ 807918 h 3627688"/>
              <a:gd name="connsiteX861" fmla="*/ 3814558 w 3941882"/>
              <a:gd name="connsiteY861" fmla="*/ 828587 h 3627688"/>
              <a:gd name="connsiteX862" fmla="*/ 3749717 w 3941882"/>
              <a:gd name="connsiteY862" fmla="*/ 842265 h 3627688"/>
              <a:gd name="connsiteX863" fmla="*/ 3727116 w 3941882"/>
              <a:gd name="connsiteY863" fmla="*/ 831425 h 3627688"/>
              <a:gd name="connsiteX864" fmla="*/ 3715197 w 3941882"/>
              <a:gd name="connsiteY864" fmla="*/ 819668 h 3627688"/>
              <a:gd name="connsiteX865" fmla="*/ 3707610 w 3941882"/>
              <a:gd name="connsiteY865" fmla="*/ 804137 h 3627688"/>
              <a:gd name="connsiteX866" fmla="*/ 3704392 w 3941882"/>
              <a:gd name="connsiteY866" fmla="*/ 767648 h 3627688"/>
              <a:gd name="connsiteX867" fmla="*/ 3784653 w 3941882"/>
              <a:gd name="connsiteY867" fmla="*/ 669784 h 3627688"/>
              <a:gd name="connsiteX868" fmla="*/ 3809445 w 3941882"/>
              <a:gd name="connsiteY868" fmla="*/ 638620 h 3627688"/>
              <a:gd name="connsiteX869" fmla="*/ 3861309 w 3941882"/>
              <a:gd name="connsiteY869" fmla="*/ 596198 h 3627688"/>
              <a:gd name="connsiteX870" fmla="*/ 1950945 w 3941882"/>
              <a:gd name="connsiteY870" fmla="*/ 588850 h 3627688"/>
              <a:gd name="connsiteX871" fmla="*/ 1995234 w 3941882"/>
              <a:gd name="connsiteY871" fmla="*/ 605830 h 3627688"/>
              <a:gd name="connsiteX872" fmla="*/ 2062517 w 3941882"/>
              <a:gd name="connsiteY872" fmla="*/ 671377 h 3627688"/>
              <a:gd name="connsiteX873" fmla="*/ 2124675 w 3941882"/>
              <a:gd name="connsiteY873" fmla="*/ 740269 h 3627688"/>
              <a:gd name="connsiteX874" fmla="*/ 2139895 w 3941882"/>
              <a:gd name="connsiteY874" fmla="*/ 784762 h 3627688"/>
              <a:gd name="connsiteX875" fmla="*/ 2081235 w 3941882"/>
              <a:gd name="connsiteY875" fmla="*/ 813724 h 3627688"/>
              <a:gd name="connsiteX876" fmla="*/ 2042330 w 3941882"/>
              <a:gd name="connsiteY876" fmla="*/ 802328 h 3627688"/>
              <a:gd name="connsiteX877" fmla="*/ 2034700 w 3941882"/>
              <a:gd name="connsiteY877" fmla="*/ 796348 h 3627688"/>
              <a:gd name="connsiteX878" fmla="*/ 1955028 w 3941882"/>
              <a:gd name="connsiteY878" fmla="*/ 700905 h 3627688"/>
              <a:gd name="connsiteX879" fmla="*/ 1915366 w 3941882"/>
              <a:gd name="connsiteY879" fmla="*/ 662048 h 3627688"/>
              <a:gd name="connsiteX880" fmla="*/ 1903157 w 3941882"/>
              <a:gd name="connsiteY880" fmla="*/ 614706 h 3627688"/>
              <a:gd name="connsiteX881" fmla="*/ 1950945 w 3941882"/>
              <a:gd name="connsiteY881" fmla="*/ 588850 h 3627688"/>
              <a:gd name="connsiteX882" fmla="*/ 1506415 w 3941882"/>
              <a:gd name="connsiteY882" fmla="*/ 565731 h 3627688"/>
              <a:gd name="connsiteX883" fmla="*/ 1584150 w 3941882"/>
              <a:gd name="connsiteY883" fmla="*/ 603186 h 3627688"/>
              <a:gd name="connsiteX884" fmla="*/ 1582605 w 3941882"/>
              <a:gd name="connsiteY884" fmla="*/ 626185 h 3627688"/>
              <a:gd name="connsiteX885" fmla="*/ 1550937 w 3941882"/>
              <a:gd name="connsiteY885" fmla="*/ 650923 h 3627688"/>
              <a:gd name="connsiteX886" fmla="*/ 1480628 w 3941882"/>
              <a:gd name="connsiteY886" fmla="*/ 679183 h 3627688"/>
              <a:gd name="connsiteX887" fmla="*/ 1407699 w 3941882"/>
              <a:gd name="connsiteY887" fmla="*/ 703698 h 3627688"/>
              <a:gd name="connsiteX888" fmla="*/ 1366854 w 3941882"/>
              <a:gd name="connsiteY888" fmla="*/ 707699 h 3627688"/>
              <a:gd name="connsiteX889" fmla="*/ 1330295 w 3941882"/>
              <a:gd name="connsiteY889" fmla="*/ 667653 h 3627688"/>
              <a:gd name="connsiteX890" fmla="*/ 1379345 w 3941882"/>
              <a:gd name="connsiteY890" fmla="*/ 603973 h 3627688"/>
              <a:gd name="connsiteX891" fmla="*/ 1470083 w 3941882"/>
              <a:gd name="connsiteY891" fmla="*/ 573134 h 3627688"/>
              <a:gd name="connsiteX892" fmla="*/ 1506415 w 3941882"/>
              <a:gd name="connsiteY892" fmla="*/ 565731 h 3627688"/>
              <a:gd name="connsiteX893" fmla="*/ 520207 w 3941882"/>
              <a:gd name="connsiteY893" fmla="*/ 560980 h 3627688"/>
              <a:gd name="connsiteX894" fmla="*/ 533323 w 3941882"/>
              <a:gd name="connsiteY894" fmla="*/ 603172 h 3627688"/>
              <a:gd name="connsiteX895" fmla="*/ 524721 w 3941882"/>
              <a:gd name="connsiteY895" fmla="*/ 637190 h 3627688"/>
              <a:gd name="connsiteX896" fmla="*/ 508390 w 3941882"/>
              <a:gd name="connsiteY896" fmla="*/ 652658 h 3627688"/>
              <a:gd name="connsiteX897" fmla="*/ 480433 w 3941882"/>
              <a:gd name="connsiteY897" fmla="*/ 693018 h 3627688"/>
              <a:gd name="connsiteX898" fmla="*/ 438134 w 3941882"/>
              <a:gd name="connsiteY898" fmla="*/ 721677 h 3627688"/>
              <a:gd name="connsiteX899" fmla="*/ 365970 w 3941882"/>
              <a:gd name="connsiteY899" fmla="*/ 724889 h 3627688"/>
              <a:gd name="connsiteX900" fmla="*/ 353538 w 3941882"/>
              <a:gd name="connsiteY900" fmla="*/ 712608 h 3627688"/>
              <a:gd name="connsiteX901" fmla="*/ 353598 w 3941882"/>
              <a:gd name="connsiteY901" fmla="*/ 711314 h 3627688"/>
              <a:gd name="connsiteX902" fmla="*/ 375111 w 3941882"/>
              <a:gd name="connsiteY902" fmla="*/ 638534 h 3627688"/>
              <a:gd name="connsiteX903" fmla="*/ 444601 w 3941882"/>
              <a:gd name="connsiteY903" fmla="*/ 576043 h 3627688"/>
              <a:gd name="connsiteX904" fmla="*/ 487711 w 3941882"/>
              <a:gd name="connsiteY904" fmla="*/ 567419 h 3627688"/>
              <a:gd name="connsiteX905" fmla="*/ 520207 w 3941882"/>
              <a:gd name="connsiteY905" fmla="*/ 560980 h 3627688"/>
              <a:gd name="connsiteX906" fmla="*/ 3309780 w 3941882"/>
              <a:gd name="connsiteY906" fmla="*/ 522644 h 3627688"/>
              <a:gd name="connsiteX907" fmla="*/ 3368168 w 3941882"/>
              <a:gd name="connsiteY907" fmla="*/ 548867 h 3627688"/>
              <a:gd name="connsiteX908" fmla="*/ 3391419 w 3941882"/>
              <a:gd name="connsiteY908" fmla="*/ 585024 h 3627688"/>
              <a:gd name="connsiteX909" fmla="*/ 3464160 w 3941882"/>
              <a:gd name="connsiteY909" fmla="*/ 729650 h 3627688"/>
              <a:gd name="connsiteX910" fmla="*/ 3461831 w 3941882"/>
              <a:gd name="connsiteY910" fmla="*/ 797606 h 3627688"/>
              <a:gd name="connsiteX911" fmla="*/ 3411917 w 3941882"/>
              <a:gd name="connsiteY911" fmla="*/ 797210 h 3627688"/>
              <a:gd name="connsiteX912" fmla="*/ 3346799 w 3941882"/>
              <a:gd name="connsiteY912" fmla="*/ 758790 h 3627688"/>
              <a:gd name="connsiteX913" fmla="*/ 3336570 w 3941882"/>
              <a:gd name="connsiteY913" fmla="*/ 741827 h 3627688"/>
              <a:gd name="connsiteX914" fmla="*/ 3302123 w 3941882"/>
              <a:gd name="connsiteY914" fmla="*/ 663528 h 3627688"/>
              <a:gd name="connsiteX915" fmla="*/ 3274592 w 3941882"/>
              <a:gd name="connsiteY915" fmla="*/ 600740 h 3627688"/>
              <a:gd name="connsiteX916" fmla="*/ 3280947 w 3941882"/>
              <a:gd name="connsiteY916" fmla="*/ 559760 h 3627688"/>
              <a:gd name="connsiteX917" fmla="*/ 3309780 w 3941882"/>
              <a:gd name="connsiteY917" fmla="*/ 522644 h 3627688"/>
              <a:gd name="connsiteX918" fmla="*/ 3043078 w 3941882"/>
              <a:gd name="connsiteY918" fmla="*/ 514029 h 3627688"/>
              <a:gd name="connsiteX919" fmla="*/ 3098067 w 3941882"/>
              <a:gd name="connsiteY919" fmla="*/ 540173 h 3627688"/>
              <a:gd name="connsiteX920" fmla="*/ 3090513 w 3941882"/>
              <a:gd name="connsiteY920" fmla="*/ 589054 h 3627688"/>
              <a:gd name="connsiteX921" fmla="*/ 2969403 w 3941882"/>
              <a:gd name="connsiteY921" fmla="*/ 651521 h 3627688"/>
              <a:gd name="connsiteX922" fmla="*/ 2891474 w 3941882"/>
              <a:gd name="connsiteY922" fmla="*/ 669361 h 3627688"/>
              <a:gd name="connsiteX923" fmla="*/ 2848365 w 3941882"/>
              <a:gd name="connsiteY923" fmla="*/ 671418 h 3627688"/>
              <a:gd name="connsiteX924" fmla="*/ 2834063 w 3941882"/>
              <a:gd name="connsiteY924" fmla="*/ 620618 h 3627688"/>
              <a:gd name="connsiteX925" fmla="*/ 2848852 w 3941882"/>
              <a:gd name="connsiteY925" fmla="*/ 591456 h 3627688"/>
              <a:gd name="connsiteX926" fmla="*/ 2985234 w 3941882"/>
              <a:gd name="connsiteY926" fmla="*/ 523375 h 3627688"/>
              <a:gd name="connsiteX927" fmla="*/ 3043078 w 3941882"/>
              <a:gd name="connsiteY927" fmla="*/ 514029 h 3627688"/>
              <a:gd name="connsiteX928" fmla="*/ 2438321 w 3941882"/>
              <a:gd name="connsiteY928" fmla="*/ 443877 h 3627688"/>
              <a:gd name="connsiteX929" fmla="*/ 2524627 w 3941882"/>
              <a:gd name="connsiteY929" fmla="*/ 483616 h 3627688"/>
              <a:gd name="connsiteX930" fmla="*/ 2558223 w 3941882"/>
              <a:gd name="connsiteY930" fmla="*/ 516381 h 3627688"/>
              <a:gd name="connsiteX931" fmla="*/ 2592338 w 3941882"/>
              <a:gd name="connsiteY931" fmla="*/ 589987 h 3627688"/>
              <a:gd name="connsiteX932" fmla="*/ 2610320 w 3941882"/>
              <a:gd name="connsiteY932" fmla="*/ 623187 h 3627688"/>
              <a:gd name="connsiteX933" fmla="*/ 2621261 w 3941882"/>
              <a:gd name="connsiteY933" fmla="*/ 645972 h 3627688"/>
              <a:gd name="connsiteX934" fmla="*/ 2608085 w 3941882"/>
              <a:gd name="connsiteY934" fmla="*/ 676384 h 3627688"/>
              <a:gd name="connsiteX935" fmla="*/ 2545759 w 3941882"/>
              <a:gd name="connsiteY935" fmla="*/ 691663 h 3627688"/>
              <a:gd name="connsiteX936" fmla="*/ 2540797 w 3941882"/>
              <a:gd name="connsiteY936" fmla="*/ 690788 h 3627688"/>
              <a:gd name="connsiteX937" fmla="*/ 2463087 w 3941882"/>
              <a:gd name="connsiteY937" fmla="*/ 622535 h 3627688"/>
              <a:gd name="connsiteX938" fmla="*/ 2418698 w 3941882"/>
              <a:gd name="connsiteY938" fmla="*/ 531669 h 3627688"/>
              <a:gd name="connsiteX939" fmla="*/ 2413960 w 3941882"/>
              <a:gd name="connsiteY939" fmla="*/ 495588 h 3627688"/>
              <a:gd name="connsiteX940" fmla="*/ 2438321 w 3941882"/>
              <a:gd name="connsiteY940" fmla="*/ 443877 h 3627688"/>
              <a:gd name="connsiteX941" fmla="*/ 828408 w 3941882"/>
              <a:gd name="connsiteY941" fmla="*/ 399490 h 3627688"/>
              <a:gd name="connsiteX942" fmla="*/ 888194 w 3941882"/>
              <a:gd name="connsiteY942" fmla="*/ 415049 h 3627688"/>
              <a:gd name="connsiteX943" fmla="*/ 906953 w 3941882"/>
              <a:gd name="connsiteY943" fmla="*/ 453697 h 3627688"/>
              <a:gd name="connsiteX944" fmla="*/ 886929 w 3941882"/>
              <a:gd name="connsiteY944" fmla="*/ 479714 h 3627688"/>
              <a:gd name="connsiteX945" fmla="*/ 823778 w 3941882"/>
              <a:gd name="connsiteY945" fmla="*/ 509525 h 3627688"/>
              <a:gd name="connsiteX946" fmla="*/ 723994 w 3941882"/>
              <a:gd name="connsiteY946" fmla="*/ 527086 h 3627688"/>
              <a:gd name="connsiteX947" fmla="*/ 684975 w 3941882"/>
              <a:gd name="connsiteY947" fmla="*/ 517988 h 3627688"/>
              <a:gd name="connsiteX948" fmla="*/ 668154 w 3941882"/>
              <a:gd name="connsiteY948" fmla="*/ 495711 h 3627688"/>
              <a:gd name="connsiteX949" fmla="*/ 669226 w 3941882"/>
              <a:gd name="connsiteY949" fmla="*/ 478132 h 3627688"/>
              <a:gd name="connsiteX950" fmla="*/ 712865 w 3941882"/>
              <a:gd name="connsiteY950" fmla="*/ 426536 h 3627688"/>
              <a:gd name="connsiteX951" fmla="*/ 828408 w 3941882"/>
              <a:gd name="connsiteY951" fmla="*/ 399490 h 3627688"/>
              <a:gd name="connsiteX952" fmla="*/ 1978861 w 3941882"/>
              <a:gd name="connsiteY952" fmla="*/ 350533 h 3627688"/>
              <a:gd name="connsiteX953" fmla="*/ 2024042 w 3941882"/>
              <a:gd name="connsiteY953" fmla="*/ 355890 h 3627688"/>
              <a:gd name="connsiteX954" fmla="*/ 2120735 w 3941882"/>
              <a:gd name="connsiteY954" fmla="*/ 374477 h 3627688"/>
              <a:gd name="connsiteX955" fmla="*/ 2175386 w 3941882"/>
              <a:gd name="connsiteY955" fmla="*/ 392897 h 3627688"/>
              <a:gd name="connsiteX956" fmla="*/ 2187996 w 3941882"/>
              <a:gd name="connsiteY956" fmla="*/ 430847 h 3627688"/>
              <a:gd name="connsiteX957" fmla="*/ 2128633 w 3941882"/>
              <a:gd name="connsiteY957" fmla="*/ 481314 h 3627688"/>
              <a:gd name="connsiteX958" fmla="*/ 2121443 w 3941882"/>
              <a:gd name="connsiteY958" fmla="*/ 481591 h 3627688"/>
              <a:gd name="connsiteX959" fmla="*/ 2047581 w 3941882"/>
              <a:gd name="connsiteY959" fmla="*/ 469249 h 3627688"/>
              <a:gd name="connsiteX960" fmla="*/ 1962593 w 3941882"/>
              <a:gd name="connsiteY960" fmla="*/ 445579 h 3627688"/>
              <a:gd name="connsiteX961" fmla="*/ 1923703 w 3941882"/>
              <a:gd name="connsiteY961" fmla="*/ 437372 h 3627688"/>
              <a:gd name="connsiteX962" fmla="*/ 1903619 w 3941882"/>
              <a:gd name="connsiteY962" fmla="*/ 415003 h 3627688"/>
              <a:gd name="connsiteX963" fmla="*/ 1899470 w 3941882"/>
              <a:gd name="connsiteY963" fmla="*/ 369564 h 3627688"/>
              <a:gd name="connsiteX964" fmla="*/ 1916445 w 3941882"/>
              <a:gd name="connsiteY964" fmla="*/ 353726 h 3627688"/>
              <a:gd name="connsiteX965" fmla="*/ 1978861 w 3941882"/>
              <a:gd name="connsiteY965" fmla="*/ 350533 h 3627688"/>
              <a:gd name="connsiteX966" fmla="*/ 1260464 w 3941882"/>
              <a:gd name="connsiteY966" fmla="*/ 228065 h 3627688"/>
              <a:gd name="connsiteX967" fmla="*/ 1301168 w 3941882"/>
              <a:gd name="connsiteY967" fmla="*/ 247116 h 3627688"/>
              <a:gd name="connsiteX968" fmla="*/ 1309735 w 3941882"/>
              <a:gd name="connsiteY968" fmla="*/ 281567 h 3627688"/>
              <a:gd name="connsiteX969" fmla="*/ 1307343 w 3941882"/>
              <a:gd name="connsiteY969" fmla="*/ 284897 h 3627688"/>
              <a:gd name="connsiteX970" fmla="*/ 1252643 w 3941882"/>
              <a:gd name="connsiteY970" fmla="*/ 387750 h 3627688"/>
              <a:gd name="connsiteX971" fmla="*/ 1246638 w 3941882"/>
              <a:gd name="connsiteY971" fmla="*/ 409769 h 3627688"/>
              <a:gd name="connsiteX972" fmla="*/ 1139847 w 3941882"/>
              <a:gd name="connsiteY972" fmla="*/ 473120 h 3627688"/>
              <a:gd name="connsiteX973" fmla="*/ 1109576 w 3941882"/>
              <a:gd name="connsiteY973" fmla="*/ 429160 h 3627688"/>
              <a:gd name="connsiteX974" fmla="*/ 1127908 w 3941882"/>
              <a:gd name="connsiteY974" fmla="*/ 360743 h 3627688"/>
              <a:gd name="connsiteX975" fmla="*/ 1165060 w 3941882"/>
              <a:gd name="connsiteY975" fmla="*/ 286276 h 3627688"/>
              <a:gd name="connsiteX976" fmla="*/ 1191380 w 3941882"/>
              <a:gd name="connsiteY976" fmla="*/ 230565 h 3627688"/>
              <a:gd name="connsiteX977" fmla="*/ 1215596 w 3941882"/>
              <a:gd name="connsiteY977" fmla="*/ 230585 h 3627688"/>
              <a:gd name="connsiteX978" fmla="*/ 1260464 w 3941882"/>
              <a:gd name="connsiteY978" fmla="*/ 228065 h 3627688"/>
              <a:gd name="connsiteX979" fmla="*/ 1502251 w 3941882"/>
              <a:gd name="connsiteY979" fmla="*/ 175469 h 3627688"/>
              <a:gd name="connsiteX980" fmla="*/ 1590790 w 3941882"/>
              <a:gd name="connsiteY980" fmla="*/ 177364 h 3627688"/>
              <a:gd name="connsiteX981" fmla="*/ 1628808 w 3941882"/>
              <a:gd name="connsiteY981" fmla="*/ 194880 h 3627688"/>
              <a:gd name="connsiteX982" fmla="*/ 1668926 w 3941882"/>
              <a:gd name="connsiteY982" fmla="*/ 228409 h 3627688"/>
              <a:gd name="connsiteX983" fmla="*/ 1727150 w 3941882"/>
              <a:gd name="connsiteY983" fmla="*/ 300470 h 3627688"/>
              <a:gd name="connsiteX984" fmla="*/ 1721487 w 3941882"/>
              <a:gd name="connsiteY984" fmla="*/ 332592 h 3627688"/>
              <a:gd name="connsiteX985" fmla="*/ 1634668 w 3941882"/>
              <a:gd name="connsiteY985" fmla="*/ 350507 h 3627688"/>
              <a:gd name="connsiteX986" fmla="*/ 1542504 w 3941882"/>
              <a:gd name="connsiteY986" fmla="*/ 282698 h 3627688"/>
              <a:gd name="connsiteX987" fmla="*/ 1525914 w 3941882"/>
              <a:gd name="connsiteY987" fmla="*/ 267318 h 3627688"/>
              <a:gd name="connsiteX988" fmla="*/ 1502251 w 3941882"/>
              <a:gd name="connsiteY988" fmla="*/ 175469 h 3627688"/>
              <a:gd name="connsiteX989" fmla="*/ 588669 w 3941882"/>
              <a:gd name="connsiteY989" fmla="*/ 46165 h 3627688"/>
              <a:gd name="connsiteX990" fmla="*/ 608054 w 3941882"/>
              <a:gd name="connsiteY990" fmla="*/ 52720 h 3627688"/>
              <a:gd name="connsiteX991" fmla="*/ 639958 w 3941882"/>
              <a:gd name="connsiteY991" fmla="*/ 72635 h 3627688"/>
              <a:gd name="connsiteX992" fmla="*/ 653631 w 3941882"/>
              <a:gd name="connsiteY992" fmla="*/ 120428 h 3627688"/>
              <a:gd name="connsiteX993" fmla="*/ 627638 w 3941882"/>
              <a:gd name="connsiteY993" fmla="*/ 202752 h 3627688"/>
              <a:gd name="connsiteX994" fmla="*/ 582824 w 3941882"/>
              <a:gd name="connsiteY994" fmla="*/ 292766 h 3627688"/>
              <a:gd name="connsiteX995" fmla="*/ 530578 w 3941882"/>
              <a:gd name="connsiteY995" fmla="*/ 319285 h 3627688"/>
              <a:gd name="connsiteX996" fmla="*/ 468105 w 3941882"/>
              <a:gd name="connsiteY996" fmla="*/ 293789 h 3627688"/>
              <a:gd name="connsiteX997" fmla="*/ 463318 w 3941882"/>
              <a:gd name="connsiteY997" fmla="*/ 266199 h 3627688"/>
              <a:gd name="connsiteX998" fmla="*/ 484552 w 3941882"/>
              <a:gd name="connsiteY998" fmla="*/ 214708 h 3627688"/>
              <a:gd name="connsiteX999" fmla="*/ 534050 w 3941882"/>
              <a:gd name="connsiteY999" fmla="*/ 115090 h 3627688"/>
              <a:gd name="connsiteX1000" fmla="*/ 571567 w 3941882"/>
              <a:gd name="connsiteY1000" fmla="*/ 58262 h 3627688"/>
              <a:gd name="connsiteX1001" fmla="*/ 588669 w 3941882"/>
              <a:gd name="connsiteY1001" fmla="*/ 46165 h 3627688"/>
              <a:gd name="connsiteX1002" fmla="*/ 922822 w 3941882"/>
              <a:gd name="connsiteY1002" fmla="*/ 1789 h 3627688"/>
              <a:gd name="connsiteX1003" fmla="*/ 972453 w 3941882"/>
              <a:gd name="connsiteY1003" fmla="*/ 20773 h 3627688"/>
              <a:gd name="connsiteX1004" fmla="*/ 997794 w 3941882"/>
              <a:gd name="connsiteY1004" fmla="*/ 50538 h 3627688"/>
              <a:gd name="connsiteX1005" fmla="*/ 1003793 w 3941882"/>
              <a:gd name="connsiteY1005" fmla="*/ 80564 h 3627688"/>
              <a:gd name="connsiteX1006" fmla="*/ 1016330 w 3941882"/>
              <a:gd name="connsiteY1006" fmla="*/ 157802 h 3627688"/>
              <a:gd name="connsiteX1007" fmla="*/ 1018943 w 3941882"/>
              <a:gd name="connsiteY1007" fmla="*/ 193894 h 3627688"/>
              <a:gd name="connsiteX1008" fmla="*/ 972169 w 3941882"/>
              <a:gd name="connsiteY1008" fmla="*/ 236440 h 3627688"/>
              <a:gd name="connsiteX1009" fmla="*/ 908799 w 3941882"/>
              <a:gd name="connsiteY1009" fmla="*/ 219864 h 3627688"/>
              <a:gd name="connsiteX1010" fmla="*/ 900155 w 3941882"/>
              <a:gd name="connsiteY1010" fmla="*/ 208684 h 3627688"/>
              <a:gd name="connsiteX1011" fmla="*/ 877356 w 3941882"/>
              <a:gd name="connsiteY1011" fmla="*/ 108104 h 3627688"/>
              <a:gd name="connsiteX1012" fmla="*/ 875379 w 3941882"/>
              <a:gd name="connsiteY1012" fmla="*/ 100707 h 3627688"/>
              <a:gd name="connsiteX1013" fmla="*/ 904667 w 3941882"/>
              <a:gd name="connsiteY1013" fmla="*/ 5156 h 3627688"/>
              <a:gd name="connsiteX1014" fmla="*/ 922822 w 3941882"/>
              <a:gd name="connsiteY1014" fmla="*/ 1789 h 362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3941882" h="3627688">
                <a:moveTo>
                  <a:pt x="2686692" y="3458311"/>
                </a:moveTo>
                <a:cubicBezTo>
                  <a:pt x="2692505" y="3458740"/>
                  <a:pt x="2700104" y="3460182"/>
                  <a:pt x="2710232" y="3462112"/>
                </a:cubicBezTo>
                <a:cubicBezTo>
                  <a:pt x="2738309" y="3467061"/>
                  <a:pt x="2762152" y="3481788"/>
                  <a:pt x="2788298" y="3491129"/>
                </a:cubicBezTo>
                <a:cubicBezTo>
                  <a:pt x="2828798" y="3505509"/>
                  <a:pt x="2865794" y="3527190"/>
                  <a:pt x="2904216" y="3545163"/>
                </a:cubicBezTo>
                <a:cubicBezTo>
                  <a:pt x="2916804" y="3550936"/>
                  <a:pt x="2926599" y="3561440"/>
                  <a:pt x="2931485" y="3574399"/>
                </a:cubicBezTo>
                <a:cubicBezTo>
                  <a:pt x="2927086" y="3588185"/>
                  <a:pt x="2919385" y="3600685"/>
                  <a:pt x="2909051" y="3610808"/>
                </a:cubicBezTo>
                <a:cubicBezTo>
                  <a:pt x="2898856" y="3621883"/>
                  <a:pt x="2884367" y="3627990"/>
                  <a:pt x="2869334" y="3627561"/>
                </a:cubicBezTo>
                <a:cubicBezTo>
                  <a:pt x="2840134" y="3628981"/>
                  <a:pt x="2817298" y="3618389"/>
                  <a:pt x="2794406" y="3603733"/>
                </a:cubicBezTo>
                <a:cubicBezTo>
                  <a:pt x="2787191" y="3599449"/>
                  <a:pt x="2779767" y="3595533"/>
                  <a:pt x="2772159" y="3591990"/>
                </a:cubicBezTo>
                <a:cubicBezTo>
                  <a:pt x="2754432" y="3583072"/>
                  <a:pt x="2736259" y="3576682"/>
                  <a:pt x="2722231" y="3559919"/>
                </a:cubicBezTo>
                <a:cubicBezTo>
                  <a:pt x="2712744" y="3548591"/>
                  <a:pt x="2694662" y="3544438"/>
                  <a:pt x="2680815" y="3536493"/>
                </a:cubicBezTo>
                <a:cubicBezTo>
                  <a:pt x="2658673" y="3523610"/>
                  <a:pt x="2657895" y="3521446"/>
                  <a:pt x="2662385" y="3495973"/>
                </a:cubicBezTo>
                <a:cubicBezTo>
                  <a:pt x="2667871" y="3464858"/>
                  <a:pt x="2669250" y="3457025"/>
                  <a:pt x="2686692" y="3458311"/>
                </a:cubicBezTo>
                <a:close/>
                <a:moveTo>
                  <a:pt x="3412195" y="3364328"/>
                </a:moveTo>
                <a:cubicBezTo>
                  <a:pt x="3431277" y="3365567"/>
                  <a:pt x="3446048" y="3387965"/>
                  <a:pt x="3444641" y="3411279"/>
                </a:cubicBezTo>
                <a:cubicBezTo>
                  <a:pt x="3443696" y="3421067"/>
                  <a:pt x="3442137" y="3430796"/>
                  <a:pt x="3439993" y="3440393"/>
                </a:cubicBezTo>
                <a:cubicBezTo>
                  <a:pt x="3436678" y="3492049"/>
                  <a:pt x="3410201" y="3522916"/>
                  <a:pt x="3367587" y="3541863"/>
                </a:cubicBezTo>
                <a:cubicBezTo>
                  <a:pt x="3352685" y="3549819"/>
                  <a:pt x="3339218" y="3560201"/>
                  <a:pt x="3327722" y="3572592"/>
                </a:cubicBezTo>
                <a:cubicBezTo>
                  <a:pt x="3311112" y="3590840"/>
                  <a:pt x="3282856" y="3592165"/>
                  <a:pt x="3264625" y="3575539"/>
                </a:cubicBezTo>
                <a:cubicBezTo>
                  <a:pt x="3263131" y="3574175"/>
                  <a:pt x="3261727" y="3572711"/>
                  <a:pt x="3260428" y="3571159"/>
                </a:cubicBezTo>
                <a:cubicBezTo>
                  <a:pt x="3246059" y="3555832"/>
                  <a:pt x="3234190" y="3538320"/>
                  <a:pt x="3225279" y="3519290"/>
                </a:cubicBezTo>
                <a:cubicBezTo>
                  <a:pt x="3217070" y="3503456"/>
                  <a:pt x="3226718" y="3477733"/>
                  <a:pt x="3245220" y="3460909"/>
                </a:cubicBezTo>
                <a:cubicBezTo>
                  <a:pt x="3280929" y="3428579"/>
                  <a:pt x="3321950" y="3402786"/>
                  <a:pt x="3361269" y="3375147"/>
                </a:cubicBezTo>
                <a:cubicBezTo>
                  <a:pt x="3376554" y="3365945"/>
                  <a:pt x="3394489" y="3362134"/>
                  <a:pt x="3412195" y="3364328"/>
                </a:cubicBezTo>
                <a:close/>
                <a:moveTo>
                  <a:pt x="2463706" y="3249667"/>
                </a:moveTo>
                <a:cubicBezTo>
                  <a:pt x="2465614" y="3250401"/>
                  <a:pt x="2467300" y="3252195"/>
                  <a:pt x="2468635" y="3255569"/>
                </a:cubicBezTo>
                <a:cubicBezTo>
                  <a:pt x="2472209" y="3264310"/>
                  <a:pt x="2482113" y="3257945"/>
                  <a:pt x="2489131" y="3260824"/>
                </a:cubicBezTo>
                <a:cubicBezTo>
                  <a:pt x="2499713" y="3265392"/>
                  <a:pt x="2504349" y="3270844"/>
                  <a:pt x="2497617" y="3278927"/>
                </a:cubicBezTo>
                <a:cubicBezTo>
                  <a:pt x="2485270" y="3294228"/>
                  <a:pt x="2483048" y="3312859"/>
                  <a:pt x="2478883" y="3330472"/>
                </a:cubicBezTo>
                <a:cubicBezTo>
                  <a:pt x="2471064" y="3361037"/>
                  <a:pt x="2452988" y="3387977"/>
                  <a:pt x="2427697" y="3406810"/>
                </a:cubicBezTo>
                <a:cubicBezTo>
                  <a:pt x="2417590" y="3414878"/>
                  <a:pt x="2408040" y="3423623"/>
                  <a:pt x="2401379" y="3429112"/>
                </a:cubicBezTo>
                <a:cubicBezTo>
                  <a:pt x="2380104" y="3445253"/>
                  <a:pt x="2362466" y="3459912"/>
                  <a:pt x="2343690" y="3472825"/>
                </a:cubicBezTo>
                <a:cubicBezTo>
                  <a:pt x="2321110" y="3488157"/>
                  <a:pt x="2313997" y="3486903"/>
                  <a:pt x="2297833" y="3464742"/>
                </a:cubicBezTo>
                <a:cubicBezTo>
                  <a:pt x="2291027" y="3455721"/>
                  <a:pt x="2281377" y="3448613"/>
                  <a:pt x="2288653" y="3434155"/>
                </a:cubicBezTo>
                <a:cubicBezTo>
                  <a:pt x="2291945" y="3428073"/>
                  <a:pt x="2282492" y="3424765"/>
                  <a:pt x="2279167" y="3421186"/>
                </a:cubicBezTo>
                <a:cubicBezTo>
                  <a:pt x="2264676" y="3405403"/>
                  <a:pt x="2270521" y="3387024"/>
                  <a:pt x="2277715" y="3374677"/>
                </a:cubicBezTo>
                <a:cubicBezTo>
                  <a:pt x="2286592" y="3358417"/>
                  <a:pt x="2298665" y="3344120"/>
                  <a:pt x="2313202" y="3332651"/>
                </a:cubicBezTo>
                <a:cubicBezTo>
                  <a:pt x="2347650" y="3308017"/>
                  <a:pt x="2381114" y="3281857"/>
                  <a:pt x="2414697" y="3256104"/>
                </a:cubicBezTo>
                <a:cubicBezTo>
                  <a:pt x="2419703" y="3251357"/>
                  <a:pt x="2426732" y="3249410"/>
                  <a:pt x="2433463" y="3250914"/>
                </a:cubicBezTo>
                <a:cubicBezTo>
                  <a:pt x="2441264" y="3253690"/>
                  <a:pt x="2449834" y="3253405"/>
                  <a:pt x="2457437" y="3250119"/>
                </a:cubicBezTo>
                <a:cubicBezTo>
                  <a:pt x="2459665" y="3249256"/>
                  <a:pt x="2461796" y="3248932"/>
                  <a:pt x="2463706" y="3249667"/>
                </a:cubicBezTo>
                <a:close/>
                <a:moveTo>
                  <a:pt x="1333115" y="3221993"/>
                </a:moveTo>
                <a:cubicBezTo>
                  <a:pt x="1339034" y="3227284"/>
                  <a:pt x="1340813" y="3239089"/>
                  <a:pt x="1352522" y="3233428"/>
                </a:cubicBezTo>
                <a:cubicBezTo>
                  <a:pt x="1355599" y="3231788"/>
                  <a:pt x="1359385" y="3232262"/>
                  <a:pt x="1361963" y="3234609"/>
                </a:cubicBezTo>
                <a:cubicBezTo>
                  <a:pt x="1379553" y="3251421"/>
                  <a:pt x="1404431" y="3257544"/>
                  <a:pt x="1421069" y="3275926"/>
                </a:cubicBezTo>
                <a:cubicBezTo>
                  <a:pt x="1442855" y="3300141"/>
                  <a:pt x="1435134" y="3330259"/>
                  <a:pt x="1403332" y="3340972"/>
                </a:cubicBezTo>
                <a:cubicBezTo>
                  <a:pt x="1380982" y="3348427"/>
                  <a:pt x="1358478" y="3355661"/>
                  <a:pt x="1335567" y="3361376"/>
                </a:cubicBezTo>
                <a:cubicBezTo>
                  <a:pt x="1306171" y="3368844"/>
                  <a:pt x="1278206" y="3380234"/>
                  <a:pt x="1248380" y="3386854"/>
                </a:cubicBezTo>
                <a:cubicBezTo>
                  <a:pt x="1234288" y="3389121"/>
                  <a:pt x="1219985" y="3389844"/>
                  <a:pt x="1205738" y="3388994"/>
                </a:cubicBezTo>
                <a:cubicBezTo>
                  <a:pt x="1179225" y="3388859"/>
                  <a:pt x="1151844" y="3393110"/>
                  <a:pt x="1126508" y="3379181"/>
                </a:cubicBezTo>
                <a:cubicBezTo>
                  <a:pt x="1116389" y="3373632"/>
                  <a:pt x="1115156" y="3368586"/>
                  <a:pt x="1112964" y="3357482"/>
                </a:cubicBezTo>
                <a:cubicBezTo>
                  <a:pt x="1106272" y="3319899"/>
                  <a:pt x="1129380" y="3301570"/>
                  <a:pt x="1155087" y="3287658"/>
                </a:cubicBezTo>
                <a:cubicBezTo>
                  <a:pt x="1200165" y="3264424"/>
                  <a:pt x="1247706" y="3246306"/>
                  <a:pt x="1296805" y="3233650"/>
                </a:cubicBezTo>
                <a:cubicBezTo>
                  <a:pt x="1308666" y="3229039"/>
                  <a:pt x="1320788" y="3225140"/>
                  <a:pt x="1333115" y="3221993"/>
                </a:cubicBezTo>
                <a:close/>
                <a:moveTo>
                  <a:pt x="3110423" y="3163594"/>
                </a:moveTo>
                <a:lnTo>
                  <a:pt x="3159973" y="3210951"/>
                </a:lnTo>
                <a:cubicBezTo>
                  <a:pt x="3159924" y="3218619"/>
                  <a:pt x="3157772" y="3226120"/>
                  <a:pt x="3153737" y="3232640"/>
                </a:cubicBezTo>
                <a:cubicBezTo>
                  <a:pt x="3138172" y="3266204"/>
                  <a:pt x="3122574" y="3299955"/>
                  <a:pt x="3106959" y="3333799"/>
                </a:cubicBezTo>
                <a:cubicBezTo>
                  <a:pt x="3092173" y="3364256"/>
                  <a:pt x="3069085" y="3389918"/>
                  <a:pt x="3040360" y="3407807"/>
                </a:cubicBezTo>
                <a:cubicBezTo>
                  <a:pt x="3030623" y="3414820"/>
                  <a:pt x="3018417" y="3417496"/>
                  <a:pt x="3006637" y="3415189"/>
                </a:cubicBezTo>
                <a:cubicBezTo>
                  <a:pt x="2991191" y="3412427"/>
                  <a:pt x="2975442" y="3411727"/>
                  <a:pt x="2959816" y="3413116"/>
                </a:cubicBezTo>
                <a:cubicBezTo>
                  <a:pt x="2947658" y="3403701"/>
                  <a:pt x="2945424" y="3386207"/>
                  <a:pt x="2954836" y="3374029"/>
                </a:cubicBezTo>
                <a:cubicBezTo>
                  <a:pt x="2955337" y="3373383"/>
                  <a:pt x="2955862" y="3372752"/>
                  <a:pt x="2956422" y="3372155"/>
                </a:cubicBezTo>
                <a:cubicBezTo>
                  <a:pt x="2981857" y="3337337"/>
                  <a:pt x="2994360" y="3295413"/>
                  <a:pt x="3017716" y="3259264"/>
                </a:cubicBezTo>
                <a:cubicBezTo>
                  <a:pt x="3034156" y="3233870"/>
                  <a:pt x="3047741" y="3206619"/>
                  <a:pt x="3077715" y="3192590"/>
                </a:cubicBezTo>
                <a:cubicBezTo>
                  <a:pt x="3090045" y="3187232"/>
                  <a:pt x="3098979" y="3174323"/>
                  <a:pt x="3110423" y="3163594"/>
                </a:cubicBezTo>
                <a:close/>
                <a:moveTo>
                  <a:pt x="1717408" y="3121257"/>
                </a:moveTo>
                <a:cubicBezTo>
                  <a:pt x="1729825" y="3122084"/>
                  <a:pt x="1741418" y="3127758"/>
                  <a:pt x="1749698" y="3137058"/>
                </a:cubicBezTo>
                <a:cubicBezTo>
                  <a:pt x="1783011" y="3165622"/>
                  <a:pt x="1814515" y="3196232"/>
                  <a:pt x="1844030" y="3228712"/>
                </a:cubicBezTo>
                <a:cubicBezTo>
                  <a:pt x="1865838" y="3253897"/>
                  <a:pt x="1882718" y="3282943"/>
                  <a:pt x="1910868" y="3303354"/>
                </a:cubicBezTo>
                <a:cubicBezTo>
                  <a:pt x="1923762" y="3314347"/>
                  <a:pt x="1933388" y="3328663"/>
                  <a:pt x="1938694" y="3344759"/>
                </a:cubicBezTo>
                <a:cubicBezTo>
                  <a:pt x="1948352" y="3369346"/>
                  <a:pt x="1933375" y="3388626"/>
                  <a:pt x="1906202" y="3387313"/>
                </a:cubicBezTo>
                <a:cubicBezTo>
                  <a:pt x="1895436" y="3385657"/>
                  <a:pt x="1884455" y="3385874"/>
                  <a:pt x="1873760" y="3387967"/>
                </a:cubicBezTo>
                <a:cubicBezTo>
                  <a:pt x="1867924" y="3389440"/>
                  <a:pt x="1861762" y="3387446"/>
                  <a:pt x="1857873" y="3382850"/>
                </a:cubicBezTo>
                <a:cubicBezTo>
                  <a:pt x="1828198" y="3356859"/>
                  <a:pt x="1795721" y="3334719"/>
                  <a:pt x="1769388" y="3304007"/>
                </a:cubicBezTo>
                <a:cubicBezTo>
                  <a:pt x="1747691" y="3278745"/>
                  <a:pt x="1727154" y="3251275"/>
                  <a:pt x="1700024" y="3230560"/>
                </a:cubicBezTo>
                <a:cubicBezTo>
                  <a:pt x="1687085" y="3220748"/>
                  <a:pt x="1679603" y="3205719"/>
                  <a:pt x="1670227" y="3192671"/>
                </a:cubicBezTo>
                <a:cubicBezTo>
                  <a:pt x="1665224" y="3184538"/>
                  <a:pt x="1663979" y="3174633"/>
                  <a:pt x="1666812" y="3165515"/>
                </a:cubicBezTo>
                <a:cubicBezTo>
                  <a:pt x="1668574" y="3139310"/>
                  <a:pt x="1691229" y="3119501"/>
                  <a:pt x="1717408" y="3121257"/>
                </a:cubicBezTo>
                <a:close/>
                <a:moveTo>
                  <a:pt x="2820642" y="3041737"/>
                </a:moveTo>
                <a:cubicBezTo>
                  <a:pt x="2842185" y="3043343"/>
                  <a:pt x="2863521" y="3047698"/>
                  <a:pt x="2884123" y="3054762"/>
                </a:cubicBezTo>
                <a:cubicBezTo>
                  <a:pt x="2884947" y="3054858"/>
                  <a:pt x="2885751" y="3055000"/>
                  <a:pt x="2886557" y="3055191"/>
                </a:cubicBezTo>
                <a:cubicBezTo>
                  <a:pt x="2907955" y="3064080"/>
                  <a:pt x="2916868" y="3121367"/>
                  <a:pt x="2898995" y="3136274"/>
                </a:cubicBezTo>
                <a:cubicBezTo>
                  <a:pt x="2894526" y="3140275"/>
                  <a:pt x="2888741" y="3142490"/>
                  <a:pt x="2882749" y="3142487"/>
                </a:cubicBezTo>
                <a:cubicBezTo>
                  <a:pt x="2864252" y="3142317"/>
                  <a:pt x="2845651" y="3141645"/>
                  <a:pt x="2827192" y="3142350"/>
                </a:cubicBezTo>
                <a:cubicBezTo>
                  <a:pt x="2805558" y="3143558"/>
                  <a:pt x="2783939" y="3146315"/>
                  <a:pt x="2762344" y="3148398"/>
                </a:cubicBezTo>
                <a:cubicBezTo>
                  <a:pt x="2738886" y="3150637"/>
                  <a:pt x="2715463" y="3152687"/>
                  <a:pt x="2692034" y="3155317"/>
                </a:cubicBezTo>
                <a:cubicBezTo>
                  <a:pt x="2659654" y="3159459"/>
                  <a:pt x="2630745" y="3146639"/>
                  <a:pt x="2600026" y="3136976"/>
                </a:cubicBezTo>
                <a:cubicBezTo>
                  <a:pt x="2597546" y="3119834"/>
                  <a:pt x="2602561" y="3105075"/>
                  <a:pt x="2602906" y="3089976"/>
                </a:cubicBezTo>
                <a:cubicBezTo>
                  <a:pt x="2603252" y="3074877"/>
                  <a:pt x="2610793" y="3070412"/>
                  <a:pt x="2624573" y="3067240"/>
                </a:cubicBezTo>
                <a:cubicBezTo>
                  <a:pt x="2667930" y="3057212"/>
                  <a:pt x="2712348" y="3053743"/>
                  <a:pt x="2755925" y="3045202"/>
                </a:cubicBezTo>
                <a:cubicBezTo>
                  <a:pt x="2777350" y="3041272"/>
                  <a:pt x="2799099" y="3040130"/>
                  <a:pt x="2820642" y="3041737"/>
                </a:cubicBezTo>
                <a:close/>
                <a:moveTo>
                  <a:pt x="436669" y="2998132"/>
                </a:moveTo>
                <a:cubicBezTo>
                  <a:pt x="480541" y="3022956"/>
                  <a:pt x="487586" y="3064560"/>
                  <a:pt x="490700" y="3108755"/>
                </a:cubicBezTo>
                <a:cubicBezTo>
                  <a:pt x="480028" y="3115303"/>
                  <a:pt x="472875" y="3126316"/>
                  <a:pt x="471232" y="3138733"/>
                </a:cubicBezTo>
                <a:cubicBezTo>
                  <a:pt x="470676" y="3143850"/>
                  <a:pt x="468189" y="3148558"/>
                  <a:pt x="464280" y="3151896"/>
                </a:cubicBezTo>
                <a:cubicBezTo>
                  <a:pt x="444962" y="3171791"/>
                  <a:pt x="427596" y="3193498"/>
                  <a:pt x="412423" y="3216721"/>
                </a:cubicBezTo>
                <a:cubicBezTo>
                  <a:pt x="400880" y="3232937"/>
                  <a:pt x="385264" y="3252007"/>
                  <a:pt x="359609" y="3235511"/>
                </a:cubicBezTo>
                <a:cubicBezTo>
                  <a:pt x="355601" y="3233067"/>
                  <a:pt x="351478" y="3236203"/>
                  <a:pt x="347332" y="3236728"/>
                </a:cubicBezTo>
                <a:cubicBezTo>
                  <a:pt x="338057" y="3237893"/>
                  <a:pt x="331264" y="3247414"/>
                  <a:pt x="319208" y="3240268"/>
                </a:cubicBezTo>
                <a:cubicBezTo>
                  <a:pt x="304789" y="3231740"/>
                  <a:pt x="290217" y="3224632"/>
                  <a:pt x="283169" y="3208231"/>
                </a:cubicBezTo>
                <a:cubicBezTo>
                  <a:pt x="282273" y="3204992"/>
                  <a:pt x="280974" y="3201876"/>
                  <a:pt x="279303" y="3198955"/>
                </a:cubicBezTo>
                <a:cubicBezTo>
                  <a:pt x="273104" y="3190331"/>
                  <a:pt x="260138" y="3183410"/>
                  <a:pt x="264828" y="3171587"/>
                </a:cubicBezTo>
                <a:cubicBezTo>
                  <a:pt x="270535" y="3156178"/>
                  <a:pt x="274922" y="3140053"/>
                  <a:pt x="288986" y="3128144"/>
                </a:cubicBezTo>
                <a:cubicBezTo>
                  <a:pt x="311780" y="3108311"/>
                  <a:pt x="333298" y="3086419"/>
                  <a:pt x="355014" y="3065044"/>
                </a:cubicBezTo>
                <a:cubicBezTo>
                  <a:pt x="379928" y="3040061"/>
                  <a:pt x="407284" y="3017644"/>
                  <a:pt x="436669" y="2998132"/>
                </a:cubicBezTo>
                <a:close/>
                <a:moveTo>
                  <a:pt x="726314" y="2919685"/>
                </a:moveTo>
                <a:cubicBezTo>
                  <a:pt x="736032" y="2919502"/>
                  <a:pt x="745784" y="2922066"/>
                  <a:pt x="755201" y="2925850"/>
                </a:cubicBezTo>
                <a:cubicBezTo>
                  <a:pt x="771753" y="2932186"/>
                  <a:pt x="789014" y="2936464"/>
                  <a:pt x="806609" y="2938580"/>
                </a:cubicBezTo>
                <a:cubicBezTo>
                  <a:pt x="838406" y="2943219"/>
                  <a:pt x="869032" y="2952866"/>
                  <a:pt x="901203" y="2955929"/>
                </a:cubicBezTo>
                <a:cubicBezTo>
                  <a:pt x="917718" y="2957489"/>
                  <a:pt x="928108" y="2974093"/>
                  <a:pt x="940887" y="2984264"/>
                </a:cubicBezTo>
                <a:cubicBezTo>
                  <a:pt x="951247" y="2994027"/>
                  <a:pt x="962131" y="3003226"/>
                  <a:pt x="973468" y="3011830"/>
                </a:cubicBezTo>
                <a:cubicBezTo>
                  <a:pt x="980789" y="3017542"/>
                  <a:pt x="986697" y="3024860"/>
                  <a:pt x="990733" y="3033219"/>
                </a:cubicBezTo>
                <a:cubicBezTo>
                  <a:pt x="997693" y="3044102"/>
                  <a:pt x="1005901" y="3056653"/>
                  <a:pt x="998653" y="3068219"/>
                </a:cubicBezTo>
                <a:cubicBezTo>
                  <a:pt x="990462" y="3082775"/>
                  <a:pt x="974248" y="3090895"/>
                  <a:pt x="957697" y="3088712"/>
                </a:cubicBezTo>
                <a:cubicBezTo>
                  <a:pt x="929285" y="3082932"/>
                  <a:pt x="899872" y="3088852"/>
                  <a:pt x="871993" y="3079497"/>
                </a:cubicBezTo>
                <a:cubicBezTo>
                  <a:pt x="858136" y="3075992"/>
                  <a:pt x="843555" y="3076609"/>
                  <a:pt x="830666" y="3068157"/>
                </a:cubicBezTo>
                <a:cubicBezTo>
                  <a:pt x="827024" y="3065883"/>
                  <a:pt x="822744" y="3064819"/>
                  <a:pt x="818462" y="3065137"/>
                </a:cubicBezTo>
                <a:cubicBezTo>
                  <a:pt x="780444" y="3068961"/>
                  <a:pt x="751827" y="3048467"/>
                  <a:pt x="721437" y="3030365"/>
                </a:cubicBezTo>
                <a:cubicBezTo>
                  <a:pt x="708000" y="3024047"/>
                  <a:pt x="695512" y="3015897"/>
                  <a:pt x="684310" y="3006150"/>
                </a:cubicBezTo>
                <a:cubicBezTo>
                  <a:pt x="668644" y="2992980"/>
                  <a:pt x="666203" y="2969761"/>
                  <a:pt x="678805" y="2953616"/>
                </a:cubicBezTo>
                <a:cubicBezTo>
                  <a:pt x="683700" y="2944727"/>
                  <a:pt x="690068" y="2936743"/>
                  <a:pt x="697636" y="2929995"/>
                </a:cubicBezTo>
                <a:cubicBezTo>
                  <a:pt x="706914" y="2922795"/>
                  <a:pt x="716597" y="2919867"/>
                  <a:pt x="726314" y="2919685"/>
                </a:cubicBezTo>
                <a:close/>
                <a:moveTo>
                  <a:pt x="2307949" y="2885614"/>
                </a:moveTo>
                <a:cubicBezTo>
                  <a:pt x="2312141" y="2899659"/>
                  <a:pt x="2323201" y="2910598"/>
                  <a:pt x="2337283" y="2914635"/>
                </a:cubicBezTo>
                <a:cubicBezTo>
                  <a:pt x="2350311" y="2917414"/>
                  <a:pt x="2360548" y="2927503"/>
                  <a:pt x="2363505" y="2940500"/>
                </a:cubicBezTo>
                <a:cubicBezTo>
                  <a:pt x="2369255" y="2954028"/>
                  <a:pt x="2370568" y="2969033"/>
                  <a:pt x="2367242" y="2983356"/>
                </a:cubicBezTo>
                <a:cubicBezTo>
                  <a:pt x="2366466" y="2987758"/>
                  <a:pt x="2366418" y="2988039"/>
                  <a:pt x="2376282" y="2993929"/>
                </a:cubicBezTo>
                <a:cubicBezTo>
                  <a:pt x="2366413" y="3005033"/>
                  <a:pt x="2357236" y="3015486"/>
                  <a:pt x="2357872" y="3032688"/>
                </a:cubicBezTo>
                <a:cubicBezTo>
                  <a:pt x="2358279" y="3044058"/>
                  <a:pt x="2349137" y="3054323"/>
                  <a:pt x="2342685" y="3064098"/>
                </a:cubicBezTo>
                <a:cubicBezTo>
                  <a:pt x="2325605" y="3089283"/>
                  <a:pt x="2308090" y="3114198"/>
                  <a:pt x="2290840" y="3139257"/>
                </a:cubicBezTo>
                <a:cubicBezTo>
                  <a:pt x="2287744" y="3145268"/>
                  <a:pt x="2282140" y="3149591"/>
                  <a:pt x="2275542" y="3151045"/>
                </a:cubicBezTo>
                <a:cubicBezTo>
                  <a:pt x="2268134" y="3152732"/>
                  <a:pt x="2261076" y="3155709"/>
                  <a:pt x="2254695" y="3159827"/>
                </a:cubicBezTo>
                <a:cubicBezTo>
                  <a:pt x="2242095" y="3167262"/>
                  <a:pt x="2227766" y="3175745"/>
                  <a:pt x="2214454" y="3169150"/>
                </a:cubicBezTo>
                <a:cubicBezTo>
                  <a:pt x="2194145" y="3159004"/>
                  <a:pt x="2172449" y="3150158"/>
                  <a:pt x="2159532" y="3128185"/>
                </a:cubicBezTo>
                <a:cubicBezTo>
                  <a:pt x="2153286" y="3118179"/>
                  <a:pt x="2152609" y="3105662"/>
                  <a:pt x="2157753" y="3095039"/>
                </a:cubicBezTo>
                <a:cubicBezTo>
                  <a:pt x="2167325" y="3070722"/>
                  <a:pt x="2180827" y="3048151"/>
                  <a:pt x="2197706" y="3028212"/>
                </a:cubicBezTo>
                <a:cubicBezTo>
                  <a:pt x="2216658" y="3004999"/>
                  <a:pt x="2229969" y="2978762"/>
                  <a:pt x="2246353" y="2954226"/>
                </a:cubicBezTo>
                <a:cubicBezTo>
                  <a:pt x="2256656" y="2938758"/>
                  <a:pt x="2268110" y="2924082"/>
                  <a:pt x="2280625" y="2910345"/>
                </a:cubicBezTo>
                <a:cubicBezTo>
                  <a:pt x="2288027" y="2902284"/>
                  <a:pt x="2296747" y="2895517"/>
                  <a:pt x="2307949" y="2885614"/>
                </a:cubicBezTo>
                <a:close/>
                <a:moveTo>
                  <a:pt x="1806420" y="2817784"/>
                </a:moveTo>
                <a:cubicBezTo>
                  <a:pt x="1819697" y="2817805"/>
                  <a:pt x="1832960" y="2818792"/>
                  <a:pt x="1846466" y="2822911"/>
                </a:cubicBezTo>
                <a:cubicBezTo>
                  <a:pt x="1871015" y="2830906"/>
                  <a:pt x="1898198" y="2822856"/>
                  <a:pt x="1923845" y="2828439"/>
                </a:cubicBezTo>
                <a:cubicBezTo>
                  <a:pt x="1938044" y="2830389"/>
                  <a:pt x="1951822" y="2834614"/>
                  <a:pt x="1964677" y="2840947"/>
                </a:cubicBezTo>
                <a:cubicBezTo>
                  <a:pt x="1981346" y="2849137"/>
                  <a:pt x="1998874" y="2855460"/>
                  <a:pt x="2016933" y="2859813"/>
                </a:cubicBezTo>
                <a:cubicBezTo>
                  <a:pt x="2039287" y="2868272"/>
                  <a:pt x="2058704" y="2883031"/>
                  <a:pt x="2072840" y="2902304"/>
                </a:cubicBezTo>
                <a:cubicBezTo>
                  <a:pt x="2060911" y="2910921"/>
                  <a:pt x="2050416" y="2921353"/>
                  <a:pt x="2041724" y="2933222"/>
                </a:cubicBezTo>
                <a:cubicBezTo>
                  <a:pt x="2031663" y="2950617"/>
                  <a:pt x="2011448" y="2959423"/>
                  <a:pt x="1991867" y="2954949"/>
                </a:cubicBezTo>
                <a:cubicBezTo>
                  <a:pt x="1962948" y="2949851"/>
                  <a:pt x="1932754" y="2952545"/>
                  <a:pt x="1903702" y="2948197"/>
                </a:cubicBezTo>
                <a:cubicBezTo>
                  <a:pt x="1874651" y="2943849"/>
                  <a:pt x="1841456" y="2943309"/>
                  <a:pt x="1816748" y="2927462"/>
                </a:cubicBezTo>
                <a:cubicBezTo>
                  <a:pt x="1798624" y="2915866"/>
                  <a:pt x="1777034" y="2910807"/>
                  <a:pt x="1761039" y="2895338"/>
                </a:cubicBezTo>
                <a:cubicBezTo>
                  <a:pt x="1753757" y="2890396"/>
                  <a:pt x="1750116" y="2881594"/>
                  <a:pt x="1751768" y="2872942"/>
                </a:cubicBezTo>
                <a:cubicBezTo>
                  <a:pt x="1754692" y="2854320"/>
                  <a:pt x="1759562" y="2836050"/>
                  <a:pt x="1766295" y="2818437"/>
                </a:cubicBezTo>
                <a:cubicBezTo>
                  <a:pt x="1779854" y="2818701"/>
                  <a:pt x="1793143" y="2817761"/>
                  <a:pt x="1806420" y="2817784"/>
                </a:cubicBezTo>
                <a:close/>
                <a:moveTo>
                  <a:pt x="3477576" y="2783161"/>
                </a:moveTo>
                <a:cubicBezTo>
                  <a:pt x="3504615" y="2810425"/>
                  <a:pt x="3536353" y="2832918"/>
                  <a:pt x="3554011" y="2867412"/>
                </a:cubicBezTo>
                <a:cubicBezTo>
                  <a:pt x="3561577" y="2881975"/>
                  <a:pt x="3555523" y="2897709"/>
                  <a:pt x="3554213" y="2912252"/>
                </a:cubicBezTo>
                <a:cubicBezTo>
                  <a:pt x="3549002" y="2959228"/>
                  <a:pt x="3546856" y="3006493"/>
                  <a:pt x="3547802" y="3053743"/>
                </a:cubicBezTo>
                <a:cubicBezTo>
                  <a:pt x="3548115" y="3063454"/>
                  <a:pt x="3549014" y="3072593"/>
                  <a:pt x="3540438" y="3079096"/>
                </a:cubicBezTo>
                <a:cubicBezTo>
                  <a:pt x="3534063" y="3084056"/>
                  <a:pt x="3536971" y="3093838"/>
                  <a:pt x="3529578" y="3099100"/>
                </a:cubicBezTo>
                <a:cubicBezTo>
                  <a:pt x="3513684" y="3091278"/>
                  <a:pt x="3497080" y="3080916"/>
                  <a:pt x="3484514" y="3102938"/>
                </a:cubicBezTo>
                <a:cubicBezTo>
                  <a:pt x="3477956" y="3097437"/>
                  <a:pt x="3472919" y="3089886"/>
                  <a:pt x="3466374" y="3088153"/>
                </a:cubicBezTo>
                <a:cubicBezTo>
                  <a:pt x="3440191" y="3081221"/>
                  <a:pt x="3431189" y="3058391"/>
                  <a:pt x="3418685" y="3038999"/>
                </a:cubicBezTo>
                <a:cubicBezTo>
                  <a:pt x="3410415" y="3026244"/>
                  <a:pt x="3414746" y="3010979"/>
                  <a:pt x="3415318" y="2996788"/>
                </a:cubicBezTo>
                <a:cubicBezTo>
                  <a:pt x="3415927" y="2947669"/>
                  <a:pt x="3419802" y="2898642"/>
                  <a:pt x="3426903" y="2850030"/>
                </a:cubicBezTo>
                <a:cubicBezTo>
                  <a:pt x="3431179" y="2825774"/>
                  <a:pt x="3440838" y="2807102"/>
                  <a:pt x="3463953" y="2796402"/>
                </a:cubicBezTo>
                <a:cubicBezTo>
                  <a:pt x="3469123" y="2792688"/>
                  <a:pt x="3473712" y="2788225"/>
                  <a:pt x="3477576" y="2783161"/>
                </a:cubicBezTo>
                <a:close/>
                <a:moveTo>
                  <a:pt x="3119261" y="2720778"/>
                </a:moveTo>
                <a:cubicBezTo>
                  <a:pt x="3126199" y="2720021"/>
                  <a:pt x="3133639" y="2723651"/>
                  <a:pt x="3142572" y="2731550"/>
                </a:cubicBezTo>
                <a:cubicBezTo>
                  <a:pt x="3147560" y="2736097"/>
                  <a:pt x="3152075" y="2741142"/>
                  <a:pt x="3157063" y="2745692"/>
                </a:cubicBezTo>
                <a:cubicBezTo>
                  <a:pt x="3164126" y="2752150"/>
                  <a:pt x="3169059" y="2762484"/>
                  <a:pt x="3181919" y="2759053"/>
                </a:cubicBezTo>
                <a:cubicBezTo>
                  <a:pt x="3183736" y="2758600"/>
                  <a:pt x="3187199" y="2762493"/>
                  <a:pt x="3189286" y="2764889"/>
                </a:cubicBezTo>
                <a:cubicBezTo>
                  <a:pt x="3210416" y="2788989"/>
                  <a:pt x="3230726" y="2813908"/>
                  <a:pt x="3252787" y="2837109"/>
                </a:cubicBezTo>
                <a:cubicBezTo>
                  <a:pt x="3270114" y="2855420"/>
                  <a:pt x="3257503" y="2875503"/>
                  <a:pt x="3259916" y="2893018"/>
                </a:cubicBezTo>
                <a:cubicBezTo>
                  <a:pt x="3255377" y="2918773"/>
                  <a:pt x="3247201" y="2922450"/>
                  <a:pt x="3222390" y="2915952"/>
                </a:cubicBezTo>
                <a:cubicBezTo>
                  <a:pt x="3177829" y="2904891"/>
                  <a:pt x="3139263" y="2877063"/>
                  <a:pt x="3114693" y="2838261"/>
                </a:cubicBezTo>
                <a:cubicBezTo>
                  <a:pt x="3105592" y="2824199"/>
                  <a:pt x="3094118" y="2811556"/>
                  <a:pt x="3084263" y="2797942"/>
                </a:cubicBezTo>
                <a:cubicBezTo>
                  <a:pt x="3074408" y="2784328"/>
                  <a:pt x="3071049" y="2771085"/>
                  <a:pt x="3084788" y="2757189"/>
                </a:cubicBezTo>
                <a:cubicBezTo>
                  <a:pt x="3090048" y="2750614"/>
                  <a:pt x="3094799" y="2743639"/>
                  <a:pt x="3098984" y="2736324"/>
                </a:cubicBezTo>
                <a:cubicBezTo>
                  <a:pt x="3105894" y="2726678"/>
                  <a:pt x="3112325" y="2721535"/>
                  <a:pt x="3119261" y="2720778"/>
                </a:cubicBezTo>
                <a:close/>
                <a:moveTo>
                  <a:pt x="1444226" y="2720607"/>
                </a:moveTo>
                <a:cubicBezTo>
                  <a:pt x="1448064" y="2719424"/>
                  <a:pt x="1451970" y="2720403"/>
                  <a:pt x="1454414" y="2723779"/>
                </a:cubicBezTo>
                <a:cubicBezTo>
                  <a:pt x="1468938" y="2744299"/>
                  <a:pt x="1494829" y="2750697"/>
                  <a:pt x="1508979" y="2771151"/>
                </a:cubicBezTo>
                <a:cubicBezTo>
                  <a:pt x="1513251" y="2776424"/>
                  <a:pt x="1516032" y="2782756"/>
                  <a:pt x="1517039" y="2789471"/>
                </a:cubicBezTo>
                <a:cubicBezTo>
                  <a:pt x="1517186" y="2807089"/>
                  <a:pt x="1521544" y="2824409"/>
                  <a:pt x="1529750" y="2839992"/>
                </a:cubicBezTo>
                <a:cubicBezTo>
                  <a:pt x="1532278" y="2844483"/>
                  <a:pt x="1533137" y="2849733"/>
                  <a:pt x="1532157" y="2854803"/>
                </a:cubicBezTo>
                <a:cubicBezTo>
                  <a:pt x="1527288" y="2885713"/>
                  <a:pt x="1525110" y="2917774"/>
                  <a:pt x="1509446" y="2945334"/>
                </a:cubicBezTo>
                <a:cubicBezTo>
                  <a:pt x="1501439" y="2956321"/>
                  <a:pt x="1502985" y="2971589"/>
                  <a:pt x="1513050" y="2980730"/>
                </a:cubicBezTo>
                <a:cubicBezTo>
                  <a:pt x="1499617" y="2990144"/>
                  <a:pt x="1494769" y="3003966"/>
                  <a:pt x="1481866" y="3010383"/>
                </a:cubicBezTo>
                <a:cubicBezTo>
                  <a:pt x="1449370" y="3026671"/>
                  <a:pt x="1419791" y="3012187"/>
                  <a:pt x="1400648" y="2991046"/>
                </a:cubicBezTo>
                <a:cubicBezTo>
                  <a:pt x="1388937" y="2979586"/>
                  <a:pt x="1385097" y="2962282"/>
                  <a:pt x="1390861" y="2946930"/>
                </a:cubicBezTo>
                <a:cubicBezTo>
                  <a:pt x="1395286" y="2933323"/>
                  <a:pt x="1400977" y="2918007"/>
                  <a:pt x="1390510" y="2902934"/>
                </a:cubicBezTo>
                <a:cubicBezTo>
                  <a:pt x="1388296" y="2897377"/>
                  <a:pt x="1387986" y="2891249"/>
                  <a:pt x="1389628" y="2885494"/>
                </a:cubicBezTo>
                <a:cubicBezTo>
                  <a:pt x="1396841" y="2841285"/>
                  <a:pt x="1402683" y="2796641"/>
                  <a:pt x="1422196" y="2755469"/>
                </a:cubicBezTo>
                <a:cubicBezTo>
                  <a:pt x="1426181" y="2747095"/>
                  <a:pt x="1430788" y="2739023"/>
                  <a:pt x="1434430" y="2730395"/>
                </a:cubicBezTo>
                <a:cubicBezTo>
                  <a:pt x="1436613" y="2725131"/>
                  <a:pt x="1440386" y="2721788"/>
                  <a:pt x="1444226" y="2720607"/>
                </a:cubicBezTo>
                <a:close/>
                <a:moveTo>
                  <a:pt x="2818486" y="2678773"/>
                </a:moveTo>
                <a:cubicBezTo>
                  <a:pt x="2833417" y="2681713"/>
                  <a:pt x="2847977" y="2686260"/>
                  <a:pt x="2861933" y="2692320"/>
                </a:cubicBezTo>
                <a:cubicBezTo>
                  <a:pt x="2868635" y="2694864"/>
                  <a:pt x="2872326" y="2702061"/>
                  <a:pt x="2870478" y="2708987"/>
                </a:cubicBezTo>
                <a:cubicBezTo>
                  <a:pt x="2869337" y="2714754"/>
                  <a:pt x="2867732" y="2720409"/>
                  <a:pt x="2865663" y="2725904"/>
                </a:cubicBezTo>
                <a:cubicBezTo>
                  <a:pt x="2852327" y="2763241"/>
                  <a:pt x="2849733" y="2803146"/>
                  <a:pt x="2837785" y="2840824"/>
                </a:cubicBezTo>
                <a:cubicBezTo>
                  <a:pt x="2834321" y="2852699"/>
                  <a:pt x="2827599" y="2863353"/>
                  <a:pt x="2818370" y="2871585"/>
                </a:cubicBezTo>
                <a:cubicBezTo>
                  <a:pt x="2804901" y="2885433"/>
                  <a:pt x="2795350" y="2902608"/>
                  <a:pt x="2790684" y="2921358"/>
                </a:cubicBezTo>
                <a:cubicBezTo>
                  <a:pt x="2779477" y="2912141"/>
                  <a:pt x="2767315" y="2915984"/>
                  <a:pt x="2757708" y="2905889"/>
                </a:cubicBezTo>
                <a:cubicBezTo>
                  <a:pt x="2741951" y="2891931"/>
                  <a:pt x="2735264" y="2870357"/>
                  <a:pt x="2740362" y="2849917"/>
                </a:cubicBezTo>
                <a:cubicBezTo>
                  <a:pt x="2746816" y="2813299"/>
                  <a:pt x="2753848" y="2776687"/>
                  <a:pt x="2762345" y="2740526"/>
                </a:cubicBezTo>
                <a:cubicBezTo>
                  <a:pt x="2767703" y="2722882"/>
                  <a:pt x="2776142" y="2706322"/>
                  <a:pt x="2787273" y="2691618"/>
                </a:cubicBezTo>
                <a:cubicBezTo>
                  <a:pt x="2794357" y="2681703"/>
                  <a:pt x="2806479" y="2676705"/>
                  <a:pt x="2818486" y="2678773"/>
                </a:cubicBezTo>
                <a:close/>
                <a:moveTo>
                  <a:pt x="43316" y="2662776"/>
                </a:moveTo>
                <a:cubicBezTo>
                  <a:pt x="81595" y="2690274"/>
                  <a:pt x="112206" y="2727119"/>
                  <a:pt x="132237" y="2769796"/>
                </a:cubicBezTo>
                <a:cubicBezTo>
                  <a:pt x="138492" y="2782484"/>
                  <a:pt x="139759" y="2797193"/>
                  <a:pt x="145382" y="2810737"/>
                </a:cubicBezTo>
                <a:cubicBezTo>
                  <a:pt x="155621" y="2835822"/>
                  <a:pt x="168672" y="2859666"/>
                  <a:pt x="184287" y="2881807"/>
                </a:cubicBezTo>
                <a:cubicBezTo>
                  <a:pt x="190156" y="2890141"/>
                  <a:pt x="194109" y="2899684"/>
                  <a:pt x="195866" y="2909726"/>
                </a:cubicBezTo>
                <a:cubicBezTo>
                  <a:pt x="199297" y="2926940"/>
                  <a:pt x="196534" y="2931667"/>
                  <a:pt x="180422" y="2938773"/>
                </a:cubicBezTo>
                <a:cubicBezTo>
                  <a:pt x="159525" y="2947837"/>
                  <a:pt x="138771" y="2938577"/>
                  <a:pt x="118010" y="2939746"/>
                </a:cubicBezTo>
                <a:cubicBezTo>
                  <a:pt x="117164" y="2939606"/>
                  <a:pt x="116411" y="2939125"/>
                  <a:pt x="115930" y="2938413"/>
                </a:cubicBezTo>
                <a:cubicBezTo>
                  <a:pt x="97848" y="2910701"/>
                  <a:pt x="62016" y="2899943"/>
                  <a:pt x="51189" y="2863369"/>
                </a:cubicBezTo>
                <a:cubicBezTo>
                  <a:pt x="39074" y="2822608"/>
                  <a:pt x="19572" y="2784894"/>
                  <a:pt x="5999" y="2744745"/>
                </a:cubicBezTo>
                <a:cubicBezTo>
                  <a:pt x="-5616" y="2710446"/>
                  <a:pt x="-1355" y="2694493"/>
                  <a:pt x="27556" y="2672262"/>
                </a:cubicBezTo>
                <a:cubicBezTo>
                  <a:pt x="31855" y="2668673"/>
                  <a:pt x="35498" y="2663330"/>
                  <a:pt x="43316" y="2662776"/>
                </a:cubicBezTo>
                <a:close/>
                <a:moveTo>
                  <a:pt x="1023150" y="2635791"/>
                </a:moveTo>
                <a:cubicBezTo>
                  <a:pt x="1025534" y="2636230"/>
                  <a:pt x="1027627" y="2637652"/>
                  <a:pt x="1028926" y="2639705"/>
                </a:cubicBezTo>
                <a:cubicBezTo>
                  <a:pt x="1040162" y="2652597"/>
                  <a:pt x="1055533" y="2656272"/>
                  <a:pt x="1070574" y="2660178"/>
                </a:cubicBezTo>
                <a:cubicBezTo>
                  <a:pt x="1093854" y="2665344"/>
                  <a:pt x="1113737" y="2680368"/>
                  <a:pt x="1125072" y="2701359"/>
                </a:cubicBezTo>
                <a:cubicBezTo>
                  <a:pt x="1145948" y="2737136"/>
                  <a:pt x="1170718" y="2770480"/>
                  <a:pt x="1198924" y="2800799"/>
                </a:cubicBezTo>
                <a:cubicBezTo>
                  <a:pt x="1208537" y="2812458"/>
                  <a:pt x="1217083" y="2824953"/>
                  <a:pt x="1224477" y="2838134"/>
                </a:cubicBezTo>
                <a:cubicBezTo>
                  <a:pt x="1229399" y="2846340"/>
                  <a:pt x="1219597" y="2871842"/>
                  <a:pt x="1209122" y="2880908"/>
                </a:cubicBezTo>
                <a:cubicBezTo>
                  <a:pt x="1205357" y="2884203"/>
                  <a:pt x="1200881" y="2886601"/>
                  <a:pt x="1197040" y="2889786"/>
                </a:cubicBezTo>
                <a:cubicBezTo>
                  <a:pt x="1168949" y="2912837"/>
                  <a:pt x="1148476" y="2910194"/>
                  <a:pt x="1125082" y="2880868"/>
                </a:cubicBezTo>
                <a:cubicBezTo>
                  <a:pt x="1121266" y="2876237"/>
                  <a:pt x="1117820" y="2870608"/>
                  <a:pt x="1111544" y="2870082"/>
                </a:cubicBezTo>
                <a:cubicBezTo>
                  <a:pt x="1096433" y="2868770"/>
                  <a:pt x="1090173" y="2856659"/>
                  <a:pt x="1084429" y="2845990"/>
                </a:cubicBezTo>
                <a:cubicBezTo>
                  <a:pt x="1073662" y="2827803"/>
                  <a:pt x="1061205" y="2810669"/>
                  <a:pt x="1047228" y="2794822"/>
                </a:cubicBezTo>
                <a:cubicBezTo>
                  <a:pt x="1027048" y="2770746"/>
                  <a:pt x="1010913" y="2743540"/>
                  <a:pt x="999475" y="2714274"/>
                </a:cubicBezTo>
                <a:cubicBezTo>
                  <a:pt x="995091" y="2704821"/>
                  <a:pt x="994137" y="2694137"/>
                  <a:pt x="996791" y="2684061"/>
                </a:cubicBezTo>
                <a:cubicBezTo>
                  <a:pt x="998678" y="2667881"/>
                  <a:pt x="1008519" y="2656386"/>
                  <a:pt x="1012945" y="2642779"/>
                </a:cubicBezTo>
                <a:cubicBezTo>
                  <a:pt x="1013830" y="2638030"/>
                  <a:pt x="1018397" y="2634895"/>
                  <a:pt x="1023150" y="2635791"/>
                </a:cubicBezTo>
                <a:close/>
                <a:moveTo>
                  <a:pt x="2597907" y="2547677"/>
                </a:moveTo>
                <a:cubicBezTo>
                  <a:pt x="2603626" y="2547044"/>
                  <a:pt x="2609051" y="2547614"/>
                  <a:pt x="2613731" y="2550080"/>
                </a:cubicBezTo>
                <a:cubicBezTo>
                  <a:pt x="2641328" y="2554683"/>
                  <a:pt x="2663231" y="2575819"/>
                  <a:pt x="2668818" y="2603242"/>
                </a:cubicBezTo>
                <a:cubicBezTo>
                  <a:pt x="2669877" y="2616290"/>
                  <a:pt x="2662420" y="2628543"/>
                  <a:pt x="2650346" y="2633590"/>
                </a:cubicBezTo>
                <a:cubicBezTo>
                  <a:pt x="2625954" y="2638946"/>
                  <a:pt x="2608208" y="2656965"/>
                  <a:pt x="2586618" y="2666679"/>
                </a:cubicBezTo>
                <a:cubicBezTo>
                  <a:pt x="2547302" y="2683889"/>
                  <a:pt x="2507485" y="2699563"/>
                  <a:pt x="2463637" y="2698690"/>
                </a:cubicBezTo>
                <a:cubicBezTo>
                  <a:pt x="2453605" y="2697685"/>
                  <a:pt x="2443477" y="2698044"/>
                  <a:pt x="2433535" y="2699758"/>
                </a:cubicBezTo>
                <a:cubicBezTo>
                  <a:pt x="2421194" y="2702990"/>
                  <a:pt x="2414702" y="2697114"/>
                  <a:pt x="2411816" y="2685018"/>
                </a:cubicBezTo>
                <a:cubicBezTo>
                  <a:pt x="2410335" y="2670755"/>
                  <a:pt x="2410059" y="2656397"/>
                  <a:pt x="2410987" y="2642095"/>
                </a:cubicBezTo>
                <a:cubicBezTo>
                  <a:pt x="2411702" y="2635076"/>
                  <a:pt x="2416548" y="2629161"/>
                  <a:pt x="2423284" y="2627075"/>
                </a:cubicBezTo>
                <a:cubicBezTo>
                  <a:pt x="2434679" y="2621552"/>
                  <a:pt x="2446211" y="2616342"/>
                  <a:pt x="2457700" y="2610835"/>
                </a:cubicBezTo>
                <a:cubicBezTo>
                  <a:pt x="2471171" y="2605851"/>
                  <a:pt x="2484074" y="2599446"/>
                  <a:pt x="2496189" y="2591741"/>
                </a:cubicBezTo>
                <a:cubicBezTo>
                  <a:pt x="2521637" y="2572183"/>
                  <a:pt x="2551639" y="2563470"/>
                  <a:pt x="2580304" y="2552493"/>
                </a:cubicBezTo>
                <a:cubicBezTo>
                  <a:pt x="2586169" y="2550146"/>
                  <a:pt x="2592186" y="2548311"/>
                  <a:pt x="2597907" y="2547677"/>
                </a:cubicBezTo>
                <a:close/>
                <a:moveTo>
                  <a:pt x="685139" y="2490660"/>
                </a:moveTo>
                <a:cubicBezTo>
                  <a:pt x="692164" y="2501575"/>
                  <a:pt x="701619" y="2510705"/>
                  <a:pt x="712760" y="2517352"/>
                </a:cubicBezTo>
                <a:cubicBezTo>
                  <a:pt x="730138" y="2528796"/>
                  <a:pt x="744440" y="2544343"/>
                  <a:pt x="754378" y="2562636"/>
                </a:cubicBezTo>
                <a:cubicBezTo>
                  <a:pt x="764569" y="2580365"/>
                  <a:pt x="760612" y="2598980"/>
                  <a:pt x="755054" y="2616829"/>
                </a:cubicBezTo>
                <a:cubicBezTo>
                  <a:pt x="741033" y="2662001"/>
                  <a:pt x="721253" y="2705183"/>
                  <a:pt x="696222" y="2745314"/>
                </a:cubicBezTo>
                <a:cubicBezTo>
                  <a:pt x="691292" y="2755212"/>
                  <a:pt x="682292" y="2762481"/>
                  <a:pt x="671583" y="2765208"/>
                </a:cubicBezTo>
                <a:cubicBezTo>
                  <a:pt x="665825" y="2766549"/>
                  <a:pt x="660216" y="2768477"/>
                  <a:pt x="654842" y="2770948"/>
                </a:cubicBezTo>
                <a:cubicBezTo>
                  <a:pt x="620558" y="2786438"/>
                  <a:pt x="612311" y="2781219"/>
                  <a:pt x="582658" y="2751273"/>
                </a:cubicBezTo>
                <a:cubicBezTo>
                  <a:pt x="551535" y="2719812"/>
                  <a:pt x="551165" y="2710959"/>
                  <a:pt x="574565" y="2671825"/>
                </a:cubicBezTo>
                <a:cubicBezTo>
                  <a:pt x="597964" y="2632689"/>
                  <a:pt x="619517" y="2590333"/>
                  <a:pt x="643174" y="2550277"/>
                </a:cubicBezTo>
                <a:cubicBezTo>
                  <a:pt x="655019" y="2530156"/>
                  <a:pt x="670003" y="2511940"/>
                  <a:pt x="685139" y="2490660"/>
                </a:cubicBezTo>
                <a:close/>
                <a:moveTo>
                  <a:pt x="207062" y="2388930"/>
                </a:moveTo>
                <a:cubicBezTo>
                  <a:pt x="212645" y="2388599"/>
                  <a:pt x="218940" y="2390383"/>
                  <a:pt x="225370" y="2391951"/>
                </a:cubicBezTo>
                <a:cubicBezTo>
                  <a:pt x="235158" y="2391166"/>
                  <a:pt x="244699" y="2398353"/>
                  <a:pt x="254961" y="2401995"/>
                </a:cubicBezTo>
                <a:cubicBezTo>
                  <a:pt x="279581" y="2410680"/>
                  <a:pt x="304519" y="2418648"/>
                  <a:pt x="328825" y="2427470"/>
                </a:cubicBezTo>
                <a:cubicBezTo>
                  <a:pt x="372297" y="2443456"/>
                  <a:pt x="413308" y="2465469"/>
                  <a:pt x="450652" y="2492878"/>
                </a:cubicBezTo>
                <a:cubicBezTo>
                  <a:pt x="474578" y="2510422"/>
                  <a:pt x="470397" y="2537976"/>
                  <a:pt x="442900" y="2549449"/>
                </a:cubicBezTo>
                <a:cubicBezTo>
                  <a:pt x="415403" y="2560922"/>
                  <a:pt x="388682" y="2566350"/>
                  <a:pt x="360457" y="2550754"/>
                </a:cubicBezTo>
                <a:cubicBezTo>
                  <a:pt x="349523" y="2546085"/>
                  <a:pt x="337914" y="2543198"/>
                  <a:pt x="326072" y="2542183"/>
                </a:cubicBezTo>
                <a:cubicBezTo>
                  <a:pt x="310465" y="2539345"/>
                  <a:pt x="295795" y="2532713"/>
                  <a:pt x="283350" y="2522872"/>
                </a:cubicBezTo>
                <a:cubicBezTo>
                  <a:pt x="276499" y="2516392"/>
                  <a:pt x="267770" y="2512246"/>
                  <a:pt x="258417" y="2511043"/>
                </a:cubicBezTo>
                <a:cubicBezTo>
                  <a:pt x="222634" y="2509853"/>
                  <a:pt x="203776" y="2479975"/>
                  <a:pt x="177076" y="2463392"/>
                </a:cubicBezTo>
                <a:cubicBezTo>
                  <a:pt x="170723" y="2459472"/>
                  <a:pt x="170963" y="2452079"/>
                  <a:pt x="172703" y="2444951"/>
                </a:cubicBezTo>
                <a:cubicBezTo>
                  <a:pt x="177422" y="2428681"/>
                  <a:pt x="184257" y="2413104"/>
                  <a:pt x="193029" y="2398611"/>
                </a:cubicBezTo>
                <a:cubicBezTo>
                  <a:pt x="196610" y="2391710"/>
                  <a:pt x="201480" y="2389262"/>
                  <a:pt x="207062" y="2388930"/>
                </a:cubicBezTo>
                <a:close/>
                <a:moveTo>
                  <a:pt x="3542832" y="2377905"/>
                </a:moveTo>
                <a:cubicBezTo>
                  <a:pt x="3561196" y="2376854"/>
                  <a:pt x="3579232" y="2383085"/>
                  <a:pt x="3593039" y="2395252"/>
                </a:cubicBezTo>
                <a:cubicBezTo>
                  <a:pt x="3601110" y="2401966"/>
                  <a:pt x="3611551" y="2405129"/>
                  <a:pt x="3621986" y="2404023"/>
                </a:cubicBezTo>
                <a:cubicBezTo>
                  <a:pt x="3631785" y="2426704"/>
                  <a:pt x="3622362" y="2441845"/>
                  <a:pt x="3604455" y="2452014"/>
                </a:cubicBezTo>
                <a:cubicBezTo>
                  <a:pt x="3572318" y="2470104"/>
                  <a:pt x="3548038" y="2498365"/>
                  <a:pt x="3517284" y="2517374"/>
                </a:cubicBezTo>
                <a:cubicBezTo>
                  <a:pt x="3486528" y="2536383"/>
                  <a:pt x="3454809" y="2559761"/>
                  <a:pt x="3414387" y="2560264"/>
                </a:cubicBezTo>
                <a:cubicBezTo>
                  <a:pt x="3400807" y="2560671"/>
                  <a:pt x="3388552" y="2569423"/>
                  <a:pt x="3373826" y="2570303"/>
                </a:cubicBezTo>
                <a:cubicBezTo>
                  <a:pt x="3356797" y="2547024"/>
                  <a:pt x="3352461" y="2521251"/>
                  <a:pt x="3346222" y="2493694"/>
                </a:cubicBezTo>
                <a:cubicBezTo>
                  <a:pt x="3374979" y="2474525"/>
                  <a:pt x="3403550" y="2453682"/>
                  <a:pt x="3431583" y="2431490"/>
                </a:cubicBezTo>
                <a:cubicBezTo>
                  <a:pt x="3446238" y="2420072"/>
                  <a:pt x="3462097" y="2410024"/>
                  <a:pt x="3476149" y="2397630"/>
                </a:cubicBezTo>
                <a:cubicBezTo>
                  <a:pt x="3495641" y="2380113"/>
                  <a:pt x="3517711" y="2377533"/>
                  <a:pt x="3542832" y="2377905"/>
                </a:cubicBezTo>
                <a:close/>
                <a:moveTo>
                  <a:pt x="2045581" y="2354971"/>
                </a:moveTo>
                <a:cubicBezTo>
                  <a:pt x="2050710" y="2355850"/>
                  <a:pt x="2056009" y="2358354"/>
                  <a:pt x="2060482" y="2360350"/>
                </a:cubicBezTo>
                <a:cubicBezTo>
                  <a:pt x="2068291" y="2363618"/>
                  <a:pt x="2075322" y="2368517"/>
                  <a:pt x="2081112" y="2374704"/>
                </a:cubicBezTo>
                <a:cubicBezTo>
                  <a:pt x="2088130" y="2383232"/>
                  <a:pt x="2097657" y="2389333"/>
                  <a:pt x="2108335" y="2392151"/>
                </a:cubicBezTo>
                <a:cubicBezTo>
                  <a:pt x="2120897" y="2394955"/>
                  <a:pt x="2130753" y="2404678"/>
                  <a:pt x="2133737" y="2417197"/>
                </a:cubicBezTo>
                <a:cubicBezTo>
                  <a:pt x="2148365" y="2456893"/>
                  <a:pt x="2167408" y="2494809"/>
                  <a:pt x="2190528" y="2530237"/>
                </a:cubicBezTo>
                <a:cubicBezTo>
                  <a:pt x="2199273" y="2546204"/>
                  <a:pt x="2206765" y="2562830"/>
                  <a:pt x="2212933" y="2579955"/>
                </a:cubicBezTo>
                <a:cubicBezTo>
                  <a:pt x="2224698" y="2606266"/>
                  <a:pt x="2197351" y="2633312"/>
                  <a:pt x="2165813" y="2627753"/>
                </a:cubicBezTo>
                <a:cubicBezTo>
                  <a:pt x="2155286" y="2624574"/>
                  <a:pt x="2145318" y="2619756"/>
                  <a:pt x="2136293" y="2613473"/>
                </a:cubicBezTo>
                <a:cubicBezTo>
                  <a:pt x="2098459" y="2584499"/>
                  <a:pt x="2073358" y="2545699"/>
                  <a:pt x="2051500" y="2504380"/>
                </a:cubicBezTo>
                <a:cubicBezTo>
                  <a:pt x="2035335" y="2474012"/>
                  <a:pt x="2024117" y="2440748"/>
                  <a:pt x="2002095" y="2413499"/>
                </a:cubicBezTo>
                <a:cubicBezTo>
                  <a:pt x="1999442" y="2410154"/>
                  <a:pt x="1998056" y="2405980"/>
                  <a:pt x="1998192" y="2401706"/>
                </a:cubicBezTo>
                <a:cubicBezTo>
                  <a:pt x="2000589" y="2380982"/>
                  <a:pt x="2020054" y="2372922"/>
                  <a:pt x="2031713" y="2359334"/>
                </a:cubicBezTo>
                <a:cubicBezTo>
                  <a:pt x="2035497" y="2354834"/>
                  <a:pt x="2040453" y="2354091"/>
                  <a:pt x="2045581" y="2354971"/>
                </a:cubicBezTo>
                <a:close/>
                <a:moveTo>
                  <a:pt x="2878509" y="2354453"/>
                </a:moveTo>
                <a:cubicBezTo>
                  <a:pt x="2883097" y="2355721"/>
                  <a:pt x="2887639" y="2358694"/>
                  <a:pt x="2892077" y="2361987"/>
                </a:cubicBezTo>
                <a:cubicBezTo>
                  <a:pt x="2909259" y="2373996"/>
                  <a:pt x="2920722" y="2396004"/>
                  <a:pt x="2938709" y="2404003"/>
                </a:cubicBezTo>
                <a:cubicBezTo>
                  <a:pt x="2968656" y="2417489"/>
                  <a:pt x="2977402" y="2446165"/>
                  <a:pt x="2995901" y="2467675"/>
                </a:cubicBezTo>
                <a:cubicBezTo>
                  <a:pt x="3009517" y="2483497"/>
                  <a:pt x="3013830" y="2505017"/>
                  <a:pt x="3025710" y="2522464"/>
                </a:cubicBezTo>
                <a:cubicBezTo>
                  <a:pt x="3030329" y="2531622"/>
                  <a:pt x="3030938" y="2542293"/>
                  <a:pt x="3027369" y="2551918"/>
                </a:cubicBezTo>
                <a:cubicBezTo>
                  <a:pt x="3023489" y="2561286"/>
                  <a:pt x="3020305" y="2570922"/>
                  <a:pt x="3017848" y="2580753"/>
                </a:cubicBezTo>
                <a:cubicBezTo>
                  <a:pt x="3015324" y="2595083"/>
                  <a:pt x="3004901" y="2595079"/>
                  <a:pt x="2994876" y="2594472"/>
                </a:cubicBezTo>
                <a:cubicBezTo>
                  <a:pt x="2988107" y="2593896"/>
                  <a:pt x="2981579" y="2591684"/>
                  <a:pt x="2975845" y="2588028"/>
                </a:cubicBezTo>
                <a:cubicBezTo>
                  <a:pt x="2947778" y="2570431"/>
                  <a:pt x="2919714" y="2551193"/>
                  <a:pt x="2903361" y="2522433"/>
                </a:cubicBezTo>
                <a:cubicBezTo>
                  <a:pt x="2887008" y="2493672"/>
                  <a:pt x="2865228" y="2468879"/>
                  <a:pt x="2848401" y="2440615"/>
                </a:cubicBezTo>
                <a:cubicBezTo>
                  <a:pt x="2848048" y="2439877"/>
                  <a:pt x="2847272" y="2439353"/>
                  <a:pt x="2846920" y="2438616"/>
                </a:cubicBezTo>
                <a:cubicBezTo>
                  <a:pt x="2840428" y="2426174"/>
                  <a:pt x="2826543" y="2415712"/>
                  <a:pt x="2830517" y="2400287"/>
                </a:cubicBezTo>
                <a:cubicBezTo>
                  <a:pt x="2835316" y="2381820"/>
                  <a:pt x="2849925" y="2368462"/>
                  <a:pt x="2864656" y="2357154"/>
                </a:cubicBezTo>
                <a:cubicBezTo>
                  <a:pt x="2869282" y="2353624"/>
                  <a:pt x="2873918" y="2353186"/>
                  <a:pt x="2878509" y="2354453"/>
                </a:cubicBezTo>
                <a:close/>
                <a:moveTo>
                  <a:pt x="1783159" y="2350481"/>
                </a:moveTo>
                <a:cubicBezTo>
                  <a:pt x="1790046" y="2351270"/>
                  <a:pt x="1796207" y="2355117"/>
                  <a:pt x="1799934" y="2360969"/>
                </a:cubicBezTo>
                <a:cubicBezTo>
                  <a:pt x="1809816" y="2376616"/>
                  <a:pt x="1818754" y="2393255"/>
                  <a:pt x="1828025" y="2409083"/>
                </a:cubicBezTo>
                <a:cubicBezTo>
                  <a:pt x="1831269" y="2414772"/>
                  <a:pt x="1829633" y="2420761"/>
                  <a:pt x="1829376" y="2428248"/>
                </a:cubicBezTo>
                <a:cubicBezTo>
                  <a:pt x="1824930" y="2442198"/>
                  <a:pt x="1819320" y="2455742"/>
                  <a:pt x="1812588" y="2468741"/>
                </a:cubicBezTo>
                <a:cubicBezTo>
                  <a:pt x="1793296" y="2499910"/>
                  <a:pt x="1784448" y="2535333"/>
                  <a:pt x="1770478" y="2568598"/>
                </a:cubicBezTo>
                <a:cubicBezTo>
                  <a:pt x="1762965" y="2586586"/>
                  <a:pt x="1752364" y="2604030"/>
                  <a:pt x="1749646" y="2623828"/>
                </a:cubicBezTo>
                <a:cubicBezTo>
                  <a:pt x="1748033" y="2630419"/>
                  <a:pt x="1744772" y="2636488"/>
                  <a:pt x="1740168" y="2641470"/>
                </a:cubicBezTo>
                <a:cubicBezTo>
                  <a:pt x="1724018" y="2660832"/>
                  <a:pt x="1706512" y="2661610"/>
                  <a:pt x="1685790" y="2645597"/>
                </a:cubicBezTo>
                <a:cubicBezTo>
                  <a:pt x="1675074" y="2637354"/>
                  <a:pt x="1665680" y="2627529"/>
                  <a:pt x="1657927" y="2616448"/>
                </a:cubicBezTo>
                <a:cubicBezTo>
                  <a:pt x="1645576" y="2598919"/>
                  <a:pt x="1637235" y="2580551"/>
                  <a:pt x="1651535" y="2558545"/>
                </a:cubicBezTo>
                <a:cubicBezTo>
                  <a:pt x="1660625" y="2542399"/>
                  <a:pt x="1668808" y="2525755"/>
                  <a:pt x="1676050" y="2508694"/>
                </a:cubicBezTo>
                <a:cubicBezTo>
                  <a:pt x="1690773" y="2479908"/>
                  <a:pt x="1697134" y="2448198"/>
                  <a:pt x="1707718" y="2417715"/>
                </a:cubicBezTo>
                <a:cubicBezTo>
                  <a:pt x="1711621" y="2406526"/>
                  <a:pt x="1715880" y="2395497"/>
                  <a:pt x="1720745" y="2384864"/>
                </a:cubicBezTo>
                <a:cubicBezTo>
                  <a:pt x="1732442" y="2361588"/>
                  <a:pt x="1757251" y="2347912"/>
                  <a:pt x="1783159" y="2350481"/>
                </a:cubicBezTo>
                <a:close/>
                <a:moveTo>
                  <a:pt x="962940" y="2300733"/>
                </a:moveTo>
                <a:cubicBezTo>
                  <a:pt x="979450" y="2304512"/>
                  <a:pt x="995614" y="2310258"/>
                  <a:pt x="1012662" y="2303317"/>
                </a:cubicBezTo>
                <a:cubicBezTo>
                  <a:pt x="1015176" y="2302795"/>
                  <a:pt x="1017780" y="2303022"/>
                  <a:pt x="1020171" y="2303964"/>
                </a:cubicBezTo>
                <a:cubicBezTo>
                  <a:pt x="1063408" y="2316511"/>
                  <a:pt x="1108231" y="2320065"/>
                  <a:pt x="1152239" y="2328787"/>
                </a:cubicBezTo>
                <a:cubicBezTo>
                  <a:pt x="1180331" y="2337099"/>
                  <a:pt x="1200922" y="2361143"/>
                  <a:pt x="1204812" y="2390197"/>
                </a:cubicBezTo>
                <a:cubicBezTo>
                  <a:pt x="1205171" y="2396924"/>
                  <a:pt x="1206404" y="2403610"/>
                  <a:pt x="1206950" y="2410369"/>
                </a:cubicBezTo>
                <a:cubicBezTo>
                  <a:pt x="1208416" y="2430519"/>
                  <a:pt x="1200876" y="2438266"/>
                  <a:pt x="1180688" y="2436736"/>
                </a:cubicBezTo>
                <a:cubicBezTo>
                  <a:pt x="1173102" y="2435979"/>
                  <a:pt x="1165715" y="2434096"/>
                  <a:pt x="1158040" y="2432743"/>
                </a:cubicBezTo>
                <a:cubicBezTo>
                  <a:pt x="1115100" y="2428362"/>
                  <a:pt x="1072419" y="2423060"/>
                  <a:pt x="1029770" y="2417572"/>
                </a:cubicBezTo>
                <a:cubicBezTo>
                  <a:pt x="998960" y="2413135"/>
                  <a:pt x="969389" y="2402439"/>
                  <a:pt x="942870" y="2386128"/>
                </a:cubicBezTo>
                <a:cubicBezTo>
                  <a:pt x="941317" y="2385469"/>
                  <a:pt x="939885" y="2384559"/>
                  <a:pt x="938615" y="2383448"/>
                </a:cubicBezTo>
                <a:cubicBezTo>
                  <a:pt x="931622" y="2374394"/>
                  <a:pt x="910775" y="2379892"/>
                  <a:pt x="913180" y="2363514"/>
                </a:cubicBezTo>
                <a:cubicBezTo>
                  <a:pt x="914415" y="2342219"/>
                  <a:pt x="922606" y="2321917"/>
                  <a:pt x="936488" y="2305728"/>
                </a:cubicBezTo>
                <a:cubicBezTo>
                  <a:pt x="943834" y="2299578"/>
                  <a:pt x="953856" y="2297684"/>
                  <a:pt x="962940" y="2300733"/>
                </a:cubicBezTo>
                <a:close/>
                <a:moveTo>
                  <a:pt x="2449836" y="2266754"/>
                </a:moveTo>
                <a:cubicBezTo>
                  <a:pt x="2467056" y="2269789"/>
                  <a:pt x="2484848" y="2270126"/>
                  <a:pt x="2502190" y="2273568"/>
                </a:cubicBezTo>
                <a:cubicBezTo>
                  <a:pt x="2509677" y="2274888"/>
                  <a:pt x="2517163" y="2276207"/>
                  <a:pt x="2524651" y="2277527"/>
                </a:cubicBezTo>
                <a:cubicBezTo>
                  <a:pt x="2553867" y="2281257"/>
                  <a:pt x="2582012" y="2290911"/>
                  <a:pt x="2607361" y="2305914"/>
                </a:cubicBezTo>
                <a:cubicBezTo>
                  <a:pt x="2625930" y="2316622"/>
                  <a:pt x="2639761" y="2341076"/>
                  <a:pt x="2633311" y="2357416"/>
                </a:cubicBezTo>
                <a:cubicBezTo>
                  <a:pt x="2624181" y="2377128"/>
                  <a:pt x="2603392" y="2388710"/>
                  <a:pt x="2581842" y="2386100"/>
                </a:cubicBezTo>
                <a:lnTo>
                  <a:pt x="2567445" y="2383466"/>
                </a:lnTo>
                <a:cubicBezTo>
                  <a:pt x="2558053" y="2378943"/>
                  <a:pt x="2547497" y="2377458"/>
                  <a:pt x="2537222" y="2379201"/>
                </a:cubicBezTo>
                <a:cubicBezTo>
                  <a:pt x="2519083" y="2380832"/>
                  <a:pt x="2502099" y="2375907"/>
                  <a:pt x="2484538" y="2374260"/>
                </a:cubicBezTo>
                <a:cubicBezTo>
                  <a:pt x="2452756" y="2371169"/>
                  <a:pt x="2427978" y="2354635"/>
                  <a:pt x="2403875" y="2335902"/>
                </a:cubicBezTo>
                <a:cubicBezTo>
                  <a:pt x="2383058" y="2319873"/>
                  <a:pt x="2387394" y="2304029"/>
                  <a:pt x="2396312" y="2286289"/>
                </a:cubicBezTo>
                <a:cubicBezTo>
                  <a:pt x="2406604" y="2266763"/>
                  <a:pt x="2425883" y="2261953"/>
                  <a:pt x="2449836" y="2266754"/>
                </a:cubicBezTo>
                <a:close/>
                <a:moveTo>
                  <a:pt x="3235000" y="2170042"/>
                </a:moveTo>
                <a:cubicBezTo>
                  <a:pt x="3238626" y="2170960"/>
                  <a:pt x="3241912" y="2173226"/>
                  <a:pt x="3244048" y="2176635"/>
                </a:cubicBezTo>
                <a:cubicBezTo>
                  <a:pt x="3252726" y="2186798"/>
                  <a:pt x="3259337" y="2198565"/>
                  <a:pt x="3263517" y="2211256"/>
                </a:cubicBezTo>
                <a:cubicBezTo>
                  <a:pt x="3276061" y="2249580"/>
                  <a:pt x="3264370" y="2284696"/>
                  <a:pt x="3254966" y="2321083"/>
                </a:cubicBezTo>
                <a:cubicBezTo>
                  <a:pt x="3244929" y="2359967"/>
                  <a:pt x="3221865" y="2393366"/>
                  <a:pt x="3210963" y="2434415"/>
                </a:cubicBezTo>
                <a:cubicBezTo>
                  <a:pt x="3183286" y="2433004"/>
                  <a:pt x="3157147" y="2421232"/>
                  <a:pt x="3137749" y="2401426"/>
                </a:cubicBezTo>
                <a:cubicBezTo>
                  <a:pt x="3132778" y="2396783"/>
                  <a:pt x="3127883" y="2392252"/>
                  <a:pt x="3123258" y="2387284"/>
                </a:cubicBezTo>
                <a:cubicBezTo>
                  <a:pt x="3118634" y="2382317"/>
                  <a:pt x="3106374" y="2380156"/>
                  <a:pt x="3105668" y="2370472"/>
                </a:cubicBezTo>
                <a:cubicBezTo>
                  <a:pt x="3104623" y="2358556"/>
                  <a:pt x="3106933" y="2346593"/>
                  <a:pt x="3112337" y="2335920"/>
                </a:cubicBezTo>
                <a:cubicBezTo>
                  <a:pt x="3137408" y="2290031"/>
                  <a:pt x="3157927" y="2241505"/>
                  <a:pt x="3187815" y="2198395"/>
                </a:cubicBezTo>
                <a:cubicBezTo>
                  <a:pt x="3197096" y="2185161"/>
                  <a:pt x="3211381" y="2179664"/>
                  <a:pt x="3223910" y="2171541"/>
                </a:cubicBezTo>
                <a:cubicBezTo>
                  <a:pt x="3227406" y="2169555"/>
                  <a:pt x="3231373" y="2169124"/>
                  <a:pt x="3235000" y="2170042"/>
                </a:cubicBezTo>
                <a:close/>
                <a:moveTo>
                  <a:pt x="1314875" y="2101788"/>
                </a:moveTo>
                <a:cubicBezTo>
                  <a:pt x="1317881" y="2100663"/>
                  <a:pt x="1321318" y="2100684"/>
                  <a:pt x="1324466" y="2102118"/>
                </a:cubicBezTo>
                <a:cubicBezTo>
                  <a:pt x="1324653" y="2102209"/>
                  <a:pt x="1324839" y="2102299"/>
                  <a:pt x="1325017" y="2102388"/>
                </a:cubicBezTo>
                <a:cubicBezTo>
                  <a:pt x="1348843" y="2110644"/>
                  <a:pt x="1372846" y="2118448"/>
                  <a:pt x="1396414" y="2127623"/>
                </a:cubicBezTo>
                <a:cubicBezTo>
                  <a:pt x="1404095" y="2130907"/>
                  <a:pt x="1410930" y="2135869"/>
                  <a:pt x="1416432" y="2142158"/>
                </a:cubicBezTo>
                <a:cubicBezTo>
                  <a:pt x="1439831" y="2166252"/>
                  <a:pt x="1467039" y="2186314"/>
                  <a:pt x="1496959" y="2201543"/>
                </a:cubicBezTo>
                <a:cubicBezTo>
                  <a:pt x="1518475" y="2213060"/>
                  <a:pt x="1541966" y="2223767"/>
                  <a:pt x="1557921" y="2244925"/>
                </a:cubicBezTo>
                <a:cubicBezTo>
                  <a:pt x="1566471" y="2256089"/>
                  <a:pt x="1565921" y="2264682"/>
                  <a:pt x="1556993" y="2273731"/>
                </a:cubicBezTo>
                <a:cubicBezTo>
                  <a:pt x="1542907" y="2287952"/>
                  <a:pt x="1531634" y="2305374"/>
                  <a:pt x="1510192" y="2310961"/>
                </a:cubicBezTo>
                <a:cubicBezTo>
                  <a:pt x="1503158" y="2313478"/>
                  <a:pt x="1495407" y="2313058"/>
                  <a:pt x="1488690" y="2309779"/>
                </a:cubicBezTo>
                <a:cubicBezTo>
                  <a:pt x="1447852" y="2289641"/>
                  <a:pt x="1410822" y="2263223"/>
                  <a:pt x="1371630" y="2240865"/>
                </a:cubicBezTo>
                <a:cubicBezTo>
                  <a:pt x="1343442" y="2224503"/>
                  <a:pt x="1321899" y="2201104"/>
                  <a:pt x="1298087" y="2179622"/>
                </a:cubicBezTo>
                <a:cubicBezTo>
                  <a:pt x="1289901" y="2173293"/>
                  <a:pt x="1286397" y="2162624"/>
                  <a:pt x="1289233" y="2152666"/>
                </a:cubicBezTo>
                <a:cubicBezTo>
                  <a:pt x="1293720" y="2137225"/>
                  <a:pt x="1299969" y="2122356"/>
                  <a:pt x="1307852" y="2108343"/>
                </a:cubicBezTo>
                <a:cubicBezTo>
                  <a:pt x="1309287" y="2105188"/>
                  <a:pt x="1311867" y="2102914"/>
                  <a:pt x="1314875" y="2101788"/>
                </a:cubicBezTo>
                <a:close/>
                <a:moveTo>
                  <a:pt x="1981052" y="2068640"/>
                </a:moveTo>
                <a:cubicBezTo>
                  <a:pt x="2000870" y="2074451"/>
                  <a:pt x="2021134" y="2071167"/>
                  <a:pt x="2041167" y="2070835"/>
                </a:cubicBezTo>
                <a:cubicBezTo>
                  <a:pt x="2055589" y="2070857"/>
                  <a:pt x="2069947" y="2072837"/>
                  <a:pt x="2083843" y="2076715"/>
                </a:cubicBezTo>
                <a:cubicBezTo>
                  <a:pt x="2105181" y="2082118"/>
                  <a:pt x="2107009" y="2092001"/>
                  <a:pt x="2097983" y="2111459"/>
                </a:cubicBezTo>
                <a:cubicBezTo>
                  <a:pt x="2080442" y="2149116"/>
                  <a:pt x="2048157" y="2164766"/>
                  <a:pt x="2011907" y="2178268"/>
                </a:cubicBezTo>
                <a:cubicBezTo>
                  <a:pt x="1991096" y="2186574"/>
                  <a:pt x="1969810" y="2193627"/>
                  <a:pt x="1948165" y="2199381"/>
                </a:cubicBezTo>
                <a:cubicBezTo>
                  <a:pt x="1915456" y="2207038"/>
                  <a:pt x="1885253" y="2200459"/>
                  <a:pt x="1853126" y="2196052"/>
                </a:cubicBezTo>
                <a:cubicBezTo>
                  <a:pt x="1849105" y="2177585"/>
                  <a:pt x="1846535" y="2158824"/>
                  <a:pt x="1845452" y="2139949"/>
                </a:cubicBezTo>
                <a:cubicBezTo>
                  <a:pt x="1843983" y="2131424"/>
                  <a:pt x="1848043" y="2122899"/>
                  <a:pt x="1855574" y="2118655"/>
                </a:cubicBezTo>
                <a:cubicBezTo>
                  <a:pt x="1866667" y="2111012"/>
                  <a:pt x="1878511" y="2104526"/>
                  <a:pt x="1890926" y="2099297"/>
                </a:cubicBezTo>
                <a:cubicBezTo>
                  <a:pt x="1913077" y="2091325"/>
                  <a:pt x="1934849" y="2082223"/>
                  <a:pt x="1956681" y="2073325"/>
                </a:cubicBezTo>
                <a:cubicBezTo>
                  <a:pt x="1964018" y="2068989"/>
                  <a:pt x="1972635" y="2067340"/>
                  <a:pt x="1981052" y="2068640"/>
                </a:cubicBezTo>
                <a:close/>
                <a:moveTo>
                  <a:pt x="3103005" y="1956915"/>
                </a:moveTo>
                <a:cubicBezTo>
                  <a:pt x="3110058" y="1959877"/>
                  <a:pt x="3117787" y="1960863"/>
                  <a:pt x="3125368" y="1959794"/>
                </a:cubicBezTo>
                <a:cubicBezTo>
                  <a:pt x="3153883" y="1957868"/>
                  <a:pt x="3180061" y="1967021"/>
                  <a:pt x="3206496" y="1975252"/>
                </a:cubicBezTo>
                <a:cubicBezTo>
                  <a:pt x="3216837" y="1976970"/>
                  <a:pt x="3225227" y="1984560"/>
                  <a:pt x="3227968" y="1994680"/>
                </a:cubicBezTo>
                <a:cubicBezTo>
                  <a:pt x="3230403" y="2006919"/>
                  <a:pt x="3224253" y="2019257"/>
                  <a:pt x="3213030" y="2024685"/>
                </a:cubicBezTo>
                <a:cubicBezTo>
                  <a:pt x="3189997" y="2034916"/>
                  <a:pt x="3172829" y="2054582"/>
                  <a:pt x="3147688" y="2061449"/>
                </a:cubicBezTo>
                <a:cubicBezTo>
                  <a:pt x="3108702" y="2071862"/>
                  <a:pt x="3074650" y="2095890"/>
                  <a:pt x="3034668" y="2104292"/>
                </a:cubicBezTo>
                <a:cubicBezTo>
                  <a:pt x="3015793" y="2109174"/>
                  <a:pt x="2996075" y="2109793"/>
                  <a:pt x="2976936" y="2106090"/>
                </a:cubicBezTo>
                <a:cubicBezTo>
                  <a:pt x="2950451" y="2101422"/>
                  <a:pt x="2946927" y="2097325"/>
                  <a:pt x="2943886" y="2070235"/>
                </a:cubicBezTo>
                <a:cubicBezTo>
                  <a:pt x="2943021" y="2062550"/>
                  <a:pt x="2943279" y="2055064"/>
                  <a:pt x="2942695" y="2047429"/>
                </a:cubicBezTo>
                <a:cubicBezTo>
                  <a:pt x="2941206" y="2024668"/>
                  <a:pt x="2955287" y="2011024"/>
                  <a:pt x="2972704" y="2003087"/>
                </a:cubicBezTo>
                <a:cubicBezTo>
                  <a:pt x="3007671" y="1986461"/>
                  <a:pt x="3043926" y="1972381"/>
                  <a:pt x="3079554" y="1956934"/>
                </a:cubicBezTo>
                <a:cubicBezTo>
                  <a:pt x="3086818" y="1952778"/>
                  <a:pt x="3095735" y="1952776"/>
                  <a:pt x="3103005" y="1956915"/>
                </a:cubicBezTo>
                <a:close/>
                <a:moveTo>
                  <a:pt x="440154" y="1944849"/>
                </a:moveTo>
                <a:cubicBezTo>
                  <a:pt x="444385" y="1944781"/>
                  <a:pt x="448642" y="1946329"/>
                  <a:pt x="451922" y="1949504"/>
                </a:cubicBezTo>
                <a:cubicBezTo>
                  <a:pt x="452390" y="1949962"/>
                  <a:pt x="452834" y="1950446"/>
                  <a:pt x="453245" y="1950954"/>
                </a:cubicBezTo>
                <a:cubicBezTo>
                  <a:pt x="478836" y="1977673"/>
                  <a:pt x="512434" y="1998370"/>
                  <a:pt x="528315" y="2032550"/>
                </a:cubicBezTo>
                <a:cubicBezTo>
                  <a:pt x="547135" y="2073043"/>
                  <a:pt x="582160" y="2101522"/>
                  <a:pt x="601723" y="2141085"/>
                </a:cubicBezTo>
                <a:cubicBezTo>
                  <a:pt x="607005" y="2150706"/>
                  <a:pt x="610646" y="2161129"/>
                  <a:pt x="612495" y="2171950"/>
                </a:cubicBezTo>
                <a:cubicBezTo>
                  <a:pt x="615843" y="2197841"/>
                  <a:pt x="604207" y="2210757"/>
                  <a:pt x="577755" y="2214108"/>
                </a:cubicBezTo>
                <a:cubicBezTo>
                  <a:pt x="569327" y="2214805"/>
                  <a:pt x="560839" y="2214226"/>
                  <a:pt x="552586" y="2212375"/>
                </a:cubicBezTo>
                <a:cubicBezTo>
                  <a:pt x="520491" y="2211065"/>
                  <a:pt x="503676" y="2186568"/>
                  <a:pt x="484930" y="2166462"/>
                </a:cubicBezTo>
                <a:cubicBezTo>
                  <a:pt x="454588" y="2133228"/>
                  <a:pt x="426986" y="2097588"/>
                  <a:pt x="402394" y="2059891"/>
                </a:cubicBezTo>
                <a:cubicBezTo>
                  <a:pt x="398111" y="2053537"/>
                  <a:pt x="394361" y="2046888"/>
                  <a:pt x="390298" y="2040378"/>
                </a:cubicBezTo>
                <a:cubicBezTo>
                  <a:pt x="378668" y="2023758"/>
                  <a:pt x="379872" y="2001336"/>
                  <a:pt x="393218" y="1986046"/>
                </a:cubicBezTo>
                <a:cubicBezTo>
                  <a:pt x="402981" y="1972172"/>
                  <a:pt x="414905" y="1959964"/>
                  <a:pt x="428539" y="1949882"/>
                </a:cubicBezTo>
                <a:cubicBezTo>
                  <a:pt x="431717" y="1946599"/>
                  <a:pt x="435922" y="1944916"/>
                  <a:pt x="440154" y="1944849"/>
                </a:cubicBezTo>
                <a:close/>
                <a:moveTo>
                  <a:pt x="194439" y="1909393"/>
                </a:moveTo>
                <a:cubicBezTo>
                  <a:pt x="196724" y="1914749"/>
                  <a:pt x="199617" y="1919826"/>
                  <a:pt x="203060" y="1924527"/>
                </a:cubicBezTo>
                <a:cubicBezTo>
                  <a:pt x="223624" y="1947464"/>
                  <a:pt x="233265" y="1977070"/>
                  <a:pt x="248534" y="2003225"/>
                </a:cubicBezTo>
                <a:cubicBezTo>
                  <a:pt x="255896" y="2016207"/>
                  <a:pt x="252186" y="2028492"/>
                  <a:pt x="245768" y="2041362"/>
                </a:cubicBezTo>
                <a:cubicBezTo>
                  <a:pt x="229796" y="2073405"/>
                  <a:pt x="209424" y="2103031"/>
                  <a:pt x="195922" y="2136379"/>
                </a:cubicBezTo>
                <a:cubicBezTo>
                  <a:pt x="193278" y="2146168"/>
                  <a:pt x="189724" y="2155699"/>
                  <a:pt x="185312" y="2164829"/>
                </a:cubicBezTo>
                <a:cubicBezTo>
                  <a:pt x="174336" y="2182207"/>
                  <a:pt x="164328" y="2184789"/>
                  <a:pt x="143601" y="2179204"/>
                </a:cubicBezTo>
                <a:cubicBezTo>
                  <a:pt x="131804" y="2176063"/>
                  <a:pt x="119373" y="2177058"/>
                  <a:pt x="107421" y="2172054"/>
                </a:cubicBezTo>
                <a:cubicBezTo>
                  <a:pt x="97350" y="2168377"/>
                  <a:pt x="88821" y="2161389"/>
                  <a:pt x="83219" y="2152242"/>
                </a:cubicBezTo>
                <a:cubicBezTo>
                  <a:pt x="75808" y="2139541"/>
                  <a:pt x="71672" y="2124136"/>
                  <a:pt x="60260" y="2113337"/>
                </a:cubicBezTo>
                <a:cubicBezTo>
                  <a:pt x="55344" y="2108211"/>
                  <a:pt x="54320" y="2100491"/>
                  <a:pt x="57736" y="2094256"/>
                </a:cubicBezTo>
                <a:cubicBezTo>
                  <a:pt x="85014" y="2031471"/>
                  <a:pt x="116179" y="1970723"/>
                  <a:pt x="169777" y="1925034"/>
                </a:cubicBezTo>
                <a:cubicBezTo>
                  <a:pt x="173344" y="1921559"/>
                  <a:pt x="177137" y="1918326"/>
                  <a:pt x="181133" y="1915352"/>
                </a:cubicBezTo>
                <a:cubicBezTo>
                  <a:pt x="185425" y="1913057"/>
                  <a:pt x="189870" y="1911069"/>
                  <a:pt x="194439" y="1909393"/>
                </a:cubicBezTo>
                <a:close/>
                <a:moveTo>
                  <a:pt x="3482429" y="1895559"/>
                </a:moveTo>
                <a:cubicBezTo>
                  <a:pt x="3518555" y="1917801"/>
                  <a:pt x="3550975" y="1945569"/>
                  <a:pt x="3578506" y="1977864"/>
                </a:cubicBezTo>
                <a:cubicBezTo>
                  <a:pt x="3602439" y="2006320"/>
                  <a:pt x="3626521" y="2033932"/>
                  <a:pt x="3649034" y="2063875"/>
                </a:cubicBezTo>
                <a:cubicBezTo>
                  <a:pt x="3662875" y="2079940"/>
                  <a:pt x="3665746" y="2102741"/>
                  <a:pt x="3656299" y="2121741"/>
                </a:cubicBezTo>
                <a:cubicBezTo>
                  <a:pt x="3639525" y="2121102"/>
                  <a:pt x="3622938" y="2123778"/>
                  <a:pt x="3606440" y="2123767"/>
                </a:cubicBezTo>
                <a:cubicBezTo>
                  <a:pt x="3586194" y="2123337"/>
                  <a:pt x="3566911" y="2115091"/>
                  <a:pt x="3552598" y="2100759"/>
                </a:cubicBezTo>
                <a:cubicBezTo>
                  <a:pt x="3529587" y="2079129"/>
                  <a:pt x="3513470" y="2051761"/>
                  <a:pt x="3492709" y="2028307"/>
                </a:cubicBezTo>
                <a:cubicBezTo>
                  <a:pt x="3478608" y="2012497"/>
                  <a:pt x="3466496" y="1994718"/>
                  <a:pt x="3453812" y="1977999"/>
                </a:cubicBezTo>
                <a:cubicBezTo>
                  <a:pt x="3438262" y="1956719"/>
                  <a:pt x="3440836" y="1932259"/>
                  <a:pt x="3463241" y="1920662"/>
                </a:cubicBezTo>
                <a:cubicBezTo>
                  <a:pt x="3472694" y="1915154"/>
                  <a:pt x="3479583" y="1906123"/>
                  <a:pt x="3482429" y="1895559"/>
                </a:cubicBezTo>
                <a:close/>
                <a:moveTo>
                  <a:pt x="2218160" y="1878072"/>
                </a:moveTo>
                <a:cubicBezTo>
                  <a:pt x="2220668" y="1878695"/>
                  <a:pt x="2223257" y="1880020"/>
                  <a:pt x="2225564" y="1881440"/>
                </a:cubicBezTo>
                <a:cubicBezTo>
                  <a:pt x="2247611" y="1895030"/>
                  <a:pt x="2266551" y="1913104"/>
                  <a:pt x="2281153" y="1934497"/>
                </a:cubicBezTo>
                <a:cubicBezTo>
                  <a:pt x="2304723" y="1969938"/>
                  <a:pt x="2317096" y="2011420"/>
                  <a:pt x="2345032" y="2044540"/>
                </a:cubicBezTo>
                <a:cubicBezTo>
                  <a:pt x="2362507" y="2065290"/>
                  <a:pt x="2353961" y="2103374"/>
                  <a:pt x="2334107" y="2122953"/>
                </a:cubicBezTo>
                <a:cubicBezTo>
                  <a:pt x="2326897" y="2129310"/>
                  <a:pt x="2316778" y="2131204"/>
                  <a:pt x="2307765" y="2127869"/>
                </a:cubicBezTo>
                <a:cubicBezTo>
                  <a:pt x="2284958" y="2119253"/>
                  <a:pt x="2265640" y="2103313"/>
                  <a:pt x="2252837" y="2082555"/>
                </a:cubicBezTo>
                <a:cubicBezTo>
                  <a:pt x="2236281" y="2057140"/>
                  <a:pt x="2219896" y="2031850"/>
                  <a:pt x="2202145" y="2007188"/>
                </a:cubicBezTo>
                <a:cubicBezTo>
                  <a:pt x="2184594" y="1981392"/>
                  <a:pt x="2170316" y="1953509"/>
                  <a:pt x="2159649" y="1924187"/>
                </a:cubicBezTo>
                <a:cubicBezTo>
                  <a:pt x="2154491" y="1911302"/>
                  <a:pt x="2163314" y="1903396"/>
                  <a:pt x="2172282" y="1896865"/>
                </a:cubicBezTo>
                <a:cubicBezTo>
                  <a:pt x="2184078" y="1888515"/>
                  <a:pt x="2199245" y="1887327"/>
                  <a:pt x="2211245" y="1878917"/>
                </a:cubicBezTo>
                <a:cubicBezTo>
                  <a:pt x="2213226" y="1877527"/>
                  <a:pt x="2215652" y="1877448"/>
                  <a:pt x="2218160" y="1878072"/>
                </a:cubicBezTo>
                <a:close/>
                <a:moveTo>
                  <a:pt x="991347" y="1861463"/>
                </a:moveTo>
                <a:cubicBezTo>
                  <a:pt x="1002998" y="1885145"/>
                  <a:pt x="1002833" y="1910706"/>
                  <a:pt x="1006212" y="1935345"/>
                </a:cubicBezTo>
                <a:cubicBezTo>
                  <a:pt x="1008595" y="1952471"/>
                  <a:pt x="997923" y="1967583"/>
                  <a:pt x="992745" y="1983280"/>
                </a:cubicBezTo>
                <a:cubicBezTo>
                  <a:pt x="987154" y="1996325"/>
                  <a:pt x="979615" y="2008437"/>
                  <a:pt x="970391" y="2019219"/>
                </a:cubicBezTo>
                <a:cubicBezTo>
                  <a:pt x="947928" y="2050311"/>
                  <a:pt x="917779" y="2073000"/>
                  <a:pt x="891621" y="2099869"/>
                </a:cubicBezTo>
                <a:cubicBezTo>
                  <a:pt x="876862" y="2115826"/>
                  <a:pt x="851969" y="2116798"/>
                  <a:pt x="836025" y="2102033"/>
                </a:cubicBezTo>
                <a:cubicBezTo>
                  <a:pt x="834847" y="2100947"/>
                  <a:pt x="833738" y="2099786"/>
                  <a:pt x="832700" y="2098560"/>
                </a:cubicBezTo>
                <a:cubicBezTo>
                  <a:pt x="830058" y="2095487"/>
                  <a:pt x="829458" y="2089588"/>
                  <a:pt x="826397" y="2087793"/>
                </a:cubicBezTo>
                <a:cubicBezTo>
                  <a:pt x="797537" y="2073050"/>
                  <a:pt x="807042" y="2044309"/>
                  <a:pt x="802685" y="2020849"/>
                </a:cubicBezTo>
                <a:cubicBezTo>
                  <a:pt x="802513" y="2014755"/>
                  <a:pt x="805065" y="2008909"/>
                  <a:pt x="809647" y="2004889"/>
                </a:cubicBezTo>
                <a:cubicBezTo>
                  <a:pt x="849472" y="1960151"/>
                  <a:pt x="884271" y="1909989"/>
                  <a:pt x="937948" y="1879185"/>
                </a:cubicBezTo>
                <a:cubicBezTo>
                  <a:pt x="954319" y="1869517"/>
                  <a:pt x="971159" y="1859933"/>
                  <a:pt x="991347" y="1861463"/>
                </a:cubicBezTo>
                <a:close/>
                <a:moveTo>
                  <a:pt x="2796665" y="1820158"/>
                </a:moveTo>
                <a:cubicBezTo>
                  <a:pt x="2801801" y="1821513"/>
                  <a:pt x="2806450" y="1824717"/>
                  <a:pt x="2809541" y="1829486"/>
                </a:cubicBezTo>
                <a:cubicBezTo>
                  <a:pt x="2832737" y="1858294"/>
                  <a:pt x="2838768" y="1891416"/>
                  <a:pt x="2837059" y="1926842"/>
                </a:cubicBezTo>
                <a:cubicBezTo>
                  <a:pt x="2836529" y="1933459"/>
                  <a:pt x="2835601" y="1940036"/>
                  <a:pt x="2834264" y="1946531"/>
                </a:cubicBezTo>
                <a:cubicBezTo>
                  <a:pt x="2830010" y="1964485"/>
                  <a:pt x="2824233" y="1982035"/>
                  <a:pt x="2817005" y="1999012"/>
                </a:cubicBezTo>
                <a:cubicBezTo>
                  <a:pt x="2806614" y="2028948"/>
                  <a:pt x="2790002" y="2057499"/>
                  <a:pt x="2787864" y="2090436"/>
                </a:cubicBezTo>
                <a:cubicBezTo>
                  <a:pt x="2787368" y="2100642"/>
                  <a:pt x="2783951" y="2110497"/>
                  <a:pt x="2778034" y="2118830"/>
                </a:cubicBezTo>
                <a:cubicBezTo>
                  <a:pt x="2771117" y="2128841"/>
                  <a:pt x="2758809" y="2133633"/>
                  <a:pt x="2746954" y="2130926"/>
                </a:cubicBezTo>
                <a:cubicBezTo>
                  <a:pt x="2730163" y="2125398"/>
                  <a:pt x="2713716" y="2118859"/>
                  <a:pt x="2697721" y="2111337"/>
                </a:cubicBezTo>
                <a:cubicBezTo>
                  <a:pt x="2679927" y="2102794"/>
                  <a:pt x="2667538" y="2069613"/>
                  <a:pt x="2671246" y="2047479"/>
                </a:cubicBezTo>
                <a:cubicBezTo>
                  <a:pt x="2676298" y="2018821"/>
                  <a:pt x="2689854" y="1992821"/>
                  <a:pt x="2698269" y="1965337"/>
                </a:cubicBezTo>
                <a:cubicBezTo>
                  <a:pt x="2704928" y="1943432"/>
                  <a:pt x="2711775" y="1921561"/>
                  <a:pt x="2718339" y="1899640"/>
                </a:cubicBezTo>
                <a:cubicBezTo>
                  <a:pt x="2728472" y="1865699"/>
                  <a:pt x="2744334" y="1835375"/>
                  <a:pt x="2780865" y="1821921"/>
                </a:cubicBezTo>
                <a:cubicBezTo>
                  <a:pt x="2785907" y="1819295"/>
                  <a:pt x="2791531" y="1818802"/>
                  <a:pt x="2796665" y="1820158"/>
                </a:cubicBezTo>
                <a:close/>
                <a:moveTo>
                  <a:pt x="1732338" y="1809956"/>
                </a:moveTo>
                <a:cubicBezTo>
                  <a:pt x="1740380" y="1807028"/>
                  <a:pt x="1745242" y="1811747"/>
                  <a:pt x="1748083" y="1818621"/>
                </a:cubicBezTo>
                <a:cubicBezTo>
                  <a:pt x="1754718" y="1835723"/>
                  <a:pt x="1762586" y="1852946"/>
                  <a:pt x="1768562" y="1870511"/>
                </a:cubicBezTo>
                <a:cubicBezTo>
                  <a:pt x="1772475" y="1882574"/>
                  <a:pt x="1773517" y="1895390"/>
                  <a:pt x="1771615" y="1907935"/>
                </a:cubicBezTo>
                <a:cubicBezTo>
                  <a:pt x="1768308" y="1933810"/>
                  <a:pt x="1773876" y="1959704"/>
                  <a:pt x="1772067" y="1985843"/>
                </a:cubicBezTo>
                <a:cubicBezTo>
                  <a:pt x="1769710" y="2004142"/>
                  <a:pt x="1761743" y="2021258"/>
                  <a:pt x="1749247" y="2034833"/>
                </a:cubicBezTo>
                <a:cubicBezTo>
                  <a:pt x="1735108" y="2053197"/>
                  <a:pt x="1698349" y="2046043"/>
                  <a:pt x="1686071" y="2024277"/>
                </a:cubicBezTo>
                <a:cubicBezTo>
                  <a:pt x="1674805" y="2005257"/>
                  <a:pt x="1668644" y="1983653"/>
                  <a:pt x="1668179" y="1961545"/>
                </a:cubicBezTo>
                <a:cubicBezTo>
                  <a:pt x="1668379" y="1923729"/>
                  <a:pt x="1670909" y="1885839"/>
                  <a:pt x="1672144" y="1850910"/>
                </a:cubicBezTo>
                <a:cubicBezTo>
                  <a:pt x="1679225" y="1810733"/>
                  <a:pt x="1689294" y="1808355"/>
                  <a:pt x="1717364" y="1810599"/>
                </a:cubicBezTo>
                <a:cubicBezTo>
                  <a:pt x="1722339" y="1811553"/>
                  <a:pt x="1727464" y="1811328"/>
                  <a:pt x="1732338" y="1809956"/>
                </a:cubicBezTo>
                <a:close/>
                <a:moveTo>
                  <a:pt x="1422337" y="1753698"/>
                </a:moveTo>
                <a:cubicBezTo>
                  <a:pt x="1428313" y="1753255"/>
                  <a:pt x="1434141" y="1753727"/>
                  <a:pt x="1439678" y="1756247"/>
                </a:cubicBezTo>
                <a:cubicBezTo>
                  <a:pt x="1442575" y="1757115"/>
                  <a:pt x="1445551" y="1757640"/>
                  <a:pt x="1448569" y="1757814"/>
                </a:cubicBezTo>
                <a:cubicBezTo>
                  <a:pt x="1478181" y="1754053"/>
                  <a:pt x="1493002" y="1772888"/>
                  <a:pt x="1505638" y="1794813"/>
                </a:cubicBezTo>
                <a:cubicBezTo>
                  <a:pt x="1514327" y="1806996"/>
                  <a:pt x="1511508" y="1823919"/>
                  <a:pt x="1499341" y="1832618"/>
                </a:cubicBezTo>
                <a:cubicBezTo>
                  <a:pt x="1496616" y="1834561"/>
                  <a:pt x="1493556" y="1835992"/>
                  <a:pt x="1490322" y="1836822"/>
                </a:cubicBezTo>
                <a:cubicBezTo>
                  <a:pt x="1448286" y="1849207"/>
                  <a:pt x="1406158" y="1861577"/>
                  <a:pt x="1363478" y="1871049"/>
                </a:cubicBezTo>
                <a:cubicBezTo>
                  <a:pt x="1337378" y="1876781"/>
                  <a:pt x="1312326" y="1887525"/>
                  <a:pt x="1284591" y="1886113"/>
                </a:cubicBezTo>
                <a:cubicBezTo>
                  <a:pt x="1283749" y="1885965"/>
                  <a:pt x="1282929" y="1886786"/>
                  <a:pt x="1282069" y="1886731"/>
                </a:cubicBezTo>
                <a:cubicBezTo>
                  <a:pt x="1238695" y="1883720"/>
                  <a:pt x="1237131" y="1887114"/>
                  <a:pt x="1230857" y="1844970"/>
                </a:cubicBezTo>
                <a:cubicBezTo>
                  <a:pt x="1226452" y="1815225"/>
                  <a:pt x="1227474" y="1812702"/>
                  <a:pt x="1255766" y="1803300"/>
                </a:cubicBezTo>
                <a:cubicBezTo>
                  <a:pt x="1256589" y="1803166"/>
                  <a:pt x="1257406" y="1802962"/>
                  <a:pt x="1258193" y="1802666"/>
                </a:cubicBezTo>
                <a:cubicBezTo>
                  <a:pt x="1290240" y="1782340"/>
                  <a:pt x="1326657" y="1776109"/>
                  <a:pt x="1363067" y="1770456"/>
                </a:cubicBezTo>
                <a:cubicBezTo>
                  <a:pt x="1377276" y="1768133"/>
                  <a:pt x="1389203" y="1759035"/>
                  <a:pt x="1404099" y="1756639"/>
                </a:cubicBezTo>
                <a:cubicBezTo>
                  <a:pt x="1410235" y="1755500"/>
                  <a:pt x="1416361" y="1754142"/>
                  <a:pt x="1422337" y="1753698"/>
                </a:cubicBezTo>
                <a:close/>
                <a:moveTo>
                  <a:pt x="535148" y="1690482"/>
                </a:moveTo>
                <a:cubicBezTo>
                  <a:pt x="570441" y="1690620"/>
                  <a:pt x="605723" y="1695196"/>
                  <a:pt x="641247" y="1690740"/>
                </a:cubicBezTo>
                <a:cubicBezTo>
                  <a:pt x="650514" y="1689091"/>
                  <a:pt x="660068" y="1690330"/>
                  <a:pt x="668602" y="1694306"/>
                </a:cubicBezTo>
                <a:cubicBezTo>
                  <a:pt x="697247" y="1710264"/>
                  <a:pt x="730139" y="1716352"/>
                  <a:pt x="757980" y="1734681"/>
                </a:cubicBezTo>
                <a:cubicBezTo>
                  <a:pt x="769222" y="1742070"/>
                  <a:pt x="777558" y="1749526"/>
                  <a:pt x="776573" y="1764416"/>
                </a:cubicBezTo>
                <a:cubicBezTo>
                  <a:pt x="775529" y="1782385"/>
                  <a:pt x="773603" y="1786198"/>
                  <a:pt x="756835" y="1791547"/>
                </a:cubicBezTo>
                <a:cubicBezTo>
                  <a:pt x="745671" y="1795015"/>
                  <a:pt x="734338" y="1797923"/>
                  <a:pt x="722881" y="1800239"/>
                </a:cubicBezTo>
                <a:cubicBezTo>
                  <a:pt x="687844" y="1807032"/>
                  <a:pt x="652115" y="1809559"/>
                  <a:pt x="616474" y="1807748"/>
                </a:cubicBezTo>
                <a:cubicBezTo>
                  <a:pt x="607264" y="1807313"/>
                  <a:pt x="598033" y="1807791"/>
                  <a:pt x="588915" y="1809167"/>
                </a:cubicBezTo>
                <a:cubicBezTo>
                  <a:pt x="552842" y="1815652"/>
                  <a:pt x="523889" y="1800893"/>
                  <a:pt x="495415" y="1781777"/>
                </a:cubicBezTo>
                <a:cubicBezTo>
                  <a:pt x="480369" y="1771883"/>
                  <a:pt x="472706" y="1761165"/>
                  <a:pt x="479403" y="1743420"/>
                </a:cubicBezTo>
                <a:cubicBezTo>
                  <a:pt x="481505" y="1735264"/>
                  <a:pt x="484079" y="1727239"/>
                  <a:pt x="487114" y="1719383"/>
                </a:cubicBezTo>
                <a:cubicBezTo>
                  <a:pt x="499998" y="1690081"/>
                  <a:pt x="503213" y="1690453"/>
                  <a:pt x="535148" y="1690482"/>
                </a:cubicBezTo>
                <a:close/>
                <a:moveTo>
                  <a:pt x="2615060" y="1653293"/>
                </a:moveTo>
                <a:cubicBezTo>
                  <a:pt x="2633072" y="1651411"/>
                  <a:pt x="2649925" y="1659578"/>
                  <a:pt x="2666759" y="1665080"/>
                </a:cubicBezTo>
                <a:cubicBezTo>
                  <a:pt x="2675678" y="1669057"/>
                  <a:pt x="2679683" y="1679516"/>
                  <a:pt x="2675708" y="1688431"/>
                </a:cubicBezTo>
                <a:cubicBezTo>
                  <a:pt x="2675433" y="1689059"/>
                  <a:pt x="2675115" y="1689660"/>
                  <a:pt x="2674770" y="1690247"/>
                </a:cubicBezTo>
                <a:cubicBezTo>
                  <a:pt x="2670920" y="1725777"/>
                  <a:pt x="2649743" y="1744639"/>
                  <a:pt x="2617272" y="1753689"/>
                </a:cubicBezTo>
                <a:cubicBezTo>
                  <a:pt x="2592393" y="1761027"/>
                  <a:pt x="2568157" y="1770380"/>
                  <a:pt x="2544793" y="1781664"/>
                </a:cubicBezTo>
                <a:cubicBezTo>
                  <a:pt x="2543319" y="1782369"/>
                  <a:pt x="2540961" y="1782051"/>
                  <a:pt x="2540016" y="1783043"/>
                </a:cubicBezTo>
                <a:cubicBezTo>
                  <a:pt x="2507369" y="1817168"/>
                  <a:pt x="2463705" y="1801553"/>
                  <a:pt x="2425154" y="1808953"/>
                </a:cubicBezTo>
                <a:cubicBezTo>
                  <a:pt x="2416542" y="1810786"/>
                  <a:pt x="2407908" y="1805962"/>
                  <a:pt x="2404951" y="1797668"/>
                </a:cubicBezTo>
                <a:cubicBezTo>
                  <a:pt x="2397718" y="1782526"/>
                  <a:pt x="2392402" y="1766536"/>
                  <a:pt x="2389118" y="1750072"/>
                </a:cubicBezTo>
                <a:cubicBezTo>
                  <a:pt x="2387342" y="1743290"/>
                  <a:pt x="2389825" y="1736100"/>
                  <a:pt x="2395414" y="1731870"/>
                </a:cubicBezTo>
                <a:cubicBezTo>
                  <a:pt x="2401635" y="1726092"/>
                  <a:pt x="2408986" y="1721661"/>
                  <a:pt x="2417005" y="1718874"/>
                </a:cubicBezTo>
                <a:cubicBezTo>
                  <a:pt x="2433111" y="1713553"/>
                  <a:pt x="2448336" y="1705896"/>
                  <a:pt x="2462216" y="1696138"/>
                </a:cubicBezTo>
                <a:cubicBezTo>
                  <a:pt x="2485665" y="1678063"/>
                  <a:pt x="2512828" y="1675607"/>
                  <a:pt x="2540445" y="1672750"/>
                </a:cubicBezTo>
                <a:cubicBezTo>
                  <a:pt x="2559874" y="1671801"/>
                  <a:pt x="2578944" y="1667128"/>
                  <a:pt x="2596618" y="1658995"/>
                </a:cubicBezTo>
                <a:cubicBezTo>
                  <a:pt x="2602922" y="1655663"/>
                  <a:pt x="2609055" y="1653920"/>
                  <a:pt x="2615060" y="1653293"/>
                </a:cubicBezTo>
                <a:close/>
                <a:moveTo>
                  <a:pt x="3811813" y="1640831"/>
                </a:moveTo>
                <a:cubicBezTo>
                  <a:pt x="3842398" y="1640265"/>
                  <a:pt x="3869335" y="1657633"/>
                  <a:pt x="3884578" y="1687767"/>
                </a:cubicBezTo>
                <a:cubicBezTo>
                  <a:pt x="3888506" y="1694601"/>
                  <a:pt x="3887383" y="1703219"/>
                  <a:pt x="3881833" y="1708816"/>
                </a:cubicBezTo>
                <a:cubicBezTo>
                  <a:pt x="3879095" y="1712080"/>
                  <a:pt x="3875559" y="1714575"/>
                  <a:pt x="3871577" y="1716085"/>
                </a:cubicBezTo>
                <a:cubicBezTo>
                  <a:pt x="3835007" y="1727020"/>
                  <a:pt x="3803554" y="1748900"/>
                  <a:pt x="3768328" y="1763162"/>
                </a:cubicBezTo>
                <a:cubicBezTo>
                  <a:pt x="3737198" y="1775539"/>
                  <a:pt x="3706734" y="1768816"/>
                  <a:pt x="3676565" y="1775183"/>
                </a:cubicBezTo>
                <a:cubicBezTo>
                  <a:pt x="3668848" y="1776817"/>
                  <a:pt x="3664454" y="1772180"/>
                  <a:pt x="3662924" y="1763896"/>
                </a:cubicBezTo>
                <a:cubicBezTo>
                  <a:pt x="3660097" y="1748720"/>
                  <a:pt x="3664677" y="1733691"/>
                  <a:pt x="3663161" y="1720387"/>
                </a:cubicBezTo>
                <a:cubicBezTo>
                  <a:pt x="3664290" y="1708788"/>
                  <a:pt x="3671009" y="1698472"/>
                  <a:pt x="3681155" y="1692757"/>
                </a:cubicBezTo>
                <a:cubicBezTo>
                  <a:pt x="3713398" y="1675981"/>
                  <a:pt x="3746492" y="1660889"/>
                  <a:pt x="3780308" y="1647565"/>
                </a:cubicBezTo>
                <a:cubicBezTo>
                  <a:pt x="3791017" y="1643201"/>
                  <a:pt x="3801617" y="1641020"/>
                  <a:pt x="3811813" y="1640831"/>
                </a:cubicBezTo>
                <a:close/>
                <a:moveTo>
                  <a:pt x="1895552" y="1571093"/>
                </a:moveTo>
                <a:cubicBezTo>
                  <a:pt x="1902498" y="1569529"/>
                  <a:pt x="1910025" y="1573220"/>
                  <a:pt x="1922254" y="1582135"/>
                </a:cubicBezTo>
                <a:cubicBezTo>
                  <a:pt x="1940717" y="1595625"/>
                  <a:pt x="1966735" y="1600212"/>
                  <a:pt x="1976927" y="1624506"/>
                </a:cubicBezTo>
                <a:cubicBezTo>
                  <a:pt x="1977521" y="1626059"/>
                  <a:pt x="1979355" y="1627154"/>
                  <a:pt x="1979762" y="1628675"/>
                </a:cubicBezTo>
                <a:cubicBezTo>
                  <a:pt x="1988777" y="1663483"/>
                  <a:pt x="2014857" y="1687969"/>
                  <a:pt x="2033175" y="1717076"/>
                </a:cubicBezTo>
                <a:cubicBezTo>
                  <a:pt x="2044643" y="1735223"/>
                  <a:pt x="2054560" y="1753965"/>
                  <a:pt x="2048182" y="1772636"/>
                </a:cubicBezTo>
                <a:cubicBezTo>
                  <a:pt x="2041860" y="1808504"/>
                  <a:pt x="2016196" y="1821072"/>
                  <a:pt x="1987237" y="1806891"/>
                </a:cubicBezTo>
                <a:cubicBezTo>
                  <a:pt x="1964222" y="1795689"/>
                  <a:pt x="1944738" y="1782503"/>
                  <a:pt x="1934408" y="1756251"/>
                </a:cubicBezTo>
                <a:cubicBezTo>
                  <a:pt x="1925669" y="1737938"/>
                  <a:pt x="1913938" y="1721223"/>
                  <a:pt x="1899704" y="1706779"/>
                </a:cubicBezTo>
                <a:cubicBezTo>
                  <a:pt x="1879428" y="1683314"/>
                  <a:pt x="1870524" y="1653356"/>
                  <a:pt x="1853274" y="1628590"/>
                </a:cubicBezTo>
                <a:cubicBezTo>
                  <a:pt x="1848604" y="1622118"/>
                  <a:pt x="1850061" y="1613086"/>
                  <a:pt x="1856530" y="1608413"/>
                </a:cubicBezTo>
                <a:cubicBezTo>
                  <a:pt x="1856642" y="1608327"/>
                  <a:pt x="1856761" y="1608250"/>
                  <a:pt x="1856871" y="1608173"/>
                </a:cubicBezTo>
                <a:cubicBezTo>
                  <a:pt x="1862437" y="1603043"/>
                  <a:pt x="1867611" y="1597505"/>
                  <a:pt x="1872339" y="1591587"/>
                </a:cubicBezTo>
                <a:cubicBezTo>
                  <a:pt x="1882243" y="1579477"/>
                  <a:pt x="1888606" y="1572657"/>
                  <a:pt x="1895552" y="1571093"/>
                </a:cubicBezTo>
                <a:close/>
                <a:moveTo>
                  <a:pt x="3156147" y="1547015"/>
                </a:moveTo>
                <a:cubicBezTo>
                  <a:pt x="3177573" y="1559579"/>
                  <a:pt x="3184133" y="1578212"/>
                  <a:pt x="3196554" y="1591506"/>
                </a:cubicBezTo>
                <a:cubicBezTo>
                  <a:pt x="3227786" y="1624531"/>
                  <a:pt x="3242526" y="1665173"/>
                  <a:pt x="3248889" y="1709554"/>
                </a:cubicBezTo>
                <a:cubicBezTo>
                  <a:pt x="3252284" y="1723632"/>
                  <a:pt x="3258201" y="1736976"/>
                  <a:pt x="3266360" y="1748940"/>
                </a:cubicBezTo>
                <a:cubicBezTo>
                  <a:pt x="3268755" y="1753418"/>
                  <a:pt x="3271998" y="1757465"/>
                  <a:pt x="3273705" y="1762015"/>
                </a:cubicBezTo>
                <a:cubicBezTo>
                  <a:pt x="3282282" y="1778446"/>
                  <a:pt x="3275919" y="1798722"/>
                  <a:pt x="3259498" y="1807309"/>
                </a:cubicBezTo>
                <a:cubicBezTo>
                  <a:pt x="3254512" y="1809915"/>
                  <a:pt x="3248956" y="1811225"/>
                  <a:pt x="3243338" y="1811123"/>
                </a:cubicBezTo>
                <a:cubicBezTo>
                  <a:pt x="3230813" y="1810190"/>
                  <a:pt x="3218530" y="1807175"/>
                  <a:pt x="3206987" y="1802206"/>
                </a:cubicBezTo>
                <a:cubicBezTo>
                  <a:pt x="3172486" y="1791007"/>
                  <a:pt x="3157256" y="1765727"/>
                  <a:pt x="3147356" y="1733758"/>
                </a:cubicBezTo>
                <a:cubicBezTo>
                  <a:pt x="3136942" y="1699768"/>
                  <a:pt x="3128660" y="1665188"/>
                  <a:pt x="3115759" y="1631628"/>
                </a:cubicBezTo>
                <a:cubicBezTo>
                  <a:pt x="3104377" y="1602585"/>
                  <a:pt x="3119079" y="1581036"/>
                  <a:pt x="3138962" y="1561850"/>
                </a:cubicBezTo>
                <a:cubicBezTo>
                  <a:pt x="3144605" y="1556665"/>
                  <a:pt x="3150571" y="1551826"/>
                  <a:pt x="3156147" y="1547015"/>
                </a:cubicBezTo>
                <a:close/>
                <a:moveTo>
                  <a:pt x="1406210" y="1459990"/>
                </a:moveTo>
                <a:cubicBezTo>
                  <a:pt x="1433340" y="1465931"/>
                  <a:pt x="1459318" y="1476207"/>
                  <a:pt x="1486145" y="1482770"/>
                </a:cubicBezTo>
                <a:cubicBezTo>
                  <a:pt x="1521406" y="1491303"/>
                  <a:pt x="1551922" y="1512517"/>
                  <a:pt x="1587932" y="1517898"/>
                </a:cubicBezTo>
                <a:cubicBezTo>
                  <a:pt x="1596316" y="1519269"/>
                  <a:pt x="1603985" y="1523442"/>
                  <a:pt x="1609677" y="1529745"/>
                </a:cubicBezTo>
                <a:cubicBezTo>
                  <a:pt x="1613096" y="1533341"/>
                  <a:pt x="1615288" y="1537880"/>
                  <a:pt x="1620710" y="1539414"/>
                </a:cubicBezTo>
                <a:cubicBezTo>
                  <a:pt x="1637055" y="1544130"/>
                  <a:pt x="1649757" y="1555831"/>
                  <a:pt x="1647308" y="1571912"/>
                </a:cubicBezTo>
                <a:cubicBezTo>
                  <a:pt x="1644007" y="1590644"/>
                  <a:pt x="1637298" y="1609544"/>
                  <a:pt x="1615664" y="1617319"/>
                </a:cubicBezTo>
                <a:cubicBezTo>
                  <a:pt x="1601136" y="1622493"/>
                  <a:pt x="1585357" y="1622947"/>
                  <a:pt x="1570561" y="1618639"/>
                </a:cubicBezTo>
                <a:cubicBezTo>
                  <a:pt x="1508154" y="1599335"/>
                  <a:pt x="1445367" y="1580544"/>
                  <a:pt x="1391953" y="1540327"/>
                </a:cubicBezTo>
                <a:cubicBezTo>
                  <a:pt x="1353355" y="1511314"/>
                  <a:pt x="1352942" y="1507089"/>
                  <a:pt x="1382638" y="1469451"/>
                </a:cubicBezTo>
                <a:cubicBezTo>
                  <a:pt x="1387489" y="1461365"/>
                  <a:pt x="1397126" y="1457491"/>
                  <a:pt x="1406210" y="1459990"/>
                </a:cubicBezTo>
                <a:close/>
                <a:moveTo>
                  <a:pt x="2705265" y="1413759"/>
                </a:moveTo>
                <a:cubicBezTo>
                  <a:pt x="2731562" y="1411828"/>
                  <a:pt x="2750837" y="1428937"/>
                  <a:pt x="2771334" y="1440758"/>
                </a:cubicBezTo>
                <a:cubicBezTo>
                  <a:pt x="2793537" y="1453845"/>
                  <a:pt x="2817463" y="1463180"/>
                  <a:pt x="2839507" y="1476624"/>
                </a:cubicBezTo>
                <a:cubicBezTo>
                  <a:pt x="2873173" y="1495622"/>
                  <a:pt x="2901747" y="1522491"/>
                  <a:pt x="2922777" y="1554935"/>
                </a:cubicBezTo>
                <a:cubicBezTo>
                  <a:pt x="2935760" y="1576536"/>
                  <a:pt x="2932347" y="1582211"/>
                  <a:pt x="2909078" y="1592690"/>
                </a:cubicBezTo>
                <a:cubicBezTo>
                  <a:pt x="2891143" y="1600826"/>
                  <a:pt x="2870417" y="1596883"/>
                  <a:pt x="2852906" y="1608088"/>
                </a:cubicBezTo>
                <a:cubicBezTo>
                  <a:pt x="2800824" y="1564146"/>
                  <a:pt x="2742847" y="1532298"/>
                  <a:pt x="2693717" y="1488586"/>
                </a:cubicBezTo>
                <a:cubicBezTo>
                  <a:pt x="2685012" y="1483170"/>
                  <a:pt x="2681086" y="1472542"/>
                  <a:pt x="2684180" y="1462765"/>
                </a:cubicBezTo>
                <a:cubicBezTo>
                  <a:pt x="2687858" y="1445182"/>
                  <a:pt x="2695031" y="1428516"/>
                  <a:pt x="2705265" y="1413759"/>
                </a:cubicBezTo>
                <a:close/>
                <a:moveTo>
                  <a:pt x="2226671" y="1401053"/>
                </a:moveTo>
                <a:cubicBezTo>
                  <a:pt x="2233558" y="1401349"/>
                  <a:pt x="2239904" y="1404864"/>
                  <a:pt x="2243815" y="1410544"/>
                </a:cubicBezTo>
                <a:cubicBezTo>
                  <a:pt x="2257480" y="1429368"/>
                  <a:pt x="2270123" y="1449073"/>
                  <a:pt x="2281778" y="1468896"/>
                </a:cubicBezTo>
                <a:cubicBezTo>
                  <a:pt x="2284199" y="1474372"/>
                  <a:pt x="2285095" y="1480401"/>
                  <a:pt x="2284394" y="1486351"/>
                </a:cubicBezTo>
                <a:cubicBezTo>
                  <a:pt x="2283143" y="1536149"/>
                  <a:pt x="2281408" y="1585958"/>
                  <a:pt x="2280157" y="1635756"/>
                </a:cubicBezTo>
                <a:cubicBezTo>
                  <a:pt x="2280634" y="1639355"/>
                  <a:pt x="2279816" y="1643006"/>
                  <a:pt x="2277857" y="1646069"/>
                </a:cubicBezTo>
                <a:cubicBezTo>
                  <a:pt x="2276411" y="1658271"/>
                  <a:pt x="2271017" y="1669660"/>
                  <a:pt x="2262490" y="1678509"/>
                </a:cubicBezTo>
                <a:cubicBezTo>
                  <a:pt x="2249930" y="1695028"/>
                  <a:pt x="2239360" y="1697510"/>
                  <a:pt x="2219788" y="1690294"/>
                </a:cubicBezTo>
                <a:cubicBezTo>
                  <a:pt x="2205086" y="1683763"/>
                  <a:pt x="2192925" y="1672601"/>
                  <a:pt x="2185154" y="1658504"/>
                </a:cubicBezTo>
                <a:cubicBezTo>
                  <a:pt x="2172559" y="1640719"/>
                  <a:pt x="2167398" y="1618701"/>
                  <a:pt x="2170780" y="1597165"/>
                </a:cubicBezTo>
                <a:cubicBezTo>
                  <a:pt x="2174928" y="1564873"/>
                  <a:pt x="2171913" y="1531608"/>
                  <a:pt x="2171613" y="1498821"/>
                </a:cubicBezTo>
                <a:cubicBezTo>
                  <a:pt x="2170197" y="1481944"/>
                  <a:pt x="2170381" y="1464972"/>
                  <a:pt x="2172153" y="1448125"/>
                </a:cubicBezTo>
                <a:cubicBezTo>
                  <a:pt x="2177700" y="1421969"/>
                  <a:pt x="2199996" y="1402714"/>
                  <a:pt x="2226671" y="1401053"/>
                </a:cubicBezTo>
                <a:close/>
                <a:moveTo>
                  <a:pt x="1125372" y="1363851"/>
                </a:moveTo>
                <a:cubicBezTo>
                  <a:pt x="1143928" y="1364061"/>
                  <a:pt x="1160743" y="1374818"/>
                  <a:pt x="1168731" y="1391578"/>
                </a:cubicBezTo>
                <a:cubicBezTo>
                  <a:pt x="1170187" y="1397281"/>
                  <a:pt x="1171936" y="1402910"/>
                  <a:pt x="1173963" y="1408433"/>
                </a:cubicBezTo>
                <a:cubicBezTo>
                  <a:pt x="1186880" y="1436974"/>
                  <a:pt x="1184680" y="1464782"/>
                  <a:pt x="1176057" y="1494548"/>
                </a:cubicBezTo>
                <a:cubicBezTo>
                  <a:pt x="1169923" y="1520698"/>
                  <a:pt x="1165789" y="1547276"/>
                  <a:pt x="1163683" y="1574057"/>
                </a:cubicBezTo>
                <a:cubicBezTo>
                  <a:pt x="1160588" y="1593259"/>
                  <a:pt x="1148815" y="1609964"/>
                  <a:pt x="1131775" y="1619322"/>
                </a:cubicBezTo>
                <a:cubicBezTo>
                  <a:pt x="1128703" y="1620924"/>
                  <a:pt x="1125232" y="1621625"/>
                  <a:pt x="1121772" y="1621324"/>
                </a:cubicBezTo>
                <a:cubicBezTo>
                  <a:pt x="1089227" y="1621477"/>
                  <a:pt x="1056182" y="1586686"/>
                  <a:pt x="1059438" y="1554525"/>
                </a:cubicBezTo>
                <a:cubicBezTo>
                  <a:pt x="1061242" y="1535531"/>
                  <a:pt x="1065457" y="1515996"/>
                  <a:pt x="1069028" y="1496831"/>
                </a:cubicBezTo>
                <a:cubicBezTo>
                  <a:pt x="1072599" y="1477665"/>
                  <a:pt x="1069333" y="1457873"/>
                  <a:pt x="1077021" y="1437792"/>
                </a:cubicBezTo>
                <a:cubicBezTo>
                  <a:pt x="1076227" y="1422588"/>
                  <a:pt x="1083707" y="1408071"/>
                  <a:pt x="1088335" y="1392761"/>
                </a:cubicBezTo>
                <a:cubicBezTo>
                  <a:pt x="1093216" y="1376183"/>
                  <a:pt x="1108111" y="1364546"/>
                  <a:pt x="1125372" y="1363851"/>
                </a:cubicBezTo>
                <a:close/>
                <a:moveTo>
                  <a:pt x="718459" y="1348280"/>
                </a:moveTo>
                <a:cubicBezTo>
                  <a:pt x="729047" y="1348360"/>
                  <a:pt x="739736" y="1354782"/>
                  <a:pt x="758080" y="1367864"/>
                </a:cubicBezTo>
                <a:cubicBezTo>
                  <a:pt x="781186" y="1383448"/>
                  <a:pt x="801071" y="1403348"/>
                  <a:pt x="816647" y="1426468"/>
                </a:cubicBezTo>
                <a:cubicBezTo>
                  <a:pt x="832401" y="1450970"/>
                  <a:pt x="856096" y="1469825"/>
                  <a:pt x="869717" y="1496559"/>
                </a:cubicBezTo>
                <a:cubicBezTo>
                  <a:pt x="873763" y="1504804"/>
                  <a:pt x="877832" y="1512377"/>
                  <a:pt x="874029" y="1521363"/>
                </a:cubicBezTo>
                <a:cubicBezTo>
                  <a:pt x="873115" y="1531920"/>
                  <a:pt x="868818" y="1541900"/>
                  <a:pt x="861777" y="1549813"/>
                </a:cubicBezTo>
                <a:cubicBezTo>
                  <a:pt x="851221" y="1564271"/>
                  <a:pt x="840480" y="1566626"/>
                  <a:pt x="824239" y="1557488"/>
                </a:cubicBezTo>
                <a:cubicBezTo>
                  <a:pt x="798766" y="1544694"/>
                  <a:pt x="775268" y="1528289"/>
                  <a:pt x="754469" y="1508787"/>
                </a:cubicBezTo>
                <a:cubicBezTo>
                  <a:pt x="738228" y="1492715"/>
                  <a:pt x="720993" y="1477683"/>
                  <a:pt x="702867" y="1463771"/>
                </a:cubicBezTo>
                <a:cubicBezTo>
                  <a:pt x="684848" y="1449394"/>
                  <a:pt x="677848" y="1426144"/>
                  <a:pt x="662961" y="1409326"/>
                </a:cubicBezTo>
                <a:cubicBezTo>
                  <a:pt x="657229" y="1401392"/>
                  <a:pt x="658050" y="1390480"/>
                  <a:pt x="664908" y="1383500"/>
                </a:cubicBezTo>
                <a:cubicBezTo>
                  <a:pt x="668908" y="1377234"/>
                  <a:pt x="673805" y="1371589"/>
                  <a:pt x="679439" y="1366749"/>
                </a:cubicBezTo>
                <a:cubicBezTo>
                  <a:pt x="697382" y="1354464"/>
                  <a:pt x="707870" y="1348200"/>
                  <a:pt x="718459" y="1348280"/>
                </a:cubicBezTo>
                <a:close/>
                <a:moveTo>
                  <a:pt x="454089" y="1344509"/>
                </a:moveTo>
                <a:cubicBezTo>
                  <a:pt x="462026" y="1344257"/>
                  <a:pt x="469095" y="1349500"/>
                  <a:pt x="471155" y="1357174"/>
                </a:cubicBezTo>
                <a:cubicBezTo>
                  <a:pt x="475253" y="1370062"/>
                  <a:pt x="482861" y="1381638"/>
                  <a:pt x="487322" y="1394109"/>
                </a:cubicBezTo>
                <a:cubicBezTo>
                  <a:pt x="498186" y="1424992"/>
                  <a:pt x="495805" y="1455472"/>
                  <a:pt x="465848" y="1474331"/>
                </a:cubicBezTo>
                <a:cubicBezTo>
                  <a:pt x="441702" y="1490970"/>
                  <a:pt x="416622" y="1506219"/>
                  <a:pt x="390736" y="1519994"/>
                </a:cubicBezTo>
                <a:cubicBezTo>
                  <a:pt x="376663" y="1527547"/>
                  <a:pt x="364535" y="1538271"/>
                  <a:pt x="355302" y="1551311"/>
                </a:cubicBezTo>
                <a:cubicBezTo>
                  <a:pt x="351256" y="1556565"/>
                  <a:pt x="346689" y="1561379"/>
                  <a:pt x="341668" y="1565709"/>
                </a:cubicBezTo>
                <a:cubicBezTo>
                  <a:pt x="324719" y="1580296"/>
                  <a:pt x="309575" y="1580813"/>
                  <a:pt x="293222" y="1566826"/>
                </a:cubicBezTo>
                <a:cubicBezTo>
                  <a:pt x="285725" y="1560098"/>
                  <a:pt x="278479" y="1553026"/>
                  <a:pt x="270870" y="1546376"/>
                </a:cubicBezTo>
                <a:cubicBezTo>
                  <a:pt x="244433" y="1523370"/>
                  <a:pt x="245527" y="1493628"/>
                  <a:pt x="272015" y="1471453"/>
                </a:cubicBezTo>
                <a:cubicBezTo>
                  <a:pt x="300457" y="1447497"/>
                  <a:pt x="328190" y="1422645"/>
                  <a:pt x="355178" y="1397081"/>
                </a:cubicBezTo>
                <a:cubicBezTo>
                  <a:pt x="379944" y="1375607"/>
                  <a:pt x="408279" y="1358633"/>
                  <a:pt x="438896" y="1346949"/>
                </a:cubicBezTo>
                <a:cubicBezTo>
                  <a:pt x="443535" y="1344426"/>
                  <a:pt x="448894" y="1343564"/>
                  <a:pt x="454089" y="1344509"/>
                </a:cubicBezTo>
                <a:close/>
                <a:moveTo>
                  <a:pt x="3480117" y="1334734"/>
                </a:moveTo>
                <a:cubicBezTo>
                  <a:pt x="3485313" y="1334342"/>
                  <a:pt x="3490656" y="1335917"/>
                  <a:pt x="3494937" y="1339548"/>
                </a:cubicBezTo>
                <a:cubicBezTo>
                  <a:pt x="3517425" y="1353043"/>
                  <a:pt x="3536766" y="1371205"/>
                  <a:pt x="3551650" y="1392802"/>
                </a:cubicBezTo>
                <a:cubicBezTo>
                  <a:pt x="3564751" y="1412860"/>
                  <a:pt x="3568153" y="1437736"/>
                  <a:pt x="3560931" y="1460583"/>
                </a:cubicBezTo>
                <a:cubicBezTo>
                  <a:pt x="3552764" y="1489677"/>
                  <a:pt x="3548342" y="1519689"/>
                  <a:pt x="3547793" y="1549904"/>
                </a:cubicBezTo>
                <a:cubicBezTo>
                  <a:pt x="3545941" y="1577386"/>
                  <a:pt x="3533347" y="1590809"/>
                  <a:pt x="3506917" y="1596773"/>
                </a:cubicBezTo>
                <a:cubicBezTo>
                  <a:pt x="3459536" y="1607733"/>
                  <a:pt x="3449461" y="1604123"/>
                  <a:pt x="3412079" y="1570400"/>
                </a:cubicBezTo>
                <a:cubicBezTo>
                  <a:pt x="3404960" y="1565410"/>
                  <a:pt x="3402534" y="1555962"/>
                  <a:pt x="3406352" y="1548149"/>
                </a:cubicBezTo>
                <a:cubicBezTo>
                  <a:pt x="3415403" y="1522698"/>
                  <a:pt x="3420439" y="1495987"/>
                  <a:pt x="3421269" y="1468991"/>
                </a:cubicBezTo>
                <a:cubicBezTo>
                  <a:pt x="3424344" y="1440371"/>
                  <a:pt x="3431653" y="1412372"/>
                  <a:pt x="3442957" y="1385907"/>
                </a:cubicBezTo>
                <a:cubicBezTo>
                  <a:pt x="3449258" y="1370411"/>
                  <a:pt x="3451916" y="1353691"/>
                  <a:pt x="3466185" y="1341722"/>
                </a:cubicBezTo>
                <a:cubicBezTo>
                  <a:pt x="3469874" y="1337487"/>
                  <a:pt x="3474922" y="1335127"/>
                  <a:pt x="3480117" y="1334734"/>
                </a:cubicBezTo>
                <a:close/>
                <a:moveTo>
                  <a:pt x="3226114" y="1271598"/>
                </a:moveTo>
                <a:cubicBezTo>
                  <a:pt x="3241284" y="1271433"/>
                  <a:pt x="3253708" y="1283607"/>
                  <a:pt x="3253860" y="1298784"/>
                </a:cubicBezTo>
                <a:cubicBezTo>
                  <a:pt x="3253888" y="1301309"/>
                  <a:pt x="3253570" y="1303822"/>
                  <a:pt x="3252910" y="1306255"/>
                </a:cubicBezTo>
                <a:cubicBezTo>
                  <a:pt x="3249872" y="1323825"/>
                  <a:pt x="3240670" y="1339729"/>
                  <a:pt x="3226957" y="1351119"/>
                </a:cubicBezTo>
                <a:cubicBezTo>
                  <a:pt x="3207810" y="1366468"/>
                  <a:pt x="3185377" y="1377181"/>
                  <a:pt x="3161418" y="1382440"/>
                </a:cubicBezTo>
                <a:cubicBezTo>
                  <a:pt x="3102829" y="1394032"/>
                  <a:pt x="3044382" y="1405360"/>
                  <a:pt x="2984112" y="1402946"/>
                </a:cubicBezTo>
                <a:cubicBezTo>
                  <a:pt x="2980847" y="1402852"/>
                  <a:pt x="2977463" y="1402354"/>
                  <a:pt x="2974137" y="1402057"/>
                </a:cubicBezTo>
                <a:cubicBezTo>
                  <a:pt x="2962176" y="1400828"/>
                  <a:pt x="2951670" y="1393586"/>
                  <a:pt x="2946259" y="1382852"/>
                </a:cubicBezTo>
                <a:cubicBezTo>
                  <a:pt x="2938406" y="1368770"/>
                  <a:pt x="2933074" y="1353415"/>
                  <a:pt x="2930515" y="1337494"/>
                </a:cubicBezTo>
                <a:cubicBezTo>
                  <a:pt x="2927981" y="1322852"/>
                  <a:pt x="2934377" y="1315579"/>
                  <a:pt x="2949489" y="1315250"/>
                </a:cubicBezTo>
                <a:cubicBezTo>
                  <a:pt x="2966742" y="1314815"/>
                  <a:pt x="2982079" y="1307185"/>
                  <a:pt x="2998394" y="1303302"/>
                </a:cubicBezTo>
                <a:cubicBezTo>
                  <a:pt x="3016885" y="1298093"/>
                  <a:pt x="3036165" y="1296286"/>
                  <a:pt x="3055300" y="1297979"/>
                </a:cubicBezTo>
                <a:cubicBezTo>
                  <a:pt x="3091772" y="1302380"/>
                  <a:pt x="3127108" y="1291324"/>
                  <a:pt x="3161486" y="1280774"/>
                </a:cubicBezTo>
                <a:cubicBezTo>
                  <a:pt x="3182627" y="1275355"/>
                  <a:pt x="3204302" y="1272282"/>
                  <a:pt x="3226114" y="1271598"/>
                </a:cubicBezTo>
                <a:close/>
                <a:moveTo>
                  <a:pt x="1669379" y="1164743"/>
                </a:moveTo>
                <a:lnTo>
                  <a:pt x="1700270" y="1192589"/>
                </a:lnTo>
                <a:cubicBezTo>
                  <a:pt x="1701923" y="1194542"/>
                  <a:pt x="1703827" y="1196278"/>
                  <a:pt x="1705924" y="1197738"/>
                </a:cubicBezTo>
                <a:cubicBezTo>
                  <a:pt x="1744428" y="1215243"/>
                  <a:pt x="1755420" y="1252522"/>
                  <a:pt x="1772923" y="1286796"/>
                </a:cubicBezTo>
                <a:cubicBezTo>
                  <a:pt x="1791019" y="1322749"/>
                  <a:pt x="1804761" y="1360735"/>
                  <a:pt x="1813869" y="1399941"/>
                </a:cubicBezTo>
                <a:cubicBezTo>
                  <a:pt x="1811562" y="1400982"/>
                  <a:pt x="1807824" y="1401387"/>
                  <a:pt x="1807153" y="1403006"/>
                </a:cubicBezTo>
                <a:cubicBezTo>
                  <a:pt x="1797268" y="1425693"/>
                  <a:pt x="1776915" y="1420174"/>
                  <a:pt x="1759079" y="1421183"/>
                </a:cubicBezTo>
                <a:cubicBezTo>
                  <a:pt x="1757581" y="1420919"/>
                  <a:pt x="1755093" y="1421350"/>
                  <a:pt x="1754305" y="1420341"/>
                </a:cubicBezTo>
                <a:cubicBezTo>
                  <a:pt x="1739942" y="1402746"/>
                  <a:pt x="1714915" y="1397466"/>
                  <a:pt x="1703809" y="1375617"/>
                </a:cubicBezTo>
                <a:cubicBezTo>
                  <a:pt x="1683978" y="1336491"/>
                  <a:pt x="1663092" y="1297854"/>
                  <a:pt x="1643166" y="1258711"/>
                </a:cubicBezTo>
                <a:cubicBezTo>
                  <a:pt x="1626461" y="1225930"/>
                  <a:pt x="1636169" y="1192203"/>
                  <a:pt x="1669379" y="1164743"/>
                </a:cubicBezTo>
                <a:close/>
                <a:moveTo>
                  <a:pt x="2389033" y="1150331"/>
                </a:moveTo>
                <a:cubicBezTo>
                  <a:pt x="2395284" y="1150383"/>
                  <a:pt x="2401515" y="1154450"/>
                  <a:pt x="2412500" y="1162469"/>
                </a:cubicBezTo>
                <a:cubicBezTo>
                  <a:pt x="2424651" y="1171273"/>
                  <a:pt x="2432244" y="1187868"/>
                  <a:pt x="2451137" y="1185791"/>
                </a:cubicBezTo>
                <a:cubicBezTo>
                  <a:pt x="2452073" y="1185956"/>
                  <a:pt x="2453632" y="1188066"/>
                  <a:pt x="2454446" y="1189464"/>
                </a:cubicBezTo>
                <a:cubicBezTo>
                  <a:pt x="2468564" y="1215031"/>
                  <a:pt x="2490800" y="1234496"/>
                  <a:pt x="2510565" y="1254299"/>
                </a:cubicBezTo>
                <a:cubicBezTo>
                  <a:pt x="2532913" y="1276971"/>
                  <a:pt x="2529947" y="1301457"/>
                  <a:pt x="2529045" y="1319162"/>
                </a:cubicBezTo>
                <a:cubicBezTo>
                  <a:pt x="2524480" y="1349451"/>
                  <a:pt x="2514323" y="1357798"/>
                  <a:pt x="2493805" y="1351575"/>
                </a:cubicBezTo>
                <a:cubicBezTo>
                  <a:pt x="2473287" y="1345351"/>
                  <a:pt x="2452584" y="1339096"/>
                  <a:pt x="2437601" y="1320619"/>
                </a:cubicBezTo>
                <a:cubicBezTo>
                  <a:pt x="2411625" y="1288424"/>
                  <a:pt x="2383179" y="1258207"/>
                  <a:pt x="2356984" y="1226167"/>
                </a:cubicBezTo>
                <a:cubicBezTo>
                  <a:pt x="2330788" y="1194126"/>
                  <a:pt x="2331828" y="1186584"/>
                  <a:pt x="2365445" y="1162287"/>
                </a:cubicBezTo>
                <a:cubicBezTo>
                  <a:pt x="2376511" y="1154243"/>
                  <a:pt x="2382782" y="1150279"/>
                  <a:pt x="2389033" y="1150331"/>
                </a:cubicBezTo>
                <a:close/>
                <a:moveTo>
                  <a:pt x="2139680" y="1081067"/>
                </a:moveTo>
                <a:cubicBezTo>
                  <a:pt x="2149188" y="1079896"/>
                  <a:pt x="2158410" y="1084843"/>
                  <a:pt x="2162685" y="1093427"/>
                </a:cubicBezTo>
                <a:cubicBezTo>
                  <a:pt x="2172051" y="1107630"/>
                  <a:pt x="2176236" y="1124398"/>
                  <a:pt x="2188052" y="1137294"/>
                </a:cubicBezTo>
                <a:cubicBezTo>
                  <a:pt x="2177028" y="1150840"/>
                  <a:pt x="2164262" y="1162882"/>
                  <a:pt x="2150092" y="1173091"/>
                </a:cubicBezTo>
                <a:cubicBezTo>
                  <a:pt x="2118654" y="1196518"/>
                  <a:pt x="2087102" y="1218959"/>
                  <a:pt x="2055593" y="1241698"/>
                </a:cubicBezTo>
                <a:cubicBezTo>
                  <a:pt x="2044965" y="1250040"/>
                  <a:pt x="2032300" y="1255379"/>
                  <a:pt x="2018903" y="1257151"/>
                </a:cubicBezTo>
                <a:cubicBezTo>
                  <a:pt x="2007421" y="1259501"/>
                  <a:pt x="1996114" y="1262607"/>
                  <a:pt x="1985037" y="1266438"/>
                </a:cubicBezTo>
                <a:cubicBezTo>
                  <a:pt x="1969188" y="1270404"/>
                  <a:pt x="1963782" y="1267133"/>
                  <a:pt x="1958050" y="1252025"/>
                </a:cubicBezTo>
                <a:cubicBezTo>
                  <a:pt x="1954073" y="1239931"/>
                  <a:pt x="1952166" y="1227263"/>
                  <a:pt x="1952404" y="1214529"/>
                </a:cubicBezTo>
                <a:cubicBezTo>
                  <a:pt x="1951972" y="1205976"/>
                  <a:pt x="1955923" y="1197789"/>
                  <a:pt x="1962889" y="1192817"/>
                </a:cubicBezTo>
                <a:cubicBezTo>
                  <a:pt x="2004108" y="1159333"/>
                  <a:pt x="2043829" y="1123944"/>
                  <a:pt x="2088875" y="1095577"/>
                </a:cubicBezTo>
                <a:cubicBezTo>
                  <a:pt x="2103853" y="1086147"/>
                  <a:pt x="2122411" y="1084879"/>
                  <a:pt x="2139680" y="1081067"/>
                </a:cubicBezTo>
                <a:close/>
                <a:moveTo>
                  <a:pt x="3739002" y="1060728"/>
                </a:moveTo>
                <a:cubicBezTo>
                  <a:pt x="3758575" y="1076152"/>
                  <a:pt x="3778536" y="1091546"/>
                  <a:pt x="3798290" y="1107581"/>
                </a:cubicBezTo>
                <a:cubicBezTo>
                  <a:pt x="3811249" y="1118471"/>
                  <a:pt x="3821472" y="1132244"/>
                  <a:pt x="3828158" y="1147800"/>
                </a:cubicBezTo>
                <a:cubicBezTo>
                  <a:pt x="3839719" y="1174838"/>
                  <a:pt x="3852905" y="1201147"/>
                  <a:pt x="3867631" y="1226599"/>
                </a:cubicBezTo>
                <a:cubicBezTo>
                  <a:pt x="3875320" y="1239803"/>
                  <a:pt x="3880394" y="1254370"/>
                  <a:pt x="3882554" y="1269495"/>
                </a:cubicBezTo>
                <a:cubicBezTo>
                  <a:pt x="3886784" y="1290605"/>
                  <a:pt x="3873116" y="1311158"/>
                  <a:pt x="3852019" y="1315396"/>
                </a:cubicBezTo>
                <a:cubicBezTo>
                  <a:pt x="3845395" y="1316730"/>
                  <a:pt x="3838539" y="1316323"/>
                  <a:pt x="3832121" y="1314197"/>
                </a:cubicBezTo>
                <a:cubicBezTo>
                  <a:pt x="3819282" y="1310389"/>
                  <a:pt x="3806796" y="1305678"/>
                  <a:pt x="3793815" y="1302134"/>
                </a:cubicBezTo>
                <a:cubicBezTo>
                  <a:pt x="3782011" y="1297389"/>
                  <a:pt x="3772543" y="1288198"/>
                  <a:pt x="3767449" y="1276534"/>
                </a:cubicBezTo>
                <a:cubicBezTo>
                  <a:pt x="3749791" y="1243680"/>
                  <a:pt x="3729084" y="1212801"/>
                  <a:pt x="3711179" y="1179711"/>
                </a:cubicBezTo>
                <a:cubicBezTo>
                  <a:pt x="3704284" y="1165179"/>
                  <a:pt x="3698543" y="1150118"/>
                  <a:pt x="3694027" y="1134684"/>
                </a:cubicBezTo>
                <a:cubicBezTo>
                  <a:pt x="3690157" y="1120556"/>
                  <a:pt x="3692823" y="1105431"/>
                  <a:pt x="3701290" y="1093477"/>
                </a:cubicBezTo>
                <a:cubicBezTo>
                  <a:pt x="3710258" y="1078996"/>
                  <a:pt x="3723416" y="1067578"/>
                  <a:pt x="3739002" y="1060728"/>
                </a:cubicBezTo>
                <a:close/>
                <a:moveTo>
                  <a:pt x="1074324" y="1016214"/>
                </a:moveTo>
                <a:cubicBezTo>
                  <a:pt x="1084257" y="1023372"/>
                  <a:pt x="1090401" y="1034497"/>
                  <a:pt x="1101758" y="1041231"/>
                </a:cubicBezTo>
                <a:cubicBezTo>
                  <a:pt x="1118632" y="1051158"/>
                  <a:pt x="1118056" y="1079058"/>
                  <a:pt x="1103883" y="1094328"/>
                </a:cubicBezTo>
                <a:cubicBezTo>
                  <a:pt x="1097331" y="1102153"/>
                  <a:pt x="1089278" y="1108584"/>
                  <a:pt x="1080190" y="1113230"/>
                </a:cubicBezTo>
                <a:cubicBezTo>
                  <a:pt x="1056278" y="1124078"/>
                  <a:pt x="1040276" y="1147523"/>
                  <a:pt x="1014100" y="1154786"/>
                </a:cubicBezTo>
                <a:cubicBezTo>
                  <a:pt x="1012064" y="1155393"/>
                  <a:pt x="1010489" y="1158301"/>
                  <a:pt x="1009158" y="1160384"/>
                </a:cubicBezTo>
                <a:cubicBezTo>
                  <a:pt x="996259" y="1180349"/>
                  <a:pt x="976120" y="1194527"/>
                  <a:pt x="952977" y="1199921"/>
                </a:cubicBezTo>
                <a:cubicBezTo>
                  <a:pt x="929542" y="1206412"/>
                  <a:pt x="897859" y="1194551"/>
                  <a:pt x="888229" y="1171997"/>
                </a:cubicBezTo>
                <a:cubicBezTo>
                  <a:pt x="884655" y="1163256"/>
                  <a:pt x="881583" y="1154411"/>
                  <a:pt x="877706" y="1143008"/>
                </a:cubicBezTo>
                <a:cubicBezTo>
                  <a:pt x="889469" y="1126639"/>
                  <a:pt x="904849" y="1112741"/>
                  <a:pt x="912296" y="1093486"/>
                </a:cubicBezTo>
                <a:cubicBezTo>
                  <a:pt x="915725" y="1084435"/>
                  <a:pt x="924262" y="1083621"/>
                  <a:pt x="930990" y="1082683"/>
                </a:cubicBezTo>
                <a:cubicBezTo>
                  <a:pt x="968039" y="1077240"/>
                  <a:pt x="996504" y="1054254"/>
                  <a:pt x="1027726" y="1036969"/>
                </a:cubicBezTo>
                <a:cubicBezTo>
                  <a:pt x="1042293" y="1028065"/>
                  <a:pt x="1057960" y="1021083"/>
                  <a:pt x="1074324" y="1016214"/>
                </a:cubicBezTo>
                <a:close/>
                <a:moveTo>
                  <a:pt x="3515680" y="977139"/>
                </a:moveTo>
                <a:cubicBezTo>
                  <a:pt x="3523879" y="974094"/>
                  <a:pt x="3533077" y="975460"/>
                  <a:pt x="3540035" y="980756"/>
                </a:cubicBezTo>
                <a:cubicBezTo>
                  <a:pt x="3555243" y="993575"/>
                  <a:pt x="3574191" y="998846"/>
                  <a:pt x="3592231" y="1009268"/>
                </a:cubicBezTo>
                <a:cubicBezTo>
                  <a:pt x="3591621" y="1026141"/>
                  <a:pt x="3581489" y="1041205"/>
                  <a:pt x="3566087" y="1048112"/>
                </a:cubicBezTo>
                <a:cubicBezTo>
                  <a:pt x="3534197" y="1064797"/>
                  <a:pt x="3500666" y="1079841"/>
                  <a:pt x="3467896" y="1095502"/>
                </a:cubicBezTo>
                <a:cubicBezTo>
                  <a:pt x="3466299" y="1096076"/>
                  <a:pt x="3464736" y="1096735"/>
                  <a:pt x="3463207" y="1097476"/>
                </a:cubicBezTo>
                <a:cubicBezTo>
                  <a:pt x="3435308" y="1116699"/>
                  <a:pt x="3403274" y="1122157"/>
                  <a:pt x="3370906" y="1128424"/>
                </a:cubicBezTo>
                <a:cubicBezTo>
                  <a:pt x="3356565" y="1130957"/>
                  <a:pt x="3341814" y="1129622"/>
                  <a:pt x="3328164" y="1124561"/>
                </a:cubicBezTo>
                <a:cubicBezTo>
                  <a:pt x="3327801" y="1116772"/>
                  <a:pt x="3327519" y="1110155"/>
                  <a:pt x="3327216" y="1104213"/>
                </a:cubicBezTo>
                <a:cubicBezTo>
                  <a:pt x="3320822" y="1098827"/>
                  <a:pt x="3311384" y="1099220"/>
                  <a:pt x="3305444" y="1105107"/>
                </a:cubicBezTo>
                <a:cubicBezTo>
                  <a:pt x="3303576" y="1100915"/>
                  <a:pt x="3306224" y="1096843"/>
                  <a:pt x="3306180" y="1093263"/>
                </a:cubicBezTo>
                <a:cubicBezTo>
                  <a:pt x="3305385" y="1061644"/>
                  <a:pt x="3326230" y="1046295"/>
                  <a:pt x="3349753" y="1032191"/>
                </a:cubicBezTo>
                <a:cubicBezTo>
                  <a:pt x="3381387" y="1013994"/>
                  <a:pt x="3414280" y="998074"/>
                  <a:pt x="3448179" y="984553"/>
                </a:cubicBezTo>
                <a:cubicBezTo>
                  <a:pt x="3459585" y="981429"/>
                  <a:pt x="3471439" y="980254"/>
                  <a:pt x="3483240" y="981078"/>
                </a:cubicBezTo>
                <a:cubicBezTo>
                  <a:pt x="3494181" y="981144"/>
                  <a:pt x="3505077" y="979821"/>
                  <a:pt x="3515680" y="977139"/>
                </a:cubicBezTo>
                <a:close/>
                <a:moveTo>
                  <a:pt x="534830" y="966894"/>
                </a:moveTo>
                <a:cubicBezTo>
                  <a:pt x="558474" y="961405"/>
                  <a:pt x="571098" y="966430"/>
                  <a:pt x="584933" y="985381"/>
                </a:cubicBezTo>
                <a:cubicBezTo>
                  <a:pt x="598769" y="1004332"/>
                  <a:pt x="602823" y="1023489"/>
                  <a:pt x="610465" y="1043085"/>
                </a:cubicBezTo>
                <a:cubicBezTo>
                  <a:pt x="618109" y="1062683"/>
                  <a:pt x="613012" y="1082835"/>
                  <a:pt x="608874" y="1100838"/>
                </a:cubicBezTo>
                <a:cubicBezTo>
                  <a:pt x="607152" y="1121006"/>
                  <a:pt x="601160" y="1138586"/>
                  <a:pt x="606457" y="1158348"/>
                </a:cubicBezTo>
                <a:cubicBezTo>
                  <a:pt x="611204" y="1175215"/>
                  <a:pt x="595692" y="1188220"/>
                  <a:pt x="577057" y="1184453"/>
                </a:cubicBezTo>
                <a:cubicBezTo>
                  <a:pt x="570786" y="1183348"/>
                  <a:pt x="566514" y="1180760"/>
                  <a:pt x="561555" y="1186453"/>
                </a:cubicBezTo>
                <a:cubicBezTo>
                  <a:pt x="553546" y="1195758"/>
                  <a:pt x="545833" y="1191889"/>
                  <a:pt x="536964" y="1186367"/>
                </a:cubicBezTo>
                <a:cubicBezTo>
                  <a:pt x="510885" y="1170085"/>
                  <a:pt x="501266" y="1143090"/>
                  <a:pt x="498510" y="1115472"/>
                </a:cubicBezTo>
                <a:cubicBezTo>
                  <a:pt x="495884" y="1078181"/>
                  <a:pt x="497342" y="1040721"/>
                  <a:pt x="502861" y="1003746"/>
                </a:cubicBezTo>
                <a:cubicBezTo>
                  <a:pt x="505566" y="980179"/>
                  <a:pt x="514005" y="971720"/>
                  <a:pt x="534830" y="966894"/>
                </a:cubicBezTo>
                <a:close/>
                <a:moveTo>
                  <a:pt x="1357387" y="918042"/>
                </a:moveTo>
                <a:cubicBezTo>
                  <a:pt x="1362244" y="916568"/>
                  <a:pt x="1367028" y="916107"/>
                  <a:pt x="1371765" y="919068"/>
                </a:cubicBezTo>
                <a:cubicBezTo>
                  <a:pt x="1383130" y="926690"/>
                  <a:pt x="1391521" y="937989"/>
                  <a:pt x="1395556" y="951070"/>
                </a:cubicBezTo>
                <a:cubicBezTo>
                  <a:pt x="1400116" y="964620"/>
                  <a:pt x="1404251" y="978384"/>
                  <a:pt x="1410031" y="991570"/>
                </a:cubicBezTo>
                <a:cubicBezTo>
                  <a:pt x="1410643" y="993030"/>
                  <a:pt x="1412360" y="994781"/>
                  <a:pt x="1412052" y="995981"/>
                </a:cubicBezTo>
                <a:cubicBezTo>
                  <a:pt x="1402081" y="1036132"/>
                  <a:pt x="1416909" y="1074087"/>
                  <a:pt x="1420320" y="1113313"/>
                </a:cubicBezTo>
                <a:cubicBezTo>
                  <a:pt x="1420288" y="1120886"/>
                  <a:pt x="1420992" y="1128446"/>
                  <a:pt x="1422421" y="1135891"/>
                </a:cubicBezTo>
                <a:cubicBezTo>
                  <a:pt x="1429293" y="1159312"/>
                  <a:pt x="1417468" y="1172194"/>
                  <a:pt x="1398961" y="1183031"/>
                </a:cubicBezTo>
                <a:cubicBezTo>
                  <a:pt x="1383495" y="1193803"/>
                  <a:pt x="1362236" y="1189989"/>
                  <a:pt x="1351472" y="1174515"/>
                </a:cubicBezTo>
                <a:cubicBezTo>
                  <a:pt x="1351310" y="1174284"/>
                  <a:pt x="1351150" y="1174043"/>
                  <a:pt x="1350991" y="1173803"/>
                </a:cubicBezTo>
                <a:cubicBezTo>
                  <a:pt x="1334594" y="1144744"/>
                  <a:pt x="1318494" y="1115642"/>
                  <a:pt x="1316057" y="1080741"/>
                </a:cubicBezTo>
                <a:cubicBezTo>
                  <a:pt x="1313477" y="1053992"/>
                  <a:pt x="1309194" y="1027437"/>
                  <a:pt x="1303245" y="1001233"/>
                </a:cubicBezTo>
                <a:cubicBezTo>
                  <a:pt x="1300283" y="987985"/>
                  <a:pt x="1299969" y="974275"/>
                  <a:pt x="1302344" y="960906"/>
                </a:cubicBezTo>
                <a:cubicBezTo>
                  <a:pt x="1303984" y="954338"/>
                  <a:pt x="1305361" y="947629"/>
                  <a:pt x="1307264" y="941206"/>
                </a:cubicBezTo>
                <a:cubicBezTo>
                  <a:pt x="1308888" y="932540"/>
                  <a:pt x="1316243" y="926121"/>
                  <a:pt x="1325050" y="925704"/>
                </a:cubicBezTo>
                <a:cubicBezTo>
                  <a:pt x="1330955" y="925325"/>
                  <a:pt x="1336830" y="924458"/>
                  <a:pt x="1342589" y="923098"/>
                </a:cubicBezTo>
                <a:cubicBezTo>
                  <a:pt x="1347607" y="922003"/>
                  <a:pt x="1352533" y="919516"/>
                  <a:pt x="1357387" y="918042"/>
                </a:cubicBezTo>
                <a:close/>
                <a:moveTo>
                  <a:pt x="2744659" y="917624"/>
                </a:moveTo>
                <a:cubicBezTo>
                  <a:pt x="2751593" y="933040"/>
                  <a:pt x="2757720" y="945901"/>
                  <a:pt x="2763551" y="958805"/>
                </a:cubicBezTo>
                <a:cubicBezTo>
                  <a:pt x="2765458" y="964423"/>
                  <a:pt x="2768002" y="969798"/>
                  <a:pt x="2771150" y="974822"/>
                </a:cubicBezTo>
                <a:cubicBezTo>
                  <a:pt x="2798206" y="1008559"/>
                  <a:pt x="2789245" y="1042417"/>
                  <a:pt x="2775014" y="1077182"/>
                </a:cubicBezTo>
                <a:cubicBezTo>
                  <a:pt x="2764252" y="1100728"/>
                  <a:pt x="2757291" y="1125834"/>
                  <a:pt x="2754375" y="1151565"/>
                </a:cubicBezTo>
                <a:cubicBezTo>
                  <a:pt x="2753390" y="1173523"/>
                  <a:pt x="2748051" y="1195062"/>
                  <a:pt x="2738671" y="1214940"/>
                </a:cubicBezTo>
                <a:cubicBezTo>
                  <a:pt x="2735659" y="1221893"/>
                  <a:pt x="2729234" y="1226758"/>
                  <a:pt x="2721738" y="1227793"/>
                </a:cubicBezTo>
                <a:cubicBezTo>
                  <a:pt x="2712714" y="1230045"/>
                  <a:pt x="2703358" y="1230618"/>
                  <a:pt x="2694131" y="1229492"/>
                </a:cubicBezTo>
                <a:cubicBezTo>
                  <a:pt x="2678260" y="1228482"/>
                  <a:pt x="2664131" y="1219078"/>
                  <a:pt x="2657085" y="1204809"/>
                </a:cubicBezTo>
                <a:cubicBezTo>
                  <a:pt x="2641931" y="1176356"/>
                  <a:pt x="2631696" y="1150123"/>
                  <a:pt x="2640885" y="1116595"/>
                </a:cubicBezTo>
                <a:cubicBezTo>
                  <a:pt x="2650076" y="1083066"/>
                  <a:pt x="2657471" y="1049318"/>
                  <a:pt x="2668204" y="1016351"/>
                </a:cubicBezTo>
                <a:cubicBezTo>
                  <a:pt x="2672402" y="1003476"/>
                  <a:pt x="2674543" y="990239"/>
                  <a:pt x="2679977" y="977485"/>
                </a:cubicBezTo>
                <a:cubicBezTo>
                  <a:pt x="2692722" y="947866"/>
                  <a:pt x="2717930" y="934059"/>
                  <a:pt x="2744659" y="917624"/>
                </a:cubicBezTo>
                <a:close/>
                <a:moveTo>
                  <a:pt x="1671713" y="859153"/>
                </a:moveTo>
                <a:cubicBezTo>
                  <a:pt x="1707161" y="855677"/>
                  <a:pt x="1742955" y="859708"/>
                  <a:pt x="1776735" y="871002"/>
                </a:cubicBezTo>
                <a:cubicBezTo>
                  <a:pt x="1787363" y="873937"/>
                  <a:pt x="1798289" y="875670"/>
                  <a:pt x="1809309" y="876163"/>
                </a:cubicBezTo>
                <a:cubicBezTo>
                  <a:pt x="1824024" y="878082"/>
                  <a:pt x="1838491" y="878120"/>
                  <a:pt x="1851423" y="888511"/>
                </a:cubicBezTo>
                <a:cubicBezTo>
                  <a:pt x="1859645" y="893002"/>
                  <a:pt x="1868902" y="895232"/>
                  <a:pt x="1878267" y="894981"/>
                </a:cubicBezTo>
                <a:cubicBezTo>
                  <a:pt x="1898900" y="897265"/>
                  <a:pt x="1911018" y="911182"/>
                  <a:pt x="1922943" y="925643"/>
                </a:cubicBezTo>
                <a:cubicBezTo>
                  <a:pt x="1928209" y="931738"/>
                  <a:pt x="1928260" y="940755"/>
                  <a:pt x="1923055" y="946906"/>
                </a:cubicBezTo>
                <a:cubicBezTo>
                  <a:pt x="1913330" y="956915"/>
                  <a:pt x="1901236" y="964323"/>
                  <a:pt x="1887902" y="968423"/>
                </a:cubicBezTo>
                <a:cubicBezTo>
                  <a:pt x="1883988" y="969279"/>
                  <a:pt x="1878626" y="966306"/>
                  <a:pt x="1875361" y="967854"/>
                </a:cubicBezTo>
                <a:cubicBezTo>
                  <a:pt x="1831575" y="986884"/>
                  <a:pt x="1788921" y="970483"/>
                  <a:pt x="1743294" y="964372"/>
                </a:cubicBezTo>
                <a:cubicBezTo>
                  <a:pt x="1729163" y="961881"/>
                  <a:pt x="1712548" y="957600"/>
                  <a:pt x="1695845" y="956009"/>
                </a:cubicBezTo>
                <a:cubicBezTo>
                  <a:pt x="1673940" y="954369"/>
                  <a:pt x="1656433" y="942014"/>
                  <a:pt x="1636753" y="934875"/>
                </a:cubicBezTo>
                <a:cubicBezTo>
                  <a:pt x="1629214" y="932591"/>
                  <a:pt x="1624962" y="924627"/>
                  <a:pt x="1627247" y="917093"/>
                </a:cubicBezTo>
                <a:cubicBezTo>
                  <a:pt x="1627304" y="916871"/>
                  <a:pt x="1627381" y="916653"/>
                  <a:pt x="1627459" y="916435"/>
                </a:cubicBezTo>
                <a:cubicBezTo>
                  <a:pt x="1629670" y="907169"/>
                  <a:pt x="1630760" y="897704"/>
                  <a:pt x="1633341" y="889083"/>
                </a:cubicBezTo>
                <a:cubicBezTo>
                  <a:pt x="1639885" y="864551"/>
                  <a:pt x="1646170" y="860637"/>
                  <a:pt x="1671713" y="859153"/>
                </a:cubicBezTo>
                <a:close/>
                <a:moveTo>
                  <a:pt x="2469197" y="828765"/>
                </a:moveTo>
                <a:cubicBezTo>
                  <a:pt x="2473911" y="827750"/>
                  <a:pt x="2478762" y="827880"/>
                  <a:pt x="2484186" y="830769"/>
                </a:cubicBezTo>
                <a:cubicBezTo>
                  <a:pt x="2505645" y="836579"/>
                  <a:pt x="2527308" y="842328"/>
                  <a:pt x="2536857" y="866992"/>
                </a:cubicBezTo>
                <a:cubicBezTo>
                  <a:pt x="2543557" y="883719"/>
                  <a:pt x="2542104" y="891961"/>
                  <a:pt x="2526791" y="900558"/>
                </a:cubicBezTo>
                <a:cubicBezTo>
                  <a:pt x="2491257" y="920947"/>
                  <a:pt x="2453819" y="937909"/>
                  <a:pt x="2418500" y="958721"/>
                </a:cubicBezTo>
                <a:cubicBezTo>
                  <a:pt x="2388225" y="976656"/>
                  <a:pt x="2353036" y="978661"/>
                  <a:pt x="2319495" y="985012"/>
                </a:cubicBezTo>
                <a:cubicBezTo>
                  <a:pt x="2304235" y="987827"/>
                  <a:pt x="2297969" y="981219"/>
                  <a:pt x="2295849" y="965878"/>
                </a:cubicBezTo>
                <a:cubicBezTo>
                  <a:pt x="2294504" y="955985"/>
                  <a:pt x="2294398" y="945635"/>
                  <a:pt x="2293775" y="935482"/>
                </a:cubicBezTo>
                <a:cubicBezTo>
                  <a:pt x="2291616" y="919816"/>
                  <a:pt x="2300565" y="904736"/>
                  <a:pt x="2315336" y="899113"/>
                </a:cubicBezTo>
                <a:cubicBezTo>
                  <a:pt x="2362122" y="878391"/>
                  <a:pt x="2406545" y="851362"/>
                  <a:pt x="2455021" y="833643"/>
                </a:cubicBezTo>
                <a:cubicBezTo>
                  <a:pt x="2459904" y="831943"/>
                  <a:pt x="2464483" y="829781"/>
                  <a:pt x="2469197" y="828765"/>
                </a:cubicBezTo>
                <a:close/>
                <a:moveTo>
                  <a:pt x="3079870" y="817236"/>
                </a:moveTo>
                <a:cubicBezTo>
                  <a:pt x="3083944" y="816843"/>
                  <a:pt x="3088160" y="818649"/>
                  <a:pt x="3093259" y="823119"/>
                </a:cubicBezTo>
                <a:cubicBezTo>
                  <a:pt x="3103374" y="830601"/>
                  <a:pt x="3111855" y="840083"/>
                  <a:pt x="3118167" y="850974"/>
                </a:cubicBezTo>
                <a:cubicBezTo>
                  <a:pt x="3125694" y="866022"/>
                  <a:pt x="3134381" y="880465"/>
                  <a:pt x="3144132" y="894176"/>
                </a:cubicBezTo>
                <a:cubicBezTo>
                  <a:pt x="3165875" y="924659"/>
                  <a:pt x="3163229" y="958279"/>
                  <a:pt x="3155932" y="991465"/>
                </a:cubicBezTo>
                <a:cubicBezTo>
                  <a:pt x="3152156" y="1009711"/>
                  <a:pt x="3150430" y="1028319"/>
                  <a:pt x="3150784" y="1046949"/>
                </a:cubicBezTo>
                <a:cubicBezTo>
                  <a:pt x="3150820" y="1082876"/>
                  <a:pt x="3129094" y="1103766"/>
                  <a:pt x="3093642" y="1097420"/>
                </a:cubicBezTo>
                <a:cubicBezTo>
                  <a:pt x="3074139" y="1094795"/>
                  <a:pt x="3056523" y="1084419"/>
                  <a:pt x="3044775" y="1068626"/>
                </a:cubicBezTo>
                <a:cubicBezTo>
                  <a:pt x="3039897" y="1061644"/>
                  <a:pt x="3034641" y="1054954"/>
                  <a:pt x="3029013" y="1048563"/>
                </a:cubicBezTo>
                <a:cubicBezTo>
                  <a:pt x="3021732" y="1041206"/>
                  <a:pt x="3018338" y="1030837"/>
                  <a:pt x="3019855" y="1020589"/>
                </a:cubicBezTo>
                <a:cubicBezTo>
                  <a:pt x="3021505" y="1011224"/>
                  <a:pt x="3019501" y="1001794"/>
                  <a:pt x="3021103" y="992708"/>
                </a:cubicBezTo>
                <a:cubicBezTo>
                  <a:pt x="3026692" y="961540"/>
                  <a:pt x="3023078" y="928941"/>
                  <a:pt x="3032108" y="884280"/>
                </a:cubicBezTo>
                <a:cubicBezTo>
                  <a:pt x="3037374" y="861193"/>
                  <a:pt x="3049691" y="840313"/>
                  <a:pt x="3067341" y="824539"/>
                </a:cubicBezTo>
                <a:cubicBezTo>
                  <a:pt x="3071865" y="820218"/>
                  <a:pt x="3075797" y="817628"/>
                  <a:pt x="3079870" y="817236"/>
                </a:cubicBezTo>
                <a:close/>
                <a:moveTo>
                  <a:pt x="732748" y="701359"/>
                </a:moveTo>
                <a:cubicBezTo>
                  <a:pt x="739206" y="700980"/>
                  <a:pt x="745808" y="703066"/>
                  <a:pt x="751024" y="707709"/>
                </a:cubicBezTo>
                <a:cubicBezTo>
                  <a:pt x="751192" y="707853"/>
                  <a:pt x="751357" y="708007"/>
                  <a:pt x="751519" y="708162"/>
                </a:cubicBezTo>
                <a:cubicBezTo>
                  <a:pt x="765190" y="718199"/>
                  <a:pt x="782861" y="719770"/>
                  <a:pt x="797698" y="730302"/>
                </a:cubicBezTo>
                <a:cubicBezTo>
                  <a:pt x="817513" y="744736"/>
                  <a:pt x="833164" y="764152"/>
                  <a:pt x="843070" y="786580"/>
                </a:cubicBezTo>
                <a:cubicBezTo>
                  <a:pt x="848442" y="799655"/>
                  <a:pt x="856136" y="811643"/>
                  <a:pt x="865781" y="821966"/>
                </a:cubicBezTo>
                <a:cubicBezTo>
                  <a:pt x="871828" y="828989"/>
                  <a:pt x="877386" y="836420"/>
                  <a:pt x="882413" y="844210"/>
                </a:cubicBezTo>
                <a:cubicBezTo>
                  <a:pt x="891678" y="853693"/>
                  <a:pt x="894058" y="867939"/>
                  <a:pt x="888374" y="879925"/>
                </a:cubicBezTo>
                <a:cubicBezTo>
                  <a:pt x="888421" y="892931"/>
                  <a:pt x="881513" y="904972"/>
                  <a:pt x="870265" y="911496"/>
                </a:cubicBezTo>
                <a:cubicBezTo>
                  <a:pt x="862789" y="917072"/>
                  <a:pt x="852903" y="918198"/>
                  <a:pt x="844364" y="914462"/>
                </a:cubicBezTo>
                <a:cubicBezTo>
                  <a:pt x="807771" y="903088"/>
                  <a:pt x="782341" y="877652"/>
                  <a:pt x="759211" y="850111"/>
                </a:cubicBezTo>
                <a:cubicBezTo>
                  <a:pt x="736083" y="822570"/>
                  <a:pt x="714362" y="793056"/>
                  <a:pt x="692654" y="764026"/>
                </a:cubicBezTo>
                <a:cubicBezTo>
                  <a:pt x="680018" y="747027"/>
                  <a:pt x="682153" y="737650"/>
                  <a:pt x="697489" y="723454"/>
                </a:cubicBezTo>
                <a:cubicBezTo>
                  <a:pt x="703148" y="718176"/>
                  <a:pt x="709820" y="714814"/>
                  <a:pt x="715335" y="709799"/>
                </a:cubicBezTo>
                <a:cubicBezTo>
                  <a:pt x="719975" y="704582"/>
                  <a:pt x="726289" y="701739"/>
                  <a:pt x="732748" y="701359"/>
                </a:cubicBezTo>
                <a:close/>
                <a:moveTo>
                  <a:pt x="1031062" y="632350"/>
                </a:moveTo>
                <a:cubicBezTo>
                  <a:pt x="1041218" y="630435"/>
                  <a:pt x="1051692" y="631098"/>
                  <a:pt x="1058887" y="635167"/>
                </a:cubicBezTo>
                <a:cubicBezTo>
                  <a:pt x="1085997" y="649266"/>
                  <a:pt x="1107427" y="672273"/>
                  <a:pt x="1119581" y="700324"/>
                </a:cubicBezTo>
                <a:cubicBezTo>
                  <a:pt x="1129737" y="721707"/>
                  <a:pt x="1143639" y="741103"/>
                  <a:pt x="1160631" y="757578"/>
                </a:cubicBezTo>
                <a:cubicBezTo>
                  <a:pt x="1172550" y="771749"/>
                  <a:pt x="1182376" y="787560"/>
                  <a:pt x="1189797" y="804530"/>
                </a:cubicBezTo>
                <a:cubicBezTo>
                  <a:pt x="1171813" y="816230"/>
                  <a:pt x="1160314" y="834385"/>
                  <a:pt x="1137335" y="835549"/>
                </a:cubicBezTo>
                <a:cubicBezTo>
                  <a:pt x="1117843" y="836652"/>
                  <a:pt x="1093179" y="826029"/>
                  <a:pt x="1085366" y="807946"/>
                </a:cubicBezTo>
                <a:cubicBezTo>
                  <a:pt x="1077441" y="789294"/>
                  <a:pt x="1065575" y="772574"/>
                  <a:pt x="1050581" y="758942"/>
                </a:cubicBezTo>
                <a:cubicBezTo>
                  <a:pt x="1028706" y="739057"/>
                  <a:pt x="1019615" y="710708"/>
                  <a:pt x="1002663" y="687539"/>
                </a:cubicBezTo>
                <a:cubicBezTo>
                  <a:pt x="993426" y="674536"/>
                  <a:pt x="994458" y="656852"/>
                  <a:pt x="1005142" y="645006"/>
                </a:cubicBezTo>
                <a:cubicBezTo>
                  <a:pt x="1011068" y="638760"/>
                  <a:pt x="1020908" y="634266"/>
                  <a:pt x="1031062" y="632350"/>
                </a:cubicBezTo>
                <a:close/>
                <a:moveTo>
                  <a:pt x="3861309" y="596198"/>
                </a:moveTo>
                <a:cubicBezTo>
                  <a:pt x="3875892" y="607073"/>
                  <a:pt x="3888996" y="617590"/>
                  <a:pt x="3902842" y="627176"/>
                </a:cubicBezTo>
                <a:cubicBezTo>
                  <a:pt x="3922061" y="640220"/>
                  <a:pt x="3930459" y="661011"/>
                  <a:pt x="3939774" y="680420"/>
                </a:cubicBezTo>
                <a:cubicBezTo>
                  <a:pt x="3945455" y="697023"/>
                  <a:pt x="3939374" y="715378"/>
                  <a:pt x="3924916" y="725309"/>
                </a:cubicBezTo>
                <a:cubicBezTo>
                  <a:pt x="3892024" y="750412"/>
                  <a:pt x="3865819" y="782486"/>
                  <a:pt x="3833158" y="807918"/>
                </a:cubicBezTo>
                <a:cubicBezTo>
                  <a:pt x="3826433" y="814319"/>
                  <a:pt x="3820217" y="821229"/>
                  <a:pt x="3814558" y="828587"/>
                </a:cubicBezTo>
                <a:cubicBezTo>
                  <a:pt x="3793256" y="850904"/>
                  <a:pt x="3776246" y="857079"/>
                  <a:pt x="3749717" y="842265"/>
                </a:cubicBezTo>
                <a:cubicBezTo>
                  <a:pt x="3743165" y="836891"/>
                  <a:pt x="3735407" y="833172"/>
                  <a:pt x="3727116" y="831425"/>
                </a:cubicBezTo>
                <a:cubicBezTo>
                  <a:pt x="3719932" y="831124"/>
                  <a:pt x="3717735" y="825523"/>
                  <a:pt x="3715197" y="819668"/>
                </a:cubicBezTo>
                <a:cubicBezTo>
                  <a:pt x="3713491" y="814126"/>
                  <a:pt x="3710932" y="808885"/>
                  <a:pt x="3707610" y="804137"/>
                </a:cubicBezTo>
                <a:cubicBezTo>
                  <a:pt x="3693729" y="788171"/>
                  <a:pt x="3693581" y="784089"/>
                  <a:pt x="3704392" y="767648"/>
                </a:cubicBezTo>
                <a:cubicBezTo>
                  <a:pt x="3727480" y="732182"/>
                  <a:pt x="3754399" y="699364"/>
                  <a:pt x="3784653" y="669784"/>
                </a:cubicBezTo>
                <a:cubicBezTo>
                  <a:pt x="3794957" y="661202"/>
                  <a:pt x="3803396" y="650595"/>
                  <a:pt x="3809445" y="638620"/>
                </a:cubicBezTo>
                <a:cubicBezTo>
                  <a:pt x="3818961" y="613647"/>
                  <a:pt x="3840808" y="606297"/>
                  <a:pt x="3861309" y="596198"/>
                </a:cubicBezTo>
                <a:close/>
                <a:moveTo>
                  <a:pt x="1950945" y="588850"/>
                </a:moveTo>
                <a:cubicBezTo>
                  <a:pt x="1966509" y="592131"/>
                  <a:pt x="1981459" y="597863"/>
                  <a:pt x="1995234" y="605830"/>
                </a:cubicBezTo>
                <a:cubicBezTo>
                  <a:pt x="2026189" y="620169"/>
                  <a:pt x="2042707" y="646352"/>
                  <a:pt x="2062517" y="671377"/>
                </a:cubicBezTo>
                <a:cubicBezTo>
                  <a:pt x="2082326" y="696401"/>
                  <a:pt x="2097214" y="723069"/>
                  <a:pt x="2124675" y="740269"/>
                </a:cubicBezTo>
                <a:cubicBezTo>
                  <a:pt x="2138739" y="750313"/>
                  <a:pt x="2144862" y="768199"/>
                  <a:pt x="2139895" y="784762"/>
                </a:cubicBezTo>
                <a:cubicBezTo>
                  <a:pt x="2127209" y="811302"/>
                  <a:pt x="2110222" y="820088"/>
                  <a:pt x="2081235" y="813724"/>
                </a:cubicBezTo>
                <a:cubicBezTo>
                  <a:pt x="2068414" y="814747"/>
                  <a:pt x="2056964" y="803073"/>
                  <a:pt x="2042330" y="802328"/>
                </a:cubicBezTo>
                <a:cubicBezTo>
                  <a:pt x="2038504" y="802136"/>
                  <a:pt x="2036627" y="799102"/>
                  <a:pt x="2034700" y="796348"/>
                </a:cubicBezTo>
                <a:cubicBezTo>
                  <a:pt x="2010173" y="763056"/>
                  <a:pt x="1978924" y="735050"/>
                  <a:pt x="1955028" y="700905"/>
                </a:cubicBezTo>
                <a:cubicBezTo>
                  <a:pt x="1943039" y="686750"/>
                  <a:pt x="1929757" y="673742"/>
                  <a:pt x="1915366" y="662048"/>
                </a:cubicBezTo>
                <a:cubicBezTo>
                  <a:pt x="1898910" y="645919"/>
                  <a:pt x="1895022" y="632392"/>
                  <a:pt x="1903157" y="614706"/>
                </a:cubicBezTo>
                <a:cubicBezTo>
                  <a:pt x="1912659" y="597477"/>
                  <a:pt x="1931336" y="587375"/>
                  <a:pt x="1950945" y="588850"/>
                </a:cubicBezTo>
                <a:close/>
                <a:moveTo>
                  <a:pt x="1506415" y="565731"/>
                </a:moveTo>
                <a:cubicBezTo>
                  <a:pt x="1543105" y="558485"/>
                  <a:pt x="1560438" y="587709"/>
                  <a:pt x="1584150" y="603186"/>
                </a:cubicBezTo>
                <a:cubicBezTo>
                  <a:pt x="1591945" y="608229"/>
                  <a:pt x="1588232" y="619451"/>
                  <a:pt x="1582605" y="626185"/>
                </a:cubicBezTo>
                <a:cubicBezTo>
                  <a:pt x="1574438" y="637106"/>
                  <a:pt x="1563503" y="645645"/>
                  <a:pt x="1550937" y="650923"/>
                </a:cubicBezTo>
                <a:cubicBezTo>
                  <a:pt x="1526801" y="658487"/>
                  <a:pt x="1503289" y="667936"/>
                  <a:pt x="1480628" y="679183"/>
                </a:cubicBezTo>
                <a:cubicBezTo>
                  <a:pt x="1457338" y="691976"/>
                  <a:pt x="1431977" y="695714"/>
                  <a:pt x="1407699" y="703698"/>
                </a:cubicBezTo>
                <a:cubicBezTo>
                  <a:pt x="1393359" y="708412"/>
                  <a:pt x="1378810" y="713766"/>
                  <a:pt x="1366854" y="707699"/>
                </a:cubicBezTo>
                <a:cubicBezTo>
                  <a:pt x="1333921" y="702377"/>
                  <a:pt x="1329378" y="696942"/>
                  <a:pt x="1330295" y="667653"/>
                </a:cubicBezTo>
                <a:cubicBezTo>
                  <a:pt x="1331607" y="622982"/>
                  <a:pt x="1336412" y="615429"/>
                  <a:pt x="1379345" y="603973"/>
                </a:cubicBezTo>
                <a:cubicBezTo>
                  <a:pt x="1410438" y="595646"/>
                  <a:pt x="1439773" y="583049"/>
                  <a:pt x="1470083" y="573134"/>
                </a:cubicBezTo>
                <a:cubicBezTo>
                  <a:pt x="1482026" y="569914"/>
                  <a:pt x="1494159" y="567440"/>
                  <a:pt x="1506415" y="565731"/>
                </a:cubicBezTo>
                <a:close/>
                <a:moveTo>
                  <a:pt x="520207" y="560980"/>
                </a:moveTo>
                <a:cubicBezTo>
                  <a:pt x="525299" y="577520"/>
                  <a:pt x="529100" y="590454"/>
                  <a:pt x="533323" y="603172"/>
                </a:cubicBezTo>
                <a:cubicBezTo>
                  <a:pt x="538586" y="615146"/>
                  <a:pt x="535042" y="629161"/>
                  <a:pt x="524721" y="637190"/>
                </a:cubicBezTo>
                <a:cubicBezTo>
                  <a:pt x="518771" y="641935"/>
                  <a:pt x="514043" y="647958"/>
                  <a:pt x="508390" y="652658"/>
                </a:cubicBezTo>
                <a:cubicBezTo>
                  <a:pt x="495956" y="663657"/>
                  <a:pt x="486365" y="677503"/>
                  <a:pt x="480433" y="693018"/>
                </a:cubicBezTo>
                <a:cubicBezTo>
                  <a:pt x="472600" y="711722"/>
                  <a:pt x="454330" y="717386"/>
                  <a:pt x="438134" y="721677"/>
                </a:cubicBezTo>
                <a:cubicBezTo>
                  <a:pt x="414859" y="727810"/>
                  <a:pt x="390048" y="724595"/>
                  <a:pt x="365970" y="724889"/>
                </a:cubicBezTo>
                <a:cubicBezTo>
                  <a:pt x="359146" y="724932"/>
                  <a:pt x="353580" y="719432"/>
                  <a:pt x="353538" y="712608"/>
                </a:cubicBezTo>
                <a:cubicBezTo>
                  <a:pt x="353537" y="712173"/>
                  <a:pt x="353556" y="711742"/>
                  <a:pt x="353598" y="711314"/>
                </a:cubicBezTo>
                <a:cubicBezTo>
                  <a:pt x="353596" y="685049"/>
                  <a:pt x="357023" y="659582"/>
                  <a:pt x="375111" y="638534"/>
                </a:cubicBezTo>
                <a:cubicBezTo>
                  <a:pt x="395538" y="614614"/>
                  <a:pt x="422765" y="598652"/>
                  <a:pt x="444601" y="576043"/>
                </a:cubicBezTo>
                <a:cubicBezTo>
                  <a:pt x="456486" y="563364"/>
                  <a:pt x="473304" y="567584"/>
                  <a:pt x="487711" y="567419"/>
                </a:cubicBezTo>
                <a:cubicBezTo>
                  <a:pt x="498937" y="568486"/>
                  <a:pt x="510233" y="566249"/>
                  <a:pt x="520207" y="560980"/>
                </a:cubicBezTo>
                <a:close/>
                <a:moveTo>
                  <a:pt x="3309780" y="522644"/>
                </a:moveTo>
                <a:cubicBezTo>
                  <a:pt x="3332631" y="524934"/>
                  <a:pt x="3343418" y="550782"/>
                  <a:pt x="3368168" y="548867"/>
                </a:cubicBezTo>
                <a:cubicBezTo>
                  <a:pt x="3376624" y="560454"/>
                  <a:pt x="3384388" y="572526"/>
                  <a:pt x="3391419" y="585024"/>
                </a:cubicBezTo>
                <a:cubicBezTo>
                  <a:pt x="3415227" y="633349"/>
                  <a:pt x="3444419" y="679050"/>
                  <a:pt x="3464160" y="729650"/>
                </a:cubicBezTo>
                <a:cubicBezTo>
                  <a:pt x="3473708" y="754316"/>
                  <a:pt x="3464913" y="775747"/>
                  <a:pt x="3461831" y="797606"/>
                </a:cubicBezTo>
                <a:cubicBezTo>
                  <a:pt x="3445952" y="804869"/>
                  <a:pt x="3427673" y="804721"/>
                  <a:pt x="3411917" y="797210"/>
                </a:cubicBezTo>
                <a:cubicBezTo>
                  <a:pt x="3387821" y="787747"/>
                  <a:pt x="3369080" y="770346"/>
                  <a:pt x="3346799" y="758790"/>
                </a:cubicBezTo>
                <a:cubicBezTo>
                  <a:pt x="3340816" y="755515"/>
                  <a:pt x="3338993" y="748337"/>
                  <a:pt x="3336570" y="741827"/>
                </a:cubicBezTo>
                <a:cubicBezTo>
                  <a:pt x="3327239" y="714833"/>
                  <a:pt x="3315711" y="688646"/>
                  <a:pt x="3302123" y="663528"/>
                </a:cubicBezTo>
                <a:cubicBezTo>
                  <a:pt x="3291563" y="643514"/>
                  <a:pt x="3284580" y="621812"/>
                  <a:pt x="3274592" y="600740"/>
                </a:cubicBezTo>
                <a:cubicBezTo>
                  <a:pt x="3266928" y="585098"/>
                  <a:pt x="3277298" y="572249"/>
                  <a:pt x="3280947" y="559760"/>
                </a:cubicBezTo>
                <a:cubicBezTo>
                  <a:pt x="3285537" y="545216"/>
                  <a:pt x="3291838" y="528076"/>
                  <a:pt x="3309780" y="522644"/>
                </a:cubicBezTo>
                <a:close/>
                <a:moveTo>
                  <a:pt x="3043078" y="514029"/>
                </a:moveTo>
                <a:cubicBezTo>
                  <a:pt x="3062395" y="515779"/>
                  <a:pt x="3081234" y="523446"/>
                  <a:pt x="3098067" y="540173"/>
                </a:cubicBezTo>
                <a:cubicBezTo>
                  <a:pt x="3117386" y="559221"/>
                  <a:pt x="3115380" y="578276"/>
                  <a:pt x="3090513" y="589054"/>
                </a:cubicBezTo>
                <a:cubicBezTo>
                  <a:pt x="3048948" y="607474"/>
                  <a:pt x="3008507" y="628333"/>
                  <a:pt x="2969403" y="651521"/>
                </a:cubicBezTo>
                <a:cubicBezTo>
                  <a:pt x="2945572" y="665184"/>
                  <a:pt x="2917942" y="665914"/>
                  <a:pt x="2891474" y="669361"/>
                </a:cubicBezTo>
                <a:cubicBezTo>
                  <a:pt x="2877350" y="671217"/>
                  <a:pt x="2863321" y="670869"/>
                  <a:pt x="2848365" y="671418"/>
                </a:cubicBezTo>
                <a:cubicBezTo>
                  <a:pt x="2841610" y="655111"/>
                  <a:pt x="2836808" y="638058"/>
                  <a:pt x="2834063" y="620618"/>
                </a:cubicBezTo>
                <a:cubicBezTo>
                  <a:pt x="2831081" y="608573"/>
                  <a:pt x="2837380" y="596161"/>
                  <a:pt x="2848852" y="591456"/>
                </a:cubicBezTo>
                <a:cubicBezTo>
                  <a:pt x="2894300" y="568470"/>
                  <a:pt x="2937931" y="541013"/>
                  <a:pt x="2985234" y="523375"/>
                </a:cubicBezTo>
                <a:cubicBezTo>
                  <a:pt x="3003970" y="516442"/>
                  <a:pt x="3023762" y="512277"/>
                  <a:pt x="3043078" y="514029"/>
                </a:cubicBezTo>
                <a:close/>
                <a:moveTo>
                  <a:pt x="2438321" y="443877"/>
                </a:moveTo>
                <a:cubicBezTo>
                  <a:pt x="2464686" y="462911"/>
                  <a:pt x="2496407" y="469082"/>
                  <a:pt x="2524627" y="483616"/>
                </a:cubicBezTo>
                <a:cubicBezTo>
                  <a:pt x="2538843" y="490937"/>
                  <a:pt x="2550544" y="502348"/>
                  <a:pt x="2558223" y="516381"/>
                </a:cubicBezTo>
                <a:cubicBezTo>
                  <a:pt x="2572712" y="539343"/>
                  <a:pt x="2584177" y="564083"/>
                  <a:pt x="2592338" y="589987"/>
                </a:cubicBezTo>
                <a:cubicBezTo>
                  <a:pt x="2595670" y="602838"/>
                  <a:pt x="2606075" y="611141"/>
                  <a:pt x="2610320" y="623187"/>
                </a:cubicBezTo>
                <a:cubicBezTo>
                  <a:pt x="2613184" y="631030"/>
                  <a:pt x="2618508" y="638052"/>
                  <a:pt x="2621261" y="645972"/>
                </a:cubicBezTo>
                <a:cubicBezTo>
                  <a:pt x="2626416" y="661075"/>
                  <a:pt x="2623179" y="671223"/>
                  <a:pt x="2608085" y="676384"/>
                </a:cubicBezTo>
                <a:cubicBezTo>
                  <a:pt x="2587586" y="683200"/>
                  <a:pt x="2569634" y="699637"/>
                  <a:pt x="2545759" y="691663"/>
                </a:cubicBezTo>
                <a:cubicBezTo>
                  <a:pt x="2544075" y="691366"/>
                  <a:pt x="2542203" y="691036"/>
                  <a:pt x="2540797" y="690788"/>
                </a:cubicBezTo>
                <a:cubicBezTo>
                  <a:pt x="2511239" y="672350"/>
                  <a:pt x="2478885" y="658826"/>
                  <a:pt x="2463087" y="622535"/>
                </a:cubicBezTo>
                <a:cubicBezTo>
                  <a:pt x="2449884" y="591240"/>
                  <a:pt x="2437896" y="560158"/>
                  <a:pt x="2418698" y="531669"/>
                </a:cubicBezTo>
                <a:cubicBezTo>
                  <a:pt x="2411226" y="521176"/>
                  <a:pt x="2409460" y="507658"/>
                  <a:pt x="2413960" y="495588"/>
                </a:cubicBezTo>
                <a:cubicBezTo>
                  <a:pt x="2419209" y="477138"/>
                  <a:pt x="2427441" y="459672"/>
                  <a:pt x="2438321" y="443877"/>
                </a:cubicBezTo>
                <a:close/>
                <a:moveTo>
                  <a:pt x="828408" y="399490"/>
                </a:moveTo>
                <a:cubicBezTo>
                  <a:pt x="849543" y="397544"/>
                  <a:pt x="870690" y="403047"/>
                  <a:pt x="888194" y="415049"/>
                </a:cubicBezTo>
                <a:cubicBezTo>
                  <a:pt x="901525" y="423095"/>
                  <a:pt x="908873" y="438236"/>
                  <a:pt x="906953" y="453697"/>
                </a:cubicBezTo>
                <a:cubicBezTo>
                  <a:pt x="907575" y="466115"/>
                  <a:pt x="899086" y="477142"/>
                  <a:pt x="886929" y="479714"/>
                </a:cubicBezTo>
                <a:cubicBezTo>
                  <a:pt x="863191" y="485186"/>
                  <a:pt x="844857" y="499433"/>
                  <a:pt x="823778" y="509525"/>
                </a:cubicBezTo>
                <a:cubicBezTo>
                  <a:pt x="792813" y="524248"/>
                  <a:pt x="759938" y="536125"/>
                  <a:pt x="723994" y="527086"/>
                </a:cubicBezTo>
                <a:cubicBezTo>
                  <a:pt x="711008" y="524120"/>
                  <a:pt x="697846" y="521608"/>
                  <a:pt x="684975" y="517988"/>
                </a:cubicBezTo>
                <a:cubicBezTo>
                  <a:pt x="674787" y="515509"/>
                  <a:pt x="667754" y="506195"/>
                  <a:pt x="668154" y="495711"/>
                </a:cubicBezTo>
                <a:cubicBezTo>
                  <a:pt x="668021" y="489893"/>
                  <a:pt x="668874" y="483960"/>
                  <a:pt x="669226" y="478132"/>
                </a:cubicBezTo>
                <a:cubicBezTo>
                  <a:pt x="671556" y="433159"/>
                  <a:pt x="661878" y="438792"/>
                  <a:pt x="712865" y="426536"/>
                </a:cubicBezTo>
                <a:cubicBezTo>
                  <a:pt x="751339" y="417385"/>
                  <a:pt x="788668" y="403782"/>
                  <a:pt x="828408" y="399490"/>
                </a:cubicBezTo>
                <a:close/>
                <a:moveTo>
                  <a:pt x="1978861" y="350533"/>
                </a:moveTo>
                <a:cubicBezTo>
                  <a:pt x="1994043" y="351121"/>
                  <a:pt x="2009147" y="352911"/>
                  <a:pt x="2024042" y="355890"/>
                </a:cubicBezTo>
                <a:cubicBezTo>
                  <a:pt x="2056940" y="358115"/>
                  <a:pt x="2087656" y="371640"/>
                  <a:pt x="2120735" y="374477"/>
                </a:cubicBezTo>
                <a:cubicBezTo>
                  <a:pt x="2139831" y="377596"/>
                  <a:pt x="2158294" y="383819"/>
                  <a:pt x="2175386" y="392897"/>
                </a:cubicBezTo>
                <a:cubicBezTo>
                  <a:pt x="2194973" y="401660"/>
                  <a:pt x="2193895" y="409967"/>
                  <a:pt x="2187996" y="430847"/>
                </a:cubicBezTo>
                <a:cubicBezTo>
                  <a:pt x="2178502" y="461715"/>
                  <a:pt x="2149882" y="466423"/>
                  <a:pt x="2128633" y="481314"/>
                </a:cubicBezTo>
                <a:cubicBezTo>
                  <a:pt x="2126437" y="482608"/>
                  <a:pt x="2123736" y="482711"/>
                  <a:pt x="2121443" y="481591"/>
                </a:cubicBezTo>
                <a:cubicBezTo>
                  <a:pt x="2098751" y="465812"/>
                  <a:pt x="2071744" y="476694"/>
                  <a:pt x="2047581" y="469249"/>
                </a:cubicBezTo>
                <a:cubicBezTo>
                  <a:pt x="2019493" y="460532"/>
                  <a:pt x="1990730" y="454014"/>
                  <a:pt x="1962593" y="445579"/>
                </a:cubicBezTo>
                <a:cubicBezTo>
                  <a:pt x="1949848" y="441787"/>
                  <a:pt x="1936575" y="440993"/>
                  <a:pt x="1923703" y="437372"/>
                </a:cubicBezTo>
                <a:cubicBezTo>
                  <a:pt x="1912743" y="435287"/>
                  <a:pt x="1904523" y="426132"/>
                  <a:pt x="1903619" y="415003"/>
                </a:cubicBezTo>
                <a:cubicBezTo>
                  <a:pt x="1901193" y="399971"/>
                  <a:pt x="1899806" y="384787"/>
                  <a:pt x="1899470" y="369564"/>
                </a:cubicBezTo>
                <a:cubicBezTo>
                  <a:pt x="1899144" y="356084"/>
                  <a:pt x="1907274" y="352110"/>
                  <a:pt x="1916445" y="353726"/>
                </a:cubicBezTo>
                <a:cubicBezTo>
                  <a:pt x="1937784" y="357487"/>
                  <a:pt x="1958059" y="351405"/>
                  <a:pt x="1978861" y="350533"/>
                </a:cubicBezTo>
                <a:close/>
                <a:moveTo>
                  <a:pt x="1260464" y="228065"/>
                </a:moveTo>
                <a:cubicBezTo>
                  <a:pt x="1275178" y="230908"/>
                  <a:pt x="1289199" y="237346"/>
                  <a:pt x="1301168" y="247116"/>
                </a:cubicBezTo>
                <a:cubicBezTo>
                  <a:pt x="1313043" y="254259"/>
                  <a:pt x="1316877" y="269683"/>
                  <a:pt x="1309735" y="281567"/>
                </a:cubicBezTo>
                <a:cubicBezTo>
                  <a:pt x="1309026" y="282740"/>
                  <a:pt x="1308231" y="283854"/>
                  <a:pt x="1307343" y="284897"/>
                </a:cubicBezTo>
                <a:cubicBezTo>
                  <a:pt x="1284187" y="316639"/>
                  <a:pt x="1272068" y="354190"/>
                  <a:pt x="1252643" y="387750"/>
                </a:cubicBezTo>
                <a:cubicBezTo>
                  <a:pt x="1249367" y="394680"/>
                  <a:pt x="1247339" y="402135"/>
                  <a:pt x="1246638" y="409769"/>
                </a:cubicBezTo>
                <a:cubicBezTo>
                  <a:pt x="1236079" y="465845"/>
                  <a:pt x="1181410" y="482570"/>
                  <a:pt x="1139847" y="473120"/>
                </a:cubicBezTo>
                <a:cubicBezTo>
                  <a:pt x="1118316" y="468263"/>
                  <a:pt x="1108764" y="452385"/>
                  <a:pt x="1109576" y="429160"/>
                </a:cubicBezTo>
                <a:cubicBezTo>
                  <a:pt x="1111059" y="405359"/>
                  <a:pt x="1117293" y="382095"/>
                  <a:pt x="1127908" y="360743"/>
                </a:cubicBezTo>
                <a:cubicBezTo>
                  <a:pt x="1139487" y="335553"/>
                  <a:pt x="1152858" y="311163"/>
                  <a:pt x="1165060" y="286276"/>
                </a:cubicBezTo>
                <a:cubicBezTo>
                  <a:pt x="1174042" y="268161"/>
                  <a:pt x="1182403" y="249743"/>
                  <a:pt x="1191380" y="230565"/>
                </a:cubicBezTo>
                <a:cubicBezTo>
                  <a:pt x="1199182" y="233491"/>
                  <a:pt x="1207789" y="233499"/>
                  <a:pt x="1215596" y="230585"/>
                </a:cubicBezTo>
                <a:cubicBezTo>
                  <a:pt x="1230343" y="225976"/>
                  <a:pt x="1245751" y="225223"/>
                  <a:pt x="1260464" y="228065"/>
                </a:cubicBezTo>
                <a:close/>
                <a:moveTo>
                  <a:pt x="1502251" y="175469"/>
                </a:moveTo>
                <a:cubicBezTo>
                  <a:pt x="1531751" y="173111"/>
                  <a:pt x="1561417" y="173747"/>
                  <a:pt x="1590790" y="177364"/>
                </a:cubicBezTo>
                <a:cubicBezTo>
                  <a:pt x="1605244" y="178082"/>
                  <a:pt x="1618861" y="184356"/>
                  <a:pt x="1628808" y="194880"/>
                </a:cubicBezTo>
                <a:cubicBezTo>
                  <a:pt x="1641226" y="207150"/>
                  <a:pt x="1654649" y="218366"/>
                  <a:pt x="1668926" y="228409"/>
                </a:cubicBezTo>
                <a:cubicBezTo>
                  <a:pt x="1694543" y="247311"/>
                  <a:pt x="1708903" y="275335"/>
                  <a:pt x="1727150" y="300470"/>
                </a:cubicBezTo>
                <a:cubicBezTo>
                  <a:pt x="1734334" y="310620"/>
                  <a:pt x="1731004" y="322392"/>
                  <a:pt x="1721487" y="332592"/>
                </a:cubicBezTo>
                <a:cubicBezTo>
                  <a:pt x="1702349" y="352490"/>
                  <a:pt x="1660867" y="357345"/>
                  <a:pt x="1634668" y="350507"/>
                </a:cubicBezTo>
                <a:cubicBezTo>
                  <a:pt x="1593991" y="339860"/>
                  <a:pt x="1571912" y="306905"/>
                  <a:pt x="1542504" y="282698"/>
                </a:cubicBezTo>
                <a:cubicBezTo>
                  <a:pt x="1536611" y="277797"/>
                  <a:pt x="1531893" y="271173"/>
                  <a:pt x="1525914" y="267318"/>
                </a:cubicBezTo>
                <a:cubicBezTo>
                  <a:pt x="1491048" y="243405"/>
                  <a:pt x="1495594" y="210507"/>
                  <a:pt x="1502251" y="175469"/>
                </a:cubicBezTo>
                <a:close/>
                <a:moveTo>
                  <a:pt x="588669" y="46165"/>
                </a:moveTo>
                <a:cubicBezTo>
                  <a:pt x="594368" y="45238"/>
                  <a:pt x="600449" y="47421"/>
                  <a:pt x="608054" y="52720"/>
                </a:cubicBezTo>
                <a:cubicBezTo>
                  <a:pt x="618377" y="59851"/>
                  <a:pt x="630500" y="63339"/>
                  <a:pt x="639958" y="72635"/>
                </a:cubicBezTo>
                <a:cubicBezTo>
                  <a:pt x="653140" y="84720"/>
                  <a:pt x="658424" y="103190"/>
                  <a:pt x="653631" y="120428"/>
                </a:cubicBezTo>
                <a:cubicBezTo>
                  <a:pt x="659816" y="150488"/>
                  <a:pt x="641101" y="176736"/>
                  <a:pt x="627638" y="202752"/>
                </a:cubicBezTo>
                <a:cubicBezTo>
                  <a:pt x="612716" y="232663"/>
                  <a:pt x="601666" y="264705"/>
                  <a:pt x="582824" y="292766"/>
                </a:cubicBezTo>
                <a:cubicBezTo>
                  <a:pt x="572131" y="311115"/>
                  <a:pt x="551686" y="321491"/>
                  <a:pt x="530578" y="319285"/>
                </a:cubicBezTo>
                <a:cubicBezTo>
                  <a:pt x="507209" y="317193"/>
                  <a:pt x="488227" y="303903"/>
                  <a:pt x="468105" y="293789"/>
                </a:cubicBezTo>
                <a:cubicBezTo>
                  <a:pt x="455960" y="287690"/>
                  <a:pt x="461018" y="274870"/>
                  <a:pt x="463318" y="266199"/>
                </a:cubicBezTo>
                <a:cubicBezTo>
                  <a:pt x="469096" y="248526"/>
                  <a:pt x="476194" y="231315"/>
                  <a:pt x="484552" y="214708"/>
                </a:cubicBezTo>
                <a:cubicBezTo>
                  <a:pt x="500707" y="181635"/>
                  <a:pt x="518469" y="148748"/>
                  <a:pt x="534050" y="115090"/>
                </a:cubicBezTo>
                <a:cubicBezTo>
                  <a:pt x="544113" y="94642"/>
                  <a:pt x="556719" y="75547"/>
                  <a:pt x="571567" y="58262"/>
                </a:cubicBezTo>
                <a:cubicBezTo>
                  <a:pt x="577649" y="51127"/>
                  <a:pt x="582969" y="47092"/>
                  <a:pt x="588669" y="46165"/>
                </a:cubicBezTo>
                <a:close/>
                <a:moveTo>
                  <a:pt x="922822" y="1789"/>
                </a:moveTo>
                <a:cubicBezTo>
                  <a:pt x="939388" y="7993"/>
                  <a:pt x="955744" y="14835"/>
                  <a:pt x="972453" y="20773"/>
                </a:cubicBezTo>
                <a:cubicBezTo>
                  <a:pt x="984995" y="26308"/>
                  <a:pt x="994326" y="37268"/>
                  <a:pt x="997794" y="50538"/>
                </a:cubicBezTo>
                <a:cubicBezTo>
                  <a:pt x="1001559" y="60111"/>
                  <a:pt x="1003592" y="70279"/>
                  <a:pt x="1003793" y="80564"/>
                </a:cubicBezTo>
                <a:cubicBezTo>
                  <a:pt x="1001945" y="107469"/>
                  <a:pt x="1011476" y="132227"/>
                  <a:pt x="1016330" y="157802"/>
                </a:cubicBezTo>
                <a:cubicBezTo>
                  <a:pt x="1019861" y="169489"/>
                  <a:pt x="1020752" y="181817"/>
                  <a:pt x="1018943" y="193894"/>
                </a:cubicBezTo>
                <a:cubicBezTo>
                  <a:pt x="1016694" y="223624"/>
                  <a:pt x="998468" y="237793"/>
                  <a:pt x="972169" y="236440"/>
                </a:cubicBezTo>
                <a:cubicBezTo>
                  <a:pt x="949696" y="235280"/>
                  <a:pt x="930500" y="223205"/>
                  <a:pt x="908799" y="219864"/>
                </a:cubicBezTo>
                <a:cubicBezTo>
                  <a:pt x="903429" y="218986"/>
                  <a:pt x="899655" y="214104"/>
                  <a:pt x="900155" y="208684"/>
                </a:cubicBezTo>
                <a:cubicBezTo>
                  <a:pt x="901116" y="173126"/>
                  <a:pt x="886997" y="140993"/>
                  <a:pt x="877356" y="108104"/>
                </a:cubicBezTo>
                <a:cubicBezTo>
                  <a:pt x="876628" y="105659"/>
                  <a:pt x="876291" y="103185"/>
                  <a:pt x="875379" y="100707"/>
                </a:cubicBezTo>
                <a:cubicBezTo>
                  <a:pt x="861062" y="61490"/>
                  <a:pt x="880536" y="32575"/>
                  <a:pt x="904667" y="5156"/>
                </a:cubicBezTo>
                <a:cubicBezTo>
                  <a:pt x="909159" y="-126"/>
                  <a:pt x="916739" y="-1531"/>
                  <a:pt x="922822" y="1789"/>
                </a:cubicBezTo>
                <a:close/>
              </a:path>
            </a:pathLst>
          </a:custGeom>
          <a:solidFill>
            <a:schemeClr val="tx2">
              <a:lumMod val="90000"/>
            </a:schemeClr>
          </a:solidFill>
          <a:ln w="950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AE2A102-A241-6338-9E3E-076D4CFA8E9E}"/>
              </a:ext>
            </a:extLst>
          </p:cNvPr>
          <p:cNvSpPr/>
          <p:nvPr userDrawn="1"/>
        </p:nvSpPr>
        <p:spPr>
          <a:xfrm>
            <a:off x="162001" y="497267"/>
            <a:ext cx="1800646" cy="3355778"/>
          </a:xfrm>
          <a:custGeom>
            <a:avLst/>
            <a:gdLst>
              <a:gd name="connsiteX0" fmla="*/ 935159 w 1800646"/>
              <a:gd name="connsiteY0" fmla="*/ 3289324 h 3355778"/>
              <a:gd name="connsiteX1" fmla="*/ 940282 w 1800646"/>
              <a:gd name="connsiteY1" fmla="*/ 3301797 h 3355778"/>
              <a:gd name="connsiteX2" fmla="*/ 948759 w 1800646"/>
              <a:gd name="connsiteY2" fmla="*/ 3303635 h 3355778"/>
              <a:gd name="connsiteX3" fmla="*/ 949724 w 1800646"/>
              <a:gd name="connsiteY3" fmla="*/ 3300739 h 3355778"/>
              <a:gd name="connsiteX4" fmla="*/ 949723 w 1800646"/>
              <a:gd name="connsiteY4" fmla="*/ 3300741 h 3355778"/>
              <a:gd name="connsiteX5" fmla="*/ 935159 w 1800646"/>
              <a:gd name="connsiteY5" fmla="*/ 3289324 h 3355778"/>
              <a:gd name="connsiteX6" fmla="*/ 1101818 w 1800646"/>
              <a:gd name="connsiteY6" fmla="*/ 3273153 h 3355778"/>
              <a:gd name="connsiteX7" fmla="*/ 1101817 w 1800646"/>
              <a:gd name="connsiteY7" fmla="*/ 3273154 h 3355778"/>
              <a:gd name="connsiteX8" fmla="*/ 1101817 w 1800646"/>
              <a:gd name="connsiteY8" fmla="*/ 3273154 h 3355778"/>
              <a:gd name="connsiteX9" fmla="*/ 1095964 w 1800646"/>
              <a:gd name="connsiteY9" fmla="*/ 3287854 h 3355778"/>
              <a:gd name="connsiteX10" fmla="*/ 1108206 w 1800646"/>
              <a:gd name="connsiteY10" fmla="*/ 3297692 h 3355778"/>
              <a:gd name="connsiteX11" fmla="*/ 1110243 w 1800646"/>
              <a:gd name="connsiteY11" fmla="*/ 3283978 h 3355778"/>
              <a:gd name="connsiteX12" fmla="*/ 1101819 w 1800646"/>
              <a:gd name="connsiteY12" fmla="*/ 3273155 h 3355778"/>
              <a:gd name="connsiteX13" fmla="*/ 1101817 w 1800646"/>
              <a:gd name="connsiteY13" fmla="*/ 3273154 h 3355778"/>
              <a:gd name="connsiteX14" fmla="*/ 895455 w 1800646"/>
              <a:gd name="connsiteY14" fmla="*/ 3268237 h 3355778"/>
              <a:gd name="connsiteX15" fmla="*/ 894102 w 1800646"/>
              <a:gd name="connsiteY15" fmla="*/ 3271786 h 3355778"/>
              <a:gd name="connsiteX16" fmla="*/ 894103 w 1800646"/>
              <a:gd name="connsiteY16" fmla="*/ 3271787 h 3355778"/>
              <a:gd name="connsiteX17" fmla="*/ 892709 w 1800646"/>
              <a:gd name="connsiteY17" fmla="*/ 3275439 h 3355778"/>
              <a:gd name="connsiteX18" fmla="*/ 894105 w 1800646"/>
              <a:gd name="connsiteY18" fmla="*/ 3271786 h 3355778"/>
              <a:gd name="connsiteX19" fmla="*/ 899201 w 1800646"/>
              <a:gd name="connsiteY19" fmla="*/ 3276886 h 3355778"/>
              <a:gd name="connsiteX20" fmla="*/ 900140 w 1800646"/>
              <a:gd name="connsiteY20" fmla="*/ 3278424 h 3355778"/>
              <a:gd name="connsiteX21" fmla="*/ 892708 w 1800646"/>
              <a:gd name="connsiteY21" fmla="*/ 3275442 h 3355778"/>
              <a:gd name="connsiteX22" fmla="*/ 892707 w 1800646"/>
              <a:gd name="connsiteY22" fmla="*/ 3275444 h 3355778"/>
              <a:gd name="connsiteX23" fmla="*/ 900138 w 1800646"/>
              <a:gd name="connsiteY23" fmla="*/ 3278426 h 3355778"/>
              <a:gd name="connsiteX24" fmla="*/ 900141 w 1800646"/>
              <a:gd name="connsiteY24" fmla="*/ 3278429 h 3355778"/>
              <a:gd name="connsiteX25" fmla="*/ 911043 w 1800646"/>
              <a:gd name="connsiteY25" fmla="*/ 3282807 h 3355778"/>
              <a:gd name="connsiteX26" fmla="*/ 913398 w 1800646"/>
              <a:gd name="connsiteY26" fmla="*/ 3277661 h 3355778"/>
              <a:gd name="connsiteX27" fmla="*/ 895455 w 1800646"/>
              <a:gd name="connsiteY27" fmla="*/ 3268237 h 3355778"/>
              <a:gd name="connsiteX28" fmla="*/ 1048446 w 1800646"/>
              <a:gd name="connsiteY28" fmla="*/ 3265937 h 3355778"/>
              <a:gd name="connsiteX29" fmla="*/ 1048446 w 1800646"/>
              <a:gd name="connsiteY29" fmla="*/ 3265938 h 3355778"/>
              <a:gd name="connsiteX30" fmla="*/ 1046419 w 1800646"/>
              <a:gd name="connsiteY30" fmla="*/ 3267081 h 3355778"/>
              <a:gd name="connsiteX31" fmla="*/ 1051967 w 1800646"/>
              <a:gd name="connsiteY31" fmla="*/ 3279913 h 3355778"/>
              <a:gd name="connsiteX32" fmla="*/ 1060180 w 1800646"/>
              <a:gd name="connsiteY32" fmla="*/ 3281760 h 3355778"/>
              <a:gd name="connsiteX33" fmla="*/ 1048446 w 1800646"/>
              <a:gd name="connsiteY33" fmla="*/ 3265937 h 3355778"/>
              <a:gd name="connsiteX34" fmla="*/ 1100752 w 1800646"/>
              <a:gd name="connsiteY34" fmla="*/ 3261343 h 3355778"/>
              <a:gd name="connsiteX35" fmla="*/ 1089928 w 1800646"/>
              <a:gd name="connsiteY35" fmla="*/ 3263968 h 3355778"/>
              <a:gd name="connsiteX36" fmla="*/ 1090421 w 1800646"/>
              <a:gd name="connsiteY36" fmla="*/ 3268211 h 3355778"/>
              <a:gd name="connsiteX37" fmla="*/ 1101715 w 1800646"/>
              <a:gd name="connsiteY37" fmla="*/ 3272386 h 3355778"/>
              <a:gd name="connsiteX38" fmla="*/ 1101487 w 1800646"/>
              <a:gd name="connsiteY38" fmla="*/ 3272739 h 3355778"/>
              <a:gd name="connsiteX39" fmla="*/ 1101487 w 1800646"/>
              <a:gd name="connsiteY39" fmla="*/ 3272740 h 3355778"/>
              <a:gd name="connsiteX40" fmla="*/ 1101716 w 1800646"/>
              <a:gd name="connsiteY40" fmla="*/ 3272387 h 3355778"/>
              <a:gd name="connsiteX41" fmla="*/ 1102169 w 1800646"/>
              <a:gd name="connsiteY41" fmla="*/ 3272554 h 3355778"/>
              <a:gd name="connsiteX42" fmla="*/ 1102169 w 1800646"/>
              <a:gd name="connsiteY42" fmla="*/ 3272553 h 3355778"/>
              <a:gd name="connsiteX43" fmla="*/ 1101716 w 1800646"/>
              <a:gd name="connsiteY43" fmla="*/ 3272386 h 3355778"/>
              <a:gd name="connsiteX44" fmla="*/ 1100752 w 1800646"/>
              <a:gd name="connsiteY44" fmla="*/ 3261345 h 3355778"/>
              <a:gd name="connsiteX45" fmla="*/ 866062 w 1800646"/>
              <a:gd name="connsiteY45" fmla="*/ 3244953 h 3355778"/>
              <a:gd name="connsiteX46" fmla="*/ 864103 w 1800646"/>
              <a:gd name="connsiteY46" fmla="*/ 3260296 h 3355778"/>
              <a:gd name="connsiteX47" fmla="*/ 864105 w 1800646"/>
              <a:gd name="connsiteY47" fmla="*/ 3260295 h 3355778"/>
              <a:gd name="connsiteX48" fmla="*/ 866063 w 1800646"/>
              <a:gd name="connsiteY48" fmla="*/ 3244955 h 3355778"/>
              <a:gd name="connsiteX49" fmla="*/ 909725 w 1800646"/>
              <a:gd name="connsiteY49" fmla="*/ 2916434 h 3355778"/>
              <a:gd name="connsiteX50" fmla="*/ 909721 w 1800646"/>
              <a:gd name="connsiteY50" fmla="*/ 2916438 h 3355778"/>
              <a:gd name="connsiteX51" fmla="*/ 913083 w 1800646"/>
              <a:gd name="connsiteY51" fmla="*/ 2918247 h 3355778"/>
              <a:gd name="connsiteX52" fmla="*/ 908723 w 1800646"/>
              <a:gd name="connsiteY52" fmla="*/ 2928041 h 3355778"/>
              <a:gd name="connsiteX53" fmla="*/ 918156 w 1800646"/>
              <a:gd name="connsiteY53" fmla="*/ 2931861 h 3355778"/>
              <a:gd name="connsiteX54" fmla="*/ 935902 w 1800646"/>
              <a:gd name="connsiteY54" fmla="*/ 2948660 h 3355778"/>
              <a:gd name="connsiteX55" fmla="*/ 943047 w 1800646"/>
              <a:gd name="connsiteY55" fmla="*/ 2944011 h 3355778"/>
              <a:gd name="connsiteX56" fmla="*/ 943047 w 1800646"/>
              <a:gd name="connsiteY56" fmla="*/ 2944010 h 3355778"/>
              <a:gd name="connsiteX57" fmla="*/ 935906 w 1800646"/>
              <a:gd name="connsiteY57" fmla="*/ 2948657 h 3355778"/>
              <a:gd name="connsiteX58" fmla="*/ 918160 w 1800646"/>
              <a:gd name="connsiteY58" fmla="*/ 2931857 h 3355778"/>
              <a:gd name="connsiteX59" fmla="*/ 908727 w 1800646"/>
              <a:gd name="connsiteY59" fmla="*/ 2928037 h 3355778"/>
              <a:gd name="connsiteX60" fmla="*/ 913088 w 1800646"/>
              <a:gd name="connsiteY60" fmla="*/ 2918243 h 3355778"/>
              <a:gd name="connsiteX61" fmla="*/ 906286 w 1800646"/>
              <a:gd name="connsiteY61" fmla="*/ 2903949 h 3355778"/>
              <a:gd name="connsiteX62" fmla="*/ 906281 w 1800646"/>
              <a:gd name="connsiteY62" fmla="*/ 2903950 h 3355778"/>
              <a:gd name="connsiteX63" fmla="*/ 906418 w 1800646"/>
              <a:gd name="connsiteY63" fmla="*/ 2912263 h 3355778"/>
              <a:gd name="connsiteX64" fmla="*/ 906442 w 1800646"/>
              <a:gd name="connsiteY64" fmla="*/ 2912265 h 3355778"/>
              <a:gd name="connsiteX65" fmla="*/ 912130 w 1800646"/>
              <a:gd name="connsiteY65" fmla="*/ 2914064 h 3355778"/>
              <a:gd name="connsiteX66" fmla="*/ 912131 w 1800646"/>
              <a:gd name="connsiteY66" fmla="*/ 2914069 h 3355778"/>
              <a:gd name="connsiteX67" fmla="*/ 912135 w 1800646"/>
              <a:gd name="connsiteY67" fmla="*/ 2914066 h 3355778"/>
              <a:gd name="connsiteX68" fmla="*/ 912130 w 1800646"/>
              <a:gd name="connsiteY68" fmla="*/ 2914064 h 3355778"/>
              <a:gd name="connsiteX69" fmla="*/ 911755 w 1800646"/>
              <a:gd name="connsiteY69" fmla="*/ 2912628 h 3355778"/>
              <a:gd name="connsiteX70" fmla="*/ 906442 w 1800646"/>
              <a:gd name="connsiteY70" fmla="*/ 2912265 h 3355778"/>
              <a:gd name="connsiteX71" fmla="*/ 906422 w 1800646"/>
              <a:gd name="connsiteY71" fmla="*/ 2912258 h 3355778"/>
              <a:gd name="connsiteX72" fmla="*/ 908027 w 1800646"/>
              <a:gd name="connsiteY72" fmla="*/ 2907822 h 3355778"/>
              <a:gd name="connsiteX73" fmla="*/ 903136 w 1800646"/>
              <a:gd name="connsiteY73" fmla="*/ 2900941 h 3355778"/>
              <a:gd name="connsiteX74" fmla="*/ 903132 w 1800646"/>
              <a:gd name="connsiteY74" fmla="*/ 2900945 h 3355778"/>
              <a:gd name="connsiteX75" fmla="*/ 906539 w 1800646"/>
              <a:gd name="connsiteY75" fmla="*/ 2902899 h 3355778"/>
              <a:gd name="connsiteX76" fmla="*/ 908867 w 1800646"/>
              <a:gd name="connsiteY76" fmla="*/ 2903420 h 3355778"/>
              <a:gd name="connsiteX77" fmla="*/ 908880 w 1800646"/>
              <a:gd name="connsiteY77" fmla="*/ 2903417 h 3355778"/>
              <a:gd name="connsiteX78" fmla="*/ 906542 w 1800646"/>
              <a:gd name="connsiteY78" fmla="*/ 2902895 h 3355778"/>
              <a:gd name="connsiteX79" fmla="*/ 939641 w 1800646"/>
              <a:gd name="connsiteY79" fmla="*/ 2881924 h 3355778"/>
              <a:gd name="connsiteX80" fmla="*/ 936014 w 1800646"/>
              <a:gd name="connsiteY80" fmla="*/ 2884324 h 3355778"/>
              <a:gd name="connsiteX81" fmla="*/ 936014 w 1800646"/>
              <a:gd name="connsiteY81" fmla="*/ 2884326 h 3355778"/>
              <a:gd name="connsiteX82" fmla="*/ 939642 w 1800646"/>
              <a:gd name="connsiteY82" fmla="*/ 2881925 h 3355778"/>
              <a:gd name="connsiteX83" fmla="*/ 899674 w 1800646"/>
              <a:gd name="connsiteY83" fmla="*/ 2868448 h 3355778"/>
              <a:gd name="connsiteX84" fmla="*/ 897423 w 1800646"/>
              <a:gd name="connsiteY84" fmla="*/ 2871486 h 3355778"/>
              <a:gd name="connsiteX85" fmla="*/ 895689 w 1800646"/>
              <a:gd name="connsiteY85" fmla="*/ 2879170 h 3355778"/>
              <a:gd name="connsiteX86" fmla="*/ 897626 w 1800646"/>
              <a:gd name="connsiteY86" fmla="*/ 2885596 h 3355778"/>
              <a:gd name="connsiteX87" fmla="*/ 905871 w 1800646"/>
              <a:gd name="connsiteY87" fmla="*/ 2897114 h 3355778"/>
              <a:gd name="connsiteX88" fmla="*/ 904035 w 1800646"/>
              <a:gd name="connsiteY88" fmla="*/ 2899682 h 3355778"/>
              <a:gd name="connsiteX89" fmla="*/ 905875 w 1800646"/>
              <a:gd name="connsiteY89" fmla="*/ 2897111 h 3355778"/>
              <a:gd name="connsiteX90" fmla="*/ 897630 w 1800646"/>
              <a:gd name="connsiteY90" fmla="*/ 2885591 h 3355778"/>
              <a:gd name="connsiteX91" fmla="*/ 895693 w 1800646"/>
              <a:gd name="connsiteY91" fmla="*/ 2879166 h 3355778"/>
              <a:gd name="connsiteX92" fmla="*/ 897427 w 1800646"/>
              <a:gd name="connsiteY92" fmla="*/ 2871482 h 3355778"/>
              <a:gd name="connsiteX93" fmla="*/ 939630 w 1800646"/>
              <a:gd name="connsiteY93" fmla="*/ 2857868 h 3355778"/>
              <a:gd name="connsiteX94" fmla="*/ 939629 w 1800646"/>
              <a:gd name="connsiteY94" fmla="*/ 2857873 h 3355778"/>
              <a:gd name="connsiteX95" fmla="*/ 942622 w 1800646"/>
              <a:gd name="connsiteY95" fmla="*/ 2857905 h 3355778"/>
              <a:gd name="connsiteX96" fmla="*/ 942621 w 1800646"/>
              <a:gd name="connsiteY96" fmla="*/ 2857902 h 3355778"/>
              <a:gd name="connsiteX97" fmla="*/ 944371 w 1800646"/>
              <a:gd name="connsiteY97" fmla="*/ 2844066 h 3355778"/>
              <a:gd name="connsiteX98" fmla="*/ 940475 w 1800646"/>
              <a:gd name="connsiteY98" fmla="*/ 2845762 h 3355778"/>
              <a:gd name="connsiteX99" fmla="*/ 940475 w 1800646"/>
              <a:gd name="connsiteY99" fmla="*/ 2845765 h 3355778"/>
              <a:gd name="connsiteX100" fmla="*/ 944371 w 1800646"/>
              <a:gd name="connsiteY100" fmla="*/ 2844068 h 3355778"/>
              <a:gd name="connsiteX101" fmla="*/ 896145 w 1800646"/>
              <a:gd name="connsiteY101" fmla="*/ 2841135 h 3355778"/>
              <a:gd name="connsiteX102" fmla="*/ 896141 w 1800646"/>
              <a:gd name="connsiteY102" fmla="*/ 2841135 h 3355778"/>
              <a:gd name="connsiteX103" fmla="*/ 899096 w 1800646"/>
              <a:gd name="connsiteY103" fmla="*/ 2862294 h 3355778"/>
              <a:gd name="connsiteX104" fmla="*/ 900417 w 1800646"/>
              <a:gd name="connsiteY104" fmla="*/ 2867446 h 3355778"/>
              <a:gd name="connsiteX105" fmla="*/ 900420 w 1800646"/>
              <a:gd name="connsiteY105" fmla="*/ 2867441 h 3355778"/>
              <a:gd name="connsiteX106" fmla="*/ 899100 w 1800646"/>
              <a:gd name="connsiteY106" fmla="*/ 2862290 h 3355778"/>
              <a:gd name="connsiteX107" fmla="*/ 896068 w 1800646"/>
              <a:gd name="connsiteY107" fmla="*/ 2853381 h 3355778"/>
              <a:gd name="connsiteX108" fmla="*/ 956740 w 1800646"/>
              <a:gd name="connsiteY108" fmla="*/ 2798228 h 3355778"/>
              <a:gd name="connsiteX109" fmla="*/ 950973 w 1800646"/>
              <a:gd name="connsiteY109" fmla="*/ 2802090 h 3355778"/>
              <a:gd name="connsiteX110" fmla="*/ 950973 w 1800646"/>
              <a:gd name="connsiteY110" fmla="*/ 2802092 h 3355778"/>
              <a:gd name="connsiteX111" fmla="*/ 956741 w 1800646"/>
              <a:gd name="connsiteY111" fmla="*/ 2798228 h 3355778"/>
              <a:gd name="connsiteX112" fmla="*/ 914292 w 1800646"/>
              <a:gd name="connsiteY112" fmla="*/ 2756157 h 3355778"/>
              <a:gd name="connsiteX113" fmla="*/ 914289 w 1800646"/>
              <a:gd name="connsiteY113" fmla="*/ 2756158 h 3355778"/>
              <a:gd name="connsiteX114" fmla="*/ 908860 w 1800646"/>
              <a:gd name="connsiteY114" fmla="*/ 2789189 h 3355778"/>
              <a:gd name="connsiteX115" fmla="*/ 907128 w 1800646"/>
              <a:gd name="connsiteY115" fmla="*/ 2805478 h 3355778"/>
              <a:gd name="connsiteX116" fmla="*/ 903143 w 1800646"/>
              <a:gd name="connsiteY116" fmla="*/ 2814386 h 3355778"/>
              <a:gd name="connsiteX117" fmla="*/ 897562 w 1800646"/>
              <a:gd name="connsiteY117" fmla="*/ 2835985 h 3355778"/>
              <a:gd name="connsiteX118" fmla="*/ 899188 w 1800646"/>
              <a:gd name="connsiteY118" fmla="*/ 2841009 h 3355778"/>
              <a:gd name="connsiteX119" fmla="*/ 899193 w 1800646"/>
              <a:gd name="connsiteY119" fmla="*/ 2841010 h 3355778"/>
              <a:gd name="connsiteX120" fmla="*/ 897566 w 1800646"/>
              <a:gd name="connsiteY120" fmla="*/ 2835981 h 3355778"/>
              <a:gd name="connsiteX121" fmla="*/ 903147 w 1800646"/>
              <a:gd name="connsiteY121" fmla="*/ 2814383 h 3355778"/>
              <a:gd name="connsiteX122" fmla="*/ 907132 w 1800646"/>
              <a:gd name="connsiteY122" fmla="*/ 2805475 h 3355778"/>
              <a:gd name="connsiteX123" fmla="*/ 908864 w 1800646"/>
              <a:gd name="connsiteY123" fmla="*/ 2789185 h 3355778"/>
              <a:gd name="connsiteX124" fmla="*/ 913421 w 1800646"/>
              <a:gd name="connsiteY124" fmla="*/ 2774385 h 3355778"/>
              <a:gd name="connsiteX125" fmla="*/ 797864 w 1800646"/>
              <a:gd name="connsiteY125" fmla="*/ 2665912 h 3355778"/>
              <a:gd name="connsiteX126" fmla="*/ 797861 w 1800646"/>
              <a:gd name="connsiteY126" fmla="*/ 2665916 h 3355778"/>
              <a:gd name="connsiteX127" fmla="*/ 801437 w 1800646"/>
              <a:gd name="connsiteY127" fmla="*/ 2707490 h 3355778"/>
              <a:gd name="connsiteX128" fmla="*/ 835883 w 1800646"/>
              <a:gd name="connsiteY128" fmla="*/ 2717700 h 3355778"/>
              <a:gd name="connsiteX129" fmla="*/ 844292 w 1800646"/>
              <a:gd name="connsiteY129" fmla="*/ 2709213 h 3355778"/>
              <a:gd name="connsiteX130" fmla="*/ 856807 w 1800646"/>
              <a:gd name="connsiteY130" fmla="*/ 2705428 h 3355778"/>
              <a:gd name="connsiteX131" fmla="*/ 856811 w 1800646"/>
              <a:gd name="connsiteY131" fmla="*/ 2705421 h 3355778"/>
              <a:gd name="connsiteX132" fmla="*/ 844295 w 1800646"/>
              <a:gd name="connsiteY132" fmla="*/ 2709206 h 3355778"/>
              <a:gd name="connsiteX133" fmla="*/ 835887 w 1800646"/>
              <a:gd name="connsiteY133" fmla="*/ 2717693 h 3355778"/>
              <a:gd name="connsiteX134" fmla="*/ 801440 w 1800646"/>
              <a:gd name="connsiteY134" fmla="*/ 2707483 h 3355778"/>
              <a:gd name="connsiteX135" fmla="*/ 790573 w 1800646"/>
              <a:gd name="connsiteY135" fmla="*/ 2688181 h 3355778"/>
              <a:gd name="connsiteX136" fmla="*/ 672762 w 1800646"/>
              <a:gd name="connsiteY136" fmla="*/ 2664852 h 3355778"/>
              <a:gd name="connsiteX137" fmla="*/ 664841 w 1800646"/>
              <a:gd name="connsiteY137" fmla="*/ 2686806 h 3355778"/>
              <a:gd name="connsiteX138" fmla="*/ 664839 w 1800646"/>
              <a:gd name="connsiteY138" fmla="*/ 2686808 h 3355778"/>
              <a:gd name="connsiteX139" fmla="*/ 644483 w 1800646"/>
              <a:gd name="connsiteY139" fmla="*/ 2726613 h 3355778"/>
              <a:gd name="connsiteX140" fmla="*/ 644482 w 1800646"/>
              <a:gd name="connsiteY140" fmla="*/ 2726617 h 3355778"/>
              <a:gd name="connsiteX141" fmla="*/ 664840 w 1800646"/>
              <a:gd name="connsiteY141" fmla="*/ 2686811 h 3355778"/>
              <a:gd name="connsiteX142" fmla="*/ 691172 w 1800646"/>
              <a:gd name="connsiteY142" fmla="*/ 2629987 h 3355778"/>
              <a:gd name="connsiteX143" fmla="*/ 679893 w 1800646"/>
              <a:gd name="connsiteY143" fmla="*/ 2645092 h 3355778"/>
              <a:gd name="connsiteX144" fmla="*/ 679891 w 1800646"/>
              <a:gd name="connsiteY144" fmla="*/ 2645096 h 3355778"/>
              <a:gd name="connsiteX145" fmla="*/ 691171 w 1800646"/>
              <a:gd name="connsiteY145" fmla="*/ 2629989 h 3355778"/>
              <a:gd name="connsiteX146" fmla="*/ 838138 w 1800646"/>
              <a:gd name="connsiteY146" fmla="*/ 2602554 h 3355778"/>
              <a:gd name="connsiteX147" fmla="*/ 830280 w 1800646"/>
              <a:gd name="connsiteY147" fmla="*/ 2622334 h 3355778"/>
              <a:gd name="connsiteX148" fmla="*/ 830283 w 1800646"/>
              <a:gd name="connsiteY148" fmla="*/ 2622329 h 3355778"/>
              <a:gd name="connsiteX149" fmla="*/ 838141 w 1800646"/>
              <a:gd name="connsiteY149" fmla="*/ 2602554 h 3355778"/>
              <a:gd name="connsiteX150" fmla="*/ 844177 w 1800646"/>
              <a:gd name="connsiteY150" fmla="*/ 2598380 h 3355778"/>
              <a:gd name="connsiteX151" fmla="*/ 842666 w 1800646"/>
              <a:gd name="connsiteY151" fmla="*/ 2601400 h 3355778"/>
              <a:gd name="connsiteX152" fmla="*/ 842665 w 1800646"/>
              <a:gd name="connsiteY152" fmla="*/ 2601401 h 3355778"/>
              <a:gd name="connsiteX153" fmla="*/ 711215 w 1800646"/>
              <a:gd name="connsiteY153" fmla="*/ 2594284 h 3355778"/>
              <a:gd name="connsiteX154" fmla="*/ 695216 w 1800646"/>
              <a:gd name="connsiteY154" fmla="*/ 2613701 h 3355778"/>
              <a:gd name="connsiteX155" fmla="*/ 695214 w 1800646"/>
              <a:gd name="connsiteY155" fmla="*/ 2613704 h 3355778"/>
              <a:gd name="connsiteX156" fmla="*/ 711214 w 1800646"/>
              <a:gd name="connsiteY156" fmla="*/ 2594287 h 3355778"/>
              <a:gd name="connsiteX157" fmla="*/ 779459 w 1800646"/>
              <a:gd name="connsiteY157" fmla="*/ 2575331 h 3355778"/>
              <a:gd name="connsiteX158" fmla="*/ 779458 w 1800646"/>
              <a:gd name="connsiteY158" fmla="*/ 2575333 h 3355778"/>
              <a:gd name="connsiteX159" fmla="*/ 794190 w 1800646"/>
              <a:gd name="connsiteY159" fmla="*/ 2586884 h 3355778"/>
              <a:gd name="connsiteX160" fmla="*/ 794189 w 1800646"/>
              <a:gd name="connsiteY160" fmla="*/ 2586886 h 3355778"/>
              <a:gd name="connsiteX161" fmla="*/ 794192 w 1800646"/>
              <a:gd name="connsiteY161" fmla="*/ 2586882 h 3355778"/>
              <a:gd name="connsiteX162" fmla="*/ 779459 w 1800646"/>
              <a:gd name="connsiteY162" fmla="*/ 2575332 h 3355778"/>
              <a:gd name="connsiteX163" fmla="*/ 746420 w 1800646"/>
              <a:gd name="connsiteY163" fmla="*/ 2547452 h 3355778"/>
              <a:gd name="connsiteX164" fmla="*/ 741849 w 1800646"/>
              <a:gd name="connsiteY164" fmla="*/ 2553626 h 3355778"/>
              <a:gd name="connsiteX165" fmla="*/ 770028 w 1800646"/>
              <a:gd name="connsiteY165" fmla="*/ 2569269 h 3355778"/>
              <a:gd name="connsiteX166" fmla="*/ 741851 w 1800646"/>
              <a:gd name="connsiteY166" fmla="*/ 2553626 h 3355778"/>
              <a:gd name="connsiteX167" fmla="*/ 746422 w 1800646"/>
              <a:gd name="connsiteY167" fmla="*/ 2547453 h 3355778"/>
              <a:gd name="connsiteX168" fmla="*/ 361159 w 1800646"/>
              <a:gd name="connsiteY168" fmla="*/ 2491750 h 3355778"/>
              <a:gd name="connsiteX169" fmla="*/ 361119 w 1800646"/>
              <a:gd name="connsiteY169" fmla="*/ 2491856 h 3355778"/>
              <a:gd name="connsiteX170" fmla="*/ 361123 w 1800646"/>
              <a:gd name="connsiteY170" fmla="*/ 2491853 h 3355778"/>
              <a:gd name="connsiteX171" fmla="*/ 361161 w 1800646"/>
              <a:gd name="connsiteY171" fmla="*/ 2491751 h 3355778"/>
              <a:gd name="connsiteX172" fmla="*/ 653062 w 1800646"/>
              <a:gd name="connsiteY172" fmla="*/ 2490044 h 3355778"/>
              <a:gd name="connsiteX173" fmla="*/ 640414 w 1800646"/>
              <a:gd name="connsiteY173" fmla="*/ 2506258 h 3355778"/>
              <a:gd name="connsiteX174" fmla="*/ 630228 w 1800646"/>
              <a:gd name="connsiteY174" fmla="*/ 2523973 h 3355778"/>
              <a:gd name="connsiteX175" fmla="*/ 653062 w 1800646"/>
              <a:gd name="connsiteY175" fmla="*/ 2490044 h 3355778"/>
              <a:gd name="connsiteX176" fmla="*/ 260881 w 1800646"/>
              <a:gd name="connsiteY176" fmla="*/ 2485919 h 3355778"/>
              <a:gd name="connsiteX177" fmla="*/ 238374 w 1800646"/>
              <a:gd name="connsiteY177" fmla="*/ 2496507 h 3355778"/>
              <a:gd name="connsiteX178" fmla="*/ 240124 w 1800646"/>
              <a:gd name="connsiteY178" fmla="*/ 2502689 h 3355778"/>
              <a:gd name="connsiteX179" fmla="*/ 263202 w 1800646"/>
              <a:gd name="connsiteY179" fmla="*/ 2490547 h 3355778"/>
              <a:gd name="connsiteX180" fmla="*/ 260881 w 1800646"/>
              <a:gd name="connsiteY180" fmla="*/ 2485919 h 3355778"/>
              <a:gd name="connsiteX181" fmla="*/ 368960 w 1800646"/>
              <a:gd name="connsiteY181" fmla="*/ 2470487 h 3355778"/>
              <a:gd name="connsiteX182" fmla="*/ 368548 w 1800646"/>
              <a:gd name="connsiteY182" fmla="*/ 2471610 h 3355778"/>
              <a:gd name="connsiteX183" fmla="*/ 368547 w 1800646"/>
              <a:gd name="connsiteY183" fmla="*/ 2471611 h 3355778"/>
              <a:gd name="connsiteX184" fmla="*/ 368548 w 1800646"/>
              <a:gd name="connsiteY184" fmla="*/ 2471612 h 3355778"/>
              <a:gd name="connsiteX185" fmla="*/ 361215 w 1800646"/>
              <a:gd name="connsiteY185" fmla="*/ 2475134 h 3355778"/>
              <a:gd name="connsiteX186" fmla="*/ 289830 w 1800646"/>
              <a:gd name="connsiteY186" fmla="*/ 2521547 h 3355778"/>
              <a:gd name="connsiteX187" fmla="*/ 168478 w 1800646"/>
              <a:gd name="connsiteY187" fmla="*/ 2572435 h 3355778"/>
              <a:gd name="connsiteX188" fmla="*/ 144136 w 1800646"/>
              <a:gd name="connsiteY188" fmla="*/ 2583325 h 3355778"/>
              <a:gd name="connsiteX189" fmla="*/ 126444 w 1800646"/>
              <a:gd name="connsiteY189" fmla="*/ 2600137 h 3355778"/>
              <a:gd name="connsiteX190" fmla="*/ 136971 w 1800646"/>
              <a:gd name="connsiteY190" fmla="*/ 2594304 h 3355778"/>
              <a:gd name="connsiteX191" fmla="*/ 249938 w 1800646"/>
              <a:gd name="connsiteY191" fmla="*/ 2551702 h 3355778"/>
              <a:gd name="connsiteX192" fmla="*/ 330622 w 1800646"/>
              <a:gd name="connsiteY192" fmla="*/ 2506647 h 3355778"/>
              <a:gd name="connsiteX193" fmla="*/ 344066 w 1800646"/>
              <a:gd name="connsiteY193" fmla="*/ 2495813 h 3355778"/>
              <a:gd name="connsiteX194" fmla="*/ 361159 w 1800646"/>
              <a:gd name="connsiteY194" fmla="*/ 2491751 h 3355778"/>
              <a:gd name="connsiteX195" fmla="*/ 368548 w 1800646"/>
              <a:gd name="connsiteY195" fmla="*/ 2471612 h 3355778"/>
              <a:gd name="connsiteX196" fmla="*/ 368548 w 1800646"/>
              <a:gd name="connsiteY196" fmla="*/ 2471611 h 3355778"/>
              <a:gd name="connsiteX197" fmla="*/ 368548 w 1800646"/>
              <a:gd name="connsiteY197" fmla="*/ 2471610 h 3355778"/>
              <a:gd name="connsiteX198" fmla="*/ 369080 w 1800646"/>
              <a:gd name="connsiteY198" fmla="*/ 2471354 h 3355778"/>
              <a:gd name="connsiteX199" fmla="*/ 369084 w 1800646"/>
              <a:gd name="connsiteY199" fmla="*/ 2471351 h 3355778"/>
              <a:gd name="connsiteX200" fmla="*/ 368552 w 1800646"/>
              <a:gd name="connsiteY200" fmla="*/ 2471608 h 3355778"/>
              <a:gd name="connsiteX201" fmla="*/ 368962 w 1800646"/>
              <a:gd name="connsiteY201" fmla="*/ 2470487 h 3355778"/>
              <a:gd name="connsiteX202" fmla="*/ 299694 w 1800646"/>
              <a:gd name="connsiteY202" fmla="*/ 2466213 h 3355778"/>
              <a:gd name="connsiteX203" fmla="*/ 287133 w 1800646"/>
              <a:gd name="connsiteY203" fmla="*/ 2472887 h 3355778"/>
              <a:gd name="connsiteX204" fmla="*/ 288721 w 1800646"/>
              <a:gd name="connsiteY204" fmla="*/ 2477248 h 3355778"/>
              <a:gd name="connsiteX205" fmla="*/ 296409 w 1800646"/>
              <a:gd name="connsiteY205" fmla="*/ 2474222 h 3355778"/>
              <a:gd name="connsiteX206" fmla="*/ 296411 w 1800646"/>
              <a:gd name="connsiteY206" fmla="*/ 2474223 h 3355778"/>
              <a:gd name="connsiteX207" fmla="*/ 301798 w 1800646"/>
              <a:gd name="connsiteY207" fmla="*/ 2468367 h 3355778"/>
              <a:gd name="connsiteX208" fmla="*/ 299694 w 1800646"/>
              <a:gd name="connsiteY208" fmla="*/ 2466213 h 3355778"/>
              <a:gd name="connsiteX209" fmla="*/ 381774 w 1800646"/>
              <a:gd name="connsiteY209" fmla="*/ 2460183 h 3355778"/>
              <a:gd name="connsiteX210" fmla="*/ 369936 w 1800646"/>
              <a:gd name="connsiteY210" fmla="*/ 2470602 h 3355778"/>
              <a:gd name="connsiteX211" fmla="*/ 369937 w 1800646"/>
              <a:gd name="connsiteY211" fmla="*/ 2470603 h 3355778"/>
              <a:gd name="connsiteX212" fmla="*/ 369933 w 1800646"/>
              <a:gd name="connsiteY212" fmla="*/ 2470606 h 3355778"/>
              <a:gd name="connsiteX213" fmla="*/ 377520 w 1800646"/>
              <a:gd name="connsiteY213" fmla="*/ 2470048 h 3355778"/>
              <a:gd name="connsiteX214" fmla="*/ 381774 w 1800646"/>
              <a:gd name="connsiteY214" fmla="*/ 2460183 h 3355778"/>
              <a:gd name="connsiteX215" fmla="*/ 1450441 w 1800646"/>
              <a:gd name="connsiteY215" fmla="*/ 2451809 h 3355778"/>
              <a:gd name="connsiteX216" fmla="*/ 1435738 w 1800646"/>
              <a:gd name="connsiteY216" fmla="*/ 2452635 h 3355778"/>
              <a:gd name="connsiteX217" fmla="*/ 1435910 w 1800646"/>
              <a:gd name="connsiteY217" fmla="*/ 2455480 h 3355778"/>
              <a:gd name="connsiteX218" fmla="*/ 1450456 w 1800646"/>
              <a:gd name="connsiteY218" fmla="*/ 2456957 h 3355778"/>
              <a:gd name="connsiteX219" fmla="*/ 1450442 w 1800646"/>
              <a:gd name="connsiteY219" fmla="*/ 2451810 h 3355778"/>
              <a:gd name="connsiteX220" fmla="*/ 332623 w 1800646"/>
              <a:gd name="connsiteY220" fmla="*/ 2447173 h 3355778"/>
              <a:gd name="connsiteX221" fmla="*/ 323836 w 1800646"/>
              <a:gd name="connsiteY221" fmla="*/ 2451184 h 3355778"/>
              <a:gd name="connsiteX222" fmla="*/ 326867 w 1800646"/>
              <a:gd name="connsiteY222" fmla="*/ 2455086 h 3355778"/>
              <a:gd name="connsiteX223" fmla="*/ 326865 w 1800646"/>
              <a:gd name="connsiteY223" fmla="*/ 2455086 h 3355778"/>
              <a:gd name="connsiteX224" fmla="*/ 326866 w 1800646"/>
              <a:gd name="connsiteY224" fmla="*/ 2455087 h 3355778"/>
              <a:gd name="connsiteX225" fmla="*/ 326867 w 1800646"/>
              <a:gd name="connsiteY225" fmla="*/ 2455086 h 3355778"/>
              <a:gd name="connsiteX226" fmla="*/ 333894 w 1800646"/>
              <a:gd name="connsiteY226" fmla="*/ 2448506 h 3355778"/>
              <a:gd name="connsiteX227" fmla="*/ 332623 w 1800646"/>
              <a:gd name="connsiteY227" fmla="*/ 2447173 h 3355778"/>
              <a:gd name="connsiteX228" fmla="*/ 353231 w 1800646"/>
              <a:gd name="connsiteY228" fmla="*/ 2383626 h 3355778"/>
              <a:gd name="connsiteX229" fmla="*/ 342278 w 1800646"/>
              <a:gd name="connsiteY229" fmla="*/ 2389542 h 3355778"/>
              <a:gd name="connsiteX230" fmla="*/ 345145 w 1800646"/>
              <a:gd name="connsiteY230" fmla="*/ 2394556 h 3355778"/>
              <a:gd name="connsiteX231" fmla="*/ 345144 w 1800646"/>
              <a:gd name="connsiteY231" fmla="*/ 2394555 h 3355778"/>
              <a:gd name="connsiteX232" fmla="*/ 355199 w 1800646"/>
              <a:gd name="connsiteY232" fmla="*/ 2386566 h 3355778"/>
              <a:gd name="connsiteX233" fmla="*/ 353231 w 1800646"/>
              <a:gd name="connsiteY233" fmla="*/ 2383626 h 3355778"/>
              <a:gd name="connsiteX234" fmla="*/ 1132903 w 1800646"/>
              <a:gd name="connsiteY234" fmla="*/ 2368835 h 3355778"/>
              <a:gd name="connsiteX235" fmla="*/ 1114243 w 1800646"/>
              <a:gd name="connsiteY235" fmla="*/ 2386411 h 3355778"/>
              <a:gd name="connsiteX236" fmla="*/ 1088503 w 1800646"/>
              <a:gd name="connsiteY236" fmla="*/ 2409897 h 3355778"/>
              <a:gd name="connsiteX237" fmla="*/ 1114242 w 1800646"/>
              <a:gd name="connsiteY237" fmla="*/ 2386413 h 3355778"/>
              <a:gd name="connsiteX238" fmla="*/ 375868 w 1800646"/>
              <a:gd name="connsiteY238" fmla="*/ 2360538 h 3355778"/>
              <a:gd name="connsiteX239" fmla="*/ 365529 w 1800646"/>
              <a:gd name="connsiteY239" fmla="*/ 2370171 h 3355778"/>
              <a:gd name="connsiteX240" fmla="*/ 369036 w 1800646"/>
              <a:gd name="connsiteY240" fmla="*/ 2373883 h 3355778"/>
              <a:gd name="connsiteX241" fmla="*/ 377982 w 1800646"/>
              <a:gd name="connsiteY241" fmla="*/ 2362406 h 3355778"/>
              <a:gd name="connsiteX242" fmla="*/ 375868 w 1800646"/>
              <a:gd name="connsiteY242" fmla="*/ 2360538 h 3355778"/>
              <a:gd name="connsiteX243" fmla="*/ 923821 w 1800646"/>
              <a:gd name="connsiteY243" fmla="*/ 2331107 h 3355778"/>
              <a:gd name="connsiteX244" fmla="*/ 920488 w 1800646"/>
              <a:gd name="connsiteY244" fmla="*/ 2334599 h 3355778"/>
              <a:gd name="connsiteX245" fmla="*/ 917634 w 1800646"/>
              <a:gd name="connsiteY245" fmla="*/ 2337861 h 3355778"/>
              <a:gd name="connsiteX246" fmla="*/ 920487 w 1800646"/>
              <a:gd name="connsiteY246" fmla="*/ 2334600 h 3355778"/>
              <a:gd name="connsiteX247" fmla="*/ 1183017 w 1800646"/>
              <a:gd name="connsiteY247" fmla="*/ 2318006 h 3355778"/>
              <a:gd name="connsiteX248" fmla="*/ 1176785 w 1800646"/>
              <a:gd name="connsiteY248" fmla="*/ 2319840 h 3355778"/>
              <a:gd name="connsiteX249" fmla="*/ 1176784 w 1800646"/>
              <a:gd name="connsiteY249" fmla="*/ 2319841 h 3355778"/>
              <a:gd name="connsiteX250" fmla="*/ 1183017 w 1800646"/>
              <a:gd name="connsiteY250" fmla="*/ 2318006 h 3355778"/>
              <a:gd name="connsiteX251" fmla="*/ 1083632 w 1800646"/>
              <a:gd name="connsiteY251" fmla="*/ 2310292 h 3355778"/>
              <a:gd name="connsiteX252" fmla="*/ 1082001 w 1800646"/>
              <a:gd name="connsiteY252" fmla="*/ 2311302 h 3355778"/>
              <a:gd name="connsiteX253" fmla="*/ 1083632 w 1800646"/>
              <a:gd name="connsiteY253" fmla="*/ 2310293 h 3355778"/>
              <a:gd name="connsiteX254" fmla="*/ 915452 w 1800646"/>
              <a:gd name="connsiteY254" fmla="*/ 2239101 h 3355778"/>
              <a:gd name="connsiteX255" fmla="*/ 915453 w 1800646"/>
              <a:gd name="connsiteY255" fmla="*/ 2239102 h 3355778"/>
              <a:gd name="connsiteX256" fmla="*/ 915452 w 1800646"/>
              <a:gd name="connsiteY256" fmla="*/ 2239103 h 3355778"/>
              <a:gd name="connsiteX257" fmla="*/ 1076689 w 1800646"/>
              <a:gd name="connsiteY257" fmla="*/ 2214624 h 3355778"/>
              <a:gd name="connsiteX258" fmla="*/ 1076689 w 1800646"/>
              <a:gd name="connsiteY258" fmla="*/ 2214625 h 3355778"/>
              <a:gd name="connsiteX259" fmla="*/ 1074055 w 1800646"/>
              <a:gd name="connsiteY259" fmla="*/ 2217070 h 3355778"/>
              <a:gd name="connsiteX260" fmla="*/ 1077992 w 1800646"/>
              <a:gd name="connsiteY260" fmla="*/ 2221338 h 3355778"/>
              <a:gd name="connsiteX261" fmla="*/ 1077992 w 1800646"/>
              <a:gd name="connsiteY261" fmla="*/ 2221337 h 3355778"/>
              <a:gd name="connsiteX262" fmla="*/ 1074056 w 1800646"/>
              <a:gd name="connsiteY262" fmla="*/ 2217070 h 3355778"/>
              <a:gd name="connsiteX263" fmla="*/ 1076690 w 1800646"/>
              <a:gd name="connsiteY263" fmla="*/ 2214625 h 3355778"/>
              <a:gd name="connsiteX264" fmla="*/ 883432 w 1800646"/>
              <a:gd name="connsiteY264" fmla="*/ 2209462 h 3355778"/>
              <a:gd name="connsiteX265" fmla="*/ 909903 w 1800646"/>
              <a:gd name="connsiteY265" fmla="*/ 2242936 h 3355778"/>
              <a:gd name="connsiteX266" fmla="*/ 900550 w 1800646"/>
              <a:gd name="connsiteY266" fmla="*/ 2249395 h 3355778"/>
              <a:gd name="connsiteX267" fmla="*/ 872906 w 1800646"/>
              <a:gd name="connsiteY267" fmla="*/ 2261643 h 3355778"/>
              <a:gd name="connsiteX268" fmla="*/ 868504 w 1800646"/>
              <a:gd name="connsiteY268" fmla="*/ 2269273 h 3355778"/>
              <a:gd name="connsiteX269" fmla="*/ 837141 w 1800646"/>
              <a:gd name="connsiteY269" fmla="*/ 2293296 h 3355778"/>
              <a:gd name="connsiteX270" fmla="*/ 837140 w 1800646"/>
              <a:gd name="connsiteY270" fmla="*/ 2293296 h 3355778"/>
              <a:gd name="connsiteX271" fmla="*/ 817181 w 1800646"/>
              <a:gd name="connsiteY271" fmla="*/ 2271919 h 3355778"/>
              <a:gd name="connsiteX272" fmla="*/ 812688 w 1800646"/>
              <a:gd name="connsiteY272" fmla="*/ 2269373 h 3355778"/>
              <a:gd name="connsiteX273" fmla="*/ 833063 w 1800646"/>
              <a:gd name="connsiteY273" fmla="*/ 2251297 h 3355778"/>
              <a:gd name="connsiteX274" fmla="*/ 883432 w 1800646"/>
              <a:gd name="connsiteY274" fmla="*/ 2209462 h 3355778"/>
              <a:gd name="connsiteX275" fmla="*/ 883810 w 1800646"/>
              <a:gd name="connsiteY275" fmla="*/ 2209152 h 3355778"/>
              <a:gd name="connsiteX276" fmla="*/ 906585 w 1800646"/>
              <a:gd name="connsiteY276" fmla="*/ 2230709 h 3355778"/>
              <a:gd name="connsiteX277" fmla="*/ 915451 w 1800646"/>
              <a:gd name="connsiteY277" fmla="*/ 2239101 h 3355778"/>
              <a:gd name="connsiteX278" fmla="*/ 915451 w 1800646"/>
              <a:gd name="connsiteY278" fmla="*/ 2239101 h 3355778"/>
              <a:gd name="connsiteX279" fmla="*/ 915452 w 1800646"/>
              <a:gd name="connsiteY279" fmla="*/ 2239101 h 3355778"/>
              <a:gd name="connsiteX280" fmla="*/ 909907 w 1800646"/>
              <a:gd name="connsiteY280" fmla="*/ 2242936 h 3355778"/>
              <a:gd name="connsiteX281" fmla="*/ 883435 w 1800646"/>
              <a:gd name="connsiteY281" fmla="*/ 2209461 h 3355778"/>
              <a:gd name="connsiteX282" fmla="*/ 883810 w 1800646"/>
              <a:gd name="connsiteY282" fmla="*/ 2209152 h 3355778"/>
              <a:gd name="connsiteX283" fmla="*/ 863299 w 1800646"/>
              <a:gd name="connsiteY283" fmla="*/ 2195077 h 3355778"/>
              <a:gd name="connsiteX284" fmla="*/ 862477 w 1800646"/>
              <a:gd name="connsiteY284" fmla="*/ 2198680 h 3355778"/>
              <a:gd name="connsiteX285" fmla="*/ 873140 w 1800646"/>
              <a:gd name="connsiteY285" fmla="*/ 2202084 h 3355778"/>
              <a:gd name="connsiteX286" fmla="*/ 874156 w 1800646"/>
              <a:gd name="connsiteY286" fmla="*/ 2196714 h 3355778"/>
              <a:gd name="connsiteX287" fmla="*/ 863299 w 1800646"/>
              <a:gd name="connsiteY287" fmla="*/ 2195077 h 3355778"/>
              <a:gd name="connsiteX288" fmla="*/ 848403 w 1800646"/>
              <a:gd name="connsiteY288" fmla="*/ 2166508 h 3355778"/>
              <a:gd name="connsiteX289" fmla="*/ 844160 w 1800646"/>
              <a:gd name="connsiteY289" fmla="*/ 2168945 h 3355778"/>
              <a:gd name="connsiteX290" fmla="*/ 851889 w 1800646"/>
              <a:gd name="connsiteY290" fmla="*/ 2181687 h 3355778"/>
              <a:gd name="connsiteX291" fmla="*/ 855217 w 1800646"/>
              <a:gd name="connsiteY291" fmla="*/ 2179600 h 3355778"/>
              <a:gd name="connsiteX292" fmla="*/ 848403 w 1800646"/>
              <a:gd name="connsiteY292" fmla="*/ 2166508 h 3355778"/>
              <a:gd name="connsiteX293" fmla="*/ 1014676 w 1800646"/>
              <a:gd name="connsiteY293" fmla="*/ 2084835 h 3355778"/>
              <a:gd name="connsiteX294" fmla="*/ 1064712 w 1800646"/>
              <a:gd name="connsiteY294" fmla="*/ 2118323 h 3355778"/>
              <a:gd name="connsiteX295" fmla="*/ 1106243 w 1800646"/>
              <a:gd name="connsiteY295" fmla="*/ 2145761 h 3355778"/>
              <a:gd name="connsiteX296" fmla="*/ 1114172 w 1800646"/>
              <a:gd name="connsiteY296" fmla="*/ 2154101 h 3355778"/>
              <a:gd name="connsiteX297" fmla="*/ 1049817 w 1800646"/>
              <a:gd name="connsiteY297" fmla="*/ 2132410 h 3355778"/>
              <a:gd name="connsiteX298" fmla="*/ 1107296 w 1800646"/>
              <a:gd name="connsiteY298" fmla="*/ 2171474 h 3355778"/>
              <a:gd name="connsiteX299" fmla="*/ 1110354 w 1800646"/>
              <a:gd name="connsiteY299" fmla="*/ 2173323 h 3355778"/>
              <a:gd name="connsiteX300" fmla="*/ 1058327 w 1800646"/>
              <a:gd name="connsiteY300" fmla="*/ 2215796 h 3355778"/>
              <a:gd name="connsiteX301" fmla="*/ 1001477 w 1800646"/>
              <a:gd name="connsiteY301" fmla="*/ 2266371 h 3355778"/>
              <a:gd name="connsiteX302" fmla="*/ 959276 w 1800646"/>
              <a:gd name="connsiteY302" fmla="*/ 2302418 h 3355778"/>
              <a:gd name="connsiteX303" fmla="*/ 954069 w 1800646"/>
              <a:gd name="connsiteY303" fmla="*/ 2306047 h 3355778"/>
              <a:gd name="connsiteX304" fmla="*/ 959275 w 1800646"/>
              <a:gd name="connsiteY304" fmla="*/ 2302419 h 3355778"/>
              <a:gd name="connsiteX305" fmla="*/ 1001476 w 1800646"/>
              <a:gd name="connsiteY305" fmla="*/ 2266372 h 3355778"/>
              <a:gd name="connsiteX306" fmla="*/ 1001478 w 1800646"/>
              <a:gd name="connsiteY306" fmla="*/ 2266372 h 3355778"/>
              <a:gd name="connsiteX307" fmla="*/ 1058328 w 1800646"/>
              <a:gd name="connsiteY307" fmla="*/ 2215797 h 3355778"/>
              <a:gd name="connsiteX308" fmla="*/ 1110356 w 1800646"/>
              <a:gd name="connsiteY308" fmla="*/ 2173322 h 3355778"/>
              <a:gd name="connsiteX309" fmla="*/ 1185722 w 1800646"/>
              <a:gd name="connsiteY309" fmla="*/ 2214820 h 3355778"/>
              <a:gd name="connsiteX310" fmla="*/ 1185725 w 1800646"/>
              <a:gd name="connsiteY310" fmla="*/ 2214823 h 3355778"/>
              <a:gd name="connsiteX311" fmla="*/ 1189058 w 1800646"/>
              <a:gd name="connsiteY311" fmla="*/ 2216445 h 3355778"/>
              <a:gd name="connsiteX312" fmla="*/ 1189267 w 1800646"/>
              <a:gd name="connsiteY312" fmla="*/ 2217928 h 3355778"/>
              <a:gd name="connsiteX313" fmla="*/ 1189270 w 1800646"/>
              <a:gd name="connsiteY313" fmla="*/ 2217931 h 3355778"/>
              <a:gd name="connsiteX314" fmla="*/ 1189060 w 1800646"/>
              <a:gd name="connsiteY314" fmla="*/ 2216445 h 3355778"/>
              <a:gd name="connsiteX315" fmla="*/ 1242745 w 1800646"/>
              <a:gd name="connsiteY315" fmla="*/ 2242509 h 3355778"/>
              <a:gd name="connsiteX316" fmla="*/ 1243800 w 1800646"/>
              <a:gd name="connsiteY316" fmla="*/ 2242801 h 3355778"/>
              <a:gd name="connsiteX317" fmla="*/ 1243798 w 1800646"/>
              <a:gd name="connsiteY317" fmla="*/ 2242803 h 3355778"/>
              <a:gd name="connsiteX318" fmla="*/ 1277269 w 1800646"/>
              <a:gd name="connsiteY318" fmla="*/ 2247229 h 3355778"/>
              <a:gd name="connsiteX319" fmla="*/ 1309587 w 1800646"/>
              <a:gd name="connsiteY319" fmla="*/ 2251683 h 3355778"/>
              <a:gd name="connsiteX320" fmla="*/ 1299862 w 1800646"/>
              <a:gd name="connsiteY320" fmla="*/ 2265313 h 3355778"/>
              <a:gd name="connsiteX321" fmla="*/ 1259387 w 1800646"/>
              <a:gd name="connsiteY321" fmla="*/ 2300024 h 3355778"/>
              <a:gd name="connsiteX322" fmla="*/ 1242124 w 1800646"/>
              <a:gd name="connsiteY322" fmla="*/ 2325537 h 3355778"/>
              <a:gd name="connsiteX323" fmla="*/ 1211287 w 1800646"/>
              <a:gd name="connsiteY323" fmla="*/ 2351207 h 3355778"/>
              <a:gd name="connsiteX324" fmla="*/ 1208223 w 1800646"/>
              <a:gd name="connsiteY324" fmla="*/ 2358910 h 3355778"/>
              <a:gd name="connsiteX325" fmla="*/ 1207010 w 1800646"/>
              <a:gd name="connsiteY325" fmla="*/ 2367063 h 3355778"/>
              <a:gd name="connsiteX326" fmla="*/ 1207013 w 1800646"/>
              <a:gd name="connsiteY326" fmla="*/ 2367062 h 3355778"/>
              <a:gd name="connsiteX327" fmla="*/ 1211291 w 1800646"/>
              <a:gd name="connsiteY327" fmla="*/ 2351205 h 3355778"/>
              <a:gd name="connsiteX328" fmla="*/ 1242128 w 1800646"/>
              <a:gd name="connsiteY328" fmla="*/ 2325537 h 3355778"/>
              <a:gd name="connsiteX329" fmla="*/ 1259389 w 1800646"/>
              <a:gd name="connsiteY329" fmla="*/ 2300023 h 3355778"/>
              <a:gd name="connsiteX330" fmla="*/ 1299866 w 1800646"/>
              <a:gd name="connsiteY330" fmla="*/ 2265312 h 3355778"/>
              <a:gd name="connsiteX331" fmla="*/ 1309591 w 1800646"/>
              <a:gd name="connsiteY331" fmla="*/ 2251682 h 3355778"/>
              <a:gd name="connsiteX332" fmla="*/ 1309593 w 1800646"/>
              <a:gd name="connsiteY332" fmla="*/ 2251682 h 3355778"/>
              <a:gd name="connsiteX333" fmla="*/ 1327317 w 1800646"/>
              <a:gd name="connsiteY333" fmla="*/ 2257394 h 3355778"/>
              <a:gd name="connsiteX334" fmla="*/ 1372792 w 1800646"/>
              <a:gd name="connsiteY334" fmla="*/ 2278568 h 3355778"/>
              <a:gd name="connsiteX335" fmla="*/ 1372790 w 1800646"/>
              <a:gd name="connsiteY335" fmla="*/ 2278571 h 3355778"/>
              <a:gd name="connsiteX336" fmla="*/ 1445496 w 1800646"/>
              <a:gd name="connsiteY336" fmla="*/ 2314335 h 3355778"/>
              <a:gd name="connsiteX337" fmla="*/ 1517014 w 1800646"/>
              <a:gd name="connsiteY337" fmla="*/ 2353406 h 3355778"/>
              <a:gd name="connsiteX338" fmla="*/ 1566409 w 1800646"/>
              <a:gd name="connsiteY338" fmla="*/ 2421775 h 3355778"/>
              <a:gd name="connsiteX339" fmla="*/ 1571230 w 1800646"/>
              <a:gd name="connsiteY339" fmla="*/ 2447083 h 3355778"/>
              <a:gd name="connsiteX340" fmla="*/ 1540929 w 1800646"/>
              <a:gd name="connsiteY340" fmla="*/ 2478037 h 3355778"/>
              <a:gd name="connsiteX341" fmla="*/ 1561553 w 1800646"/>
              <a:gd name="connsiteY341" fmla="*/ 2487008 h 3355778"/>
              <a:gd name="connsiteX342" fmla="*/ 1534374 w 1800646"/>
              <a:gd name="connsiteY342" fmla="*/ 2501183 h 3355778"/>
              <a:gd name="connsiteX343" fmla="*/ 1469490 w 1800646"/>
              <a:gd name="connsiteY343" fmla="*/ 2496188 h 3355778"/>
              <a:gd name="connsiteX344" fmla="*/ 1420740 w 1800646"/>
              <a:gd name="connsiteY344" fmla="*/ 2485806 h 3355778"/>
              <a:gd name="connsiteX345" fmla="*/ 1406089 w 1800646"/>
              <a:gd name="connsiteY345" fmla="*/ 2490343 h 3355778"/>
              <a:gd name="connsiteX346" fmla="*/ 1396737 w 1800646"/>
              <a:gd name="connsiteY346" fmla="*/ 2492163 h 3355778"/>
              <a:gd name="connsiteX347" fmla="*/ 1362912 w 1800646"/>
              <a:gd name="connsiteY347" fmla="*/ 2488333 h 3355778"/>
              <a:gd name="connsiteX348" fmla="*/ 1223418 w 1800646"/>
              <a:gd name="connsiteY348" fmla="*/ 2468112 h 3355778"/>
              <a:gd name="connsiteX349" fmla="*/ 1209003 w 1800646"/>
              <a:gd name="connsiteY349" fmla="*/ 2463697 h 3355778"/>
              <a:gd name="connsiteX350" fmla="*/ 1216818 w 1800646"/>
              <a:gd name="connsiteY350" fmla="*/ 2456169 h 3355778"/>
              <a:gd name="connsiteX351" fmla="*/ 1231080 w 1800646"/>
              <a:gd name="connsiteY351" fmla="*/ 2435693 h 3355778"/>
              <a:gd name="connsiteX352" fmla="*/ 1277787 w 1800646"/>
              <a:gd name="connsiteY352" fmla="*/ 2380001 h 3355778"/>
              <a:gd name="connsiteX353" fmla="*/ 1317076 w 1800646"/>
              <a:gd name="connsiteY353" fmla="*/ 2339548 h 3355778"/>
              <a:gd name="connsiteX354" fmla="*/ 1357343 w 1800646"/>
              <a:gd name="connsiteY354" fmla="*/ 2296757 h 3355778"/>
              <a:gd name="connsiteX355" fmla="*/ 1361547 w 1800646"/>
              <a:gd name="connsiteY355" fmla="*/ 2291807 h 3355778"/>
              <a:gd name="connsiteX356" fmla="*/ 1363622 w 1800646"/>
              <a:gd name="connsiteY356" fmla="*/ 2292531 h 3355778"/>
              <a:gd name="connsiteX357" fmla="*/ 1363621 w 1800646"/>
              <a:gd name="connsiteY357" fmla="*/ 2292531 h 3355778"/>
              <a:gd name="connsiteX358" fmla="*/ 1361970 w 1800646"/>
              <a:gd name="connsiteY358" fmla="*/ 2291304 h 3355778"/>
              <a:gd name="connsiteX359" fmla="*/ 1361972 w 1800646"/>
              <a:gd name="connsiteY359" fmla="*/ 2291302 h 3355778"/>
              <a:gd name="connsiteX360" fmla="*/ 1342418 w 1800646"/>
              <a:gd name="connsiteY360" fmla="*/ 2278842 h 3355778"/>
              <a:gd name="connsiteX361" fmla="*/ 1324636 w 1800646"/>
              <a:gd name="connsiteY361" fmla="*/ 2278901 h 3355778"/>
              <a:gd name="connsiteX362" fmla="*/ 1324644 w 1800646"/>
              <a:gd name="connsiteY362" fmla="*/ 2278904 h 3355778"/>
              <a:gd name="connsiteX363" fmla="*/ 1342414 w 1800646"/>
              <a:gd name="connsiteY363" fmla="*/ 2278846 h 3355778"/>
              <a:gd name="connsiteX364" fmla="*/ 1361969 w 1800646"/>
              <a:gd name="connsiteY364" fmla="*/ 2291306 h 3355778"/>
              <a:gd name="connsiteX365" fmla="*/ 1361546 w 1800646"/>
              <a:gd name="connsiteY365" fmla="*/ 2291804 h 3355778"/>
              <a:gd name="connsiteX366" fmla="*/ 1361548 w 1800646"/>
              <a:gd name="connsiteY366" fmla="*/ 2291805 h 3355778"/>
              <a:gd name="connsiteX367" fmla="*/ 1357343 w 1800646"/>
              <a:gd name="connsiteY367" fmla="*/ 2296754 h 3355778"/>
              <a:gd name="connsiteX368" fmla="*/ 1317076 w 1800646"/>
              <a:gd name="connsiteY368" fmla="*/ 2339546 h 3355778"/>
              <a:gd name="connsiteX369" fmla="*/ 1277787 w 1800646"/>
              <a:gd name="connsiteY369" fmla="*/ 2380000 h 3355778"/>
              <a:gd name="connsiteX370" fmla="*/ 1231081 w 1800646"/>
              <a:gd name="connsiteY370" fmla="*/ 2435691 h 3355778"/>
              <a:gd name="connsiteX371" fmla="*/ 1216819 w 1800646"/>
              <a:gd name="connsiteY371" fmla="*/ 2456167 h 3355778"/>
              <a:gd name="connsiteX372" fmla="*/ 1209004 w 1800646"/>
              <a:gd name="connsiteY372" fmla="*/ 2463695 h 3355778"/>
              <a:gd name="connsiteX373" fmla="*/ 1182611 w 1800646"/>
              <a:gd name="connsiteY373" fmla="*/ 2454938 h 3355778"/>
              <a:gd name="connsiteX374" fmla="*/ 1150461 w 1800646"/>
              <a:gd name="connsiteY374" fmla="*/ 2445993 h 3355778"/>
              <a:gd name="connsiteX375" fmla="*/ 1142646 w 1800646"/>
              <a:gd name="connsiteY375" fmla="*/ 2442140 h 3355778"/>
              <a:gd name="connsiteX376" fmla="*/ 1139901 w 1800646"/>
              <a:gd name="connsiteY376" fmla="*/ 2440121 h 3355778"/>
              <a:gd name="connsiteX377" fmla="*/ 1165947 w 1800646"/>
              <a:gd name="connsiteY377" fmla="*/ 2404235 h 3355778"/>
              <a:gd name="connsiteX378" fmla="*/ 1190939 w 1800646"/>
              <a:gd name="connsiteY378" fmla="*/ 2381956 h 3355778"/>
              <a:gd name="connsiteX379" fmla="*/ 1196786 w 1800646"/>
              <a:gd name="connsiteY379" fmla="*/ 2376546 h 3355778"/>
              <a:gd name="connsiteX380" fmla="*/ 1195798 w 1800646"/>
              <a:gd name="connsiteY380" fmla="*/ 2369543 h 3355778"/>
              <a:gd name="connsiteX381" fmla="*/ 1204967 w 1800646"/>
              <a:gd name="connsiteY381" fmla="*/ 2367515 h 3355778"/>
              <a:gd name="connsiteX382" fmla="*/ 1195794 w 1800646"/>
              <a:gd name="connsiteY382" fmla="*/ 2369543 h 3355778"/>
              <a:gd name="connsiteX383" fmla="*/ 1196782 w 1800646"/>
              <a:gd name="connsiteY383" fmla="*/ 2376546 h 3355778"/>
              <a:gd name="connsiteX384" fmla="*/ 1190936 w 1800646"/>
              <a:gd name="connsiteY384" fmla="*/ 2381958 h 3355778"/>
              <a:gd name="connsiteX385" fmla="*/ 1165943 w 1800646"/>
              <a:gd name="connsiteY385" fmla="*/ 2404236 h 3355778"/>
              <a:gd name="connsiteX386" fmla="*/ 1139899 w 1800646"/>
              <a:gd name="connsiteY386" fmla="*/ 2440122 h 3355778"/>
              <a:gd name="connsiteX387" fmla="*/ 1119002 w 1800646"/>
              <a:gd name="connsiteY387" fmla="*/ 2439958 h 3355778"/>
              <a:gd name="connsiteX388" fmla="*/ 1108240 w 1800646"/>
              <a:gd name="connsiteY388" fmla="*/ 2437408 h 3355778"/>
              <a:gd name="connsiteX389" fmla="*/ 1113767 w 1800646"/>
              <a:gd name="connsiteY389" fmla="*/ 2427947 h 3355778"/>
              <a:gd name="connsiteX390" fmla="*/ 1109663 w 1800646"/>
              <a:gd name="connsiteY390" fmla="*/ 2425491 h 3355778"/>
              <a:gd name="connsiteX391" fmla="*/ 1071428 w 1800646"/>
              <a:gd name="connsiteY391" fmla="*/ 2428763 h 3355778"/>
              <a:gd name="connsiteX392" fmla="*/ 1068974 w 1800646"/>
              <a:gd name="connsiteY392" fmla="*/ 2427716 h 3355778"/>
              <a:gd name="connsiteX393" fmla="*/ 1068976 w 1800646"/>
              <a:gd name="connsiteY393" fmla="*/ 2427714 h 3355778"/>
              <a:gd name="connsiteX394" fmla="*/ 1009729 w 1800646"/>
              <a:gd name="connsiteY394" fmla="*/ 2400831 h 3355778"/>
              <a:gd name="connsiteX395" fmla="*/ 1012612 w 1800646"/>
              <a:gd name="connsiteY395" fmla="*/ 2398240 h 3355778"/>
              <a:gd name="connsiteX396" fmla="*/ 1013815 w 1800646"/>
              <a:gd name="connsiteY396" fmla="*/ 2397160 h 3355778"/>
              <a:gd name="connsiteX397" fmla="*/ 1014002 w 1800646"/>
              <a:gd name="connsiteY397" fmla="*/ 2396783 h 3355778"/>
              <a:gd name="connsiteX398" fmla="*/ 1019936 w 1800646"/>
              <a:gd name="connsiteY398" fmla="*/ 2384815 h 3355778"/>
              <a:gd name="connsiteX399" fmla="*/ 1030288 w 1800646"/>
              <a:gd name="connsiteY399" fmla="*/ 2375522 h 3355778"/>
              <a:gd name="connsiteX400" fmla="*/ 1080498 w 1800646"/>
              <a:gd name="connsiteY400" fmla="*/ 2332472 h 3355778"/>
              <a:gd name="connsiteX401" fmla="*/ 1089885 w 1800646"/>
              <a:gd name="connsiteY401" fmla="*/ 2320281 h 3355778"/>
              <a:gd name="connsiteX402" fmla="*/ 1133123 w 1800646"/>
              <a:gd name="connsiteY402" fmla="*/ 2281100 h 3355778"/>
              <a:gd name="connsiteX403" fmla="*/ 1180228 w 1800646"/>
              <a:gd name="connsiteY403" fmla="*/ 2227350 h 3355778"/>
              <a:gd name="connsiteX404" fmla="*/ 1175431 w 1800646"/>
              <a:gd name="connsiteY404" fmla="*/ 2227355 h 3355778"/>
              <a:gd name="connsiteX405" fmla="*/ 1180227 w 1800646"/>
              <a:gd name="connsiteY405" fmla="*/ 2227351 h 3355778"/>
              <a:gd name="connsiteX406" fmla="*/ 1133122 w 1800646"/>
              <a:gd name="connsiteY406" fmla="*/ 2281100 h 3355778"/>
              <a:gd name="connsiteX407" fmla="*/ 1089885 w 1800646"/>
              <a:gd name="connsiteY407" fmla="*/ 2320281 h 3355778"/>
              <a:gd name="connsiteX408" fmla="*/ 1080497 w 1800646"/>
              <a:gd name="connsiteY408" fmla="*/ 2332471 h 3355778"/>
              <a:gd name="connsiteX409" fmla="*/ 1030287 w 1800646"/>
              <a:gd name="connsiteY409" fmla="*/ 2375522 h 3355778"/>
              <a:gd name="connsiteX410" fmla="*/ 1019935 w 1800646"/>
              <a:gd name="connsiteY410" fmla="*/ 2384816 h 3355778"/>
              <a:gd name="connsiteX411" fmla="*/ 1014002 w 1800646"/>
              <a:gd name="connsiteY411" fmla="*/ 2396783 h 3355778"/>
              <a:gd name="connsiteX412" fmla="*/ 1013815 w 1800646"/>
              <a:gd name="connsiteY412" fmla="*/ 2397159 h 3355778"/>
              <a:gd name="connsiteX413" fmla="*/ 1012612 w 1800646"/>
              <a:gd name="connsiteY413" fmla="*/ 2398240 h 3355778"/>
              <a:gd name="connsiteX414" fmla="*/ 1009728 w 1800646"/>
              <a:gd name="connsiteY414" fmla="*/ 2400831 h 3355778"/>
              <a:gd name="connsiteX415" fmla="*/ 987574 w 1800646"/>
              <a:gd name="connsiteY415" fmla="*/ 2389468 h 3355778"/>
              <a:gd name="connsiteX416" fmla="*/ 986408 w 1800646"/>
              <a:gd name="connsiteY416" fmla="*/ 2388871 h 3355778"/>
              <a:gd name="connsiteX417" fmla="*/ 968859 w 1800646"/>
              <a:gd name="connsiteY417" fmla="*/ 2383176 h 3355778"/>
              <a:gd name="connsiteX418" fmla="*/ 944675 w 1800646"/>
              <a:gd name="connsiteY418" fmla="*/ 2373465 h 3355778"/>
              <a:gd name="connsiteX419" fmla="*/ 923626 w 1800646"/>
              <a:gd name="connsiteY419" fmla="*/ 2363637 h 3355778"/>
              <a:gd name="connsiteX420" fmla="*/ 909748 w 1800646"/>
              <a:gd name="connsiteY420" fmla="*/ 2357195 h 3355778"/>
              <a:gd name="connsiteX421" fmla="*/ 904417 w 1800646"/>
              <a:gd name="connsiteY421" fmla="*/ 2352967 h 3355778"/>
              <a:gd name="connsiteX422" fmla="*/ 904418 w 1800646"/>
              <a:gd name="connsiteY422" fmla="*/ 2352970 h 3355778"/>
              <a:gd name="connsiteX423" fmla="*/ 846592 w 1800646"/>
              <a:gd name="connsiteY423" fmla="*/ 2304549 h 3355778"/>
              <a:gd name="connsiteX424" fmla="*/ 837144 w 1800646"/>
              <a:gd name="connsiteY424" fmla="*/ 2293298 h 3355778"/>
              <a:gd name="connsiteX425" fmla="*/ 868507 w 1800646"/>
              <a:gd name="connsiteY425" fmla="*/ 2269273 h 3355778"/>
              <a:gd name="connsiteX426" fmla="*/ 872909 w 1800646"/>
              <a:gd name="connsiteY426" fmla="*/ 2261644 h 3355778"/>
              <a:gd name="connsiteX427" fmla="*/ 900552 w 1800646"/>
              <a:gd name="connsiteY427" fmla="*/ 2249395 h 3355778"/>
              <a:gd name="connsiteX428" fmla="*/ 909905 w 1800646"/>
              <a:gd name="connsiteY428" fmla="*/ 2242936 h 3355778"/>
              <a:gd name="connsiteX429" fmla="*/ 923544 w 1800646"/>
              <a:gd name="connsiteY429" fmla="*/ 2256949 h 3355778"/>
              <a:gd name="connsiteX430" fmla="*/ 915452 w 1800646"/>
              <a:gd name="connsiteY430" fmla="*/ 2239104 h 3355778"/>
              <a:gd name="connsiteX431" fmla="*/ 929060 w 1800646"/>
              <a:gd name="connsiteY431" fmla="*/ 2229036 h 3355778"/>
              <a:gd name="connsiteX432" fmla="*/ 929059 w 1800646"/>
              <a:gd name="connsiteY432" fmla="*/ 2229034 h 3355778"/>
              <a:gd name="connsiteX433" fmla="*/ 915451 w 1800646"/>
              <a:gd name="connsiteY433" fmla="*/ 2239101 h 3355778"/>
              <a:gd name="connsiteX434" fmla="*/ 906585 w 1800646"/>
              <a:gd name="connsiteY434" fmla="*/ 2230709 h 3355778"/>
              <a:gd name="connsiteX435" fmla="*/ 883809 w 1800646"/>
              <a:gd name="connsiteY435" fmla="*/ 2209150 h 3355778"/>
              <a:gd name="connsiteX436" fmla="*/ 884459 w 1800646"/>
              <a:gd name="connsiteY436" fmla="*/ 2208610 h 3355778"/>
              <a:gd name="connsiteX437" fmla="*/ 970053 w 1800646"/>
              <a:gd name="connsiteY437" fmla="*/ 2131316 h 3355778"/>
              <a:gd name="connsiteX438" fmla="*/ 984407 w 1800646"/>
              <a:gd name="connsiteY438" fmla="*/ 2110091 h 3355778"/>
              <a:gd name="connsiteX439" fmla="*/ 1014676 w 1800646"/>
              <a:gd name="connsiteY439" fmla="*/ 2084835 h 3355778"/>
              <a:gd name="connsiteX440" fmla="*/ 1602208 w 1800646"/>
              <a:gd name="connsiteY440" fmla="*/ 1889763 h 3355778"/>
              <a:gd name="connsiteX441" fmla="*/ 1600059 w 1800646"/>
              <a:gd name="connsiteY441" fmla="*/ 1909592 h 3355778"/>
              <a:gd name="connsiteX442" fmla="*/ 1608438 w 1800646"/>
              <a:gd name="connsiteY442" fmla="*/ 1889937 h 3355778"/>
              <a:gd name="connsiteX443" fmla="*/ 1602208 w 1800646"/>
              <a:gd name="connsiteY443" fmla="*/ 1889763 h 3355778"/>
              <a:gd name="connsiteX444" fmla="*/ 1477683 w 1800646"/>
              <a:gd name="connsiteY444" fmla="*/ 1841848 h 3355778"/>
              <a:gd name="connsiteX445" fmla="*/ 1477605 w 1800646"/>
              <a:gd name="connsiteY445" fmla="*/ 1842169 h 3355778"/>
              <a:gd name="connsiteX446" fmla="*/ 1479134 w 1800646"/>
              <a:gd name="connsiteY446" fmla="*/ 1882373 h 3355778"/>
              <a:gd name="connsiteX447" fmla="*/ 1477609 w 1800646"/>
              <a:gd name="connsiteY447" fmla="*/ 1842156 h 3355778"/>
              <a:gd name="connsiteX448" fmla="*/ 1266549 w 1800646"/>
              <a:gd name="connsiteY448" fmla="*/ 1809002 h 3355778"/>
              <a:gd name="connsiteX449" fmla="*/ 1266256 w 1800646"/>
              <a:gd name="connsiteY449" fmla="*/ 1819513 h 3355778"/>
              <a:gd name="connsiteX450" fmla="*/ 1266256 w 1800646"/>
              <a:gd name="connsiteY450" fmla="*/ 1819515 h 3355778"/>
              <a:gd name="connsiteX451" fmla="*/ 1266256 w 1800646"/>
              <a:gd name="connsiteY451" fmla="*/ 1819516 h 3355778"/>
              <a:gd name="connsiteX452" fmla="*/ 1268021 w 1800646"/>
              <a:gd name="connsiteY452" fmla="*/ 1859396 h 3355778"/>
              <a:gd name="connsiteX453" fmla="*/ 1266437 w 1800646"/>
              <a:gd name="connsiteY453" fmla="*/ 1876597 h 3355778"/>
              <a:gd name="connsiteX454" fmla="*/ 1268021 w 1800646"/>
              <a:gd name="connsiteY454" fmla="*/ 1859395 h 3355778"/>
              <a:gd name="connsiteX455" fmla="*/ 1266256 w 1800646"/>
              <a:gd name="connsiteY455" fmla="*/ 1819515 h 3355778"/>
              <a:gd name="connsiteX456" fmla="*/ 1260909 w 1800646"/>
              <a:gd name="connsiteY456" fmla="*/ 1791259 h 3355778"/>
              <a:gd name="connsiteX457" fmla="*/ 1260909 w 1800646"/>
              <a:gd name="connsiteY457" fmla="*/ 1791259 h 3355778"/>
              <a:gd name="connsiteX458" fmla="*/ 1264125 w 1800646"/>
              <a:gd name="connsiteY458" fmla="*/ 1798549 h 3355778"/>
              <a:gd name="connsiteX459" fmla="*/ 1266678 w 1800646"/>
              <a:gd name="connsiteY459" fmla="*/ 1804338 h 3355778"/>
              <a:gd name="connsiteX460" fmla="*/ 1266679 w 1800646"/>
              <a:gd name="connsiteY460" fmla="*/ 1804339 h 3355778"/>
              <a:gd name="connsiteX461" fmla="*/ 1264125 w 1800646"/>
              <a:gd name="connsiteY461" fmla="*/ 1798549 h 3355778"/>
              <a:gd name="connsiteX462" fmla="*/ 1263588 w 1800646"/>
              <a:gd name="connsiteY462" fmla="*/ 1775841 h 3355778"/>
              <a:gd name="connsiteX463" fmla="*/ 1264185 w 1800646"/>
              <a:gd name="connsiteY463" fmla="*/ 1780025 h 3355778"/>
              <a:gd name="connsiteX464" fmla="*/ 1262030 w 1800646"/>
              <a:gd name="connsiteY464" fmla="*/ 1787414 h 3355778"/>
              <a:gd name="connsiteX465" fmla="*/ 1264186 w 1800646"/>
              <a:gd name="connsiteY465" fmla="*/ 1780024 h 3355778"/>
              <a:gd name="connsiteX466" fmla="*/ 1465338 w 1800646"/>
              <a:gd name="connsiteY466" fmla="*/ 1763419 h 3355778"/>
              <a:gd name="connsiteX467" fmla="*/ 1465916 w 1800646"/>
              <a:gd name="connsiteY467" fmla="*/ 1767745 h 3355778"/>
              <a:gd name="connsiteX468" fmla="*/ 1469609 w 1800646"/>
              <a:gd name="connsiteY468" fmla="*/ 1775876 h 3355778"/>
              <a:gd name="connsiteX469" fmla="*/ 1465916 w 1800646"/>
              <a:gd name="connsiteY469" fmla="*/ 1767739 h 3355778"/>
              <a:gd name="connsiteX470" fmla="*/ 1256702 w 1800646"/>
              <a:gd name="connsiteY470" fmla="*/ 1738089 h 3355778"/>
              <a:gd name="connsiteX471" fmla="*/ 1256197 w 1800646"/>
              <a:gd name="connsiteY471" fmla="*/ 1743936 h 3355778"/>
              <a:gd name="connsiteX472" fmla="*/ 1257468 w 1800646"/>
              <a:gd name="connsiteY472" fmla="*/ 1748234 h 3355778"/>
              <a:gd name="connsiteX473" fmla="*/ 1256198 w 1800646"/>
              <a:gd name="connsiteY473" fmla="*/ 1743935 h 3355778"/>
              <a:gd name="connsiteX474" fmla="*/ 1256421 w 1800646"/>
              <a:gd name="connsiteY474" fmla="*/ 1736492 h 3355778"/>
              <a:gd name="connsiteX475" fmla="*/ 1256806 w 1800646"/>
              <a:gd name="connsiteY475" fmla="*/ 1736888 h 3355778"/>
              <a:gd name="connsiteX476" fmla="*/ 1256805 w 1800646"/>
              <a:gd name="connsiteY476" fmla="*/ 1736887 h 3355778"/>
              <a:gd name="connsiteX477" fmla="*/ 208784 w 1800646"/>
              <a:gd name="connsiteY477" fmla="*/ 1709890 h 3355778"/>
              <a:gd name="connsiteX478" fmla="*/ 198034 w 1800646"/>
              <a:gd name="connsiteY478" fmla="*/ 1713183 h 3355778"/>
              <a:gd name="connsiteX479" fmla="*/ 198719 w 1800646"/>
              <a:gd name="connsiteY479" fmla="*/ 1717781 h 3355778"/>
              <a:gd name="connsiteX480" fmla="*/ 210675 w 1800646"/>
              <a:gd name="connsiteY480" fmla="*/ 1721277 h 3355778"/>
              <a:gd name="connsiteX481" fmla="*/ 208784 w 1800646"/>
              <a:gd name="connsiteY481" fmla="*/ 1709890 h 3355778"/>
              <a:gd name="connsiteX482" fmla="*/ 1246691 w 1800646"/>
              <a:gd name="connsiteY482" fmla="*/ 1707365 h 3355778"/>
              <a:gd name="connsiteX483" fmla="*/ 1247592 w 1800646"/>
              <a:gd name="connsiteY483" fmla="*/ 1712164 h 3355778"/>
              <a:gd name="connsiteX484" fmla="*/ 1254462 w 1800646"/>
              <a:gd name="connsiteY484" fmla="*/ 1722000 h 3355778"/>
              <a:gd name="connsiteX485" fmla="*/ 1250195 w 1800646"/>
              <a:gd name="connsiteY485" fmla="*/ 1727191 h 3355778"/>
              <a:gd name="connsiteX486" fmla="*/ 1250195 w 1800646"/>
              <a:gd name="connsiteY486" fmla="*/ 1727191 h 3355778"/>
              <a:gd name="connsiteX487" fmla="*/ 1250194 w 1800646"/>
              <a:gd name="connsiteY487" fmla="*/ 1727193 h 3355778"/>
              <a:gd name="connsiteX488" fmla="*/ 1251085 w 1800646"/>
              <a:gd name="connsiteY488" fmla="*/ 1729054 h 3355778"/>
              <a:gd name="connsiteX489" fmla="*/ 1250195 w 1800646"/>
              <a:gd name="connsiteY489" fmla="*/ 1727191 h 3355778"/>
              <a:gd name="connsiteX490" fmla="*/ 1254462 w 1800646"/>
              <a:gd name="connsiteY490" fmla="*/ 1722000 h 3355778"/>
              <a:gd name="connsiteX491" fmla="*/ 1254462 w 1800646"/>
              <a:gd name="connsiteY491" fmla="*/ 1722000 h 3355778"/>
              <a:gd name="connsiteX492" fmla="*/ 1254463 w 1800646"/>
              <a:gd name="connsiteY492" fmla="*/ 1721999 h 3355778"/>
              <a:gd name="connsiteX493" fmla="*/ 1247592 w 1800646"/>
              <a:gd name="connsiteY493" fmla="*/ 1712162 h 3355778"/>
              <a:gd name="connsiteX494" fmla="*/ 218776 w 1800646"/>
              <a:gd name="connsiteY494" fmla="*/ 1707153 h 3355778"/>
              <a:gd name="connsiteX495" fmla="*/ 218462 w 1800646"/>
              <a:gd name="connsiteY495" fmla="*/ 1713730 h 3355778"/>
              <a:gd name="connsiteX496" fmla="*/ 236548 w 1800646"/>
              <a:gd name="connsiteY496" fmla="*/ 1714108 h 3355778"/>
              <a:gd name="connsiteX497" fmla="*/ 236814 w 1800646"/>
              <a:gd name="connsiteY497" fmla="*/ 1709594 h 3355778"/>
              <a:gd name="connsiteX498" fmla="*/ 218776 w 1800646"/>
              <a:gd name="connsiteY498" fmla="*/ 1707153 h 3355778"/>
              <a:gd name="connsiteX499" fmla="*/ 1437949 w 1800646"/>
              <a:gd name="connsiteY499" fmla="*/ 1690821 h 3355778"/>
              <a:gd name="connsiteX500" fmla="*/ 1443242 w 1800646"/>
              <a:gd name="connsiteY500" fmla="*/ 1707402 h 3355778"/>
              <a:gd name="connsiteX501" fmla="*/ 1447466 w 1800646"/>
              <a:gd name="connsiteY501" fmla="*/ 1717750 h 3355778"/>
              <a:gd name="connsiteX502" fmla="*/ 1443245 w 1800646"/>
              <a:gd name="connsiteY502" fmla="*/ 1707388 h 3355778"/>
              <a:gd name="connsiteX503" fmla="*/ 1226846 w 1800646"/>
              <a:gd name="connsiteY503" fmla="*/ 1646685 h 3355778"/>
              <a:gd name="connsiteX504" fmla="*/ 1227439 w 1800646"/>
              <a:gd name="connsiteY504" fmla="*/ 1649691 h 3355778"/>
              <a:gd name="connsiteX505" fmla="*/ 1235248 w 1800646"/>
              <a:gd name="connsiteY505" fmla="*/ 1660201 h 3355778"/>
              <a:gd name="connsiteX506" fmla="*/ 1236915 w 1800646"/>
              <a:gd name="connsiteY506" fmla="*/ 1666138 h 3355778"/>
              <a:gd name="connsiteX507" fmla="*/ 1235249 w 1800646"/>
              <a:gd name="connsiteY507" fmla="*/ 1660200 h 3355778"/>
              <a:gd name="connsiteX508" fmla="*/ 1227439 w 1800646"/>
              <a:gd name="connsiteY508" fmla="*/ 1649690 h 3355778"/>
              <a:gd name="connsiteX509" fmla="*/ 1221092 w 1800646"/>
              <a:gd name="connsiteY509" fmla="*/ 1621211 h 3355778"/>
              <a:gd name="connsiteX510" fmla="*/ 1221315 w 1800646"/>
              <a:gd name="connsiteY510" fmla="*/ 1621712 h 3355778"/>
              <a:gd name="connsiteX511" fmla="*/ 1221376 w 1800646"/>
              <a:gd name="connsiteY511" fmla="*/ 1621967 h 3355778"/>
              <a:gd name="connsiteX512" fmla="*/ 1221315 w 1800646"/>
              <a:gd name="connsiteY512" fmla="*/ 1621712 h 3355778"/>
              <a:gd name="connsiteX513" fmla="*/ 1221315 w 1800646"/>
              <a:gd name="connsiteY513" fmla="*/ 1621712 h 3355778"/>
              <a:gd name="connsiteX514" fmla="*/ 1221315 w 1800646"/>
              <a:gd name="connsiteY514" fmla="*/ 1621710 h 3355778"/>
              <a:gd name="connsiteX515" fmla="*/ 1202569 w 1800646"/>
              <a:gd name="connsiteY515" fmla="*/ 1556643 h 3355778"/>
              <a:gd name="connsiteX516" fmla="*/ 1205025 w 1800646"/>
              <a:gd name="connsiteY516" fmla="*/ 1562907 h 3355778"/>
              <a:gd name="connsiteX517" fmla="*/ 1205680 w 1800646"/>
              <a:gd name="connsiteY517" fmla="*/ 1568208 h 3355778"/>
              <a:gd name="connsiteX518" fmla="*/ 1205027 w 1800646"/>
              <a:gd name="connsiteY518" fmla="*/ 1562904 h 3355778"/>
              <a:gd name="connsiteX519" fmla="*/ 1185461 w 1800646"/>
              <a:gd name="connsiteY519" fmla="*/ 1512257 h 3355778"/>
              <a:gd name="connsiteX520" fmla="*/ 1185460 w 1800646"/>
              <a:gd name="connsiteY520" fmla="*/ 1512259 h 3355778"/>
              <a:gd name="connsiteX521" fmla="*/ 1190975 w 1800646"/>
              <a:gd name="connsiteY521" fmla="*/ 1518748 h 3355778"/>
              <a:gd name="connsiteX522" fmla="*/ 1190975 w 1800646"/>
              <a:gd name="connsiteY522" fmla="*/ 1518746 h 3355778"/>
              <a:gd name="connsiteX523" fmla="*/ 1360838 w 1800646"/>
              <a:gd name="connsiteY523" fmla="*/ 1504863 h 3355778"/>
              <a:gd name="connsiteX524" fmla="*/ 1374282 w 1800646"/>
              <a:gd name="connsiteY524" fmla="*/ 1535587 h 3355778"/>
              <a:gd name="connsiteX525" fmla="*/ 1386521 w 1800646"/>
              <a:gd name="connsiteY525" fmla="*/ 1562004 h 3355778"/>
              <a:gd name="connsiteX526" fmla="*/ 1390382 w 1800646"/>
              <a:gd name="connsiteY526" fmla="*/ 1575342 h 3355778"/>
              <a:gd name="connsiteX527" fmla="*/ 1386522 w 1800646"/>
              <a:gd name="connsiteY527" fmla="*/ 1561996 h 3355778"/>
              <a:gd name="connsiteX528" fmla="*/ 1374286 w 1800646"/>
              <a:gd name="connsiteY528" fmla="*/ 1535572 h 3355778"/>
              <a:gd name="connsiteX529" fmla="*/ 1322764 w 1800646"/>
              <a:gd name="connsiteY529" fmla="*/ 1447054 h 3355778"/>
              <a:gd name="connsiteX530" fmla="*/ 1330703 w 1800646"/>
              <a:gd name="connsiteY530" fmla="*/ 1451716 h 3355778"/>
              <a:gd name="connsiteX531" fmla="*/ 1330703 w 1800646"/>
              <a:gd name="connsiteY531" fmla="*/ 1451714 h 3355778"/>
              <a:gd name="connsiteX532" fmla="*/ 1684841 w 1800646"/>
              <a:gd name="connsiteY532" fmla="*/ 1430831 h 3355778"/>
              <a:gd name="connsiteX533" fmla="*/ 1698506 w 1800646"/>
              <a:gd name="connsiteY533" fmla="*/ 1457905 h 3355778"/>
              <a:gd name="connsiteX534" fmla="*/ 1726395 w 1800646"/>
              <a:gd name="connsiteY534" fmla="*/ 1471098 h 3355778"/>
              <a:gd name="connsiteX535" fmla="*/ 1739842 w 1800646"/>
              <a:gd name="connsiteY535" fmla="*/ 1462269 h 3355778"/>
              <a:gd name="connsiteX536" fmla="*/ 1730551 w 1800646"/>
              <a:gd name="connsiteY536" fmla="*/ 1450141 h 3355778"/>
              <a:gd name="connsiteX537" fmla="*/ 1684841 w 1800646"/>
              <a:gd name="connsiteY537" fmla="*/ 1430831 h 3355778"/>
              <a:gd name="connsiteX538" fmla="*/ 1155602 w 1800646"/>
              <a:gd name="connsiteY538" fmla="*/ 1413159 h 3355778"/>
              <a:gd name="connsiteX539" fmla="*/ 1159408 w 1800646"/>
              <a:gd name="connsiteY539" fmla="*/ 1419425 h 3355778"/>
              <a:gd name="connsiteX540" fmla="*/ 1159407 w 1800646"/>
              <a:gd name="connsiteY540" fmla="*/ 1419424 h 3355778"/>
              <a:gd name="connsiteX541" fmla="*/ 1145162 w 1800646"/>
              <a:gd name="connsiteY541" fmla="*/ 1380200 h 3355778"/>
              <a:gd name="connsiteX542" fmla="*/ 1146402 w 1800646"/>
              <a:gd name="connsiteY542" fmla="*/ 1385932 h 3355778"/>
              <a:gd name="connsiteX543" fmla="*/ 1146408 w 1800646"/>
              <a:gd name="connsiteY543" fmla="*/ 1387050 h 3355778"/>
              <a:gd name="connsiteX544" fmla="*/ 1146403 w 1800646"/>
              <a:gd name="connsiteY544" fmla="*/ 1385931 h 3355778"/>
              <a:gd name="connsiteX545" fmla="*/ 1367992 w 1800646"/>
              <a:gd name="connsiteY545" fmla="*/ 1326161 h 3355778"/>
              <a:gd name="connsiteX546" fmla="*/ 1391130 w 1800646"/>
              <a:gd name="connsiteY546" fmla="*/ 1350942 h 3355778"/>
              <a:gd name="connsiteX547" fmla="*/ 1470704 w 1800646"/>
              <a:gd name="connsiteY547" fmla="*/ 1452257 h 3355778"/>
              <a:gd name="connsiteX548" fmla="*/ 1536705 w 1800646"/>
              <a:gd name="connsiteY548" fmla="*/ 1552464 h 3355778"/>
              <a:gd name="connsiteX549" fmla="*/ 1626217 w 1800646"/>
              <a:gd name="connsiteY549" fmla="*/ 1743519 h 3355778"/>
              <a:gd name="connsiteX550" fmla="*/ 1634557 w 1800646"/>
              <a:gd name="connsiteY550" fmla="*/ 1797201 h 3355778"/>
              <a:gd name="connsiteX551" fmla="*/ 1628235 w 1800646"/>
              <a:gd name="connsiteY551" fmla="*/ 1816038 h 3355778"/>
              <a:gd name="connsiteX552" fmla="*/ 1611085 w 1800646"/>
              <a:gd name="connsiteY552" fmla="*/ 1851925 h 3355778"/>
              <a:gd name="connsiteX553" fmla="*/ 1613533 w 1800646"/>
              <a:gd name="connsiteY553" fmla="*/ 1887775 h 3355778"/>
              <a:gd name="connsiteX554" fmla="*/ 1595665 w 1800646"/>
              <a:gd name="connsiteY554" fmla="*/ 1924759 h 3355778"/>
              <a:gd name="connsiteX555" fmla="*/ 1545141 w 1800646"/>
              <a:gd name="connsiteY555" fmla="*/ 1953580 h 3355778"/>
              <a:gd name="connsiteX556" fmla="*/ 1550340 w 1800646"/>
              <a:gd name="connsiteY556" fmla="*/ 1910058 h 3355778"/>
              <a:gd name="connsiteX557" fmla="*/ 1551945 w 1800646"/>
              <a:gd name="connsiteY557" fmla="*/ 1886177 h 3355778"/>
              <a:gd name="connsiteX558" fmla="*/ 1551807 w 1800646"/>
              <a:gd name="connsiteY558" fmla="*/ 1860887 h 3355778"/>
              <a:gd name="connsiteX559" fmla="*/ 1549916 w 1800646"/>
              <a:gd name="connsiteY559" fmla="*/ 1807517 h 3355778"/>
              <a:gd name="connsiteX560" fmla="*/ 1529849 w 1800646"/>
              <a:gd name="connsiteY560" fmla="*/ 1703486 h 3355778"/>
              <a:gd name="connsiteX561" fmla="*/ 1488165 w 1800646"/>
              <a:gd name="connsiteY561" fmla="*/ 1592401 h 3355778"/>
              <a:gd name="connsiteX562" fmla="*/ 1469081 w 1800646"/>
              <a:gd name="connsiteY562" fmla="*/ 1562436 h 3355778"/>
              <a:gd name="connsiteX563" fmla="*/ 1414321 w 1800646"/>
              <a:gd name="connsiteY563" fmla="*/ 1442825 h 3355778"/>
              <a:gd name="connsiteX564" fmla="*/ 1395430 w 1800646"/>
              <a:gd name="connsiteY564" fmla="*/ 1408514 h 3355778"/>
              <a:gd name="connsiteX565" fmla="*/ 1384802 w 1800646"/>
              <a:gd name="connsiteY565" fmla="*/ 1370965 h 3355778"/>
              <a:gd name="connsiteX566" fmla="*/ 1384801 w 1800646"/>
              <a:gd name="connsiteY566" fmla="*/ 1370964 h 3355778"/>
              <a:gd name="connsiteX567" fmla="*/ 1384800 w 1800646"/>
              <a:gd name="connsiteY567" fmla="*/ 1370964 h 3355778"/>
              <a:gd name="connsiteX568" fmla="*/ 1384800 w 1800646"/>
              <a:gd name="connsiteY568" fmla="*/ 1370963 h 3355778"/>
              <a:gd name="connsiteX569" fmla="*/ 1384709 w 1800646"/>
              <a:gd name="connsiteY569" fmla="*/ 1370720 h 3355778"/>
              <a:gd name="connsiteX570" fmla="*/ 1370322 w 1800646"/>
              <a:gd name="connsiteY570" fmla="*/ 1332181 h 3355778"/>
              <a:gd name="connsiteX571" fmla="*/ 1367992 w 1800646"/>
              <a:gd name="connsiteY571" fmla="*/ 1326161 h 3355778"/>
              <a:gd name="connsiteX572" fmla="*/ 1127366 w 1800646"/>
              <a:gd name="connsiteY572" fmla="*/ 1302257 h 3355778"/>
              <a:gd name="connsiteX573" fmla="*/ 1127508 w 1800646"/>
              <a:gd name="connsiteY573" fmla="*/ 1302853 h 3355778"/>
              <a:gd name="connsiteX574" fmla="*/ 1138038 w 1800646"/>
              <a:gd name="connsiteY574" fmla="*/ 1346936 h 3355778"/>
              <a:gd name="connsiteX575" fmla="*/ 1138588 w 1800646"/>
              <a:gd name="connsiteY575" fmla="*/ 1349517 h 3355778"/>
              <a:gd name="connsiteX576" fmla="*/ 1138038 w 1800646"/>
              <a:gd name="connsiteY576" fmla="*/ 1346933 h 3355778"/>
              <a:gd name="connsiteX577" fmla="*/ 1127508 w 1800646"/>
              <a:gd name="connsiteY577" fmla="*/ 1302851 h 3355778"/>
              <a:gd name="connsiteX578" fmla="*/ 1246330 w 1800646"/>
              <a:gd name="connsiteY578" fmla="*/ 1235097 h 3355778"/>
              <a:gd name="connsiteX579" fmla="*/ 1251408 w 1800646"/>
              <a:gd name="connsiteY579" fmla="*/ 1245471 h 3355778"/>
              <a:gd name="connsiteX580" fmla="*/ 1262071 w 1800646"/>
              <a:gd name="connsiteY580" fmla="*/ 1280341 h 3355778"/>
              <a:gd name="connsiteX581" fmla="*/ 1251412 w 1800646"/>
              <a:gd name="connsiteY581" fmla="*/ 1245456 h 3355778"/>
              <a:gd name="connsiteX582" fmla="*/ 877873 w 1800646"/>
              <a:gd name="connsiteY582" fmla="*/ 1185173 h 3355778"/>
              <a:gd name="connsiteX583" fmla="*/ 854192 w 1800646"/>
              <a:gd name="connsiteY583" fmla="*/ 1188145 h 3355778"/>
              <a:gd name="connsiteX584" fmla="*/ 819859 w 1800646"/>
              <a:gd name="connsiteY584" fmla="*/ 1188304 h 3355778"/>
              <a:gd name="connsiteX585" fmla="*/ 819855 w 1800646"/>
              <a:gd name="connsiteY585" fmla="*/ 1188305 h 3355778"/>
              <a:gd name="connsiteX586" fmla="*/ 819849 w 1800646"/>
              <a:gd name="connsiteY586" fmla="*/ 1188305 h 3355778"/>
              <a:gd name="connsiteX587" fmla="*/ 790061 w 1800646"/>
              <a:gd name="connsiteY587" fmla="*/ 1200337 h 3355778"/>
              <a:gd name="connsiteX588" fmla="*/ 867850 w 1800646"/>
              <a:gd name="connsiteY588" fmla="*/ 1197633 h 3355778"/>
              <a:gd name="connsiteX589" fmla="*/ 877873 w 1800646"/>
              <a:gd name="connsiteY589" fmla="*/ 1185173 h 3355778"/>
              <a:gd name="connsiteX590" fmla="*/ 1170157 w 1800646"/>
              <a:gd name="connsiteY590" fmla="*/ 1167097 h 3355778"/>
              <a:gd name="connsiteX591" fmla="*/ 1169000 w 1800646"/>
              <a:gd name="connsiteY591" fmla="*/ 1168585 h 3355778"/>
              <a:gd name="connsiteX592" fmla="*/ 1169001 w 1800646"/>
              <a:gd name="connsiteY592" fmla="*/ 1168587 h 3355778"/>
              <a:gd name="connsiteX593" fmla="*/ 1170157 w 1800646"/>
              <a:gd name="connsiteY593" fmla="*/ 1167100 h 3355778"/>
              <a:gd name="connsiteX594" fmla="*/ 1193119 w 1800646"/>
              <a:gd name="connsiteY594" fmla="*/ 1185105 h 3355778"/>
              <a:gd name="connsiteX595" fmla="*/ 1193121 w 1800646"/>
              <a:gd name="connsiteY595" fmla="*/ 1185103 h 3355778"/>
              <a:gd name="connsiteX596" fmla="*/ 1170157 w 1800646"/>
              <a:gd name="connsiteY596" fmla="*/ 1167097 h 3355778"/>
              <a:gd name="connsiteX597" fmla="*/ 1076639 w 1800646"/>
              <a:gd name="connsiteY597" fmla="*/ 1145894 h 3355778"/>
              <a:gd name="connsiteX598" fmla="*/ 1077320 w 1800646"/>
              <a:gd name="connsiteY598" fmla="*/ 1146839 h 3355778"/>
              <a:gd name="connsiteX599" fmla="*/ 1089961 w 1800646"/>
              <a:gd name="connsiteY599" fmla="*/ 1182375 h 3355778"/>
              <a:gd name="connsiteX600" fmla="*/ 1090697 w 1800646"/>
              <a:gd name="connsiteY600" fmla="*/ 1185583 h 3355778"/>
              <a:gd name="connsiteX601" fmla="*/ 1089961 w 1800646"/>
              <a:gd name="connsiteY601" fmla="*/ 1182373 h 3355778"/>
              <a:gd name="connsiteX602" fmla="*/ 1077322 w 1800646"/>
              <a:gd name="connsiteY602" fmla="*/ 1146836 h 3355778"/>
              <a:gd name="connsiteX603" fmla="*/ 911821 w 1800646"/>
              <a:gd name="connsiteY603" fmla="*/ 1123361 h 3355778"/>
              <a:gd name="connsiteX604" fmla="*/ 931527 w 1800646"/>
              <a:gd name="connsiteY604" fmla="*/ 1191357 h 3355778"/>
              <a:gd name="connsiteX605" fmla="*/ 948452 w 1800646"/>
              <a:gd name="connsiteY605" fmla="*/ 1262518 h 3355778"/>
              <a:gd name="connsiteX606" fmla="*/ 960701 w 1800646"/>
              <a:gd name="connsiteY606" fmla="*/ 1311913 h 3355778"/>
              <a:gd name="connsiteX607" fmla="*/ 972830 w 1800646"/>
              <a:gd name="connsiteY607" fmla="*/ 1356575 h 3355778"/>
              <a:gd name="connsiteX608" fmla="*/ 971500 w 1800646"/>
              <a:gd name="connsiteY608" fmla="*/ 1363496 h 3355778"/>
              <a:gd name="connsiteX609" fmla="*/ 979104 w 1800646"/>
              <a:gd name="connsiteY609" fmla="*/ 1370294 h 3355778"/>
              <a:gd name="connsiteX610" fmla="*/ 979272 w 1800646"/>
              <a:gd name="connsiteY610" fmla="*/ 1383422 h 3355778"/>
              <a:gd name="connsiteX611" fmla="*/ 985266 w 1800646"/>
              <a:gd name="connsiteY611" fmla="*/ 1395089 h 3355778"/>
              <a:gd name="connsiteX612" fmla="*/ 984309 w 1800646"/>
              <a:gd name="connsiteY612" fmla="*/ 1402128 h 3355778"/>
              <a:gd name="connsiteX613" fmla="*/ 990176 w 1800646"/>
              <a:gd name="connsiteY613" fmla="*/ 1411783 h 3355778"/>
              <a:gd name="connsiteX614" fmla="*/ 1005624 w 1800646"/>
              <a:gd name="connsiteY614" fmla="*/ 1443471 h 3355778"/>
              <a:gd name="connsiteX615" fmla="*/ 1007514 w 1800646"/>
              <a:gd name="connsiteY615" fmla="*/ 1470189 h 3355778"/>
              <a:gd name="connsiteX616" fmla="*/ 1016536 w 1800646"/>
              <a:gd name="connsiteY616" fmla="*/ 1490114 h 3355778"/>
              <a:gd name="connsiteX617" fmla="*/ 1026312 w 1800646"/>
              <a:gd name="connsiteY617" fmla="*/ 1510005 h 3355778"/>
              <a:gd name="connsiteX618" fmla="*/ 1047505 w 1800646"/>
              <a:gd name="connsiteY618" fmla="*/ 1558963 h 3355778"/>
              <a:gd name="connsiteX619" fmla="*/ 1075598 w 1800646"/>
              <a:gd name="connsiteY619" fmla="*/ 1630692 h 3355778"/>
              <a:gd name="connsiteX620" fmla="*/ 1107251 w 1800646"/>
              <a:gd name="connsiteY620" fmla="*/ 1691926 h 3355778"/>
              <a:gd name="connsiteX621" fmla="*/ 1105510 w 1800646"/>
              <a:gd name="connsiteY621" fmla="*/ 1689218 h 3355778"/>
              <a:gd name="connsiteX622" fmla="*/ 1067349 w 1800646"/>
              <a:gd name="connsiteY622" fmla="*/ 1637504 h 3355778"/>
              <a:gd name="connsiteX623" fmla="*/ 1048452 w 1800646"/>
              <a:gd name="connsiteY623" fmla="*/ 1616380 h 3355778"/>
              <a:gd name="connsiteX624" fmla="*/ 1043434 w 1800646"/>
              <a:gd name="connsiteY624" fmla="*/ 1618485 h 3355778"/>
              <a:gd name="connsiteX625" fmla="*/ 1049830 w 1800646"/>
              <a:gd name="connsiteY625" fmla="*/ 1632675 h 3355778"/>
              <a:gd name="connsiteX626" fmla="*/ 1043409 w 1800646"/>
              <a:gd name="connsiteY626" fmla="*/ 1637497 h 3355778"/>
              <a:gd name="connsiteX627" fmla="*/ 1023176 w 1800646"/>
              <a:gd name="connsiteY627" fmla="*/ 1631346 h 3355778"/>
              <a:gd name="connsiteX628" fmla="*/ 977925 w 1800646"/>
              <a:gd name="connsiteY628" fmla="*/ 1580852 h 3355778"/>
              <a:gd name="connsiteX629" fmla="*/ 903669 w 1800646"/>
              <a:gd name="connsiteY629" fmla="*/ 1438450 h 3355778"/>
              <a:gd name="connsiteX630" fmla="*/ 878780 w 1800646"/>
              <a:gd name="connsiteY630" fmla="*/ 1449892 h 3355778"/>
              <a:gd name="connsiteX631" fmla="*/ 836095 w 1800646"/>
              <a:gd name="connsiteY631" fmla="*/ 1532013 h 3355778"/>
              <a:gd name="connsiteX632" fmla="*/ 772504 w 1800646"/>
              <a:gd name="connsiteY632" fmla="*/ 1675670 h 3355778"/>
              <a:gd name="connsiteX633" fmla="*/ 765059 w 1800646"/>
              <a:gd name="connsiteY633" fmla="*/ 1685501 h 3355778"/>
              <a:gd name="connsiteX634" fmla="*/ 798419 w 1800646"/>
              <a:gd name="connsiteY634" fmla="*/ 1742579 h 3355778"/>
              <a:gd name="connsiteX635" fmla="*/ 833987 w 1800646"/>
              <a:gd name="connsiteY635" fmla="*/ 1814876 h 3355778"/>
              <a:gd name="connsiteX636" fmla="*/ 875144 w 1800646"/>
              <a:gd name="connsiteY636" fmla="*/ 1949335 h 3355778"/>
              <a:gd name="connsiteX637" fmla="*/ 908986 w 1800646"/>
              <a:gd name="connsiteY637" fmla="*/ 1992618 h 3355778"/>
              <a:gd name="connsiteX638" fmla="*/ 922444 w 1800646"/>
              <a:gd name="connsiteY638" fmla="*/ 2007120 h 3355778"/>
              <a:gd name="connsiteX639" fmla="*/ 964654 w 1800646"/>
              <a:gd name="connsiteY639" fmla="*/ 2050735 h 3355778"/>
              <a:gd name="connsiteX640" fmla="*/ 1014672 w 1800646"/>
              <a:gd name="connsiteY640" fmla="*/ 2084837 h 3355778"/>
              <a:gd name="connsiteX641" fmla="*/ 984403 w 1800646"/>
              <a:gd name="connsiteY641" fmla="*/ 2110093 h 3355778"/>
              <a:gd name="connsiteX642" fmla="*/ 970049 w 1800646"/>
              <a:gd name="connsiteY642" fmla="*/ 2131317 h 3355778"/>
              <a:gd name="connsiteX643" fmla="*/ 884454 w 1800646"/>
              <a:gd name="connsiteY643" fmla="*/ 2208612 h 3355778"/>
              <a:gd name="connsiteX644" fmla="*/ 883805 w 1800646"/>
              <a:gd name="connsiteY644" fmla="*/ 2209152 h 3355778"/>
              <a:gd name="connsiteX645" fmla="*/ 883044 w 1800646"/>
              <a:gd name="connsiteY645" fmla="*/ 2208602 h 3355778"/>
              <a:gd name="connsiteX646" fmla="*/ 883430 w 1800646"/>
              <a:gd name="connsiteY646" fmla="*/ 2209462 h 3355778"/>
              <a:gd name="connsiteX647" fmla="*/ 833060 w 1800646"/>
              <a:gd name="connsiteY647" fmla="*/ 2251298 h 3355778"/>
              <a:gd name="connsiteX648" fmla="*/ 812685 w 1800646"/>
              <a:gd name="connsiteY648" fmla="*/ 2269374 h 3355778"/>
              <a:gd name="connsiteX649" fmla="*/ 802196 w 1800646"/>
              <a:gd name="connsiteY649" fmla="*/ 2266548 h 3355778"/>
              <a:gd name="connsiteX650" fmla="*/ 782932 w 1800646"/>
              <a:gd name="connsiteY650" fmla="*/ 2259079 h 3355778"/>
              <a:gd name="connsiteX651" fmla="*/ 716834 w 1800646"/>
              <a:gd name="connsiteY651" fmla="*/ 2123198 h 3355778"/>
              <a:gd name="connsiteX652" fmla="*/ 700262 w 1800646"/>
              <a:gd name="connsiteY652" fmla="*/ 2087344 h 3355778"/>
              <a:gd name="connsiteX653" fmla="*/ 693174 w 1800646"/>
              <a:gd name="connsiteY653" fmla="*/ 2150500 h 3355778"/>
              <a:gd name="connsiteX654" fmla="*/ 699039 w 1800646"/>
              <a:gd name="connsiteY654" fmla="*/ 2209270 h 3355778"/>
              <a:gd name="connsiteX655" fmla="*/ 714986 w 1800646"/>
              <a:gd name="connsiteY655" fmla="*/ 2341903 h 3355778"/>
              <a:gd name="connsiteX656" fmla="*/ 717413 w 1800646"/>
              <a:gd name="connsiteY656" fmla="*/ 2355638 h 3355778"/>
              <a:gd name="connsiteX657" fmla="*/ 694164 w 1800646"/>
              <a:gd name="connsiteY657" fmla="*/ 2379754 h 3355778"/>
              <a:gd name="connsiteX658" fmla="*/ 717417 w 1800646"/>
              <a:gd name="connsiteY658" fmla="*/ 2355635 h 3355778"/>
              <a:gd name="connsiteX659" fmla="*/ 725392 w 1800646"/>
              <a:gd name="connsiteY659" fmla="*/ 2400740 h 3355778"/>
              <a:gd name="connsiteX660" fmla="*/ 725394 w 1800646"/>
              <a:gd name="connsiteY660" fmla="*/ 2400738 h 3355778"/>
              <a:gd name="connsiteX661" fmla="*/ 738322 w 1800646"/>
              <a:gd name="connsiteY661" fmla="*/ 2470654 h 3355778"/>
              <a:gd name="connsiteX662" fmla="*/ 742308 w 1800646"/>
              <a:gd name="connsiteY662" fmla="*/ 2518365 h 3355778"/>
              <a:gd name="connsiteX663" fmla="*/ 751576 w 1800646"/>
              <a:gd name="connsiteY663" fmla="*/ 2525641 h 3355778"/>
              <a:gd name="connsiteX664" fmla="*/ 750006 w 1800646"/>
              <a:gd name="connsiteY664" fmla="*/ 2527449 h 3355778"/>
              <a:gd name="connsiteX665" fmla="*/ 720285 w 1800646"/>
              <a:gd name="connsiteY665" fmla="*/ 2570978 h 3355778"/>
              <a:gd name="connsiteX666" fmla="*/ 720284 w 1800646"/>
              <a:gd name="connsiteY666" fmla="*/ 2570981 h 3355778"/>
              <a:gd name="connsiteX667" fmla="*/ 750004 w 1800646"/>
              <a:gd name="connsiteY667" fmla="*/ 2527453 h 3355778"/>
              <a:gd name="connsiteX668" fmla="*/ 751574 w 1800646"/>
              <a:gd name="connsiteY668" fmla="*/ 2525646 h 3355778"/>
              <a:gd name="connsiteX669" fmla="*/ 821497 w 1800646"/>
              <a:gd name="connsiteY669" fmla="*/ 2580523 h 3355778"/>
              <a:gd name="connsiteX670" fmla="*/ 821495 w 1800646"/>
              <a:gd name="connsiteY670" fmla="*/ 2580526 h 3355778"/>
              <a:gd name="connsiteX671" fmla="*/ 844195 w 1800646"/>
              <a:gd name="connsiteY671" fmla="*/ 2598343 h 3355778"/>
              <a:gd name="connsiteX672" fmla="*/ 844198 w 1800646"/>
              <a:gd name="connsiteY672" fmla="*/ 2598336 h 3355778"/>
              <a:gd name="connsiteX673" fmla="*/ 844572 w 1800646"/>
              <a:gd name="connsiteY673" fmla="*/ 2598630 h 3355778"/>
              <a:gd name="connsiteX674" fmla="*/ 844574 w 1800646"/>
              <a:gd name="connsiteY674" fmla="*/ 2598627 h 3355778"/>
              <a:gd name="connsiteX675" fmla="*/ 852587 w 1800646"/>
              <a:gd name="connsiteY675" fmla="*/ 2606670 h 3355778"/>
              <a:gd name="connsiteX676" fmla="*/ 884467 w 1800646"/>
              <a:gd name="connsiteY676" fmla="*/ 2647319 h 3355778"/>
              <a:gd name="connsiteX677" fmla="*/ 884463 w 1800646"/>
              <a:gd name="connsiteY677" fmla="*/ 2647325 h 3355778"/>
              <a:gd name="connsiteX678" fmla="*/ 934855 w 1800646"/>
              <a:gd name="connsiteY678" fmla="*/ 2711579 h 3355778"/>
              <a:gd name="connsiteX679" fmla="*/ 935590 w 1800646"/>
              <a:gd name="connsiteY679" fmla="*/ 2712683 h 3355778"/>
              <a:gd name="connsiteX680" fmla="*/ 922663 w 1800646"/>
              <a:gd name="connsiteY680" fmla="*/ 2742809 h 3355778"/>
              <a:gd name="connsiteX681" fmla="*/ 921526 w 1800646"/>
              <a:gd name="connsiteY681" fmla="*/ 2751850 h 3355778"/>
              <a:gd name="connsiteX682" fmla="*/ 921530 w 1800646"/>
              <a:gd name="connsiteY682" fmla="*/ 2751847 h 3355778"/>
              <a:gd name="connsiteX683" fmla="*/ 922667 w 1800646"/>
              <a:gd name="connsiteY683" fmla="*/ 2742805 h 3355778"/>
              <a:gd name="connsiteX684" fmla="*/ 922671 w 1800646"/>
              <a:gd name="connsiteY684" fmla="*/ 2742802 h 3355778"/>
              <a:gd name="connsiteX685" fmla="*/ 935597 w 1800646"/>
              <a:gd name="connsiteY685" fmla="*/ 2712674 h 3355778"/>
              <a:gd name="connsiteX686" fmla="*/ 972620 w 1800646"/>
              <a:gd name="connsiteY686" fmla="*/ 2766496 h 3355778"/>
              <a:gd name="connsiteX687" fmla="*/ 972618 w 1800646"/>
              <a:gd name="connsiteY687" fmla="*/ 2766509 h 3355778"/>
              <a:gd name="connsiteX688" fmla="*/ 984844 w 1800646"/>
              <a:gd name="connsiteY688" fmla="*/ 2783250 h 3355778"/>
              <a:gd name="connsiteX689" fmla="*/ 1032010 w 1800646"/>
              <a:gd name="connsiteY689" fmla="*/ 2854518 h 3355778"/>
              <a:gd name="connsiteX690" fmla="*/ 1099317 w 1800646"/>
              <a:gd name="connsiteY690" fmla="*/ 2966764 h 3355778"/>
              <a:gd name="connsiteX691" fmla="*/ 1121339 w 1800646"/>
              <a:gd name="connsiteY691" fmla="*/ 3021930 h 3355778"/>
              <a:gd name="connsiteX692" fmla="*/ 1140235 w 1800646"/>
              <a:gd name="connsiteY692" fmla="*/ 3072742 h 3355778"/>
              <a:gd name="connsiteX693" fmla="*/ 1147458 w 1800646"/>
              <a:gd name="connsiteY693" fmla="*/ 3137081 h 3355778"/>
              <a:gd name="connsiteX694" fmla="*/ 1144577 w 1800646"/>
              <a:gd name="connsiteY694" fmla="*/ 3201506 h 3355778"/>
              <a:gd name="connsiteX695" fmla="*/ 1126532 w 1800646"/>
              <a:gd name="connsiteY695" fmla="*/ 3243828 h 3355778"/>
              <a:gd name="connsiteX696" fmla="*/ 1120174 w 1800646"/>
              <a:gd name="connsiteY696" fmla="*/ 3269887 h 3355778"/>
              <a:gd name="connsiteX697" fmla="*/ 1117326 w 1800646"/>
              <a:gd name="connsiteY697" fmla="*/ 3314048 h 3355778"/>
              <a:gd name="connsiteX698" fmla="*/ 1090190 w 1800646"/>
              <a:gd name="connsiteY698" fmla="*/ 3332396 h 3355778"/>
              <a:gd name="connsiteX699" fmla="*/ 1059757 w 1800646"/>
              <a:gd name="connsiteY699" fmla="*/ 3327654 h 3355778"/>
              <a:gd name="connsiteX700" fmla="*/ 1057950 w 1800646"/>
              <a:gd name="connsiteY700" fmla="*/ 3332984 h 3355778"/>
              <a:gd name="connsiteX701" fmla="*/ 1075282 w 1800646"/>
              <a:gd name="connsiteY701" fmla="*/ 3341612 h 3355778"/>
              <a:gd name="connsiteX702" fmla="*/ 978790 w 1800646"/>
              <a:gd name="connsiteY702" fmla="*/ 3347896 h 3355778"/>
              <a:gd name="connsiteX703" fmla="*/ 968459 w 1800646"/>
              <a:gd name="connsiteY703" fmla="*/ 3343632 h 3355778"/>
              <a:gd name="connsiteX704" fmla="*/ 968458 w 1800646"/>
              <a:gd name="connsiteY704" fmla="*/ 3343632 h 3355778"/>
              <a:gd name="connsiteX705" fmla="*/ 910881 w 1800646"/>
              <a:gd name="connsiteY705" fmla="*/ 3315714 h 3355778"/>
              <a:gd name="connsiteX706" fmla="*/ 870709 w 1800646"/>
              <a:gd name="connsiteY706" fmla="*/ 3281204 h 3355778"/>
              <a:gd name="connsiteX707" fmla="*/ 829549 w 1800646"/>
              <a:gd name="connsiteY707" fmla="*/ 3242091 h 3355778"/>
              <a:gd name="connsiteX708" fmla="*/ 792791 w 1800646"/>
              <a:gd name="connsiteY708" fmla="*/ 3208726 h 3355778"/>
              <a:gd name="connsiteX709" fmla="*/ 759082 w 1800646"/>
              <a:gd name="connsiteY709" fmla="*/ 3170498 h 3355778"/>
              <a:gd name="connsiteX710" fmla="*/ 743369 w 1800646"/>
              <a:gd name="connsiteY710" fmla="*/ 3132143 h 3355778"/>
              <a:gd name="connsiteX711" fmla="*/ 720545 w 1800646"/>
              <a:gd name="connsiteY711" fmla="*/ 3086032 h 3355778"/>
              <a:gd name="connsiteX712" fmla="*/ 689164 w 1800646"/>
              <a:gd name="connsiteY712" fmla="*/ 3024508 h 3355778"/>
              <a:gd name="connsiteX713" fmla="*/ 650360 w 1800646"/>
              <a:gd name="connsiteY713" fmla="*/ 2880499 h 3355778"/>
              <a:gd name="connsiteX714" fmla="*/ 645456 w 1800646"/>
              <a:gd name="connsiteY714" fmla="*/ 2819489 h 3355778"/>
              <a:gd name="connsiteX715" fmla="*/ 648345 w 1800646"/>
              <a:gd name="connsiteY715" fmla="*/ 2788650 h 3355778"/>
              <a:gd name="connsiteX716" fmla="*/ 652439 w 1800646"/>
              <a:gd name="connsiteY716" fmla="*/ 2783827 h 3355778"/>
              <a:gd name="connsiteX717" fmla="*/ 644243 w 1800646"/>
              <a:gd name="connsiteY717" fmla="*/ 2728202 h 3355778"/>
              <a:gd name="connsiteX718" fmla="*/ 644243 w 1800646"/>
              <a:gd name="connsiteY718" fmla="*/ 2728198 h 3355778"/>
              <a:gd name="connsiteX719" fmla="*/ 636596 w 1800646"/>
              <a:gd name="connsiteY719" fmla="*/ 2641997 h 3355778"/>
              <a:gd name="connsiteX720" fmla="*/ 637219 w 1800646"/>
              <a:gd name="connsiteY720" fmla="*/ 2567667 h 3355778"/>
              <a:gd name="connsiteX721" fmla="*/ 631360 w 1800646"/>
              <a:gd name="connsiteY721" fmla="*/ 2531230 h 3355778"/>
              <a:gd name="connsiteX722" fmla="*/ 630229 w 1800646"/>
              <a:gd name="connsiteY722" fmla="*/ 2523973 h 3355778"/>
              <a:gd name="connsiteX723" fmla="*/ 640416 w 1800646"/>
              <a:gd name="connsiteY723" fmla="*/ 2506258 h 3355778"/>
              <a:gd name="connsiteX724" fmla="*/ 653064 w 1800646"/>
              <a:gd name="connsiteY724" fmla="*/ 2490044 h 3355778"/>
              <a:gd name="connsiteX725" fmla="*/ 659833 w 1800646"/>
              <a:gd name="connsiteY725" fmla="*/ 2487444 h 3355778"/>
              <a:gd name="connsiteX726" fmla="*/ 670619 w 1800646"/>
              <a:gd name="connsiteY726" fmla="*/ 2486011 h 3355778"/>
              <a:gd name="connsiteX727" fmla="*/ 676129 w 1800646"/>
              <a:gd name="connsiteY727" fmla="*/ 2481802 h 3355778"/>
              <a:gd name="connsiteX728" fmla="*/ 670720 w 1800646"/>
              <a:gd name="connsiteY728" fmla="*/ 2471770 h 3355778"/>
              <a:gd name="connsiteX729" fmla="*/ 673796 w 1800646"/>
              <a:gd name="connsiteY729" fmla="*/ 2468738 h 3355778"/>
              <a:gd name="connsiteX730" fmla="*/ 675575 w 1800646"/>
              <a:gd name="connsiteY730" fmla="*/ 2467340 h 3355778"/>
              <a:gd name="connsiteX731" fmla="*/ 689989 w 1800646"/>
              <a:gd name="connsiteY731" fmla="*/ 2476110 h 3355778"/>
              <a:gd name="connsiteX732" fmla="*/ 704961 w 1800646"/>
              <a:gd name="connsiteY732" fmla="*/ 2465087 h 3355778"/>
              <a:gd name="connsiteX733" fmla="*/ 699837 w 1800646"/>
              <a:gd name="connsiteY733" fmla="*/ 2428674 h 3355778"/>
              <a:gd name="connsiteX734" fmla="*/ 699836 w 1800646"/>
              <a:gd name="connsiteY734" fmla="*/ 2428676 h 3355778"/>
              <a:gd name="connsiteX735" fmla="*/ 693099 w 1800646"/>
              <a:gd name="connsiteY735" fmla="*/ 2380858 h 3355778"/>
              <a:gd name="connsiteX736" fmla="*/ 693096 w 1800646"/>
              <a:gd name="connsiteY736" fmla="*/ 2380862 h 3355778"/>
              <a:gd name="connsiteX737" fmla="*/ 667797 w 1800646"/>
              <a:gd name="connsiteY737" fmla="*/ 2133942 h 3355778"/>
              <a:gd name="connsiteX738" fmla="*/ 647527 w 1800646"/>
              <a:gd name="connsiteY738" fmla="*/ 2143375 h 3355778"/>
              <a:gd name="connsiteX739" fmla="*/ 577676 w 1800646"/>
              <a:gd name="connsiteY739" fmla="*/ 2241960 h 3355778"/>
              <a:gd name="connsiteX740" fmla="*/ 436094 w 1800646"/>
              <a:gd name="connsiteY740" fmla="*/ 2422516 h 3355778"/>
              <a:gd name="connsiteX741" fmla="*/ 361237 w 1800646"/>
              <a:gd name="connsiteY741" fmla="*/ 2491748 h 3355778"/>
              <a:gd name="connsiteX742" fmla="*/ 361238 w 1800646"/>
              <a:gd name="connsiteY742" fmla="*/ 2491748 h 3355778"/>
              <a:gd name="connsiteX743" fmla="*/ 362120 w 1800646"/>
              <a:gd name="connsiteY743" fmla="*/ 2491736 h 3355778"/>
              <a:gd name="connsiteX744" fmla="*/ 238031 w 1800646"/>
              <a:gd name="connsiteY744" fmla="*/ 2566688 h 3355778"/>
              <a:gd name="connsiteX745" fmla="*/ 119030 w 1800646"/>
              <a:gd name="connsiteY745" fmla="*/ 2612762 h 3355778"/>
              <a:gd name="connsiteX746" fmla="*/ 88837 w 1800646"/>
              <a:gd name="connsiteY746" fmla="*/ 2627951 h 3355778"/>
              <a:gd name="connsiteX747" fmla="*/ 59472 w 1800646"/>
              <a:gd name="connsiteY747" fmla="*/ 2629924 h 3355778"/>
              <a:gd name="connsiteX748" fmla="*/ 80285 w 1800646"/>
              <a:gd name="connsiteY748" fmla="*/ 2583352 h 3355778"/>
              <a:gd name="connsiteX749" fmla="*/ 51798 w 1800646"/>
              <a:gd name="connsiteY749" fmla="*/ 2579882 h 3355778"/>
              <a:gd name="connsiteX750" fmla="*/ 66065 w 1800646"/>
              <a:gd name="connsiteY750" fmla="*/ 2551044 h 3355778"/>
              <a:gd name="connsiteX751" fmla="*/ 47059 w 1800646"/>
              <a:gd name="connsiteY751" fmla="*/ 2548846 h 3355778"/>
              <a:gd name="connsiteX752" fmla="*/ 49332 w 1800646"/>
              <a:gd name="connsiteY752" fmla="*/ 2540323 h 3355778"/>
              <a:gd name="connsiteX753" fmla="*/ 158183 w 1800646"/>
              <a:gd name="connsiteY753" fmla="*/ 2408393 h 3355778"/>
              <a:gd name="connsiteX754" fmla="*/ 207613 w 1800646"/>
              <a:gd name="connsiteY754" fmla="*/ 2349310 h 3355778"/>
              <a:gd name="connsiteX755" fmla="*/ 317425 w 1800646"/>
              <a:gd name="connsiteY755" fmla="*/ 2228084 h 3355778"/>
              <a:gd name="connsiteX756" fmla="*/ 455291 w 1800646"/>
              <a:gd name="connsiteY756" fmla="*/ 2077113 h 3355778"/>
              <a:gd name="connsiteX757" fmla="*/ 541591 w 1800646"/>
              <a:gd name="connsiteY757" fmla="*/ 1974390 h 3355778"/>
              <a:gd name="connsiteX758" fmla="*/ 578711 w 1800646"/>
              <a:gd name="connsiteY758" fmla="*/ 1931105 h 3355778"/>
              <a:gd name="connsiteX759" fmla="*/ 649060 w 1800646"/>
              <a:gd name="connsiteY759" fmla="*/ 1902970 h 3355778"/>
              <a:gd name="connsiteX760" fmla="*/ 687820 w 1800646"/>
              <a:gd name="connsiteY760" fmla="*/ 1805683 h 3355778"/>
              <a:gd name="connsiteX761" fmla="*/ 704077 w 1800646"/>
              <a:gd name="connsiteY761" fmla="*/ 1744819 h 3355778"/>
              <a:gd name="connsiteX762" fmla="*/ 708334 w 1800646"/>
              <a:gd name="connsiteY762" fmla="*/ 1739622 h 3355778"/>
              <a:gd name="connsiteX763" fmla="*/ 730879 w 1800646"/>
              <a:gd name="connsiteY763" fmla="*/ 1705047 h 3355778"/>
              <a:gd name="connsiteX764" fmla="*/ 782285 w 1800646"/>
              <a:gd name="connsiteY764" fmla="*/ 1577977 h 3355778"/>
              <a:gd name="connsiteX765" fmla="*/ 848711 w 1800646"/>
              <a:gd name="connsiteY765" fmla="*/ 1442292 h 3355778"/>
              <a:gd name="connsiteX766" fmla="*/ 835004 w 1800646"/>
              <a:gd name="connsiteY766" fmla="*/ 1451252 h 3355778"/>
              <a:gd name="connsiteX767" fmla="*/ 788590 w 1800646"/>
              <a:gd name="connsiteY767" fmla="*/ 1488043 h 3355778"/>
              <a:gd name="connsiteX768" fmla="*/ 762710 w 1800646"/>
              <a:gd name="connsiteY768" fmla="*/ 1531002 h 3355778"/>
              <a:gd name="connsiteX769" fmla="*/ 731103 w 1800646"/>
              <a:gd name="connsiteY769" fmla="*/ 1576233 h 3355778"/>
              <a:gd name="connsiteX770" fmla="*/ 681146 w 1800646"/>
              <a:gd name="connsiteY770" fmla="*/ 1621925 h 3355778"/>
              <a:gd name="connsiteX771" fmla="*/ 631325 w 1800646"/>
              <a:gd name="connsiteY771" fmla="*/ 1657219 h 3355778"/>
              <a:gd name="connsiteX772" fmla="*/ 575464 w 1800646"/>
              <a:gd name="connsiteY772" fmla="*/ 1685391 h 3355778"/>
              <a:gd name="connsiteX773" fmla="*/ 523978 w 1800646"/>
              <a:gd name="connsiteY773" fmla="*/ 1707183 h 3355778"/>
              <a:gd name="connsiteX774" fmla="*/ 437119 w 1800646"/>
              <a:gd name="connsiteY774" fmla="*/ 1731956 h 3355778"/>
              <a:gd name="connsiteX775" fmla="*/ 397273 w 1800646"/>
              <a:gd name="connsiteY775" fmla="*/ 1738547 h 3355778"/>
              <a:gd name="connsiteX776" fmla="*/ 312468 w 1800646"/>
              <a:gd name="connsiteY776" fmla="*/ 1739604 h 3355778"/>
              <a:gd name="connsiteX777" fmla="*/ 299631 w 1800646"/>
              <a:gd name="connsiteY777" fmla="*/ 1741214 h 3355778"/>
              <a:gd name="connsiteX778" fmla="*/ 231116 w 1800646"/>
              <a:gd name="connsiteY778" fmla="*/ 1742228 h 3355778"/>
              <a:gd name="connsiteX779" fmla="*/ 155143 w 1800646"/>
              <a:gd name="connsiteY779" fmla="*/ 1727280 h 3355778"/>
              <a:gd name="connsiteX780" fmla="*/ 123726 w 1800646"/>
              <a:gd name="connsiteY780" fmla="*/ 1708592 h 3355778"/>
              <a:gd name="connsiteX781" fmla="*/ 106859 w 1800646"/>
              <a:gd name="connsiteY781" fmla="*/ 1704272 h 3355778"/>
              <a:gd name="connsiteX782" fmla="*/ 107967 w 1800646"/>
              <a:gd name="connsiteY782" fmla="*/ 1691562 h 3355778"/>
              <a:gd name="connsiteX783" fmla="*/ 68306 w 1800646"/>
              <a:gd name="connsiteY783" fmla="*/ 1686635 h 3355778"/>
              <a:gd name="connsiteX784" fmla="*/ 43101 w 1800646"/>
              <a:gd name="connsiteY784" fmla="*/ 1663935 h 3355778"/>
              <a:gd name="connsiteX785" fmla="*/ 16875 w 1800646"/>
              <a:gd name="connsiteY785" fmla="*/ 1605581 h 3355778"/>
              <a:gd name="connsiteX786" fmla="*/ 7308 w 1800646"/>
              <a:gd name="connsiteY786" fmla="*/ 1539578 h 3355778"/>
              <a:gd name="connsiteX787" fmla="*/ 6732 w 1800646"/>
              <a:gd name="connsiteY787" fmla="*/ 1532787 h 3355778"/>
              <a:gd name="connsiteX788" fmla="*/ 4477 w 1800646"/>
              <a:gd name="connsiteY788" fmla="*/ 1500973 h 3355778"/>
              <a:gd name="connsiteX789" fmla="*/ 31462 w 1800646"/>
              <a:gd name="connsiteY789" fmla="*/ 1480430 h 3355778"/>
              <a:gd name="connsiteX790" fmla="*/ 28831 w 1800646"/>
              <a:gd name="connsiteY790" fmla="*/ 1471301 h 3355778"/>
              <a:gd name="connsiteX791" fmla="*/ 38973 w 1800646"/>
              <a:gd name="connsiteY791" fmla="*/ 1466911 h 3355778"/>
              <a:gd name="connsiteX792" fmla="*/ 47747 w 1800646"/>
              <a:gd name="connsiteY792" fmla="*/ 1444973 h 3355778"/>
              <a:gd name="connsiteX793" fmla="*/ 40800 w 1800646"/>
              <a:gd name="connsiteY793" fmla="*/ 1413520 h 3355778"/>
              <a:gd name="connsiteX794" fmla="*/ 73354 w 1800646"/>
              <a:gd name="connsiteY794" fmla="*/ 1383396 h 3355778"/>
              <a:gd name="connsiteX795" fmla="*/ 140427 w 1800646"/>
              <a:gd name="connsiteY795" fmla="*/ 1365088 h 3355778"/>
              <a:gd name="connsiteX796" fmla="*/ 258716 w 1800646"/>
              <a:gd name="connsiteY796" fmla="*/ 1337603 h 3355778"/>
              <a:gd name="connsiteX797" fmla="*/ 478146 w 1800646"/>
              <a:gd name="connsiteY797" fmla="*/ 1278472 h 3355778"/>
              <a:gd name="connsiteX798" fmla="*/ 570562 w 1800646"/>
              <a:gd name="connsiteY798" fmla="*/ 1236256 h 3355778"/>
              <a:gd name="connsiteX799" fmla="*/ 662922 w 1800646"/>
              <a:gd name="connsiteY799" fmla="*/ 1185579 h 3355778"/>
              <a:gd name="connsiteX800" fmla="*/ 707210 w 1800646"/>
              <a:gd name="connsiteY800" fmla="*/ 1154599 h 3355778"/>
              <a:gd name="connsiteX801" fmla="*/ 740349 w 1800646"/>
              <a:gd name="connsiteY801" fmla="*/ 1128528 h 3355778"/>
              <a:gd name="connsiteX802" fmla="*/ 740344 w 1800646"/>
              <a:gd name="connsiteY802" fmla="*/ 1128540 h 3355778"/>
              <a:gd name="connsiteX803" fmla="*/ 741698 w 1800646"/>
              <a:gd name="connsiteY803" fmla="*/ 1167527 h 3355778"/>
              <a:gd name="connsiteX804" fmla="*/ 788038 w 1800646"/>
              <a:gd name="connsiteY804" fmla="*/ 1188346 h 3355778"/>
              <a:gd name="connsiteX805" fmla="*/ 819358 w 1800646"/>
              <a:gd name="connsiteY805" fmla="*/ 1188224 h 3355778"/>
              <a:gd name="connsiteX806" fmla="*/ 818967 w 1800646"/>
              <a:gd name="connsiteY806" fmla="*/ 1188306 h 3355778"/>
              <a:gd name="connsiteX807" fmla="*/ 818979 w 1800646"/>
              <a:gd name="connsiteY807" fmla="*/ 1188305 h 3355778"/>
              <a:gd name="connsiteX808" fmla="*/ 819358 w 1800646"/>
              <a:gd name="connsiteY808" fmla="*/ 1188225 h 3355778"/>
              <a:gd name="connsiteX809" fmla="*/ 820064 w 1800646"/>
              <a:gd name="connsiteY809" fmla="*/ 1188220 h 3355778"/>
              <a:gd name="connsiteX810" fmla="*/ 820069 w 1800646"/>
              <a:gd name="connsiteY810" fmla="*/ 1188218 h 3355778"/>
              <a:gd name="connsiteX811" fmla="*/ 819358 w 1800646"/>
              <a:gd name="connsiteY811" fmla="*/ 1188224 h 3355778"/>
              <a:gd name="connsiteX812" fmla="*/ 876046 w 1800646"/>
              <a:gd name="connsiteY812" fmla="*/ 1175353 h 3355778"/>
              <a:gd name="connsiteX813" fmla="*/ 884267 w 1800646"/>
              <a:gd name="connsiteY813" fmla="*/ 1157017 h 3355778"/>
              <a:gd name="connsiteX814" fmla="*/ 902974 w 1800646"/>
              <a:gd name="connsiteY814" fmla="*/ 1131724 h 3355778"/>
              <a:gd name="connsiteX815" fmla="*/ 911821 w 1800646"/>
              <a:gd name="connsiteY815" fmla="*/ 1123361 h 3355778"/>
              <a:gd name="connsiteX816" fmla="*/ 981376 w 1800646"/>
              <a:gd name="connsiteY816" fmla="*/ 1085366 h 3355778"/>
              <a:gd name="connsiteX817" fmla="*/ 983911 w 1800646"/>
              <a:gd name="connsiteY817" fmla="*/ 1095164 h 3355778"/>
              <a:gd name="connsiteX818" fmla="*/ 975026 w 1800646"/>
              <a:gd name="connsiteY818" fmla="*/ 1086973 h 3355778"/>
              <a:gd name="connsiteX819" fmla="*/ 981376 w 1800646"/>
              <a:gd name="connsiteY819" fmla="*/ 1085366 h 3355778"/>
              <a:gd name="connsiteX820" fmla="*/ 960644 w 1800646"/>
              <a:gd name="connsiteY820" fmla="*/ 1084542 h 3355778"/>
              <a:gd name="connsiteX821" fmla="*/ 956122 w 1800646"/>
              <a:gd name="connsiteY821" fmla="*/ 1095619 h 3355778"/>
              <a:gd name="connsiteX822" fmla="*/ 986324 w 1800646"/>
              <a:gd name="connsiteY822" fmla="*/ 1104504 h 3355778"/>
              <a:gd name="connsiteX823" fmla="*/ 990880 w 1800646"/>
              <a:gd name="connsiteY823" fmla="*/ 1122122 h 3355778"/>
              <a:gd name="connsiteX824" fmla="*/ 988952 w 1800646"/>
              <a:gd name="connsiteY824" fmla="*/ 1128488 h 3355778"/>
              <a:gd name="connsiteX825" fmla="*/ 1000671 w 1800646"/>
              <a:gd name="connsiteY825" fmla="*/ 1164676 h 3355778"/>
              <a:gd name="connsiteX826" fmla="*/ 998944 w 1800646"/>
              <a:gd name="connsiteY826" fmla="*/ 1171169 h 3355778"/>
              <a:gd name="connsiteX827" fmla="*/ 1011546 w 1800646"/>
              <a:gd name="connsiteY827" fmla="*/ 1205783 h 3355778"/>
              <a:gd name="connsiteX828" fmla="*/ 1021127 w 1800646"/>
              <a:gd name="connsiteY828" fmla="*/ 1255337 h 3355778"/>
              <a:gd name="connsiteX829" fmla="*/ 1031415 w 1800646"/>
              <a:gd name="connsiteY829" fmla="*/ 1288587 h 3355778"/>
              <a:gd name="connsiteX830" fmla="*/ 1036608 w 1800646"/>
              <a:gd name="connsiteY830" fmla="*/ 1297934 h 3355778"/>
              <a:gd name="connsiteX831" fmla="*/ 1036201 w 1800646"/>
              <a:gd name="connsiteY831" fmla="*/ 1321280 h 3355778"/>
              <a:gd name="connsiteX832" fmla="*/ 1044273 w 1800646"/>
              <a:gd name="connsiteY832" fmla="*/ 1342570 h 3355778"/>
              <a:gd name="connsiteX833" fmla="*/ 1052703 w 1800646"/>
              <a:gd name="connsiteY833" fmla="*/ 1371153 h 3355778"/>
              <a:gd name="connsiteX834" fmla="*/ 1062109 w 1800646"/>
              <a:gd name="connsiteY834" fmla="*/ 1399950 h 3355778"/>
              <a:gd name="connsiteX835" fmla="*/ 1080040 w 1800646"/>
              <a:gd name="connsiteY835" fmla="*/ 1458088 h 3355778"/>
              <a:gd name="connsiteX836" fmla="*/ 1100322 w 1800646"/>
              <a:gd name="connsiteY836" fmla="*/ 1517229 h 3355778"/>
              <a:gd name="connsiteX837" fmla="*/ 1122925 w 1800646"/>
              <a:gd name="connsiteY837" fmla="*/ 1577789 h 3355778"/>
              <a:gd name="connsiteX838" fmla="*/ 1162331 w 1800646"/>
              <a:gd name="connsiteY838" fmla="*/ 1661017 h 3355778"/>
              <a:gd name="connsiteX839" fmla="*/ 1215336 w 1800646"/>
              <a:gd name="connsiteY839" fmla="*/ 1789057 h 3355778"/>
              <a:gd name="connsiteX840" fmla="*/ 1217637 w 1800646"/>
              <a:gd name="connsiteY840" fmla="*/ 1797821 h 3355778"/>
              <a:gd name="connsiteX841" fmla="*/ 1221244 w 1800646"/>
              <a:gd name="connsiteY841" fmla="*/ 1814538 h 3355778"/>
              <a:gd name="connsiteX842" fmla="*/ 1226987 w 1800646"/>
              <a:gd name="connsiteY842" fmla="*/ 1848454 h 3355778"/>
              <a:gd name="connsiteX843" fmla="*/ 1226585 w 1800646"/>
              <a:gd name="connsiteY843" fmla="*/ 1847992 h 3355778"/>
              <a:gd name="connsiteX844" fmla="*/ 1185411 w 1800646"/>
              <a:gd name="connsiteY844" fmla="*/ 1806988 h 3355778"/>
              <a:gd name="connsiteX845" fmla="*/ 1149742 w 1800646"/>
              <a:gd name="connsiteY845" fmla="*/ 1756345 h 3355778"/>
              <a:gd name="connsiteX846" fmla="*/ 1138808 w 1800646"/>
              <a:gd name="connsiteY846" fmla="*/ 1740478 h 3355778"/>
              <a:gd name="connsiteX847" fmla="*/ 1109180 w 1800646"/>
              <a:gd name="connsiteY847" fmla="*/ 1694900 h 3355778"/>
              <a:gd name="connsiteX848" fmla="*/ 1107251 w 1800646"/>
              <a:gd name="connsiteY848" fmla="*/ 1691927 h 3355778"/>
              <a:gd name="connsiteX849" fmla="*/ 1075606 w 1800646"/>
              <a:gd name="connsiteY849" fmla="*/ 1630679 h 3355778"/>
              <a:gd name="connsiteX850" fmla="*/ 1047507 w 1800646"/>
              <a:gd name="connsiteY850" fmla="*/ 1558963 h 3355778"/>
              <a:gd name="connsiteX851" fmla="*/ 1026313 w 1800646"/>
              <a:gd name="connsiteY851" fmla="*/ 1510005 h 3355778"/>
              <a:gd name="connsiteX852" fmla="*/ 1016537 w 1800646"/>
              <a:gd name="connsiteY852" fmla="*/ 1490114 h 3355778"/>
              <a:gd name="connsiteX853" fmla="*/ 1007516 w 1800646"/>
              <a:gd name="connsiteY853" fmla="*/ 1470190 h 3355778"/>
              <a:gd name="connsiteX854" fmla="*/ 1005625 w 1800646"/>
              <a:gd name="connsiteY854" fmla="*/ 1443470 h 3355778"/>
              <a:gd name="connsiteX855" fmla="*/ 990177 w 1800646"/>
              <a:gd name="connsiteY855" fmla="*/ 1411782 h 3355778"/>
              <a:gd name="connsiteX856" fmla="*/ 984310 w 1800646"/>
              <a:gd name="connsiteY856" fmla="*/ 1402127 h 3355778"/>
              <a:gd name="connsiteX857" fmla="*/ 985268 w 1800646"/>
              <a:gd name="connsiteY857" fmla="*/ 1395089 h 3355778"/>
              <a:gd name="connsiteX858" fmla="*/ 979275 w 1800646"/>
              <a:gd name="connsiteY858" fmla="*/ 1383422 h 3355778"/>
              <a:gd name="connsiteX859" fmla="*/ 979106 w 1800646"/>
              <a:gd name="connsiteY859" fmla="*/ 1370293 h 3355778"/>
              <a:gd name="connsiteX860" fmla="*/ 971501 w 1800646"/>
              <a:gd name="connsiteY860" fmla="*/ 1363497 h 3355778"/>
              <a:gd name="connsiteX861" fmla="*/ 972832 w 1800646"/>
              <a:gd name="connsiteY861" fmla="*/ 1356574 h 3355778"/>
              <a:gd name="connsiteX862" fmla="*/ 960702 w 1800646"/>
              <a:gd name="connsiteY862" fmla="*/ 1311913 h 3355778"/>
              <a:gd name="connsiteX863" fmla="*/ 948453 w 1800646"/>
              <a:gd name="connsiteY863" fmla="*/ 1262518 h 3355778"/>
              <a:gd name="connsiteX864" fmla="*/ 948454 w 1800646"/>
              <a:gd name="connsiteY864" fmla="*/ 1262518 h 3355778"/>
              <a:gd name="connsiteX865" fmla="*/ 931530 w 1800646"/>
              <a:gd name="connsiteY865" fmla="*/ 1191358 h 3355778"/>
              <a:gd name="connsiteX866" fmla="*/ 911825 w 1800646"/>
              <a:gd name="connsiteY866" fmla="*/ 1123360 h 3355778"/>
              <a:gd name="connsiteX867" fmla="*/ 924830 w 1800646"/>
              <a:gd name="connsiteY867" fmla="*/ 1106344 h 3355778"/>
              <a:gd name="connsiteX868" fmla="*/ 960644 w 1800646"/>
              <a:gd name="connsiteY868" fmla="*/ 1084542 h 3355778"/>
              <a:gd name="connsiteX869" fmla="*/ 1168676 w 1800646"/>
              <a:gd name="connsiteY869" fmla="*/ 927119 h 3355778"/>
              <a:gd name="connsiteX870" fmla="*/ 1181451 w 1800646"/>
              <a:gd name="connsiteY870" fmla="*/ 973438 h 3355778"/>
              <a:gd name="connsiteX871" fmla="*/ 1164140 w 1800646"/>
              <a:gd name="connsiteY871" fmla="*/ 986765 h 3355778"/>
              <a:gd name="connsiteX872" fmla="*/ 1122692 w 1800646"/>
              <a:gd name="connsiteY872" fmla="*/ 1053278 h 3355778"/>
              <a:gd name="connsiteX873" fmla="*/ 1112060 w 1800646"/>
              <a:gd name="connsiteY873" fmla="*/ 1068250 h 3355778"/>
              <a:gd name="connsiteX874" fmla="*/ 1107872 w 1800646"/>
              <a:gd name="connsiteY874" fmla="*/ 1087828 h 3355778"/>
              <a:gd name="connsiteX875" fmla="*/ 1145196 w 1800646"/>
              <a:gd name="connsiteY875" fmla="*/ 1143690 h 3355778"/>
              <a:gd name="connsiteX876" fmla="*/ 1151844 w 1800646"/>
              <a:gd name="connsiteY876" fmla="*/ 1149694 h 3355778"/>
              <a:gd name="connsiteX877" fmla="*/ 1212645 w 1800646"/>
              <a:gd name="connsiteY877" fmla="*/ 1186917 h 3355778"/>
              <a:gd name="connsiteX878" fmla="*/ 1212645 w 1800646"/>
              <a:gd name="connsiteY878" fmla="*/ 1186920 h 3355778"/>
              <a:gd name="connsiteX879" fmla="*/ 1212646 w 1800646"/>
              <a:gd name="connsiteY879" fmla="*/ 1186920 h 3355778"/>
              <a:gd name="connsiteX880" fmla="*/ 1237305 w 1800646"/>
              <a:gd name="connsiteY880" fmla="*/ 1207756 h 3355778"/>
              <a:gd name="connsiteX881" fmla="*/ 1246890 w 1800646"/>
              <a:gd name="connsiteY881" fmla="*/ 1215916 h 3355778"/>
              <a:gd name="connsiteX882" fmla="*/ 1246891 w 1800646"/>
              <a:gd name="connsiteY882" fmla="*/ 1215917 h 3355778"/>
              <a:gd name="connsiteX883" fmla="*/ 1246891 w 1800646"/>
              <a:gd name="connsiteY883" fmla="*/ 1215918 h 3355778"/>
              <a:gd name="connsiteX884" fmla="*/ 1246894 w 1800646"/>
              <a:gd name="connsiteY884" fmla="*/ 1215919 h 3355778"/>
              <a:gd name="connsiteX885" fmla="*/ 1246894 w 1800646"/>
              <a:gd name="connsiteY885" fmla="*/ 1215921 h 3355778"/>
              <a:gd name="connsiteX886" fmla="*/ 1350916 w 1800646"/>
              <a:gd name="connsiteY886" fmla="*/ 1307877 h 3355778"/>
              <a:gd name="connsiteX887" fmla="*/ 1367984 w 1800646"/>
              <a:gd name="connsiteY887" fmla="*/ 1326172 h 3355778"/>
              <a:gd name="connsiteX888" fmla="*/ 1370315 w 1800646"/>
              <a:gd name="connsiteY888" fmla="*/ 1332191 h 3355778"/>
              <a:gd name="connsiteX889" fmla="*/ 1384709 w 1800646"/>
              <a:gd name="connsiteY889" fmla="*/ 1370720 h 3355778"/>
              <a:gd name="connsiteX890" fmla="*/ 1384800 w 1800646"/>
              <a:gd name="connsiteY890" fmla="*/ 1370964 h 3355778"/>
              <a:gd name="connsiteX891" fmla="*/ 1395428 w 1800646"/>
              <a:gd name="connsiteY891" fmla="*/ 1408512 h 3355778"/>
              <a:gd name="connsiteX892" fmla="*/ 1414318 w 1800646"/>
              <a:gd name="connsiteY892" fmla="*/ 1442823 h 3355778"/>
              <a:gd name="connsiteX893" fmla="*/ 1469079 w 1800646"/>
              <a:gd name="connsiteY893" fmla="*/ 1562434 h 3355778"/>
              <a:gd name="connsiteX894" fmla="*/ 1488162 w 1800646"/>
              <a:gd name="connsiteY894" fmla="*/ 1592399 h 3355778"/>
              <a:gd name="connsiteX895" fmla="*/ 1529846 w 1800646"/>
              <a:gd name="connsiteY895" fmla="*/ 1703484 h 3355778"/>
              <a:gd name="connsiteX896" fmla="*/ 1549913 w 1800646"/>
              <a:gd name="connsiteY896" fmla="*/ 1807516 h 3355778"/>
              <a:gd name="connsiteX897" fmla="*/ 1551805 w 1800646"/>
              <a:gd name="connsiteY897" fmla="*/ 1860885 h 3355778"/>
              <a:gd name="connsiteX898" fmla="*/ 1551943 w 1800646"/>
              <a:gd name="connsiteY898" fmla="*/ 1886175 h 3355778"/>
              <a:gd name="connsiteX899" fmla="*/ 1550338 w 1800646"/>
              <a:gd name="connsiteY899" fmla="*/ 1910056 h 3355778"/>
              <a:gd name="connsiteX900" fmla="*/ 1545139 w 1800646"/>
              <a:gd name="connsiteY900" fmla="*/ 1953578 h 3355778"/>
              <a:gd name="connsiteX901" fmla="*/ 1539826 w 1800646"/>
              <a:gd name="connsiteY901" fmla="*/ 1957127 h 3355778"/>
              <a:gd name="connsiteX902" fmla="*/ 1480185 w 1800646"/>
              <a:gd name="connsiteY902" fmla="*/ 1973698 h 3355778"/>
              <a:gd name="connsiteX903" fmla="*/ 1468958 w 1800646"/>
              <a:gd name="connsiteY903" fmla="*/ 1974830 h 3355778"/>
              <a:gd name="connsiteX904" fmla="*/ 1467525 w 1800646"/>
              <a:gd name="connsiteY904" fmla="*/ 1974994 h 3355778"/>
              <a:gd name="connsiteX905" fmla="*/ 1467524 w 1800646"/>
              <a:gd name="connsiteY905" fmla="*/ 1974996 h 3355778"/>
              <a:gd name="connsiteX906" fmla="*/ 1408785 w 1800646"/>
              <a:gd name="connsiteY906" fmla="*/ 1966890 h 3355778"/>
              <a:gd name="connsiteX907" fmla="*/ 1408786 w 1800646"/>
              <a:gd name="connsiteY907" fmla="*/ 1966888 h 3355778"/>
              <a:gd name="connsiteX908" fmla="*/ 1390363 w 1800646"/>
              <a:gd name="connsiteY908" fmla="*/ 1956441 h 3355778"/>
              <a:gd name="connsiteX909" fmla="*/ 1354255 w 1800646"/>
              <a:gd name="connsiteY909" fmla="*/ 1944952 h 3355778"/>
              <a:gd name="connsiteX910" fmla="*/ 1347667 w 1800646"/>
              <a:gd name="connsiteY910" fmla="*/ 1943225 h 3355778"/>
              <a:gd name="connsiteX911" fmla="*/ 1364661 w 1800646"/>
              <a:gd name="connsiteY911" fmla="*/ 1841344 h 3355778"/>
              <a:gd name="connsiteX912" fmla="*/ 1351477 w 1800646"/>
              <a:gd name="connsiteY912" fmla="*/ 1735771 h 3355778"/>
              <a:gd name="connsiteX913" fmla="*/ 1351476 w 1800646"/>
              <a:gd name="connsiteY913" fmla="*/ 1735774 h 3355778"/>
              <a:gd name="connsiteX914" fmla="*/ 1361340 w 1800646"/>
              <a:gd name="connsiteY914" fmla="*/ 1787303 h 3355778"/>
              <a:gd name="connsiteX915" fmla="*/ 1364660 w 1800646"/>
              <a:gd name="connsiteY915" fmla="*/ 1841345 h 3355778"/>
              <a:gd name="connsiteX916" fmla="*/ 1347665 w 1800646"/>
              <a:gd name="connsiteY916" fmla="*/ 1943227 h 3355778"/>
              <a:gd name="connsiteX917" fmla="*/ 1347124 w 1800646"/>
              <a:gd name="connsiteY917" fmla="*/ 1943093 h 3355778"/>
              <a:gd name="connsiteX918" fmla="*/ 1347124 w 1800646"/>
              <a:gd name="connsiteY918" fmla="*/ 1943091 h 3355778"/>
              <a:gd name="connsiteX919" fmla="*/ 1332988 w 1800646"/>
              <a:gd name="connsiteY919" fmla="*/ 1934356 h 3355778"/>
              <a:gd name="connsiteX920" fmla="*/ 1332986 w 1800646"/>
              <a:gd name="connsiteY920" fmla="*/ 1934355 h 3355778"/>
              <a:gd name="connsiteX921" fmla="*/ 1289715 w 1800646"/>
              <a:gd name="connsiteY921" fmla="*/ 1894801 h 3355778"/>
              <a:gd name="connsiteX922" fmla="*/ 1266063 w 1800646"/>
              <a:gd name="connsiteY922" fmla="*/ 1880664 h 3355778"/>
              <a:gd name="connsiteX923" fmla="*/ 1266062 w 1800646"/>
              <a:gd name="connsiteY923" fmla="*/ 1880664 h 3355778"/>
              <a:gd name="connsiteX924" fmla="*/ 1266063 w 1800646"/>
              <a:gd name="connsiteY924" fmla="*/ 1880650 h 3355778"/>
              <a:gd name="connsiteX925" fmla="*/ 1260930 w 1800646"/>
              <a:gd name="connsiteY925" fmla="*/ 1878006 h 3355778"/>
              <a:gd name="connsiteX926" fmla="*/ 1226995 w 1800646"/>
              <a:gd name="connsiteY926" fmla="*/ 1848443 h 3355778"/>
              <a:gd name="connsiteX927" fmla="*/ 1221246 w 1800646"/>
              <a:gd name="connsiteY927" fmla="*/ 1814541 h 3355778"/>
              <a:gd name="connsiteX928" fmla="*/ 1217639 w 1800646"/>
              <a:gd name="connsiteY928" fmla="*/ 1797824 h 3355778"/>
              <a:gd name="connsiteX929" fmla="*/ 1215345 w 1800646"/>
              <a:gd name="connsiteY929" fmla="*/ 1789047 h 3355778"/>
              <a:gd name="connsiteX930" fmla="*/ 1162334 w 1800646"/>
              <a:gd name="connsiteY930" fmla="*/ 1661018 h 3355778"/>
              <a:gd name="connsiteX931" fmla="*/ 1122935 w 1800646"/>
              <a:gd name="connsiteY931" fmla="*/ 1577779 h 3355778"/>
              <a:gd name="connsiteX932" fmla="*/ 1100331 w 1800646"/>
              <a:gd name="connsiteY932" fmla="*/ 1517219 h 3355778"/>
              <a:gd name="connsiteX933" fmla="*/ 1080043 w 1800646"/>
              <a:gd name="connsiteY933" fmla="*/ 1458090 h 3355778"/>
              <a:gd name="connsiteX934" fmla="*/ 1062112 w 1800646"/>
              <a:gd name="connsiteY934" fmla="*/ 1399952 h 3355778"/>
              <a:gd name="connsiteX935" fmla="*/ 1052705 w 1800646"/>
              <a:gd name="connsiteY935" fmla="*/ 1371155 h 3355778"/>
              <a:gd name="connsiteX936" fmla="*/ 1044275 w 1800646"/>
              <a:gd name="connsiteY936" fmla="*/ 1342574 h 3355778"/>
              <a:gd name="connsiteX937" fmla="*/ 1036203 w 1800646"/>
              <a:gd name="connsiteY937" fmla="*/ 1321284 h 3355778"/>
              <a:gd name="connsiteX938" fmla="*/ 1036617 w 1800646"/>
              <a:gd name="connsiteY938" fmla="*/ 1297923 h 3355778"/>
              <a:gd name="connsiteX939" fmla="*/ 1031418 w 1800646"/>
              <a:gd name="connsiteY939" fmla="*/ 1288589 h 3355778"/>
              <a:gd name="connsiteX940" fmla="*/ 1021128 w 1800646"/>
              <a:gd name="connsiteY940" fmla="*/ 1255341 h 3355778"/>
              <a:gd name="connsiteX941" fmla="*/ 1011547 w 1800646"/>
              <a:gd name="connsiteY941" fmla="*/ 1205787 h 3355778"/>
              <a:gd name="connsiteX942" fmla="*/ 998952 w 1800646"/>
              <a:gd name="connsiteY942" fmla="*/ 1171158 h 3355778"/>
              <a:gd name="connsiteX943" fmla="*/ 1000674 w 1800646"/>
              <a:gd name="connsiteY943" fmla="*/ 1164678 h 3355778"/>
              <a:gd name="connsiteX944" fmla="*/ 988961 w 1800646"/>
              <a:gd name="connsiteY944" fmla="*/ 1128477 h 3355778"/>
              <a:gd name="connsiteX945" fmla="*/ 990882 w 1800646"/>
              <a:gd name="connsiteY945" fmla="*/ 1122125 h 3355778"/>
              <a:gd name="connsiteX946" fmla="*/ 986325 w 1800646"/>
              <a:gd name="connsiteY946" fmla="*/ 1104507 h 3355778"/>
              <a:gd name="connsiteX947" fmla="*/ 994181 w 1800646"/>
              <a:gd name="connsiteY947" fmla="*/ 1104623 h 3355778"/>
              <a:gd name="connsiteX948" fmla="*/ 983913 w 1800646"/>
              <a:gd name="connsiteY948" fmla="*/ 1095166 h 3355778"/>
              <a:gd name="connsiteX949" fmla="*/ 981377 w 1800646"/>
              <a:gd name="connsiteY949" fmla="*/ 1085369 h 3355778"/>
              <a:gd name="connsiteX950" fmla="*/ 1004911 w 1800646"/>
              <a:gd name="connsiteY950" fmla="*/ 1106186 h 3355778"/>
              <a:gd name="connsiteX951" fmla="*/ 1029969 w 1800646"/>
              <a:gd name="connsiteY951" fmla="*/ 1082380 h 3355778"/>
              <a:gd name="connsiteX952" fmla="*/ 1031821 w 1800646"/>
              <a:gd name="connsiteY952" fmla="*/ 1059093 h 3355778"/>
              <a:gd name="connsiteX953" fmla="*/ 1037302 w 1800646"/>
              <a:gd name="connsiteY953" fmla="*/ 1035919 h 3355778"/>
              <a:gd name="connsiteX954" fmla="*/ 1043649 w 1800646"/>
              <a:gd name="connsiteY954" fmla="*/ 1034043 h 3355778"/>
              <a:gd name="connsiteX955" fmla="*/ 1045937 w 1800646"/>
              <a:gd name="connsiteY955" fmla="*/ 1041674 h 3355778"/>
              <a:gd name="connsiteX956" fmla="*/ 1075780 w 1800646"/>
              <a:gd name="connsiteY956" fmla="*/ 1137250 h 3355778"/>
              <a:gd name="connsiteX957" fmla="*/ 1075781 w 1800646"/>
              <a:gd name="connsiteY957" fmla="*/ 1137248 h 3355778"/>
              <a:gd name="connsiteX958" fmla="*/ 1045937 w 1800646"/>
              <a:gd name="connsiteY958" fmla="*/ 1041672 h 3355778"/>
              <a:gd name="connsiteX959" fmla="*/ 1043649 w 1800646"/>
              <a:gd name="connsiteY959" fmla="*/ 1034041 h 3355778"/>
              <a:gd name="connsiteX960" fmla="*/ 1069036 w 1800646"/>
              <a:gd name="connsiteY960" fmla="*/ 1040466 h 3355778"/>
              <a:gd name="connsiteX961" fmla="*/ 1081214 w 1800646"/>
              <a:gd name="connsiteY961" fmla="*/ 1054283 h 3355778"/>
              <a:gd name="connsiteX962" fmla="*/ 1120389 w 1800646"/>
              <a:gd name="connsiteY962" fmla="*/ 999401 h 3355778"/>
              <a:gd name="connsiteX963" fmla="*/ 1157119 w 1800646"/>
              <a:gd name="connsiteY963" fmla="*/ 943062 h 3355778"/>
              <a:gd name="connsiteX964" fmla="*/ 1157119 w 1800646"/>
              <a:gd name="connsiteY964" fmla="*/ 943058 h 3355778"/>
              <a:gd name="connsiteX965" fmla="*/ 1168676 w 1800646"/>
              <a:gd name="connsiteY965" fmla="*/ 927119 h 3355778"/>
              <a:gd name="connsiteX966" fmla="*/ 1611352 w 1800646"/>
              <a:gd name="connsiteY966" fmla="*/ 887759 h 3355778"/>
              <a:gd name="connsiteX967" fmla="*/ 1611351 w 1800646"/>
              <a:gd name="connsiteY967" fmla="*/ 887760 h 3355778"/>
              <a:gd name="connsiteX968" fmla="*/ 1609026 w 1800646"/>
              <a:gd name="connsiteY968" fmla="*/ 890794 h 3355778"/>
              <a:gd name="connsiteX969" fmla="*/ 1619056 w 1800646"/>
              <a:gd name="connsiteY969" fmla="*/ 904117 h 3355778"/>
              <a:gd name="connsiteX970" fmla="*/ 1620518 w 1800646"/>
              <a:gd name="connsiteY970" fmla="*/ 903171 h 3355778"/>
              <a:gd name="connsiteX971" fmla="*/ 1611352 w 1800646"/>
              <a:gd name="connsiteY971" fmla="*/ 887759 h 3355778"/>
              <a:gd name="connsiteX972" fmla="*/ 1572371 w 1800646"/>
              <a:gd name="connsiteY972" fmla="*/ 881944 h 3355778"/>
              <a:gd name="connsiteX973" fmla="*/ 1572371 w 1800646"/>
              <a:gd name="connsiteY973" fmla="*/ 881945 h 3355778"/>
              <a:gd name="connsiteX974" fmla="*/ 1572370 w 1800646"/>
              <a:gd name="connsiteY974" fmla="*/ 881945 h 3355778"/>
              <a:gd name="connsiteX975" fmla="*/ 1572386 w 1800646"/>
              <a:gd name="connsiteY975" fmla="*/ 882048 h 3355778"/>
              <a:gd name="connsiteX976" fmla="*/ 1569841 w 1800646"/>
              <a:gd name="connsiteY976" fmla="*/ 899070 h 3355778"/>
              <a:gd name="connsiteX977" fmla="*/ 1691961 w 1800646"/>
              <a:gd name="connsiteY977" fmla="*/ 1149919 h 3355778"/>
              <a:gd name="connsiteX978" fmla="*/ 1699126 w 1800646"/>
              <a:gd name="connsiteY978" fmla="*/ 1160309 h 3355778"/>
              <a:gd name="connsiteX979" fmla="*/ 1675495 w 1800646"/>
              <a:gd name="connsiteY979" fmla="*/ 1060319 h 3355778"/>
              <a:gd name="connsiteX980" fmla="*/ 1630840 w 1800646"/>
              <a:gd name="connsiteY980" fmla="*/ 955698 h 3355778"/>
              <a:gd name="connsiteX981" fmla="*/ 1591887 w 1800646"/>
              <a:gd name="connsiteY981" fmla="*/ 890366 h 3355778"/>
              <a:gd name="connsiteX982" fmla="*/ 1594806 w 1800646"/>
              <a:gd name="connsiteY982" fmla="*/ 862503 h 3355778"/>
              <a:gd name="connsiteX983" fmla="*/ 1592561 w 1800646"/>
              <a:gd name="connsiteY983" fmla="*/ 865086 h 3355778"/>
              <a:gd name="connsiteX984" fmla="*/ 1601509 w 1800646"/>
              <a:gd name="connsiteY984" fmla="*/ 875620 h 3355778"/>
              <a:gd name="connsiteX985" fmla="*/ 1604218 w 1800646"/>
              <a:gd name="connsiteY985" fmla="*/ 873531 h 3355778"/>
              <a:gd name="connsiteX986" fmla="*/ 1600055 w 1800646"/>
              <a:gd name="connsiteY986" fmla="*/ 867359 h 3355778"/>
              <a:gd name="connsiteX987" fmla="*/ 1594807 w 1800646"/>
              <a:gd name="connsiteY987" fmla="*/ 862503 h 3355778"/>
              <a:gd name="connsiteX988" fmla="*/ 1568568 w 1800646"/>
              <a:gd name="connsiteY988" fmla="*/ 861883 h 3355778"/>
              <a:gd name="connsiteX989" fmla="*/ 1572308 w 1800646"/>
              <a:gd name="connsiteY989" fmla="*/ 881597 h 3355778"/>
              <a:gd name="connsiteX990" fmla="*/ 1571626 w 1800646"/>
              <a:gd name="connsiteY990" fmla="*/ 882125 h 3355778"/>
              <a:gd name="connsiteX991" fmla="*/ 1571627 w 1800646"/>
              <a:gd name="connsiteY991" fmla="*/ 882124 h 3355778"/>
              <a:gd name="connsiteX992" fmla="*/ 1572308 w 1800646"/>
              <a:gd name="connsiteY992" fmla="*/ 881598 h 3355778"/>
              <a:gd name="connsiteX993" fmla="*/ 1572318 w 1800646"/>
              <a:gd name="connsiteY993" fmla="*/ 881652 h 3355778"/>
              <a:gd name="connsiteX994" fmla="*/ 1572308 w 1800646"/>
              <a:gd name="connsiteY994" fmla="*/ 881598 h 3355778"/>
              <a:gd name="connsiteX995" fmla="*/ 1572308 w 1800646"/>
              <a:gd name="connsiteY995" fmla="*/ 881598 h 3355778"/>
              <a:gd name="connsiteX996" fmla="*/ 1572308 w 1800646"/>
              <a:gd name="connsiteY996" fmla="*/ 881597 h 3355778"/>
              <a:gd name="connsiteX997" fmla="*/ 1568568 w 1800646"/>
              <a:gd name="connsiteY997" fmla="*/ 861883 h 3355778"/>
              <a:gd name="connsiteX998" fmla="*/ 1079808 w 1800646"/>
              <a:gd name="connsiteY998" fmla="*/ 815691 h 3355778"/>
              <a:gd name="connsiteX999" fmla="*/ 1077358 w 1800646"/>
              <a:gd name="connsiteY999" fmla="*/ 817308 h 3355778"/>
              <a:gd name="connsiteX1000" fmla="*/ 1074955 w 1800646"/>
              <a:gd name="connsiteY1000" fmla="*/ 819936 h 3355778"/>
              <a:gd name="connsiteX1001" fmla="*/ 1081203 w 1800646"/>
              <a:gd name="connsiteY1001" fmla="*/ 822894 h 3355778"/>
              <a:gd name="connsiteX1002" fmla="*/ 1076190 w 1800646"/>
              <a:gd name="connsiteY1002" fmla="*/ 829275 h 3355778"/>
              <a:gd name="connsiteX1003" fmla="*/ 1076192 w 1800646"/>
              <a:gd name="connsiteY1003" fmla="*/ 829281 h 3355778"/>
              <a:gd name="connsiteX1004" fmla="*/ 1081211 w 1800646"/>
              <a:gd name="connsiteY1004" fmla="*/ 822897 h 3355778"/>
              <a:gd name="connsiteX1005" fmla="*/ 1074964 w 1800646"/>
              <a:gd name="connsiteY1005" fmla="*/ 819938 h 3355778"/>
              <a:gd name="connsiteX1006" fmla="*/ 1077366 w 1800646"/>
              <a:gd name="connsiteY1006" fmla="*/ 817309 h 3355778"/>
              <a:gd name="connsiteX1007" fmla="*/ 618992 w 1800646"/>
              <a:gd name="connsiteY1007" fmla="*/ 557516 h 3355778"/>
              <a:gd name="connsiteX1008" fmla="*/ 618430 w 1800646"/>
              <a:gd name="connsiteY1008" fmla="*/ 557672 h 3355778"/>
              <a:gd name="connsiteX1009" fmla="*/ 618429 w 1800646"/>
              <a:gd name="connsiteY1009" fmla="*/ 557673 h 3355778"/>
              <a:gd name="connsiteX1010" fmla="*/ 618992 w 1800646"/>
              <a:gd name="connsiteY1010" fmla="*/ 557516 h 3355778"/>
              <a:gd name="connsiteX1011" fmla="*/ 683142 w 1800646"/>
              <a:gd name="connsiteY1011" fmla="*/ 540179 h 3355778"/>
              <a:gd name="connsiteX1012" fmla="*/ 655923 w 1800646"/>
              <a:gd name="connsiteY1012" fmla="*/ 551357 h 3355778"/>
              <a:gd name="connsiteX1013" fmla="*/ 657255 w 1800646"/>
              <a:gd name="connsiteY1013" fmla="*/ 555233 h 3355778"/>
              <a:gd name="connsiteX1014" fmla="*/ 685116 w 1800646"/>
              <a:gd name="connsiteY1014" fmla="*/ 546551 h 3355778"/>
              <a:gd name="connsiteX1015" fmla="*/ 683142 w 1800646"/>
              <a:gd name="connsiteY1015" fmla="*/ 540179 h 3355778"/>
              <a:gd name="connsiteX1016" fmla="*/ 1356619 w 1800646"/>
              <a:gd name="connsiteY1016" fmla="*/ 449330 h 3355778"/>
              <a:gd name="connsiteX1017" fmla="*/ 1356161 w 1800646"/>
              <a:gd name="connsiteY1017" fmla="*/ 449569 h 3355778"/>
              <a:gd name="connsiteX1018" fmla="*/ 1355490 w 1800646"/>
              <a:gd name="connsiteY1018" fmla="*/ 449611 h 3355778"/>
              <a:gd name="connsiteX1019" fmla="*/ 1786323 w 1800646"/>
              <a:gd name="connsiteY1019" fmla="*/ 281 h 3355778"/>
              <a:gd name="connsiteX1020" fmla="*/ 1800633 w 1800646"/>
              <a:gd name="connsiteY1020" fmla="*/ 13475 h 3355778"/>
              <a:gd name="connsiteX1021" fmla="*/ 1786217 w 1800646"/>
              <a:gd name="connsiteY1021" fmla="*/ 86032 h 3355778"/>
              <a:gd name="connsiteX1022" fmla="*/ 1742888 w 1800646"/>
              <a:gd name="connsiteY1022" fmla="*/ 155459 h 3355778"/>
              <a:gd name="connsiteX1023" fmla="*/ 1684826 w 1800646"/>
              <a:gd name="connsiteY1023" fmla="*/ 244625 h 3355778"/>
              <a:gd name="connsiteX1024" fmla="*/ 1633744 w 1800646"/>
              <a:gd name="connsiteY1024" fmla="*/ 319597 h 3355778"/>
              <a:gd name="connsiteX1025" fmla="*/ 1603155 w 1800646"/>
              <a:gd name="connsiteY1025" fmla="*/ 366632 h 3355778"/>
              <a:gd name="connsiteX1026" fmla="*/ 1597882 w 1800646"/>
              <a:gd name="connsiteY1026" fmla="*/ 374101 h 3355778"/>
              <a:gd name="connsiteX1027" fmla="*/ 1576853 w 1800646"/>
              <a:gd name="connsiteY1027" fmla="*/ 399972 h 3355778"/>
              <a:gd name="connsiteX1028" fmla="*/ 1558110 w 1800646"/>
              <a:gd name="connsiteY1028" fmla="*/ 432081 h 3355778"/>
              <a:gd name="connsiteX1029" fmla="*/ 1552309 w 1800646"/>
              <a:gd name="connsiteY1029" fmla="*/ 438454 h 3355778"/>
              <a:gd name="connsiteX1030" fmla="*/ 1539968 w 1800646"/>
              <a:gd name="connsiteY1030" fmla="*/ 448624 h 3355778"/>
              <a:gd name="connsiteX1031" fmla="*/ 1524966 w 1800646"/>
              <a:gd name="connsiteY1031" fmla="*/ 476334 h 3355778"/>
              <a:gd name="connsiteX1032" fmla="*/ 1503788 w 1800646"/>
              <a:gd name="connsiteY1032" fmla="*/ 499026 h 3355778"/>
              <a:gd name="connsiteX1033" fmla="*/ 1501874 w 1800646"/>
              <a:gd name="connsiteY1033" fmla="*/ 526960 h 3355778"/>
              <a:gd name="connsiteX1034" fmla="*/ 1509697 w 1800646"/>
              <a:gd name="connsiteY1034" fmla="*/ 547576 h 3355778"/>
              <a:gd name="connsiteX1035" fmla="*/ 1514961 w 1800646"/>
              <a:gd name="connsiteY1035" fmla="*/ 567610 h 3355778"/>
              <a:gd name="connsiteX1036" fmla="*/ 1514766 w 1800646"/>
              <a:gd name="connsiteY1036" fmla="*/ 572859 h 3355778"/>
              <a:gd name="connsiteX1037" fmla="*/ 1507808 w 1800646"/>
              <a:gd name="connsiteY1037" fmla="*/ 623843 h 3355778"/>
              <a:gd name="connsiteX1038" fmla="*/ 1545244 w 1800646"/>
              <a:gd name="connsiteY1038" fmla="*/ 668787 h 3355778"/>
              <a:gd name="connsiteX1039" fmla="*/ 1566494 w 1800646"/>
              <a:gd name="connsiteY1039" fmla="*/ 688777 h 3355778"/>
              <a:gd name="connsiteX1040" fmla="*/ 1571674 w 1800646"/>
              <a:gd name="connsiteY1040" fmla="*/ 692902 h 3355778"/>
              <a:gd name="connsiteX1041" fmla="*/ 1599150 w 1800646"/>
              <a:gd name="connsiteY1041" fmla="*/ 732373 h 3355778"/>
              <a:gd name="connsiteX1042" fmla="*/ 1645759 w 1800646"/>
              <a:gd name="connsiteY1042" fmla="*/ 820175 h 3355778"/>
              <a:gd name="connsiteX1043" fmla="*/ 1745730 w 1800646"/>
              <a:gd name="connsiteY1043" fmla="*/ 1087589 h 3355778"/>
              <a:gd name="connsiteX1044" fmla="*/ 1752786 w 1800646"/>
              <a:gd name="connsiteY1044" fmla="*/ 1264598 h 3355778"/>
              <a:gd name="connsiteX1045" fmla="*/ 1754687 w 1800646"/>
              <a:gd name="connsiteY1045" fmla="*/ 1288612 h 3355778"/>
              <a:gd name="connsiteX1046" fmla="*/ 1774287 w 1800646"/>
              <a:gd name="connsiteY1046" fmla="*/ 1344382 h 3355778"/>
              <a:gd name="connsiteX1047" fmla="*/ 1776400 w 1800646"/>
              <a:gd name="connsiteY1047" fmla="*/ 1429899 h 3355778"/>
              <a:gd name="connsiteX1048" fmla="*/ 1769716 w 1800646"/>
              <a:gd name="connsiteY1048" fmla="*/ 1443567 h 3355778"/>
              <a:gd name="connsiteX1049" fmla="*/ 1744785 w 1800646"/>
              <a:gd name="connsiteY1049" fmla="*/ 1470941 h 3355778"/>
              <a:gd name="connsiteX1050" fmla="*/ 1708568 w 1800646"/>
              <a:gd name="connsiteY1050" fmla="*/ 1482404 h 3355778"/>
              <a:gd name="connsiteX1051" fmla="*/ 1663812 w 1800646"/>
              <a:gd name="connsiteY1051" fmla="*/ 1452327 h 3355778"/>
              <a:gd name="connsiteX1052" fmla="*/ 1582076 w 1800646"/>
              <a:gd name="connsiteY1052" fmla="*/ 1349878 h 3355778"/>
              <a:gd name="connsiteX1053" fmla="*/ 1505019 w 1800646"/>
              <a:gd name="connsiteY1053" fmla="*/ 1238439 h 3355778"/>
              <a:gd name="connsiteX1054" fmla="*/ 1482803 w 1800646"/>
              <a:gd name="connsiteY1054" fmla="*/ 1202940 h 3355778"/>
              <a:gd name="connsiteX1055" fmla="*/ 1454685 w 1800646"/>
              <a:gd name="connsiteY1055" fmla="*/ 1161685 h 3355778"/>
              <a:gd name="connsiteX1056" fmla="*/ 1386055 w 1800646"/>
              <a:gd name="connsiteY1056" fmla="*/ 1054902 h 3355778"/>
              <a:gd name="connsiteX1057" fmla="*/ 1333723 w 1800646"/>
              <a:gd name="connsiteY1057" fmla="*/ 959590 h 3355778"/>
              <a:gd name="connsiteX1058" fmla="*/ 1293417 w 1800646"/>
              <a:gd name="connsiteY1058" fmla="*/ 878639 h 3355778"/>
              <a:gd name="connsiteX1059" fmla="*/ 1281103 w 1800646"/>
              <a:gd name="connsiteY1059" fmla="*/ 859557 h 3355778"/>
              <a:gd name="connsiteX1060" fmla="*/ 1241739 w 1800646"/>
              <a:gd name="connsiteY1060" fmla="*/ 883118 h 3355778"/>
              <a:gd name="connsiteX1061" fmla="*/ 1241741 w 1800646"/>
              <a:gd name="connsiteY1061" fmla="*/ 883125 h 3355778"/>
              <a:gd name="connsiteX1062" fmla="*/ 1227983 w 1800646"/>
              <a:gd name="connsiteY1062" fmla="*/ 892742 h 3355778"/>
              <a:gd name="connsiteX1063" fmla="*/ 1196486 w 1800646"/>
              <a:gd name="connsiteY1063" fmla="*/ 939387 h 3355778"/>
              <a:gd name="connsiteX1064" fmla="*/ 1185760 w 1800646"/>
              <a:gd name="connsiteY1064" fmla="*/ 967727 h 3355778"/>
              <a:gd name="connsiteX1065" fmla="*/ 1181872 w 1800646"/>
              <a:gd name="connsiteY1065" fmla="*/ 973117 h 3355778"/>
              <a:gd name="connsiteX1066" fmla="*/ 1181455 w 1800646"/>
              <a:gd name="connsiteY1066" fmla="*/ 973441 h 3355778"/>
              <a:gd name="connsiteX1067" fmla="*/ 1168681 w 1800646"/>
              <a:gd name="connsiteY1067" fmla="*/ 927121 h 3355778"/>
              <a:gd name="connsiteX1068" fmla="*/ 1179299 w 1800646"/>
              <a:gd name="connsiteY1068" fmla="*/ 912475 h 3355778"/>
              <a:gd name="connsiteX1069" fmla="*/ 1164824 w 1800646"/>
              <a:gd name="connsiteY1069" fmla="*/ 908651 h 3355778"/>
              <a:gd name="connsiteX1070" fmla="*/ 1156725 w 1800646"/>
              <a:gd name="connsiteY1070" fmla="*/ 885224 h 3355778"/>
              <a:gd name="connsiteX1071" fmla="*/ 1156725 w 1800646"/>
              <a:gd name="connsiteY1071" fmla="*/ 885230 h 3355778"/>
              <a:gd name="connsiteX1072" fmla="*/ 1164822 w 1800646"/>
              <a:gd name="connsiteY1072" fmla="*/ 908650 h 3355778"/>
              <a:gd name="connsiteX1073" fmla="*/ 1155214 w 1800646"/>
              <a:gd name="connsiteY1073" fmla="*/ 910147 h 3355778"/>
              <a:gd name="connsiteX1074" fmla="*/ 1155215 w 1800646"/>
              <a:gd name="connsiteY1074" fmla="*/ 910149 h 3355778"/>
              <a:gd name="connsiteX1075" fmla="*/ 1149907 w 1800646"/>
              <a:gd name="connsiteY1075" fmla="*/ 911162 h 3355778"/>
              <a:gd name="connsiteX1076" fmla="*/ 1035496 w 1800646"/>
              <a:gd name="connsiteY1076" fmla="*/ 928242 h 3355778"/>
              <a:gd name="connsiteX1077" fmla="*/ 1006910 w 1800646"/>
              <a:gd name="connsiteY1077" fmla="*/ 928554 h 3355778"/>
              <a:gd name="connsiteX1078" fmla="*/ 997555 w 1800646"/>
              <a:gd name="connsiteY1078" fmla="*/ 901224 h 3355778"/>
              <a:gd name="connsiteX1079" fmla="*/ 980649 w 1800646"/>
              <a:gd name="connsiteY1079" fmla="*/ 861224 h 3355778"/>
              <a:gd name="connsiteX1080" fmla="*/ 973419 w 1800646"/>
              <a:gd name="connsiteY1080" fmla="*/ 850755 h 3355778"/>
              <a:gd name="connsiteX1081" fmla="*/ 951998 w 1800646"/>
              <a:gd name="connsiteY1081" fmla="*/ 798913 h 3355778"/>
              <a:gd name="connsiteX1082" fmla="*/ 933832 w 1800646"/>
              <a:gd name="connsiteY1082" fmla="*/ 750714 h 3355778"/>
              <a:gd name="connsiteX1083" fmla="*/ 933833 w 1800646"/>
              <a:gd name="connsiteY1083" fmla="*/ 750738 h 3355778"/>
              <a:gd name="connsiteX1084" fmla="*/ 945063 w 1800646"/>
              <a:gd name="connsiteY1084" fmla="*/ 773827 h 3355778"/>
              <a:gd name="connsiteX1085" fmla="*/ 951984 w 1800646"/>
              <a:gd name="connsiteY1085" fmla="*/ 798908 h 3355778"/>
              <a:gd name="connsiteX1086" fmla="*/ 973416 w 1800646"/>
              <a:gd name="connsiteY1086" fmla="*/ 850755 h 3355778"/>
              <a:gd name="connsiteX1087" fmla="*/ 980645 w 1800646"/>
              <a:gd name="connsiteY1087" fmla="*/ 861224 h 3355778"/>
              <a:gd name="connsiteX1088" fmla="*/ 997551 w 1800646"/>
              <a:gd name="connsiteY1088" fmla="*/ 901223 h 3355778"/>
              <a:gd name="connsiteX1089" fmla="*/ 1006907 w 1800646"/>
              <a:gd name="connsiteY1089" fmla="*/ 928553 h 3355778"/>
              <a:gd name="connsiteX1090" fmla="*/ 1006904 w 1800646"/>
              <a:gd name="connsiteY1090" fmla="*/ 928552 h 3355778"/>
              <a:gd name="connsiteX1091" fmla="*/ 950419 w 1800646"/>
              <a:gd name="connsiteY1091" fmla="*/ 929187 h 3355778"/>
              <a:gd name="connsiteX1092" fmla="*/ 943577 w 1800646"/>
              <a:gd name="connsiteY1092" fmla="*/ 928496 h 3355778"/>
              <a:gd name="connsiteX1093" fmla="*/ 943577 w 1800646"/>
              <a:gd name="connsiteY1093" fmla="*/ 928486 h 3355778"/>
              <a:gd name="connsiteX1094" fmla="*/ 936978 w 1800646"/>
              <a:gd name="connsiteY1094" fmla="*/ 927809 h 3355778"/>
              <a:gd name="connsiteX1095" fmla="*/ 852454 w 1800646"/>
              <a:gd name="connsiteY1095" fmla="*/ 912609 h 3355778"/>
              <a:gd name="connsiteX1096" fmla="*/ 852306 w 1800646"/>
              <a:gd name="connsiteY1096" fmla="*/ 911380 h 3355778"/>
              <a:gd name="connsiteX1097" fmla="*/ 847448 w 1800646"/>
              <a:gd name="connsiteY1097" fmla="*/ 896566 h 3355778"/>
              <a:gd name="connsiteX1098" fmla="*/ 851479 w 1800646"/>
              <a:gd name="connsiteY1098" fmla="*/ 882493 h 3355778"/>
              <a:gd name="connsiteX1099" fmla="*/ 849535 w 1800646"/>
              <a:gd name="connsiteY1099" fmla="*/ 867448 h 3355778"/>
              <a:gd name="connsiteX1100" fmla="*/ 851922 w 1800646"/>
              <a:gd name="connsiteY1100" fmla="*/ 840883 h 3355778"/>
              <a:gd name="connsiteX1101" fmla="*/ 852881 w 1800646"/>
              <a:gd name="connsiteY1101" fmla="*/ 825761 h 3355778"/>
              <a:gd name="connsiteX1102" fmla="*/ 845672 w 1800646"/>
              <a:gd name="connsiteY1102" fmla="*/ 815507 h 3355778"/>
              <a:gd name="connsiteX1103" fmla="*/ 845672 w 1800646"/>
              <a:gd name="connsiteY1103" fmla="*/ 815508 h 3355778"/>
              <a:gd name="connsiteX1104" fmla="*/ 852862 w 1800646"/>
              <a:gd name="connsiteY1104" fmla="*/ 825769 h 3355778"/>
              <a:gd name="connsiteX1105" fmla="*/ 851901 w 1800646"/>
              <a:gd name="connsiteY1105" fmla="*/ 840891 h 3355778"/>
              <a:gd name="connsiteX1106" fmla="*/ 849516 w 1800646"/>
              <a:gd name="connsiteY1106" fmla="*/ 867456 h 3355778"/>
              <a:gd name="connsiteX1107" fmla="*/ 851465 w 1800646"/>
              <a:gd name="connsiteY1107" fmla="*/ 882488 h 3355778"/>
              <a:gd name="connsiteX1108" fmla="*/ 847429 w 1800646"/>
              <a:gd name="connsiteY1108" fmla="*/ 896574 h 3355778"/>
              <a:gd name="connsiteX1109" fmla="*/ 852286 w 1800646"/>
              <a:gd name="connsiteY1109" fmla="*/ 911388 h 3355778"/>
              <a:gd name="connsiteX1110" fmla="*/ 852441 w 1800646"/>
              <a:gd name="connsiteY1110" fmla="*/ 912604 h 3355778"/>
              <a:gd name="connsiteX1111" fmla="*/ 836204 w 1800646"/>
              <a:gd name="connsiteY1111" fmla="*/ 910152 h 3355778"/>
              <a:gd name="connsiteX1112" fmla="*/ 816165 w 1800646"/>
              <a:gd name="connsiteY1112" fmla="*/ 901954 h 3355778"/>
              <a:gd name="connsiteX1113" fmla="*/ 776408 w 1800646"/>
              <a:gd name="connsiteY1113" fmla="*/ 896019 h 3355778"/>
              <a:gd name="connsiteX1114" fmla="*/ 723500 w 1800646"/>
              <a:gd name="connsiteY1114" fmla="*/ 888450 h 3355778"/>
              <a:gd name="connsiteX1115" fmla="*/ 673853 w 1800646"/>
              <a:gd name="connsiteY1115" fmla="*/ 868801 h 3355778"/>
              <a:gd name="connsiteX1116" fmla="*/ 659956 w 1800646"/>
              <a:gd name="connsiteY1116" fmla="*/ 861354 h 3355778"/>
              <a:gd name="connsiteX1117" fmla="*/ 623634 w 1800646"/>
              <a:gd name="connsiteY1117" fmla="*/ 845069 h 3355778"/>
              <a:gd name="connsiteX1118" fmla="*/ 616545 w 1800646"/>
              <a:gd name="connsiteY1118" fmla="*/ 839772 h 3355778"/>
              <a:gd name="connsiteX1119" fmla="*/ 621215 w 1800646"/>
              <a:gd name="connsiteY1119" fmla="*/ 825547 h 3355778"/>
              <a:gd name="connsiteX1120" fmla="*/ 585979 w 1800646"/>
              <a:gd name="connsiteY1120" fmla="*/ 797641 h 3355778"/>
              <a:gd name="connsiteX1121" fmla="*/ 580530 w 1800646"/>
              <a:gd name="connsiteY1121" fmla="*/ 790867 h 3355778"/>
              <a:gd name="connsiteX1122" fmla="*/ 578484 w 1800646"/>
              <a:gd name="connsiteY1122" fmla="*/ 739468 h 3355778"/>
              <a:gd name="connsiteX1123" fmla="*/ 565275 w 1800646"/>
              <a:gd name="connsiteY1123" fmla="*/ 725582 h 3355778"/>
              <a:gd name="connsiteX1124" fmla="*/ 580193 w 1800646"/>
              <a:gd name="connsiteY1124" fmla="*/ 706458 h 3355778"/>
              <a:gd name="connsiteX1125" fmla="*/ 570352 w 1800646"/>
              <a:gd name="connsiteY1125" fmla="*/ 689103 h 3355778"/>
              <a:gd name="connsiteX1126" fmla="*/ 556188 w 1800646"/>
              <a:gd name="connsiteY1126" fmla="*/ 675172 h 3355778"/>
              <a:gd name="connsiteX1127" fmla="*/ 554393 w 1800646"/>
              <a:gd name="connsiteY1127" fmla="*/ 636973 h 3355778"/>
              <a:gd name="connsiteX1128" fmla="*/ 570844 w 1800646"/>
              <a:gd name="connsiteY1128" fmla="*/ 626146 h 3355778"/>
              <a:gd name="connsiteX1129" fmla="*/ 573715 w 1800646"/>
              <a:gd name="connsiteY1129" fmla="*/ 609899 h 3355778"/>
              <a:gd name="connsiteX1130" fmla="*/ 585664 w 1800646"/>
              <a:gd name="connsiteY1130" fmla="*/ 607417 h 3355778"/>
              <a:gd name="connsiteX1131" fmla="*/ 605275 w 1800646"/>
              <a:gd name="connsiteY1131" fmla="*/ 583544 h 3355778"/>
              <a:gd name="connsiteX1132" fmla="*/ 618363 w 1800646"/>
              <a:gd name="connsiteY1132" fmla="*/ 556959 h 3355778"/>
              <a:gd name="connsiteX1133" fmla="*/ 618633 w 1800646"/>
              <a:gd name="connsiteY1133" fmla="*/ 557184 h 3355778"/>
              <a:gd name="connsiteX1134" fmla="*/ 618487 w 1800646"/>
              <a:gd name="connsiteY1134" fmla="*/ 557535 h 3355778"/>
              <a:gd name="connsiteX1135" fmla="*/ 618633 w 1800646"/>
              <a:gd name="connsiteY1135" fmla="*/ 557184 h 3355778"/>
              <a:gd name="connsiteX1136" fmla="*/ 618633 w 1800646"/>
              <a:gd name="connsiteY1136" fmla="*/ 557184 h 3355778"/>
              <a:gd name="connsiteX1137" fmla="*/ 625566 w 1800646"/>
              <a:gd name="connsiteY1137" fmla="*/ 544506 h 3355778"/>
              <a:gd name="connsiteX1138" fmla="*/ 696225 w 1800646"/>
              <a:gd name="connsiteY1138" fmla="*/ 522312 h 3355778"/>
              <a:gd name="connsiteX1139" fmla="*/ 705722 w 1800646"/>
              <a:gd name="connsiteY1139" fmla="*/ 536647 h 3355778"/>
              <a:gd name="connsiteX1140" fmla="*/ 790731 w 1800646"/>
              <a:gd name="connsiteY1140" fmla="*/ 525048 h 3355778"/>
              <a:gd name="connsiteX1141" fmla="*/ 791993 w 1800646"/>
              <a:gd name="connsiteY1141" fmla="*/ 524816 h 3355778"/>
              <a:gd name="connsiteX1142" fmla="*/ 793767 w 1800646"/>
              <a:gd name="connsiteY1142" fmla="*/ 530916 h 3355778"/>
              <a:gd name="connsiteX1143" fmla="*/ 805364 w 1800646"/>
              <a:gd name="connsiteY1143" fmla="*/ 587957 h 3355778"/>
              <a:gd name="connsiteX1144" fmla="*/ 819465 w 1800646"/>
              <a:gd name="connsiteY1144" fmla="*/ 618648 h 3355778"/>
              <a:gd name="connsiteX1145" fmla="*/ 826319 w 1800646"/>
              <a:gd name="connsiteY1145" fmla="*/ 642111 h 3355778"/>
              <a:gd name="connsiteX1146" fmla="*/ 834166 w 1800646"/>
              <a:gd name="connsiteY1146" fmla="*/ 690483 h 3355778"/>
              <a:gd name="connsiteX1147" fmla="*/ 840356 w 1800646"/>
              <a:gd name="connsiteY1147" fmla="*/ 713199 h 3355778"/>
              <a:gd name="connsiteX1148" fmla="*/ 835284 w 1800646"/>
              <a:gd name="connsiteY1148" fmla="*/ 739423 h 3355778"/>
              <a:gd name="connsiteX1149" fmla="*/ 834181 w 1800646"/>
              <a:gd name="connsiteY1149" fmla="*/ 752289 h 3355778"/>
              <a:gd name="connsiteX1150" fmla="*/ 841467 w 1800646"/>
              <a:gd name="connsiteY1150" fmla="*/ 762119 h 3355778"/>
              <a:gd name="connsiteX1151" fmla="*/ 840371 w 1800646"/>
              <a:gd name="connsiteY1151" fmla="*/ 775004 h 3355778"/>
              <a:gd name="connsiteX1152" fmla="*/ 845165 w 1800646"/>
              <a:gd name="connsiteY1152" fmla="*/ 789328 h 3355778"/>
              <a:gd name="connsiteX1153" fmla="*/ 845671 w 1800646"/>
              <a:gd name="connsiteY1153" fmla="*/ 815452 h 3355778"/>
              <a:gd name="connsiteX1154" fmla="*/ 845184 w 1800646"/>
              <a:gd name="connsiteY1154" fmla="*/ 789320 h 3355778"/>
              <a:gd name="connsiteX1155" fmla="*/ 840390 w 1800646"/>
              <a:gd name="connsiteY1155" fmla="*/ 774996 h 3355778"/>
              <a:gd name="connsiteX1156" fmla="*/ 841480 w 1800646"/>
              <a:gd name="connsiteY1156" fmla="*/ 762124 h 3355778"/>
              <a:gd name="connsiteX1157" fmla="*/ 834194 w 1800646"/>
              <a:gd name="connsiteY1157" fmla="*/ 752294 h 3355778"/>
              <a:gd name="connsiteX1158" fmla="*/ 835303 w 1800646"/>
              <a:gd name="connsiteY1158" fmla="*/ 739415 h 3355778"/>
              <a:gd name="connsiteX1159" fmla="*/ 840375 w 1800646"/>
              <a:gd name="connsiteY1159" fmla="*/ 713191 h 3355778"/>
              <a:gd name="connsiteX1160" fmla="*/ 834179 w 1800646"/>
              <a:gd name="connsiteY1160" fmla="*/ 690488 h 3355778"/>
              <a:gd name="connsiteX1161" fmla="*/ 826332 w 1800646"/>
              <a:gd name="connsiteY1161" fmla="*/ 642117 h 3355778"/>
              <a:gd name="connsiteX1162" fmla="*/ 819471 w 1800646"/>
              <a:gd name="connsiteY1162" fmla="*/ 618634 h 3355778"/>
              <a:gd name="connsiteX1163" fmla="*/ 805383 w 1800646"/>
              <a:gd name="connsiteY1163" fmla="*/ 587949 h 3355778"/>
              <a:gd name="connsiteX1164" fmla="*/ 793779 w 1800646"/>
              <a:gd name="connsiteY1164" fmla="*/ 530921 h 3355778"/>
              <a:gd name="connsiteX1165" fmla="*/ 791999 w 1800646"/>
              <a:gd name="connsiteY1165" fmla="*/ 524801 h 3355778"/>
              <a:gd name="connsiteX1166" fmla="*/ 855576 w 1800646"/>
              <a:gd name="connsiteY1166" fmla="*/ 513040 h 3355778"/>
              <a:gd name="connsiteX1167" fmla="*/ 923285 w 1800646"/>
              <a:gd name="connsiteY1167" fmla="*/ 502378 h 3355778"/>
              <a:gd name="connsiteX1168" fmla="*/ 939270 w 1800646"/>
              <a:gd name="connsiteY1168" fmla="*/ 499986 h 3355778"/>
              <a:gd name="connsiteX1169" fmla="*/ 939275 w 1800646"/>
              <a:gd name="connsiteY1169" fmla="*/ 499998 h 3355778"/>
              <a:gd name="connsiteX1170" fmla="*/ 1002229 w 1800646"/>
              <a:gd name="connsiteY1170" fmla="*/ 490591 h 3355778"/>
              <a:gd name="connsiteX1171" fmla="*/ 1012203 w 1800646"/>
              <a:gd name="connsiteY1171" fmla="*/ 486257 h 3355778"/>
              <a:gd name="connsiteX1172" fmla="*/ 1014690 w 1800646"/>
              <a:gd name="connsiteY1172" fmla="*/ 493526 h 3355778"/>
              <a:gd name="connsiteX1173" fmla="*/ 1026168 w 1800646"/>
              <a:gd name="connsiteY1173" fmla="*/ 506166 h 3355778"/>
              <a:gd name="connsiteX1174" fmla="*/ 1028004 w 1800646"/>
              <a:gd name="connsiteY1174" fmla="*/ 515214 h 3355778"/>
              <a:gd name="connsiteX1175" fmla="*/ 1035173 w 1800646"/>
              <a:gd name="connsiteY1175" fmla="*/ 521294 h 3355778"/>
              <a:gd name="connsiteX1176" fmla="*/ 1041718 w 1800646"/>
              <a:gd name="connsiteY1176" fmla="*/ 538886 h 3355778"/>
              <a:gd name="connsiteX1177" fmla="*/ 1050774 w 1800646"/>
              <a:gd name="connsiteY1177" fmla="*/ 556100 h 3355778"/>
              <a:gd name="connsiteX1178" fmla="*/ 1055084 w 1800646"/>
              <a:gd name="connsiteY1178" fmla="*/ 581907 h 3355778"/>
              <a:gd name="connsiteX1179" fmla="*/ 1059485 w 1800646"/>
              <a:gd name="connsiteY1179" fmla="*/ 590618 h 3355778"/>
              <a:gd name="connsiteX1180" fmla="*/ 1059700 w 1800646"/>
              <a:gd name="connsiteY1180" fmla="*/ 609541 h 3355778"/>
              <a:gd name="connsiteX1181" fmla="*/ 1065638 w 1800646"/>
              <a:gd name="connsiteY1181" fmla="*/ 627506 h 3355778"/>
              <a:gd name="connsiteX1182" fmla="*/ 1068166 w 1800646"/>
              <a:gd name="connsiteY1182" fmla="*/ 663156 h 3355778"/>
              <a:gd name="connsiteX1183" fmla="*/ 1069020 w 1800646"/>
              <a:gd name="connsiteY1183" fmla="*/ 689616 h 3355778"/>
              <a:gd name="connsiteX1184" fmla="*/ 1069852 w 1800646"/>
              <a:gd name="connsiteY1184" fmla="*/ 716064 h 3355778"/>
              <a:gd name="connsiteX1185" fmla="*/ 1070175 w 1800646"/>
              <a:gd name="connsiteY1185" fmla="*/ 738747 h 3355778"/>
              <a:gd name="connsiteX1186" fmla="*/ 1068362 w 1800646"/>
              <a:gd name="connsiteY1186" fmla="*/ 769456 h 3355778"/>
              <a:gd name="connsiteX1187" fmla="*/ 1075826 w 1800646"/>
              <a:gd name="connsiteY1187" fmla="*/ 781750 h 3355778"/>
              <a:gd name="connsiteX1188" fmla="*/ 1076602 w 1800646"/>
              <a:gd name="connsiteY1188" fmla="*/ 810201 h 3355778"/>
              <a:gd name="connsiteX1189" fmla="*/ 1078911 w 1800646"/>
              <a:gd name="connsiteY1189" fmla="*/ 811787 h 3355778"/>
              <a:gd name="connsiteX1190" fmla="*/ 1080224 w 1800646"/>
              <a:gd name="connsiteY1190" fmla="*/ 815415 h 3355778"/>
              <a:gd name="connsiteX1191" fmla="*/ 1080238 w 1800646"/>
              <a:gd name="connsiteY1191" fmla="*/ 815406 h 3355778"/>
              <a:gd name="connsiteX1192" fmla="*/ 1076617 w 1800646"/>
              <a:gd name="connsiteY1192" fmla="*/ 810191 h 3355778"/>
              <a:gd name="connsiteX1193" fmla="*/ 1075835 w 1800646"/>
              <a:gd name="connsiteY1193" fmla="*/ 781753 h 3355778"/>
              <a:gd name="connsiteX1194" fmla="*/ 1068370 w 1800646"/>
              <a:gd name="connsiteY1194" fmla="*/ 769458 h 3355778"/>
              <a:gd name="connsiteX1195" fmla="*/ 1070184 w 1800646"/>
              <a:gd name="connsiteY1195" fmla="*/ 738751 h 3355778"/>
              <a:gd name="connsiteX1196" fmla="*/ 1069867 w 1800646"/>
              <a:gd name="connsiteY1196" fmla="*/ 716053 h 3355778"/>
              <a:gd name="connsiteX1197" fmla="*/ 1069028 w 1800646"/>
              <a:gd name="connsiteY1197" fmla="*/ 689618 h 3355778"/>
              <a:gd name="connsiteX1198" fmla="*/ 1068175 w 1800646"/>
              <a:gd name="connsiteY1198" fmla="*/ 663159 h 3355778"/>
              <a:gd name="connsiteX1199" fmla="*/ 1065653 w 1800646"/>
              <a:gd name="connsiteY1199" fmla="*/ 627496 h 3355778"/>
              <a:gd name="connsiteX1200" fmla="*/ 1059708 w 1800646"/>
              <a:gd name="connsiteY1200" fmla="*/ 609544 h 3355778"/>
              <a:gd name="connsiteX1201" fmla="*/ 1059493 w 1800646"/>
              <a:gd name="connsiteY1201" fmla="*/ 590621 h 3355778"/>
              <a:gd name="connsiteX1202" fmla="*/ 1055091 w 1800646"/>
              <a:gd name="connsiteY1202" fmla="*/ 581893 h 3355778"/>
              <a:gd name="connsiteX1203" fmla="*/ 1050788 w 1800646"/>
              <a:gd name="connsiteY1203" fmla="*/ 556106 h 3355778"/>
              <a:gd name="connsiteX1204" fmla="*/ 1041718 w 1800646"/>
              <a:gd name="connsiteY1204" fmla="*/ 538885 h 3355778"/>
              <a:gd name="connsiteX1205" fmla="*/ 1035186 w 1800646"/>
              <a:gd name="connsiteY1205" fmla="*/ 521300 h 3355778"/>
              <a:gd name="connsiteX1206" fmla="*/ 1028011 w 1800646"/>
              <a:gd name="connsiteY1206" fmla="*/ 515200 h 3355778"/>
              <a:gd name="connsiteX1207" fmla="*/ 1026187 w 1800646"/>
              <a:gd name="connsiteY1207" fmla="*/ 506158 h 3355778"/>
              <a:gd name="connsiteX1208" fmla="*/ 1014703 w 1800646"/>
              <a:gd name="connsiteY1208" fmla="*/ 493531 h 3355778"/>
              <a:gd name="connsiteX1209" fmla="*/ 1012216 w 1800646"/>
              <a:gd name="connsiteY1209" fmla="*/ 486263 h 3355778"/>
              <a:gd name="connsiteX1210" fmla="*/ 1018800 w 1800646"/>
              <a:gd name="connsiteY1210" fmla="*/ 482298 h 3355778"/>
              <a:gd name="connsiteX1211" fmla="*/ 1018364 w 1800646"/>
              <a:gd name="connsiteY1211" fmla="*/ 481962 h 3355778"/>
              <a:gd name="connsiteX1212" fmla="*/ 1019595 w 1800646"/>
              <a:gd name="connsiteY1212" fmla="*/ 481825 h 3355778"/>
              <a:gd name="connsiteX1213" fmla="*/ 1018802 w 1800646"/>
              <a:gd name="connsiteY1213" fmla="*/ 482297 h 3355778"/>
              <a:gd name="connsiteX1214" fmla="*/ 1031846 w 1800646"/>
              <a:gd name="connsiteY1214" fmla="*/ 488740 h 3355778"/>
              <a:gd name="connsiteX1215" fmla="*/ 1045776 w 1800646"/>
              <a:gd name="connsiteY1215" fmla="*/ 487109 h 3355778"/>
              <a:gd name="connsiteX1216" fmla="*/ 1106224 w 1800646"/>
              <a:gd name="connsiteY1216" fmla="*/ 479444 h 3355778"/>
              <a:gd name="connsiteX1217" fmla="*/ 1106220 w 1800646"/>
              <a:gd name="connsiteY1217" fmla="*/ 479437 h 3355778"/>
              <a:gd name="connsiteX1218" fmla="*/ 1112299 w 1800646"/>
              <a:gd name="connsiteY1218" fmla="*/ 477955 h 3355778"/>
              <a:gd name="connsiteX1219" fmla="*/ 1127819 w 1800646"/>
              <a:gd name="connsiteY1219" fmla="*/ 477018 h 3355778"/>
              <a:gd name="connsiteX1220" fmla="*/ 1208678 w 1800646"/>
              <a:gd name="connsiteY1220" fmla="*/ 474854 h 3355778"/>
              <a:gd name="connsiteX1221" fmla="*/ 1272307 w 1800646"/>
              <a:gd name="connsiteY1221" fmla="*/ 475247 h 3355778"/>
              <a:gd name="connsiteX1222" fmla="*/ 1281030 w 1800646"/>
              <a:gd name="connsiteY1222" fmla="*/ 473973 h 3355778"/>
              <a:gd name="connsiteX1223" fmla="*/ 1316098 w 1800646"/>
              <a:gd name="connsiteY1223" fmla="*/ 465572 h 3355778"/>
              <a:gd name="connsiteX1224" fmla="*/ 1356161 w 1800646"/>
              <a:gd name="connsiteY1224" fmla="*/ 449570 h 3355778"/>
              <a:gd name="connsiteX1225" fmla="*/ 1396781 w 1800646"/>
              <a:gd name="connsiteY1225" fmla="*/ 447391 h 3355778"/>
              <a:gd name="connsiteX1226" fmla="*/ 1459119 w 1800646"/>
              <a:gd name="connsiteY1226" fmla="*/ 448875 h 3355778"/>
              <a:gd name="connsiteX1227" fmla="*/ 1485939 w 1800646"/>
              <a:gd name="connsiteY1227" fmla="*/ 466263 h 3355778"/>
              <a:gd name="connsiteX1228" fmla="*/ 1511119 w 1800646"/>
              <a:gd name="connsiteY1228" fmla="*/ 433795 h 3355778"/>
              <a:gd name="connsiteX1229" fmla="*/ 1648179 w 1800646"/>
              <a:gd name="connsiteY1229" fmla="*/ 236587 h 3355778"/>
              <a:gd name="connsiteX1230" fmla="*/ 1762217 w 1800646"/>
              <a:gd name="connsiteY1230" fmla="*/ 62707 h 3355778"/>
              <a:gd name="connsiteX1231" fmla="*/ 1770587 w 1800646"/>
              <a:gd name="connsiteY1231" fmla="*/ 22517 h 3355778"/>
              <a:gd name="connsiteX1232" fmla="*/ 1786323 w 1800646"/>
              <a:gd name="connsiteY1232" fmla="*/ 281 h 335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</a:cxnLst>
            <a:rect l="l" t="t" r="r" b="b"/>
            <a:pathLst>
              <a:path w="1800646" h="3355778">
                <a:moveTo>
                  <a:pt x="935159" y="3289324"/>
                </a:moveTo>
                <a:cubicBezTo>
                  <a:pt x="938181" y="3297083"/>
                  <a:pt x="938474" y="3300492"/>
                  <a:pt x="940282" y="3301797"/>
                </a:cubicBezTo>
                <a:cubicBezTo>
                  <a:pt x="942430" y="3303352"/>
                  <a:pt x="945878" y="3303105"/>
                  <a:pt x="948759" y="3303635"/>
                </a:cubicBezTo>
                <a:cubicBezTo>
                  <a:pt x="949084" y="3302668"/>
                  <a:pt x="949404" y="3301704"/>
                  <a:pt x="949724" y="3300739"/>
                </a:cubicBezTo>
                <a:lnTo>
                  <a:pt x="949723" y="3300741"/>
                </a:lnTo>
                <a:cubicBezTo>
                  <a:pt x="946323" y="3298077"/>
                  <a:pt x="942926" y="3295409"/>
                  <a:pt x="935159" y="3289324"/>
                </a:cubicBezTo>
                <a:close/>
                <a:moveTo>
                  <a:pt x="1101818" y="3273153"/>
                </a:moveTo>
                <a:lnTo>
                  <a:pt x="1101817" y="3273154"/>
                </a:lnTo>
                <a:lnTo>
                  <a:pt x="1101817" y="3273154"/>
                </a:lnTo>
                <a:lnTo>
                  <a:pt x="1095964" y="3287854"/>
                </a:lnTo>
                <a:cubicBezTo>
                  <a:pt x="1096857" y="3291284"/>
                  <a:pt x="1100767" y="3293904"/>
                  <a:pt x="1108206" y="3297692"/>
                </a:cubicBezTo>
                <a:cubicBezTo>
                  <a:pt x="1110676" y="3292626"/>
                  <a:pt x="1111331" y="3288061"/>
                  <a:pt x="1110243" y="3283978"/>
                </a:cubicBezTo>
                <a:lnTo>
                  <a:pt x="1101819" y="3273155"/>
                </a:lnTo>
                <a:lnTo>
                  <a:pt x="1101817" y="3273154"/>
                </a:lnTo>
                <a:close/>
                <a:moveTo>
                  <a:pt x="895455" y="3268237"/>
                </a:moveTo>
                <a:lnTo>
                  <a:pt x="894102" y="3271786"/>
                </a:lnTo>
                <a:lnTo>
                  <a:pt x="894103" y="3271787"/>
                </a:lnTo>
                <a:lnTo>
                  <a:pt x="892709" y="3275439"/>
                </a:lnTo>
                <a:lnTo>
                  <a:pt x="894105" y="3271786"/>
                </a:lnTo>
                <a:cubicBezTo>
                  <a:pt x="895862" y="3273464"/>
                  <a:pt x="897545" y="3275042"/>
                  <a:pt x="899201" y="3276886"/>
                </a:cubicBezTo>
                <a:lnTo>
                  <a:pt x="900140" y="3278424"/>
                </a:lnTo>
                <a:lnTo>
                  <a:pt x="892708" y="3275442"/>
                </a:lnTo>
                <a:lnTo>
                  <a:pt x="892707" y="3275444"/>
                </a:lnTo>
                <a:cubicBezTo>
                  <a:pt x="895186" y="3276440"/>
                  <a:pt x="897662" y="3277431"/>
                  <a:pt x="900138" y="3278426"/>
                </a:cubicBezTo>
                <a:lnTo>
                  <a:pt x="900141" y="3278429"/>
                </a:lnTo>
                <a:lnTo>
                  <a:pt x="911043" y="3282807"/>
                </a:lnTo>
                <a:cubicBezTo>
                  <a:pt x="911829" y="3281095"/>
                  <a:pt x="912612" y="3279375"/>
                  <a:pt x="913398" y="3277661"/>
                </a:cubicBezTo>
                <a:cubicBezTo>
                  <a:pt x="907417" y="3274521"/>
                  <a:pt x="901438" y="3271379"/>
                  <a:pt x="895455" y="3268237"/>
                </a:cubicBezTo>
                <a:close/>
                <a:moveTo>
                  <a:pt x="1048446" y="3265937"/>
                </a:moveTo>
                <a:lnTo>
                  <a:pt x="1048446" y="3265938"/>
                </a:lnTo>
                <a:cubicBezTo>
                  <a:pt x="1047771" y="3266319"/>
                  <a:pt x="1047093" y="3266700"/>
                  <a:pt x="1046419" y="3267081"/>
                </a:cubicBezTo>
                <a:cubicBezTo>
                  <a:pt x="1048214" y="3271385"/>
                  <a:pt x="1049801" y="3275806"/>
                  <a:pt x="1051967" y="3279913"/>
                </a:cubicBezTo>
                <a:cubicBezTo>
                  <a:pt x="1052453" y="3280832"/>
                  <a:pt x="1054973" y="3280663"/>
                  <a:pt x="1060180" y="3281760"/>
                </a:cubicBezTo>
                <a:cubicBezTo>
                  <a:pt x="1054850" y="3274569"/>
                  <a:pt x="1051650" y="3270252"/>
                  <a:pt x="1048446" y="3265937"/>
                </a:cubicBezTo>
                <a:close/>
                <a:moveTo>
                  <a:pt x="1100752" y="3261343"/>
                </a:moveTo>
                <a:cubicBezTo>
                  <a:pt x="1097886" y="3260259"/>
                  <a:pt x="1093583" y="3262975"/>
                  <a:pt x="1089928" y="3263968"/>
                </a:cubicBezTo>
                <a:cubicBezTo>
                  <a:pt x="1090093" y="3265382"/>
                  <a:pt x="1090259" y="3266795"/>
                  <a:pt x="1090421" y="3268211"/>
                </a:cubicBezTo>
                <a:cubicBezTo>
                  <a:pt x="1094185" y="3269599"/>
                  <a:pt x="1097952" y="3270995"/>
                  <a:pt x="1101715" y="3272386"/>
                </a:cubicBezTo>
                <a:cubicBezTo>
                  <a:pt x="1101577" y="3272502"/>
                  <a:pt x="1101636" y="3272622"/>
                  <a:pt x="1101487" y="3272739"/>
                </a:cubicBezTo>
                <a:lnTo>
                  <a:pt x="1101487" y="3272740"/>
                </a:lnTo>
                <a:lnTo>
                  <a:pt x="1101716" y="3272387"/>
                </a:lnTo>
                <a:lnTo>
                  <a:pt x="1102169" y="3272554"/>
                </a:lnTo>
                <a:lnTo>
                  <a:pt x="1102169" y="3272553"/>
                </a:lnTo>
                <a:cubicBezTo>
                  <a:pt x="1102017" y="3272496"/>
                  <a:pt x="1101868" y="3272443"/>
                  <a:pt x="1101716" y="3272386"/>
                </a:cubicBezTo>
                <a:cubicBezTo>
                  <a:pt x="1106634" y="3268247"/>
                  <a:pt x="1107113" y="3263750"/>
                  <a:pt x="1100752" y="3261345"/>
                </a:cubicBezTo>
                <a:close/>
                <a:moveTo>
                  <a:pt x="866062" y="3244953"/>
                </a:moveTo>
                <a:cubicBezTo>
                  <a:pt x="865366" y="3250420"/>
                  <a:pt x="864823" y="3254684"/>
                  <a:pt x="864103" y="3260296"/>
                </a:cubicBezTo>
                <a:lnTo>
                  <a:pt x="864105" y="3260295"/>
                </a:lnTo>
                <a:lnTo>
                  <a:pt x="866063" y="3244955"/>
                </a:lnTo>
                <a:close/>
                <a:moveTo>
                  <a:pt x="909725" y="2916434"/>
                </a:moveTo>
                <a:lnTo>
                  <a:pt x="909721" y="2916438"/>
                </a:lnTo>
                <a:cubicBezTo>
                  <a:pt x="909277" y="2917581"/>
                  <a:pt x="913078" y="2917643"/>
                  <a:pt x="913083" y="2918247"/>
                </a:cubicBezTo>
                <a:cubicBezTo>
                  <a:pt x="913030" y="2921324"/>
                  <a:pt x="907390" y="2925296"/>
                  <a:pt x="908723" y="2928041"/>
                </a:cubicBezTo>
                <a:cubicBezTo>
                  <a:pt x="909716" y="2930253"/>
                  <a:pt x="914152" y="2931077"/>
                  <a:pt x="918156" y="2931861"/>
                </a:cubicBezTo>
                <a:cubicBezTo>
                  <a:pt x="925033" y="2935172"/>
                  <a:pt x="929609" y="2941819"/>
                  <a:pt x="935902" y="2948660"/>
                </a:cubicBezTo>
                <a:cubicBezTo>
                  <a:pt x="941585" y="2946592"/>
                  <a:pt x="942979" y="2945161"/>
                  <a:pt x="943047" y="2944011"/>
                </a:cubicBezTo>
                <a:lnTo>
                  <a:pt x="943047" y="2944010"/>
                </a:lnTo>
                <a:lnTo>
                  <a:pt x="935906" y="2948657"/>
                </a:lnTo>
                <a:cubicBezTo>
                  <a:pt x="929613" y="2941817"/>
                  <a:pt x="925036" y="2935169"/>
                  <a:pt x="918160" y="2931857"/>
                </a:cubicBezTo>
                <a:cubicBezTo>
                  <a:pt x="914158" y="2931073"/>
                  <a:pt x="909721" y="2930250"/>
                  <a:pt x="908727" y="2928037"/>
                </a:cubicBezTo>
                <a:cubicBezTo>
                  <a:pt x="907392" y="2925293"/>
                  <a:pt x="913034" y="2921322"/>
                  <a:pt x="913088" y="2918243"/>
                </a:cubicBezTo>
                <a:close/>
                <a:moveTo>
                  <a:pt x="906286" y="2903949"/>
                </a:moveTo>
                <a:lnTo>
                  <a:pt x="906281" y="2903950"/>
                </a:lnTo>
                <a:cubicBezTo>
                  <a:pt x="910703" y="2907139"/>
                  <a:pt x="906460" y="2908324"/>
                  <a:pt x="906418" y="2912263"/>
                </a:cubicBezTo>
                <a:lnTo>
                  <a:pt x="906442" y="2912265"/>
                </a:lnTo>
                <a:lnTo>
                  <a:pt x="912130" y="2914064"/>
                </a:lnTo>
                <a:lnTo>
                  <a:pt x="912131" y="2914069"/>
                </a:lnTo>
                <a:lnTo>
                  <a:pt x="912135" y="2914066"/>
                </a:lnTo>
                <a:lnTo>
                  <a:pt x="912130" y="2914064"/>
                </a:lnTo>
                <a:lnTo>
                  <a:pt x="911755" y="2912628"/>
                </a:lnTo>
                <a:lnTo>
                  <a:pt x="906442" y="2912265"/>
                </a:lnTo>
                <a:lnTo>
                  <a:pt x="906422" y="2912258"/>
                </a:lnTo>
                <a:cubicBezTo>
                  <a:pt x="906443" y="2910289"/>
                  <a:pt x="907514" y="2909008"/>
                  <a:pt x="908027" y="2907822"/>
                </a:cubicBezTo>
                <a:close/>
                <a:moveTo>
                  <a:pt x="903136" y="2900941"/>
                </a:moveTo>
                <a:lnTo>
                  <a:pt x="903132" y="2900945"/>
                </a:lnTo>
                <a:cubicBezTo>
                  <a:pt x="901307" y="2901952"/>
                  <a:pt x="904228" y="2902501"/>
                  <a:pt x="906539" y="2902899"/>
                </a:cubicBezTo>
                <a:lnTo>
                  <a:pt x="908867" y="2903420"/>
                </a:lnTo>
                <a:lnTo>
                  <a:pt x="908880" y="2903417"/>
                </a:lnTo>
                <a:cubicBezTo>
                  <a:pt x="908700" y="2903255"/>
                  <a:pt x="907697" y="2903093"/>
                  <a:pt x="906542" y="2902895"/>
                </a:cubicBezTo>
                <a:close/>
                <a:moveTo>
                  <a:pt x="939641" y="2881924"/>
                </a:moveTo>
                <a:lnTo>
                  <a:pt x="936014" y="2884324"/>
                </a:lnTo>
                <a:lnTo>
                  <a:pt x="936014" y="2884326"/>
                </a:lnTo>
                <a:lnTo>
                  <a:pt x="939642" y="2881925"/>
                </a:lnTo>
                <a:close/>
                <a:moveTo>
                  <a:pt x="899674" y="2868448"/>
                </a:moveTo>
                <a:lnTo>
                  <a:pt x="897423" y="2871486"/>
                </a:lnTo>
                <a:cubicBezTo>
                  <a:pt x="896461" y="2874229"/>
                  <a:pt x="895898" y="2876776"/>
                  <a:pt x="895689" y="2879170"/>
                </a:cubicBezTo>
                <a:cubicBezTo>
                  <a:pt x="896037" y="2881445"/>
                  <a:pt x="896699" y="2883569"/>
                  <a:pt x="897626" y="2885596"/>
                </a:cubicBezTo>
                <a:cubicBezTo>
                  <a:pt x="899471" y="2889654"/>
                  <a:pt x="902399" y="2893329"/>
                  <a:pt x="905871" y="2897114"/>
                </a:cubicBezTo>
                <a:lnTo>
                  <a:pt x="904035" y="2899682"/>
                </a:lnTo>
                <a:lnTo>
                  <a:pt x="905875" y="2897111"/>
                </a:lnTo>
                <a:cubicBezTo>
                  <a:pt x="902402" y="2893325"/>
                  <a:pt x="899475" y="2889650"/>
                  <a:pt x="897630" y="2885591"/>
                </a:cubicBezTo>
                <a:cubicBezTo>
                  <a:pt x="896704" y="2883564"/>
                  <a:pt x="896042" y="2881441"/>
                  <a:pt x="895693" y="2879166"/>
                </a:cubicBezTo>
                <a:cubicBezTo>
                  <a:pt x="895902" y="2876771"/>
                  <a:pt x="896465" y="2874226"/>
                  <a:pt x="897427" y="2871482"/>
                </a:cubicBezTo>
                <a:close/>
                <a:moveTo>
                  <a:pt x="939630" y="2857868"/>
                </a:moveTo>
                <a:lnTo>
                  <a:pt x="939629" y="2857873"/>
                </a:lnTo>
                <a:lnTo>
                  <a:pt x="942622" y="2857905"/>
                </a:lnTo>
                <a:lnTo>
                  <a:pt x="942621" y="2857902"/>
                </a:lnTo>
                <a:close/>
                <a:moveTo>
                  <a:pt x="944371" y="2844066"/>
                </a:moveTo>
                <a:lnTo>
                  <a:pt x="940475" y="2845762"/>
                </a:lnTo>
                <a:lnTo>
                  <a:pt x="940475" y="2845765"/>
                </a:lnTo>
                <a:lnTo>
                  <a:pt x="944371" y="2844068"/>
                </a:lnTo>
                <a:close/>
                <a:moveTo>
                  <a:pt x="896145" y="2841135"/>
                </a:moveTo>
                <a:lnTo>
                  <a:pt x="896141" y="2841135"/>
                </a:lnTo>
                <a:cubicBezTo>
                  <a:pt x="896072" y="2848125"/>
                  <a:pt x="895022" y="2859761"/>
                  <a:pt x="899096" y="2862294"/>
                </a:cubicBezTo>
                <a:lnTo>
                  <a:pt x="900417" y="2867446"/>
                </a:lnTo>
                <a:lnTo>
                  <a:pt x="900420" y="2867441"/>
                </a:lnTo>
                <a:cubicBezTo>
                  <a:pt x="901339" y="2865955"/>
                  <a:pt x="901539" y="2864283"/>
                  <a:pt x="899100" y="2862290"/>
                </a:cubicBezTo>
                <a:cubicBezTo>
                  <a:pt x="897063" y="2861023"/>
                  <a:pt x="896307" y="2857481"/>
                  <a:pt x="896068" y="2853381"/>
                </a:cubicBezTo>
                <a:close/>
                <a:moveTo>
                  <a:pt x="956740" y="2798228"/>
                </a:moveTo>
                <a:lnTo>
                  <a:pt x="950973" y="2802090"/>
                </a:lnTo>
                <a:lnTo>
                  <a:pt x="950973" y="2802092"/>
                </a:lnTo>
                <a:lnTo>
                  <a:pt x="956741" y="2798228"/>
                </a:lnTo>
                <a:close/>
                <a:moveTo>
                  <a:pt x="914292" y="2756157"/>
                </a:moveTo>
                <a:lnTo>
                  <a:pt x="914289" y="2756158"/>
                </a:lnTo>
                <a:cubicBezTo>
                  <a:pt x="917874" y="2770532"/>
                  <a:pt x="910193" y="2779389"/>
                  <a:pt x="908860" y="2789189"/>
                </a:cubicBezTo>
                <a:cubicBezTo>
                  <a:pt x="907807" y="2794724"/>
                  <a:pt x="908702" y="2800400"/>
                  <a:pt x="907128" y="2805478"/>
                </a:cubicBezTo>
                <a:cubicBezTo>
                  <a:pt x="905480" y="2810339"/>
                  <a:pt x="901585" y="2810101"/>
                  <a:pt x="903143" y="2814386"/>
                </a:cubicBezTo>
                <a:cubicBezTo>
                  <a:pt x="905255" y="2819581"/>
                  <a:pt x="897829" y="2832570"/>
                  <a:pt x="897562" y="2835985"/>
                </a:cubicBezTo>
                <a:lnTo>
                  <a:pt x="899188" y="2841009"/>
                </a:lnTo>
                <a:lnTo>
                  <a:pt x="899193" y="2841010"/>
                </a:lnTo>
                <a:cubicBezTo>
                  <a:pt x="898994" y="2840145"/>
                  <a:pt x="897537" y="2837920"/>
                  <a:pt x="897566" y="2835981"/>
                </a:cubicBezTo>
                <a:cubicBezTo>
                  <a:pt x="897833" y="2832566"/>
                  <a:pt x="905259" y="2819578"/>
                  <a:pt x="903147" y="2814383"/>
                </a:cubicBezTo>
                <a:cubicBezTo>
                  <a:pt x="901587" y="2810097"/>
                  <a:pt x="905484" y="2810335"/>
                  <a:pt x="907132" y="2805475"/>
                </a:cubicBezTo>
                <a:cubicBezTo>
                  <a:pt x="908706" y="2800397"/>
                  <a:pt x="907811" y="2794721"/>
                  <a:pt x="908864" y="2789185"/>
                </a:cubicBezTo>
                <a:cubicBezTo>
                  <a:pt x="909530" y="2784284"/>
                  <a:pt x="911783" y="2779620"/>
                  <a:pt x="913421" y="2774385"/>
                </a:cubicBezTo>
                <a:close/>
                <a:moveTo>
                  <a:pt x="797864" y="2665912"/>
                </a:moveTo>
                <a:lnTo>
                  <a:pt x="797861" y="2665916"/>
                </a:lnTo>
                <a:cubicBezTo>
                  <a:pt x="788959" y="2681195"/>
                  <a:pt x="786128" y="2696170"/>
                  <a:pt x="801437" y="2707490"/>
                </a:cubicBezTo>
                <a:cubicBezTo>
                  <a:pt x="814549" y="2717202"/>
                  <a:pt x="827304" y="2719329"/>
                  <a:pt x="835883" y="2717700"/>
                </a:cubicBezTo>
                <a:cubicBezTo>
                  <a:pt x="838387" y="2717226"/>
                  <a:pt x="840118" y="2711831"/>
                  <a:pt x="844292" y="2709213"/>
                </a:cubicBezTo>
                <a:cubicBezTo>
                  <a:pt x="847818" y="2707067"/>
                  <a:pt x="851350" y="2704457"/>
                  <a:pt x="856807" y="2705428"/>
                </a:cubicBezTo>
                <a:lnTo>
                  <a:pt x="856811" y="2705421"/>
                </a:lnTo>
                <a:lnTo>
                  <a:pt x="844295" y="2709206"/>
                </a:lnTo>
                <a:cubicBezTo>
                  <a:pt x="840122" y="2711825"/>
                  <a:pt x="838391" y="2717219"/>
                  <a:pt x="835887" y="2717693"/>
                </a:cubicBezTo>
                <a:cubicBezTo>
                  <a:pt x="827308" y="2719323"/>
                  <a:pt x="814551" y="2717196"/>
                  <a:pt x="801440" y="2707483"/>
                </a:cubicBezTo>
                <a:cubicBezTo>
                  <a:pt x="793786" y="2701823"/>
                  <a:pt x="790668" y="2695250"/>
                  <a:pt x="790573" y="2688181"/>
                </a:cubicBezTo>
                <a:close/>
                <a:moveTo>
                  <a:pt x="672762" y="2664852"/>
                </a:moveTo>
                <a:lnTo>
                  <a:pt x="664841" y="2686806"/>
                </a:lnTo>
                <a:lnTo>
                  <a:pt x="664839" y="2686808"/>
                </a:lnTo>
                <a:cubicBezTo>
                  <a:pt x="657407" y="2700532"/>
                  <a:pt x="648764" y="2712770"/>
                  <a:pt x="644483" y="2726613"/>
                </a:cubicBezTo>
                <a:lnTo>
                  <a:pt x="644482" y="2726617"/>
                </a:lnTo>
                <a:lnTo>
                  <a:pt x="664840" y="2686811"/>
                </a:lnTo>
                <a:close/>
                <a:moveTo>
                  <a:pt x="691172" y="2629987"/>
                </a:moveTo>
                <a:lnTo>
                  <a:pt x="679893" y="2645092"/>
                </a:lnTo>
                <a:lnTo>
                  <a:pt x="679891" y="2645096"/>
                </a:lnTo>
                <a:lnTo>
                  <a:pt x="691171" y="2629989"/>
                </a:lnTo>
                <a:close/>
                <a:moveTo>
                  <a:pt x="838138" y="2602554"/>
                </a:moveTo>
                <a:lnTo>
                  <a:pt x="830280" y="2622334"/>
                </a:lnTo>
                <a:lnTo>
                  <a:pt x="830283" y="2622329"/>
                </a:lnTo>
                <a:lnTo>
                  <a:pt x="838141" y="2602554"/>
                </a:lnTo>
                <a:close/>
                <a:moveTo>
                  <a:pt x="844177" y="2598380"/>
                </a:moveTo>
                <a:lnTo>
                  <a:pt x="842666" y="2601400"/>
                </a:lnTo>
                <a:lnTo>
                  <a:pt x="842665" y="2601401"/>
                </a:lnTo>
                <a:close/>
                <a:moveTo>
                  <a:pt x="711215" y="2594284"/>
                </a:moveTo>
                <a:lnTo>
                  <a:pt x="695216" y="2613701"/>
                </a:lnTo>
                <a:lnTo>
                  <a:pt x="695214" y="2613704"/>
                </a:lnTo>
                <a:lnTo>
                  <a:pt x="711214" y="2594287"/>
                </a:lnTo>
                <a:close/>
                <a:moveTo>
                  <a:pt x="779459" y="2575331"/>
                </a:moveTo>
                <a:lnTo>
                  <a:pt x="779458" y="2575333"/>
                </a:lnTo>
                <a:cubicBezTo>
                  <a:pt x="784371" y="2579183"/>
                  <a:pt x="789280" y="2583035"/>
                  <a:pt x="794190" y="2586884"/>
                </a:cubicBezTo>
                <a:lnTo>
                  <a:pt x="794189" y="2586886"/>
                </a:lnTo>
                <a:lnTo>
                  <a:pt x="794192" y="2586882"/>
                </a:lnTo>
                <a:lnTo>
                  <a:pt x="779459" y="2575332"/>
                </a:lnTo>
                <a:close/>
                <a:moveTo>
                  <a:pt x="746420" y="2547452"/>
                </a:moveTo>
                <a:cubicBezTo>
                  <a:pt x="744897" y="2549508"/>
                  <a:pt x="743373" y="2551568"/>
                  <a:pt x="741849" y="2553626"/>
                </a:cubicBezTo>
                <a:cubicBezTo>
                  <a:pt x="751244" y="2558839"/>
                  <a:pt x="760638" y="2564053"/>
                  <a:pt x="770028" y="2569269"/>
                </a:cubicBezTo>
                <a:lnTo>
                  <a:pt x="741851" y="2553626"/>
                </a:lnTo>
                <a:lnTo>
                  <a:pt x="746422" y="2547453"/>
                </a:lnTo>
                <a:close/>
                <a:moveTo>
                  <a:pt x="361159" y="2491750"/>
                </a:moveTo>
                <a:lnTo>
                  <a:pt x="361119" y="2491856"/>
                </a:lnTo>
                <a:lnTo>
                  <a:pt x="361123" y="2491853"/>
                </a:lnTo>
                <a:lnTo>
                  <a:pt x="361161" y="2491751"/>
                </a:lnTo>
                <a:close/>
                <a:moveTo>
                  <a:pt x="653062" y="2490044"/>
                </a:moveTo>
                <a:cubicBezTo>
                  <a:pt x="648649" y="2495282"/>
                  <a:pt x="644314" y="2500605"/>
                  <a:pt x="640414" y="2506258"/>
                </a:cubicBezTo>
                <a:cubicBezTo>
                  <a:pt x="636543" y="2512191"/>
                  <a:pt x="633681" y="2517991"/>
                  <a:pt x="630228" y="2523973"/>
                </a:cubicBezTo>
                <a:cubicBezTo>
                  <a:pt x="627914" y="2508968"/>
                  <a:pt x="638791" y="2495448"/>
                  <a:pt x="653062" y="2490044"/>
                </a:cubicBezTo>
                <a:close/>
                <a:moveTo>
                  <a:pt x="260881" y="2485919"/>
                </a:moveTo>
                <a:cubicBezTo>
                  <a:pt x="253379" y="2489448"/>
                  <a:pt x="245874" y="2492978"/>
                  <a:pt x="238374" y="2496507"/>
                </a:cubicBezTo>
                <a:cubicBezTo>
                  <a:pt x="238957" y="2498568"/>
                  <a:pt x="239539" y="2500631"/>
                  <a:pt x="240124" y="2502689"/>
                </a:cubicBezTo>
                <a:cubicBezTo>
                  <a:pt x="247816" y="2498640"/>
                  <a:pt x="255508" y="2494591"/>
                  <a:pt x="263202" y="2490547"/>
                </a:cubicBezTo>
                <a:cubicBezTo>
                  <a:pt x="262427" y="2489007"/>
                  <a:pt x="261655" y="2487461"/>
                  <a:pt x="260881" y="2485919"/>
                </a:cubicBezTo>
                <a:close/>
                <a:moveTo>
                  <a:pt x="368960" y="2470487"/>
                </a:moveTo>
                <a:lnTo>
                  <a:pt x="368548" y="2471610"/>
                </a:lnTo>
                <a:lnTo>
                  <a:pt x="368547" y="2471611"/>
                </a:lnTo>
                <a:lnTo>
                  <a:pt x="368548" y="2471612"/>
                </a:lnTo>
                <a:lnTo>
                  <a:pt x="361215" y="2475134"/>
                </a:lnTo>
                <a:cubicBezTo>
                  <a:pt x="337482" y="2490633"/>
                  <a:pt x="315831" y="2508566"/>
                  <a:pt x="289830" y="2521547"/>
                </a:cubicBezTo>
                <a:cubicBezTo>
                  <a:pt x="250305" y="2541282"/>
                  <a:pt x="210485" y="2559163"/>
                  <a:pt x="168478" y="2572435"/>
                </a:cubicBezTo>
                <a:cubicBezTo>
                  <a:pt x="160068" y="2575094"/>
                  <a:pt x="152514" y="2580492"/>
                  <a:pt x="144136" y="2583325"/>
                </a:cubicBezTo>
                <a:cubicBezTo>
                  <a:pt x="135664" y="2586182"/>
                  <a:pt x="128048" y="2588922"/>
                  <a:pt x="126444" y="2600137"/>
                </a:cubicBezTo>
                <a:cubicBezTo>
                  <a:pt x="130500" y="2597861"/>
                  <a:pt x="133553" y="2595587"/>
                  <a:pt x="136971" y="2594304"/>
                </a:cubicBezTo>
                <a:cubicBezTo>
                  <a:pt x="174647" y="2580144"/>
                  <a:pt x="212867" y="2567315"/>
                  <a:pt x="249938" y="2551702"/>
                </a:cubicBezTo>
                <a:cubicBezTo>
                  <a:pt x="278272" y="2539770"/>
                  <a:pt x="306164" y="2526425"/>
                  <a:pt x="330622" y="2506647"/>
                </a:cubicBezTo>
                <a:cubicBezTo>
                  <a:pt x="334905" y="2503184"/>
                  <a:pt x="339182" y="2498934"/>
                  <a:pt x="344066" y="2495813"/>
                </a:cubicBezTo>
                <a:lnTo>
                  <a:pt x="361159" y="2491751"/>
                </a:lnTo>
                <a:lnTo>
                  <a:pt x="368548" y="2471612"/>
                </a:lnTo>
                <a:lnTo>
                  <a:pt x="368548" y="2471611"/>
                </a:lnTo>
                <a:lnTo>
                  <a:pt x="368548" y="2471610"/>
                </a:lnTo>
                <a:lnTo>
                  <a:pt x="369080" y="2471354"/>
                </a:lnTo>
                <a:lnTo>
                  <a:pt x="369084" y="2471351"/>
                </a:lnTo>
                <a:lnTo>
                  <a:pt x="368552" y="2471608"/>
                </a:lnTo>
                <a:lnTo>
                  <a:pt x="368962" y="2470487"/>
                </a:lnTo>
                <a:close/>
                <a:moveTo>
                  <a:pt x="299694" y="2466213"/>
                </a:moveTo>
                <a:cubicBezTo>
                  <a:pt x="295504" y="2468439"/>
                  <a:pt x="291322" y="2470665"/>
                  <a:pt x="287133" y="2472887"/>
                </a:cubicBezTo>
                <a:cubicBezTo>
                  <a:pt x="287663" y="2474345"/>
                  <a:pt x="288192" y="2475797"/>
                  <a:pt x="288721" y="2477248"/>
                </a:cubicBezTo>
                <a:cubicBezTo>
                  <a:pt x="291310" y="2476281"/>
                  <a:pt x="294177" y="2475726"/>
                  <a:pt x="296409" y="2474222"/>
                </a:cubicBezTo>
                <a:lnTo>
                  <a:pt x="296411" y="2474223"/>
                </a:lnTo>
                <a:cubicBezTo>
                  <a:pt x="298547" y="2472783"/>
                  <a:pt x="300028" y="2470360"/>
                  <a:pt x="301798" y="2468367"/>
                </a:cubicBezTo>
                <a:cubicBezTo>
                  <a:pt x="301096" y="2467649"/>
                  <a:pt x="300396" y="2466931"/>
                  <a:pt x="299694" y="2466213"/>
                </a:cubicBezTo>
                <a:close/>
                <a:moveTo>
                  <a:pt x="381774" y="2460183"/>
                </a:moveTo>
                <a:lnTo>
                  <a:pt x="369936" y="2470602"/>
                </a:lnTo>
                <a:lnTo>
                  <a:pt x="369937" y="2470603"/>
                </a:lnTo>
                <a:lnTo>
                  <a:pt x="369933" y="2470606"/>
                </a:lnTo>
                <a:lnTo>
                  <a:pt x="377520" y="2470048"/>
                </a:lnTo>
                <a:cubicBezTo>
                  <a:pt x="379049" y="2468690"/>
                  <a:pt x="380021" y="2465780"/>
                  <a:pt x="381774" y="2460183"/>
                </a:cubicBezTo>
                <a:close/>
                <a:moveTo>
                  <a:pt x="1450441" y="2451809"/>
                </a:moveTo>
                <a:cubicBezTo>
                  <a:pt x="1445543" y="2452086"/>
                  <a:pt x="1440640" y="2452360"/>
                  <a:pt x="1435738" y="2452635"/>
                </a:cubicBezTo>
                <a:cubicBezTo>
                  <a:pt x="1435794" y="2453583"/>
                  <a:pt x="1435856" y="2454530"/>
                  <a:pt x="1435910" y="2455480"/>
                </a:cubicBezTo>
                <a:lnTo>
                  <a:pt x="1450456" y="2456957"/>
                </a:lnTo>
                <a:cubicBezTo>
                  <a:pt x="1450452" y="2455241"/>
                  <a:pt x="1450448" y="2453524"/>
                  <a:pt x="1450442" y="2451810"/>
                </a:cubicBezTo>
                <a:close/>
                <a:moveTo>
                  <a:pt x="332623" y="2447173"/>
                </a:moveTo>
                <a:cubicBezTo>
                  <a:pt x="329696" y="2448510"/>
                  <a:pt x="326764" y="2449847"/>
                  <a:pt x="323836" y="2451184"/>
                </a:cubicBezTo>
                <a:lnTo>
                  <a:pt x="326867" y="2455086"/>
                </a:lnTo>
                <a:lnTo>
                  <a:pt x="326865" y="2455086"/>
                </a:lnTo>
                <a:lnTo>
                  <a:pt x="326866" y="2455087"/>
                </a:lnTo>
                <a:lnTo>
                  <a:pt x="326867" y="2455086"/>
                </a:lnTo>
                <a:lnTo>
                  <a:pt x="333894" y="2448506"/>
                </a:lnTo>
                <a:cubicBezTo>
                  <a:pt x="333473" y="2448063"/>
                  <a:pt x="333048" y="2447616"/>
                  <a:pt x="332623" y="2447173"/>
                </a:cubicBezTo>
                <a:close/>
                <a:moveTo>
                  <a:pt x="353231" y="2383626"/>
                </a:moveTo>
                <a:cubicBezTo>
                  <a:pt x="349582" y="2385598"/>
                  <a:pt x="345927" y="2387572"/>
                  <a:pt x="342278" y="2389542"/>
                </a:cubicBezTo>
                <a:cubicBezTo>
                  <a:pt x="343235" y="2391216"/>
                  <a:pt x="344190" y="2392884"/>
                  <a:pt x="345145" y="2394556"/>
                </a:cubicBezTo>
                <a:lnTo>
                  <a:pt x="345144" y="2394555"/>
                </a:lnTo>
                <a:cubicBezTo>
                  <a:pt x="348499" y="2391895"/>
                  <a:pt x="351848" y="2389230"/>
                  <a:pt x="355199" y="2386566"/>
                </a:cubicBezTo>
                <a:cubicBezTo>
                  <a:pt x="354540" y="2385585"/>
                  <a:pt x="353887" y="2384604"/>
                  <a:pt x="353231" y="2383626"/>
                </a:cubicBezTo>
                <a:close/>
                <a:moveTo>
                  <a:pt x="1132903" y="2368835"/>
                </a:moveTo>
                <a:lnTo>
                  <a:pt x="1114243" y="2386411"/>
                </a:lnTo>
                <a:lnTo>
                  <a:pt x="1088503" y="2409897"/>
                </a:lnTo>
                <a:lnTo>
                  <a:pt x="1114242" y="2386413"/>
                </a:lnTo>
                <a:close/>
                <a:moveTo>
                  <a:pt x="375868" y="2360538"/>
                </a:moveTo>
                <a:cubicBezTo>
                  <a:pt x="372423" y="2363749"/>
                  <a:pt x="368978" y="2366962"/>
                  <a:pt x="365529" y="2370171"/>
                </a:cubicBezTo>
                <a:cubicBezTo>
                  <a:pt x="366698" y="2371410"/>
                  <a:pt x="367866" y="2372645"/>
                  <a:pt x="369036" y="2373883"/>
                </a:cubicBezTo>
                <a:cubicBezTo>
                  <a:pt x="372018" y="2370056"/>
                  <a:pt x="374999" y="2366232"/>
                  <a:pt x="377982" y="2362406"/>
                </a:cubicBezTo>
                <a:cubicBezTo>
                  <a:pt x="377279" y="2361785"/>
                  <a:pt x="376575" y="2361160"/>
                  <a:pt x="375868" y="2360538"/>
                </a:cubicBezTo>
                <a:close/>
                <a:moveTo>
                  <a:pt x="923821" y="2331107"/>
                </a:moveTo>
                <a:lnTo>
                  <a:pt x="920488" y="2334599"/>
                </a:lnTo>
                <a:lnTo>
                  <a:pt x="917634" y="2337861"/>
                </a:lnTo>
                <a:lnTo>
                  <a:pt x="920487" y="2334600"/>
                </a:lnTo>
                <a:close/>
                <a:moveTo>
                  <a:pt x="1183017" y="2318006"/>
                </a:moveTo>
                <a:lnTo>
                  <a:pt x="1176785" y="2319840"/>
                </a:lnTo>
                <a:lnTo>
                  <a:pt x="1176784" y="2319841"/>
                </a:lnTo>
                <a:lnTo>
                  <a:pt x="1183017" y="2318006"/>
                </a:lnTo>
                <a:close/>
                <a:moveTo>
                  <a:pt x="1083632" y="2310292"/>
                </a:moveTo>
                <a:lnTo>
                  <a:pt x="1082001" y="2311302"/>
                </a:lnTo>
                <a:lnTo>
                  <a:pt x="1083632" y="2310293"/>
                </a:lnTo>
                <a:close/>
                <a:moveTo>
                  <a:pt x="915452" y="2239101"/>
                </a:moveTo>
                <a:lnTo>
                  <a:pt x="915453" y="2239102"/>
                </a:lnTo>
                <a:lnTo>
                  <a:pt x="915452" y="2239103"/>
                </a:lnTo>
                <a:close/>
                <a:moveTo>
                  <a:pt x="1076689" y="2214624"/>
                </a:moveTo>
                <a:lnTo>
                  <a:pt x="1076689" y="2214625"/>
                </a:lnTo>
                <a:lnTo>
                  <a:pt x="1074055" y="2217070"/>
                </a:lnTo>
                <a:lnTo>
                  <a:pt x="1077992" y="2221338"/>
                </a:lnTo>
                <a:lnTo>
                  <a:pt x="1077992" y="2221337"/>
                </a:lnTo>
                <a:lnTo>
                  <a:pt x="1074056" y="2217070"/>
                </a:lnTo>
                <a:lnTo>
                  <a:pt x="1076690" y="2214625"/>
                </a:lnTo>
                <a:close/>
                <a:moveTo>
                  <a:pt x="883432" y="2209462"/>
                </a:moveTo>
                <a:cubicBezTo>
                  <a:pt x="887493" y="2226353"/>
                  <a:pt x="899267" y="2234440"/>
                  <a:pt x="909903" y="2242936"/>
                </a:cubicBezTo>
                <a:cubicBezTo>
                  <a:pt x="906784" y="2245146"/>
                  <a:pt x="903746" y="2247431"/>
                  <a:pt x="900550" y="2249395"/>
                </a:cubicBezTo>
                <a:cubicBezTo>
                  <a:pt x="892249" y="2254755"/>
                  <a:pt x="880989" y="2256606"/>
                  <a:pt x="872906" y="2261643"/>
                </a:cubicBezTo>
                <a:cubicBezTo>
                  <a:pt x="869706" y="2263639"/>
                  <a:pt x="869034" y="2268818"/>
                  <a:pt x="868504" y="2269273"/>
                </a:cubicBezTo>
                <a:cubicBezTo>
                  <a:pt x="862401" y="2273949"/>
                  <a:pt x="844484" y="2287667"/>
                  <a:pt x="837141" y="2293296"/>
                </a:cubicBezTo>
                <a:lnTo>
                  <a:pt x="837140" y="2293296"/>
                </a:lnTo>
                <a:cubicBezTo>
                  <a:pt x="831098" y="2285619"/>
                  <a:pt x="825119" y="2277802"/>
                  <a:pt x="817181" y="2271919"/>
                </a:cubicBezTo>
                <a:cubicBezTo>
                  <a:pt x="815989" y="2271035"/>
                  <a:pt x="814260" y="2270247"/>
                  <a:pt x="812688" y="2269373"/>
                </a:cubicBezTo>
                <a:cubicBezTo>
                  <a:pt x="819586" y="2263378"/>
                  <a:pt x="825841" y="2257616"/>
                  <a:pt x="833063" y="2251297"/>
                </a:cubicBezTo>
                <a:cubicBezTo>
                  <a:pt x="849308" y="2237803"/>
                  <a:pt x="866289" y="2223702"/>
                  <a:pt x="883432" y="2209462"/>
                </a:cubicBezTo>
                <a:close/>
                <a:moveTo>
                  <a:pt x="883810" y="2209152"/>
                </a:moveTo>
                <a:lnTo>
                  <a:pt x="906585" y="2230709"/>
                </a:lnTo>
                <a:lnTo>
                  <a:pt x="915451" y="2239101"/>
                </a:lnTo>
                <a:lnTo>
                  <a:pt x="915451" y="2239101"/>
                </a:lnTo>
                <a:lnTo>
                  <a:pt x="915452" y="2239101"/>
                </a:lnTo>
                <a:lnTo>
                  <a:pt x="909907" y="2242936"/>
                </a:lnTo>
                <a:cubicBezTo>
                  <a:pt x="899269" y="2234440"/>
                  <a:pt x="887497" y="2226352"/>
                  <a:pt x="883435" y="2209461"/>
                </a:cubicBezTo>
                <a:cubicBezTo>
                  <a:pt x="883564" y="2209355"/>
                  <a:pt x="883682" y="2209258"/>
                  <a:pt x="883810" y="2209152"/>
                </a:cubicBezTo>
                <a:close/>
                <a:moveTo>
                  <a:pt x="863299" y="2195077"/>
                </a:moveTo>
                <a:cubicBezTo>
                  <a:pt x="863145" y="2195062"/>
                  <a:pt x="862315" y="2198622"/>
                  <a:pt x="862477" y="2198680"/>
                </a:cubicBezTo>
                <a:cubicBezTo>
                  <a:pt x="865974" y="2199974"/>
                  <a:pt x="869567" y="2201003"/>
                  <a:pt x="873140" y="2202084"/>
                </a:cubicBezTo>
                <a:cubicBezTo>
                  <a:pt x="873478" y="2200294"/>
                  <a:pt x="873817" y="2198505"/>
                  <a:pt x="874156" y="2196714"/>
                </a:cubicBezTo>
                <a:cubicBezTo>
                  <a:pt x="870544" y="2196115"/>
                  <a:pt x="866933" y="2195460"/>
                  <a:pt x="863299" y="2195077"/>
                </a:cubicBezTo>
                <a:close/>
                <a:moveTo>
                  <a:pt x="848403" y="2166508"/>
                </a:moveTo>
                <a:cubicBezTo>
                  <a:pt x="846988" y="2167320"/>
                  <a:pt x="845573" y="2168130"/>
                  <a:pt x="844160" y="2168945"/>
                </a:cubicBezTo>
                <a:cubicBezTo>
                  <a:pt x="846736" y="2173190"/>
                  <a:pt x="849313" y="2177438"/>
                  <a:pt x="851889" y="2181687"/>
                </a:cubicBezTo>
                <a:cubicBezTo>
                  <a:pt x="853000" y="2180990"/>
                  <a:pt x="854110" y="2180296"/>
                  <a:pt x="855217" y="2179600"/>
                </a:cubicBezTo>
                <a:cubicBezTo>
                  <a:pt x="852947" y="2175236"/>
                  <a:pt x="850673" y="2170870"/>
                  <a:pt x="848403" y="2166508"/>
                </a:cubicBezTo>
                <a:close/>
                <a:moveTo>
                  <a:pt x="1014676" y="2084835"/>
                </a:moveTo>
                <a:cubicBezTo>
                  <a:pt x="1031346" y="2096014"/>
                  <a:pt x="1047943" y="2107286"/>
                  <a:pt x="1064712" y="2118323"/>
                </a:cubicBezTo>
                <a:cubicBezTo>
                  <a:pt x="1078575" y="2127444"/>
                  <a:pt x="1092448" y="2136544"/>
                  <a:pt x="1106243" y="2145761"/>
                </a:cubicBezTo>
                <a:cubicBezTo>
                  <a:pt x="1108648" y="2147370"/>
                  <a:pt x="1110355" y="2150028"/>
                  <a:pt x="1114172" y="2154101"/>
                </a:cubicBezTo>
                <a:cubicBezTo>
                  <a:pt x="1089043" y="2152395"/>
                  <a:pt x="1071096" y="2138762"/>
                  <a:pt x="1049817" y="2132410"/>
                </a:cubicBezTo>
                <a:cubicBezTo>
                  <a:pt x="1068969" y="2145444"/>
                  <a:pt x="1087966" y="2158714"/>
                  <a:pt x="1107296" y="2171474"/>
                </a:cubicBezTo>
                <a:cubicBezTo>
                  <a:pt x="1108293" y="2172132"/>
                  <a:pt x="1109354" y="2172673"/>
                  <a:pt x="1110354" y="2173323"/>
                </a:cubicBezTo>
                <a:cubicBezTo>
                  <a:pt x="1093237" y="2188076"/>
                  <a:pt x="1074299" y="2199946"/>
                  <a:pt x="1058327" y="2215796"/>
                </a:cubicBezTo>
                <a:cubicBezTo>
                  <a:pt x="1039318" y="2234879"/>
                  <a:pt x="1021708" y="2250678"/>
                  <a:pt x="1001477" y="2266371"/>
                </a:cubicBezTo>
                <a:cubicBezTo>
                  <a:pt x="986855" y="2277864"/>
                  <a:pt x="973320" y="2290269"/>
                  <a:pt x="959276" y="2302418"/>
                </a:cubicBezTo>
                <a:lnTo>
                  <a:pt x="954069" y="2306047"/>
                </a:lnTo>
                <a:lnTo>
                  <a:pt x="959275" y="2302419"/>
                </a:lnTo>
                <a:cubicBezTo>
                  <a:pt x="973319" y="2290271"/>
                  <a:pt x="986855" y="2277866"/>
                  <a:pt x="1001476" y="2266372"/>
                </a:cubicBezTo>
                <a:lnTo>
                  <a:pt x="1001478" y="2266372"/>
                </a:lnTo>
                <a:cubicBezTo>
                  <a:pt x="1021709" y="2250679"/>
                  <a:pt x="1039319" y="2234878"/>
                  <a:pt x="1058328" y="2215797"/>
                </a:cubicBezTo>
                <a:cubicBezTo>
                  <a:pt x="1074300" y="2199947"/>
                  <a:pt x="1093238" y="2188076"/>
                  <a:pt x="1110356" y="2173322"/>
                </a:cubicBezTo>
                <a:cubicBezTo>
                  <a:pt x="1134516" y="2188982"/>
                  <a:pt x="1159951" y="2202218"/>
                  <a:pt x="1185722" y="2214820"/>
                </a:cubicBezTo>
                <a:lnTo>
                  <a:pt x="1185725" y="2214823"/>
                </a:lnTo>
                <a:lnTo>
                  <a:pt x="1189058" y="2216445"/>
                </a:lnTo>
                <a:lnTo>
                  <a:pt x="1189267" y="2217928"/>
                </a:lnTo>
                <a:lnTo>
                  <a:pt x="1189270" y="2217931"/>
                </a:lnTo>
                <a:cubicBezTo>
                  <a:pt x="1189386" y="2217064"/>
                  <a:pt x="1189068" y="2217076"/>
                  <a:pt x="1189060" y="2216445"/>
                </a:cubicBezTo>
                <a:cubicBezTo>
                  <a:pt x="1206946" y="2225147"/>
                  <a:pt x="1224927" y="2233675"/>
                  <a:pt x="1242745" y="2242509"/>
                </a:cubicBezTo>
                <a:cubicBezTo>
                  <a:pt x="1243094" y="2242683"/>
                  <a:pt x="1243454" y="2242638"/>
                  <a:pt x="1243800" y="2242801"/>
                </a:cubicBezTo>
                <a:lnTo>
                  <a:pt x="1243798" y="2242803"/>
                </a:lnTo>
                <a:lnTo>
                  <a:pt x="1277269" y="2247229"/>
                </a:lnTo>
                <a:cubicBezTo>
                  <a:pt x="1287872" y="2246715"/>
                  <a:pt x="1298859" y="2248739"/>
                  <a:pt x="1309587" y="2251683"/>
                </a:cubicBezTo>
                <a:cubicBezTo>
                  <a:pt x="1306450" y="2256545"/>
                  <a:pt x="1303414" y="2261438"/>
                  <a:pt x="1299862" y="2265313"/>
                </a:cubicBezTo>
                <a:cubicBezTo>
                  <a:pt x="1287265" y="2279468"/>
                  <a:pt x="1270454" y="2287299"/>
                  <a:pt x="1259387" y="2300024"/>
                </a:cubicBezTo>
                <a:cubicBezTo>
                  <a:pt x="1252831" y="2307647"/>
                  <a:pt x="1248421" y="2318551"/>
                  <a:pt x="1242124" y="2325537"/>
                </a:cubicBezTo>
                <a:cubicBezTo>
                  <a:pt x="1232344" y="2336284"/>
                  <a:pt x="1221495" y="2344220"/>
                  <a:pt x="1211287" y="2351207"/>
                </a:cubicBezTo>
                <a:cubicBezTo>
                  <a:pt x="1210908" y="2353915"/>
                  <a:pt x="1209412" y="2356376"/>
                  <a:pt x="1208223" y="2358910"/>
                </a:cubicBezTo>
                <a:lnTo>
                  <a:pt x="1207010" y="2367063"/>
                </a:lnTo>
                <a:lnTo>
                  <a:pt x="1207013" y="2367062"/>
                </a:lnTo>
                <a:cubicBezTo>
                  <a:pt x="1205302" y="2361046"/>
                  <a:pt x="1210534" y="2356625"/>
                  <a:pt x="1211291" y="2351205"/>
                </a:cubicBezTo>
                <a:cubicBezTo>
                  <a:pt x="1221497" y="2344219"/>
                  <a:pt x="1232348" y="2336284"/>
                  <a:pt x="1242128" y="2325537"/>
                </a:cubicBezTo>
                <a:cubicBezTo>
                  <a:pt x="1248424" y="2318550"/>
                  <a:pt x="1252834" y="2307648"/>
                  <a:pt x="1259389" y="2300023"/>
                </a:cubicBezTo>
                <a:cubicBezTo>
                  <a:pt x="1270456" y="2287296"/>
                  <a:pt x="1287269" y="2279468"/>
                  <a:pt x="1299866" y="2265312"/>
                </a:cubicBezTo>
                <a:cubicBezTo>
                  <a:pt x="1303418" y="2261437"/>
                  <a:pt x="1306454" y="2256545"/>
                  <a:pt x="1309591" y="2251682"/>
                </a:cubicBezTo>
                <a:lnTo>
                  <a:pt x="1309593" y="2251682"/>
                </a:lnTo>
                <a:cubicBezTo>
                  <a:pt x="1315645" y="2253341"/>
                  <a:pt x="1321771" y="2254958"/>
                  <a:pt x="1327317" y="2257394"/>
                </a:cubicBezTo>
                <a:cubicBezTo>
                  <a:pt x="1342622" y="2264110"/>
                  <a:pt x="1357708" y="2271347"/>
                  <a:pt x="1372792" y="2278568"/>
                </a:cubicBezTo>
                <a:lnTo>
                  <a:pt x="1372790" y="2278571"/>
                </a:lnTo>
                <a:lnTo>
                  <a:pt x="1445496" y="2314335"/>
                </a:lnTo>
                <a:cubicBezTo>
                  <a:pt x="1469748" y="2326545"/>
                  <a:pt x="1493568" y="2339702"/>
                  <a:pt x="1517014" y="2353406"/>
                </a:cubicBezTo>
                <a:cubicBezTo>
                  <a:pt x="1543247" y="2368748"/>
                  <a:pt x="1560219" y="2391469"/>
                  <a:pt x="1566409" y="2421775"/>
                </a:cubicBezTo>
                <a:cubicBezTo>
                  <a:pt x="1568135" y="2430232"/>
                  <a:pt x="1572103" y="2438902"/>
                  <a:pt x="1571230" y="2447083"/>
                </a:cubicBezTo>
                <a:cubicBezTo>
                  <a:pt x="1569389" y="2464383"/>
                  <a:pt x="1557647" y="2474441"/>
                  <a:pt x="1540929" y="2478037"/>
                </a:cubicBezTo>
                <a:cubicBezTo>
                  <a:pt x="1544139" y="2491084"/>
                  <a:pt x="1554215" y="2482580"/>
                  <a:pt x="1561553" y="2487008"/>
                </a:cubicBezTo>
                <a:cubicBezTo>
                  <a:pt x="1555537" y="2498208"/>
                  <a:pt x="1546766" y="2502263"/>
                  <a:pt x="1534374" y="2501183"/>
                </a:cubicBezTo>
                <a:cubicBezTo>
                  <a:pt x="1512763" y="2499305"/>
                  <a:pt x="1490977" y="2498924"/>
                  <a:pt x="1469490" y="2496188"/>
                </a:cubicBezTo>
                <a:cubicBezTo>
                  <a:pt x="1453062" y="2494100"/>
                  <a:pt x="1436990" y="2489308"/>
                  <a:pt x="1420740" y="2485806"/>
                </a:cubicBezTo>
                <a:cubicBezTo>
                  <a:pt x="1415179" y="2484604"/>
                  <a:pt x="1408979" y="2480822"/>
                  <a:pt x="1406089" y="2490343"/>
                </a:cubicBezTo>
                <a:cubicBezTo>
                  <a:pt x="1405644" y="2491802"/>
                  <a:pt x="1399911" y="2492438"/>
                  <a:pt x="1396737" y="2492163"/>
                </a:cubicBezTo>
                <a:cubicBezTo>
                  <a:pt x="1385435" y="2491184"/>
                  <a:pt x="1374187" y="2489601"/>
                  <a:pt x="1362912" y="2488333"/>
                </a:cubicBezTo>
                <a:cubicBezTo>
                  <a:pt x="1316191" y="2483074"/>
                  <a:pt x="1269234" y="2479217"/>
                  <a:pt x="1223418" y="2468112"/>
                </a:cubicBezTo>
                <a:cubicBezTo>
                  <a:pt x="1218543" y="2466929"/>
                  <a:pt x="1213781" y="2465278"/>
                  <a:pt x="1209003" y="2463697"/>
                </a:cubicBezTo>
                <a:cubicBezTo>
                  <a:pt x="1211562" y="2461100"/>
                  <a:pt x="1214384" y="2458973"/>
                  <a:pt x="1216818" y="2456169"/>
                </a:cubicBezTo>
                <a:cubicBezTo>
                  <a:pt x="1222322" y="2449855"/>
                  <a:pt x="1226022" y="2442130"/>
                  <a:pt x="1231080" y="2435693"/>
                </a:cubicBezTo>
                <a:cubicBezTo>
                  <a:pt x="1249157" y="2411912"/>
                  <a:pt x="1261350" y="2397222"/>
                  <a:pt x="1277787" y="2380001"/>
                </a:cubicBezTo>
                <a:cubicBezTo>
                  <a:pt x="1290710" y="2366804"/>
                  <a:pt x="1303843" y="2353598"/>
                  <a:pt x="1317076" y="2339548"/>
                </a:cubicBezTo>
                <a:cubicBezTo>
                  <a:pt x="1330416" y="2326034"/>
                  <a:pt x="1343790" y="2311604"/>
                  <a:pt x="1357343" y="2296757"/>
                </a:cubicBezTo>
                <a:cubicBezTo>
                  <a:pt x="1358771" y="2295180"/>
                  <a:pt x="1360127" y="2293398"/>
                  <a:pt x="1361547" y="2291807"/>
                </a:cubicBezTo>
                <a:cubicBezTo>
                  <a:pt x="1362317" y="2292076"/>
                  <a:pt x="1362828" y="2292255"/>
                  <a:pt x="1363622" y="2292531"/>
                </a:cubicBezTo>
                <a:lnTo>
                  <a:pt x="1363621" y="2292531"/>
                </a:lnTo>
                <a:cubicBezTo>
                  <a:pt x="1362950" y="2292008"/>
                  <a:pt x="1362604" y="2291794"/>
                  <a:pt x="1361970" y="2291304"/>
                </a:cubicBezTo>
                <a:lnTo>
                  <a:pt x="1361972" y="2291302"/>
                </a:lnTo>
                <a:lnTo>
                  <a:pt x="1342418" y="2278842"/>
                </a:lnTo>
                <a:cubicBezTo>
                  <a:pt x="1337292" y="2277133"/>
                  <a:pt x="1332462" y="2277510"/>
                  <a:pt x="1324636" y="2278901"/>
                </a:cubicBezTo>
                <a:lnTo>
                  <a:pt x="1324644" y="2278904"/>
                </a:lnTo>
                <a:lnTo>
                  <a:pt x="1342414" y="2278846"/>
                </a:lnTo>
                <a:cubicBezTo>
                  <a:pt x="1347539" y="2280556"/>
                  <a:pt x="1352959" y="2284351"/>
                  <a:pt x="1361969" y="2291306"/>
                </a:cubicBezTo>
                <a:lnTo>
                  <a:pt x="1361546" y="2291804"/>
                </a:lnTo>
                <a:lnTo>
                  <a:pt x="1361548" y="2291805"/>
                </a:lnTo>
                <a:cubicBezTo>
                  <a:pt x="1360126" y="2293397"/>
                  <a:pt x="1358773" y="2295178"/>
                  <a:pt x="1357343" y="2296754"/>
                </a:cubicBezTo>
                <a:cubicBezTo>
                  <a:pt x="1343790" y="2311603"/>
                  <a:pt x="1330416" y="2326032"/>
                  <a:pt x="1317076" y="2339546"/>
                </a:cubicBezTo>
                <a:cubicBezTo>
                  <a:pt x="1303843" y="2353596"/>
                  <a:pt x="1290711" y="2366802"/>
                  <a:pt x="1277787" y="2380000"/>
                </a:cubicBezTo>
                <a:cubicBezTo>
                  <a:pt x="1261350" y="2397219"/>
                  <a:pt x="1249157" y="2411910"/>
                  <a:pt x="1231081" y="2435691"/>
                </a:cubicBezTo>
                <a:cubicBezTo>
                  <a:pt x="1226023" y="2442129"/>
                  <a:pt x="1222322" y="2449852"/>
                  <a:pt x="1216819" y="2456167"/>
                </a:cubicBezTo>
                <a:cubicBezTo>
                  <a:pt x="1214386" y="2458970"/>
                  <a:pt x="1211563" y="2461096"/>
                  <a:pt x="1209004" y="2463695"/>
                </a:cubicBezTo>
                <a:cubicBezTo>
                  <a:pt x="1200206" y="2460781"/>
                  <a:pt x="1191462" y="2457658"/>
                  <a:pt x="1182611" y="2454938"/>
                </a:cubicBezTo>
                <a:cubicBezTo>
                  <a:pt x="1171982" y="2451672"/>
                  <a:pt x="1161139" y="2449105"/>
                  <a:pt x="1150461" y="2445993"/>
                </a:cubicBezTo>
                <a:cubicBezTo>
                  <a:pt x="1147703" y="2445190"/>
                  <a:pt x="1144834" y="2443950"/>
                  <a:pt x="1142646" y="2442140"/>
                </a:cubicBezTo>
                <a:cubicBezTo>
                  <a:pt x="1141726" y="2441379"/>
                  <a:pt x="1140815" y="2440800"/>
                  <a:pt x="1139901" y="2440121"/>
                </a:cubicBezTo>
                <a:cubicBezTo>
                  <a:pt x="1150015" y="2429075"/>
                  <a:pt x="1159465" y="2417577"/>
                  <a:pt x="1165947" y="2404235"/>
                </a:cubicBezTo>
                <a:cubicBezTo>
                  <a:pt x="1170448" y="2394983"/>
                  <a:pt x="1182730" y="2389755"/>
                  <a:pt x="1190939" y="2381956"/>
                </a:cubicBezTo>
                <a:cubicBezTo>
                  <a:pt x="1192605" y="2380337"/>
                  <a:pt x="1195828" y="2378761"/>
                  <a:pt x="1196786" y="2376546"/>
                </a:cubicBezTo>
                <a:cubicBezTo>
                  <a:pt x="1197008" y="2376033"/>
                  <a:pt x="1195798" y="2369543"/>
                  <a:pt x="1195798" y="2369543"/>
                </a:cubicBezTo>
                <a:lnTo>
                  <a:pt x="1204967" y="2367515"/>
                </a:lnTo>
                <a:lnTo>
                  <a:pt x="1195794" y="2369543"/>
                </a:lnTo>
                <a:cubicBezTo>
                  <a:pt x="1195794" y="2369543"/>
                  <a:pt x="1197006" y="2376034"/>
                  <a:pt x="1196782" y="2376546"/>
                </a:cubicBezTo>
                <a:cubicBezTo>
                  <a:pt x="1195826" y="2378761"/>
                  <a:pt x="1192601" y="2380338"/>
                  <a:pt x="1190936" y="2381958"/>
                </a:cubicBezTo>
                <a:cubicBezTo>
                  <a:pt x="1182725" y="2389755"/>
                  <a:pt x="1170444" y="2394983"/>
                  <a:pt x="1165943" y="2404236"/>
                </a:cubicBezTo>
                <a:cubicBezTo>
                  <a:pt x="1159462" y="2417578"/>
                  <a:pt x="1150011" y="2429075"/>
                  <a:pt x="1139899" y="2440122"/>
                </a:cubicBezTo>
                <a:cubicBezTo>
                  <a:pt x="1133439" y="2435312"/>
                  <a:pt x="1127043" y="2432835"/>
                  <a:pt x="1119002" y="2439958"/>
                </a:cubicBezTo>
                <a:cubicBezTo>
                  <a:pt x="1117432" y="2441348"/>
                  <a:pt x="1112063" y="2438404"/>
                  <a:pt x="1108240" y="2437408"/>
                </a:cubicBezTo>
                <a:cubicBezTo>
                  <a:pt x="1110334" y="2433825"/>
                  <a:pt x="1112050" y="2430883"/>
                  <a:pt x="1113767" y="2427947"/>
                </a:cubicBezTo>
                <a:cubicBezTo>
                  <a:pt x="1112047" y="2426916"/>
                  <a:pt x="1109697" y="2425435"/>
                  <a:pt x="1109663" y="2425491"/>
                </a:cubicBezTo>
                <a:cubicBezTo>
                  <a:pt x="1098370" y="2442575"/>
                  <a:pt x="1082015" y="2432620"/>
                  <a:pt x="1071428" y="2428763"/>
                </a:cubicBezTo>
                <a:cubicBezTo>
                  <a:pt x="1070592" y="2428460"/>
                  <a:pt x="1069807" y="2428027"/>
                  <a:pt x="1068974" y="2427716"/>
                </a:cubicBezTo>
                <a:lnTo>
                  <a:pt x="1068976" y="2427714"/>
                </a:lnTo>
                <a:lnTo>
                  <a:pt x="1009729" y="2400831"/>
                </a:lnTo>
                <a:lnTo>
                  <a:pt x="1012612" y="2398240"/>
                </a:lnTo>
                <a:lnTo>
                  <a:pt x="1013815" y="2397160"/>
                </a:lnTo>
                <a:lnTo>
                  <a:pt x="1014002" y="2396783"/>
                </a:lnTo>
                <a:lnTo>
                  <a:pt x="1019936" y="2384815"/>
                </a:lnTo>
                <a:cubicBezTo>
                  <a:pt x="1023122" y="2381408"/>
                  <a:pt x="1027013" y="2378510"/>
                  <a:pt x="1030288" y="2375522"/>
                </a:cubicBezTo>
                <a:cubicBezTo>
                  <a:pt x="1045541" y="2361755"/>
                  <a:pt x="1063591" y="2347582"/>
                  <a:pt x="1080498" y="2332472"/>
                </a:cubicBezTo>
                <a:cubicBezTo>
                  <a:pt x="1084335" y="2329056"/>
                  <a:pt x="1086247" y="2323306"/>
                  <a:pt x="1089885" y="2320281"/>
                </a:cubicBezTo>
                <a:cubicBezTo>
                  <a:pt x="1102395" y="2309975"/>
                  <a:pt x="1123240" y="2293794"/>
                  <a:pt x="1133123" y="2281100"/>
                </a:cubicBezTo>
                <a:cubicBezTo>
                  <a:pt x="1146483" y="2264655"/>
                  <a:pt x="1160418" y="2243454"/>
                  <a:pt x="1180228" y="2227350"/>
                </a:cubicBezTo>
                <a:lnTo>
                  <a:pt x="1175431" y="2227355"/>
                </a:lnTo>
                <a:lnTo>
                  <a:pt x="1180227" y="2227351"/>
                </a:lnTo>
                <a:cubicBezTo>
                  <a:pt x="1160418" y="2243453"/>
                  <a:pt x="1146481" y="2264655"/>
                  <a:pt x="1133122" y="2281100"/>
                </a:cubicBezTo>
                <a:cubicBezTo>
                  <a:pt x="1123239" y="2293794"/>
                  <a:pt x="1102394" y="2309976"/>
                  <a:pt x="1089885" y="2320281"/>
                </a:cubicBezTo>
                <a:cubicBezTo>
                  <a:pt x="1086247" y="2323306"/>
                  <a:pt x="1084334" y="2329056"/>
                  <a:pt x="1080497" y="2332471"/>
                </a:cubicBezTo>
                <a:cubicBezTo>
                  <a:pt x="1063590" y="2347581"/>
                  <a:pt x="1045539" y="2361754"/>
                  <a:pt x="1030287" y="2375522"/>
                </a:cubicBezTo>
                <a:cubicBezTo>
                  <a:pt x="1027012" y="2378511"/>
                  <a:pt x="1023120" y="2381409"/>
                  <a:pt x="1019935" y="2384816"/>
                </a:cubicBezTo>
                <a:lnTo>
                  <a:pt x="1014002" y="2396783"/>
                </a:lnTo>
                <a:lnTo>
                  <a:pt x="1013815" y="2397159"/>
                </a:lnTo>
                <a:lnTo>
                  <a:pt x="1012612" y="2398240"/>
                </a:lnTo>
                <a:lnTo>
                  <a:pt x="1009728" y="2400831"/>
                </a:lnTo>
                <a:cubicBezTo>
                  <a:pt x="1002339" y="2397044"/>
                  <a:pt x="994883" y="2393369"/>
                  <a:pt x="987574" y="2389468"/>
                </a:cubicBezTo>
                <a:lnTo>
                  <a:pt x="986408" y="2388871"/>
                </a:lnTo>
                <a:cubicBezTo>
                  <a:pt x="980349" y="2385630"/>
                  <a:pt x="975345" y="2383958"/>
                  <a:pt x="968859" y="2383176"/>
                </a:cubicBezTo>
                <a:cubicBezTo>
                  <a:pt x="960215" y="2382132"/>
                  <a:pt x="950872" y="2382544"/>
                  <a:pt x="944675" y="2373465"/>
                </a:cubicBezTo>
                <a:cubicBezTo>
                  <a:pt x="940036" y="2366662"/>
                  <a:pt x="933751" y="2361790"/>
                  <a:pt x="923626" y="2363637"/>
                </a:cubicBezTo>
                <a:cubicBezTo>
                  <a:pt x="919470" y="2364394"/>
                  <a:pt x="913713" y="2360375"/>
                  <a:pt x="909748" y="2357195"/>
                </a:cubicBezTo>
                <a:lnTo>
                  <a:pt x="904417" y="2352967"/>
                </a:lnTo>
                <a:lnTo>
                  <a:pt x="904418" y="2352970"/>
                </a:lnTo>
                <a:cubicBezTo>
                  <a:pt x="884686" y="2337325"/>
                  <a:pt x="864517" y="2322086"/>
                  <a:pt x="846592" y="2304549"/>
                </a:cubicBezTo>
                <a:cubicBezTo>
                  <a:pt x="843139" y="2301169"/>
                  <a:pt x="840190" y="2297172"/>
                  <a:pt x="837144" y="2293298"/>
                </a:cubicBezTo>
                <a:cubicBezTo>
                  <a:pt x="844486" y="2287667"/>
                  <a:pt x="862403" y="2273948"/>
                  <a:pt x="868507" y="2269273"/>
                </a:cubicBezTo>
                <a:cubicBezTo>
                  <a:pt x="869038" y="2268818"/>
                  <a:pt x="869708" y="2263640"/>
                  <a:pt x="872909" y="2261644"/>
                </a:cubicBezTo>
                <a:cubicBezTo>
                  <a:pt x="880990" y="2256606"/>
                  <a:pt x="892251" y="2254756"/>
                  <a:pt x="900552" y="2249395"/>
                </a:cubicBezTo>
                <a:cubicBezTo>
                  <a:pt x="903747" y="2247433"/>
                  <a:pt x="906785" y="2245147"/>
                  <a:pt x="909905" y="2242936"/>
                </a:cubicBezTo>
                <a:cubicBezTo>
                  <a:pt x="915115" y="2247094"/>
                  <a:pt x="920078" y="2251385"/>
                  <a:pt x="923544" y="2256949"/>
                </a:cubicBezTo>
                <a:cubicBezTo>
                  <a:pt x="921784" y="2250244"/>
                  <a:pt x="918868" y="2244494"/>
                  <a:pt x="915452" y="2239104"/>
                </a:cubicBezTo>
                <a:cubicBezTo>
                  <a:pt x="920750" y="2235177"/>
                  <a:pt x="925556" y="2231490"/>
                  <a:pt x="929060" y="2229036"/>
                </a:cubicBezTo>
                <a:lnTo>
                  <a:pt x="929059" y="2229034"/>
                </a:lnTo>
                <a:lnTo>
                  <a:pt x="915451" y="2239101"/>
                </a:lnTo>
                <a:lnTo>
                  <a:pt x="906585" y="2230709"/>
                </a:lnTo>
                <a:lnTo>
                  <a:pt x="883809" y="2209150"/>
                </a:lnTo>
                <a:cubicBezTo>
                  <a:pt x="884030" y="2208966"/>
                  <a:pt x="884237" y="2208794"/>
                  <a:pt x="884459" y="2208610"/>
                </a:cubicBezTo>
                <a:cubicBezTo>
                  <a:pt x="916325" y="2182565"/>
                  <a:pt x="945866" y="2156488"/>
                  <a:pt x="970053" y="2131316"/>
                </a:cubicBezTo>
                <a:cubicBezTo>
                  <a:pt x="975765" y="2125187"/>
                  <a:pt x="986901" y="2123281"/>
                  <a:pt x="984407" y="2110091"/>
                </a:cubicBezTo>
                <a:cubicBezTo>
                  <a:pt x="995127" y="2102085"/>
                  <a:pt x="1005129" y="2093286"/>
                  <a:pt x="1014676" y="2084835"/>
                </a:cubicBezTo>
                <a:close/>
                <a:moveTo>
                  <a:pt x="1602208" y="1889763"/>
                </a:moveTo>
                <a:cubicBezTo>
                  <a:pt x="1590638" y="1905979"/>
                  <a:pt x="1591253" y="1908194"/>
                  <a:pt x="1600059" y="1909592"/>
                </a:cubicBezTo>
                <a:cubicBezTo>
                  <a:pt x="1602224" y="1904514"/>
                  <a:pt x="1605329" y="1897225"/>
                  <a:pt x="1608438" y="1889937"/>
                </a:cubicBezTo>
                <a:cubicBezTo>
                  <a:pt x="1606360" y="1889873"/>
                  <a:pt x="1604282" y="1889825"/>
                  <a:pt x="1602208" y="1889763"/>
                </a:cubicBezTo>
                <a:close/>
                <a:moveTo>
                  <a:pt x="1477683" y="1841848"/>
                </a:moveTo>
                <a:lnTo>
                  <a:pt x="1477605" y="1842169"/>
                </a:lnTo>
                <a:lnTo>
                  <a:pt x="1479134" y="1882373"/>
                </a:lnTo>
                <a:lnTo>
                  <a:pt x="1477609" y="1842156"/>
                </a:lnTo>
                <a:close/>
                <a:moveTo>
                  <a:pt x="1266549" y="1809002"/>
                </a:moveTo>
                <a:lnTo>
                  <a:pt x="1266256" y="1819513"/>
                </a:lnTo>
                <a:lnTo>
                  <a:pt x="1266256" y="1819515"/>
                </a:lnTo>
                <a:lnTo>
                  <a:pt x="1266256" y="1819516"/>
                </a:lnTo>
                <a:cubicBezTo>
                  <a:pt x="1268072" y="1833357"/>
                  <a:pt x="1268396" y="1846528"/>
                  <a:pt x="1268021" y="1859396"/>
                </a:cubicBezTo>
                <a:lnTo>
                  <a:pt x="1266437" y="1876597"/>
                </a:lnTo>
                <a:lnTo>
                  <a:pt x="1268021" y="1859395"/>
                </a:lnTo>
                <a:lnTo>
                  <a:pt x="1266256" y="1819515"/>
                </a:lnTo>
                <a:close/>
                <a:moveTo>
                  <a:pt x="1260909" y="1791259"/>
                </a:moveTo>
                <a:lnTo>
                  <a:pt x="1260909" y="1791259"/>
                </a:lnTo>
                <a:lnTo>
                  <a:pt x="1264125" y="1798549"/>
                </a:lnTo>
                <a:lnTo>
                  <a:pt x="1266678" y="1804338"/>
                </a:lnTo>
                <a:lnTo>
                  <a:pt x="1266679" y="1804339"/>
                </a:lnTo>
                <a:lnTo>
                  <a:pt x="1264125" y="1798549"/>
                </a:lnTo>
                <a:close/>
                <a:moveTo>
                  <a:pt x="1263588" y="1775841"/>
                </a:moveTo>
                <a:lnTo>
                  <a:pt x="1264185" y="1780025"/>
                </a:lnTo>
                <a:lnTo>
                  <a:pt x="1262030" y="1787414"/>
                </a:lnTo>
                <a:lnTo>
                  <a:pt x="1264186" y="1780024"/>
                </a:lnTo>
                <a:close/>
                <a:moveTo>
                  <a:pt x="1465338" y="1763419"/>
                </a:moveTo>
                <a:lnTo>
                  <a:pt x="1465916" y="1767745"/>
                </a:lnTo>
                <a:lnTo>
                  <a:pt x="1469609" y="1775876"/>
                </a:lnTo>
                <a:lnTo>
                  <a:pt x="1465916" y="1767739"/>
                </a:lnTo>
                <a:close/>
                <a:moveTo>
                  <a:pt x="1256702" y="1738089"/>
                </a:moveTo>
                <a:lnTo>
                  <a:pt x="1256197" y="1743936"/>
                </a:lnTo>
                <a:lnTo>
                  <a:pt x="1257468" y="1748234"/>
                </a:lnTo>
                <a:lnTo>
                  <a:pt x="1256198" y="1743935"/>
                </a:lnTo>
                <a:close/>
                <a:moveTo>
                  <a:pt x="1256421" y="1736492"/>
                </a:moveTo>
                <a:lnTo>
                  <a:pt x="1256806" y="1736888"/>
                </a:lnTo>
                <a:lnTo>
                  <a:pt x="1256805" y="1736887"/>
                </a:lnTo>
                <a:close/>
                <a:moveTo>
                  <a:pt x="208784" y="1709890"/>
                </a:moveTo>
                <a:cubicBezTo>
                  <a:pt x="205200" y="1710987"/>
                  <a:pt x="201617" y="1712085"/>
                  <a:pt x="198034" y="1713183"/>
                </a:cubicBezTo>
                <a:cubicBezTo>
                  <a:pt x="198272" y="1714718"/>
                  <a:pt x="198496" y="1716250"/>
                  <a:pt x="198719" y="1717781"/>
                </a:cubicBezTo>
                <a:cubicBezTo>
                  <a:pt x="202046" y="1718754"/>
                  <a:pt x="205361" y="1719720"/>
                  <a:pt x="210675" y="1721277"/>
                </a:cubicBezTo>
                <a:cubicBezTo>
                  <a:pt x="209847" y="1716319"/>
                  <a:pt x="209315" y="1713104"/>
                  <a:pt x="208784" y="1709890"/>
                </a:cubicBezTo>
                <a:close/>
                <a:moveTo>
                  <a:pt x="1246691" y="1707365"/>
                </a:moveTo>
                <a:lnTo>
                  <a:pt x="1247592" y="1712164"/>
                </a:lnTo>
                <a:lnTo>
                  <a:pt x="1254462" y="1722000"/>
                </a:lnTo>
                <a:lnTo>
                  <a:pt x="1250195" y="1727191"/>
                </a:lnTo>
                <a:lnTo>
                  <a:pt x="1250195" y="1727191"/>
                </a:lnTo>
                <a:lnTo>
                  <a:pt x="1250194" y="1727193"/>
                </a:lnTo>
                <a:lnTo>
                  <a:pt x="1251085" y="1729054"/>
                </a:lnTo>
                <a:lnTo>
                  <a:pt x="1250195" y="1727191"/>
                </a:lnTo>
                <a:lnTo>
                  <a:pt x="1254462" y="1722000"/>
                </a:lnTo>
                <a:lnTo>
                  <a:pt x="1254462" y="1722000"/>
                </a:lnTo>
                <a:lnTo>
                  <a:pt x="1254463" y="1721999"/>
                </a:lnTo>
                <a:cubicBezTo>
                  <a:pt x="1253499" y="1717794"/>
                  <a:pt x="1249008" y="1715998"/>
                  <a:pt x="1247592" y="1712162"/>
                </a:cubicBezTo>
                <a:close/>
                <a:moveTo>
                  <a:pt x="218776" y="1707153"/>
                </a:moveTo>
                <a:cubicBezTo>
                  <a:pt x="218681" y="1709347"/>
                  <a:pt x="218560" y="1711533"/>
                  <a:pt x="218462" y="1713730"/>
                </a:cubicBezTo>
                <a:cubicBezTo>
                  <a:pt x="224481" y="1713853"/>
                  <a:pt x="230514" y="1713981"/>
                  <a:pt x="236548" y="1714108"/>
                </a:cubicBezTo>
                <a:cubicBezTo>
                  <a:pt x="236630" y="1712597"/>
                  <a:pt x="236721" y="1711095"/>
                  <a:pt x="236814" y="1709594"/>
                </a:cubicBezTo>
                <a:cubicBezTo>
                  <a:pt x="230796" y="1708780"/>
                  <a:pt x="224794" y="1707968"/>
                  <a:pt x="218776" y="1707153"/>
                </a:cubicBezTo>
                <a:close/>
                <a:moveTo>
                  <a:pt x="1437949" y="1690821"/>
                </a:moveTo>
                <a:lnTo>
                  <a:pt x="1443242" y="1707402"/>
                </a:lnTo>
                <a:lnTo>
                  <a:pt x="1447466" y="1717750"/>
                </a:lnTo>
                <a:lnTo>
                  <a:pt x="1443245" y="1707388"/>
                </a:lnTo>
                <a:close/>
                <a:moveTo>
                  <a:pt x="1226846" y="1646685"/>
                </a:moveTo>
                <a:lnTo>
                  <a:pt x="1227439" y="1649691"/>
                </a:lnTo>
                <a:cubicBezTo>
                  <a:pt x="1228761" y="1653165"/>
                  <a:pt x="1233722" y="1657200"/>
                  <a:pt x="1235248" y="1660201"/>
                </a:cubicBezTo>
                <a:lnTo>
                  <a:pt x="1236915" y="1666138"/>
                </a:lnTo>
                <a:lnTo>
                  <a:pt x="1235249" y="1660200"/>
                </a:lnTo>
                <a:cubicBezTo>
                  <a:pt x="1233716" y="1657211"/>
                  <a:pt x="1228761" y="1653163"/>
                  <a:pt x="1227439" y="1649690"/>
                </a:cubicBezTo>
                <a:close/>
                <a:moveTo>
                  <a:pt x="1221092" y="1621211"/>
                </a:moveTo>
                <a:lnTo>
                  <a:pt x="1221315" y="1621712"/>
                </a:lnTo>
                <a:lnTo>
                  <a:pt x="1221376" y="1621967"/>
                </a:lnTo>
                <a:lnTo>
                  <a:pt x="1221315" y="1621712"/>
                </a:lnTo>
                <a:lnTo>
                  <a:pt x="1221315" y="1621712"/>
                </a:lnTo>
                <a:lnTo>
                  <a:pt x="1221315" y="1621710"/>
                </a:lnTo>
                <a:close/>
                <a:moveTo>
                  <a:pt x="1202569" y="1556643"/>
                </a:moveTo>
                <a:lnTo>
                  <a:pt x="1205025" y="1562907"/>
                </a:lnTo>
                <a:lnTo>
                  <a:pt x="1205680" y="1568208"/>
                </a:lnTo>
                <a:lnTo>
                  <a:pt x="1205027" y="1562904"/>
                </a:lnTo>
                <a:close/>
                <a:moveTo>
                  <a:pt x="1185461" y="1512257"/>
                </a:moveTo>
                <a:lnTo>
                  <a:pt x="1185460" y="1512259"/>
                </a:lnTo>
                <a:lnTo>
                  <a:pt x="1190975" y="1518748"/>
                </a:lnTo>
                <a:lnTo>
                  <a:pt x="1190975" y="1518746"/>
                </a:lnTo>
                <a:close/>
                <a:moveTo>
                  <a:pt x="1360838" y="1504863"/>
                </a:moveTo>
                <a:lnTo>
                  <a:pt x="1374282" y="1535587"/>
                </a:lnTo>
                <a:cubicBezTo>
                  <a:pt x="1378059" y="1544055"/>
                  <a:pt x="1382747" y="1553282"/>
                  <a:pt x="1386521" y="1562004"/>
                </a:cubicBezTo>
                <a:lnTo>
                  <a:pt x="1390382" y="1575342"/>
                </a:lnTo>
                <a:lnTo>
                  <a:pt x="1386522" y="1561996"/>
                </a:lnTo>
                <a:cubicBezTo>
                  <a:pt x="1382748" y="1553269"/>
                  <a:pt x="1378063" y="1544040"/>
                  <a:pt x="1374286" y="1535572"/>
                </a:cubicBezTo>
                <a:close/>
                <a:moveTo>
                  <a:pt x="1322764" y="1447054"/>
                </a:moveTo>
                <a:lnTo>
                  <a:pt x="1330703" y="1451716"/>
                </a:lnTo>
                <a:lnTo>
                  <a:pt x="1330703" y="1451714"/>
                </a:lnTo>
                <a:close/>
                <a:moveTo>
                  <a:pt x="1684841" y="1430831"/>
                </a:moveTo>
                <a:cubicBezTo>
                  <a:pt x="1681315" y="1447526"/>
                  <a:pt x="1691177" y="1452715"/>
                  <a:pt x="1698506" y="1457905"/>
                </a:cubicBezTo>
                <a:cubicBezTo>
                  <a:pt x="1706831" y="1463812"/>
                  <a:pt x="1716569" y="1468496"/>
                  <a:pt x="1726395" y="1471098"/>
                </a:cubicBezTo>
                <a:cubicBezTo>
                  <a:pt x="1730021" y="1472065"/>
                  <a:pt x="1737875" y="1466601"/>
                  <a:pt x="1739842" y="1462269"/>
                </a:cubicBezTo>
                <a:cubicBezTo>
                  <a:pt x="1742933" y="1455481"/>
                  <a:pt x="1737360" y="1451609"/>
                  <a:pt x="1730551" y="1450141"/>
                </a:cubicBezTo>
                <a:cubicBezTo>
                  <a:pt x="1714885" y="1446744"/>
                  <a:pt x="1699047" y="1443722"/>
                  <a:pt x="1684841" y="1430831"/>
                </a:cubicBezTo>
                <a:close/>
                <a:moveTo>
                  <a:pt x="1155602" y="1413159"/>
                </a:moveTo>
                <a:lnTo>
                  <a:pt x="1159408" y="1419425"/>
                </a:lnTo>
                <a:lnTo>
                  <a:pt x="1159407" y="1419424"/>
                </a:lnTo>
                <a:close/>
                <a:moveTo>
                  <a:pt x="1145162" y="1380200"/>
                </a:moveTo>
                <a:lnTo>
                  <a:pt x="1146402" y="1385932"/>
                </a:lnTo>
                <a:lnTo>
                  <a:pt x="1146408" y="1387050"/>
                </a:lnTo>
                <a:lnTo>
                  <a:pt x="1146403" y="1385931"/>
                </a:lnTo>
                <a:close/>
                <a:moveTo>
                  <a:pt x="1367992" y="1326161"/>
                </a:moveTo>
                <a:cubicBezTo>
                  <a:pt x="1375737" y="1334421"/>
                  <a:pt x="1383842" y="1342315"/>
                  <a:pt x="1391130" y="1350942"/>
                </a:cubicBezTo>
                <a:cubicBezTo>
                  <a:pt x="1418808" y="1383772"/>
                  <a:pt x="1448069" y="1415223"/>
                  <a:pt x="1470704" y="1452257"/>
                </a:cubicBezTo>
                <a:cubicBezTo>
                  <a:pt x="1491559" y="1486371"/>
                  <a:pt x="1515797" y="1518388"/>
                  <a:pt x="1536705" y="1552464"/>
                </a:cubicBezTo>
                <a:cubicBezTo>
                  <a:pt x="1573630" y="1612683"/>
                  <a:pt x="1605618" y="1675537"/>
                  <a:pt x="1626217" y="1743519"/>
                </a:cubicBezTo>
                <a:cubicBezTo>
                  <a:pt x="1631424" y="1760688"/>
                  <a:pt x="1632963" y="1779169"/>
                  <a:pt x="1634557" y="1797201"/>
                </a:cubicBezTo>
                <a:cubicBezTo>
                  <a:pt x="1635095" y="1803247"/>
                  <a:pt x="1631059" y="1810009"/>
                  <a:pt x="1628235" y="1816038"/>
                </a:cubicBezTo>
                <a:cubicBezTo>
                  <a:pt x="1622594" y="1828100"/>
                  <a:pt x="1613883" y="1839336"/>
                  <a:pt x="1611085" y="1851925"/>
                </a:cubicBezTo>
                <a:cubicBezTo>
                  <a:pt x="1608582" y="1863181"/>
                  <a:pt x="1611336" y="1876001"/>
                  <a:pt x="1613533" y="1887775"/>
                </a:cubicBezTo>
                <a:cubicBezTo>
                  <a:pt x="1617810" y="1910743"/>
                  <a:pt x="1616364" y="1913885"/>
                  <a:pt x="1595665" y="1924759"/>
                </a:cubicBezTo>
                <a:cubicBezTo>
                  <a:pt x="1578476" y="1933787"/>
                  <a:pt x="1560079" y="1941821"/>
                  <a:pt x="1545141" y="1953580"/>
                </a:cubicBezTo>
                <a:cubicBezTo>
                  <a:pt x="1547633" y="1939068"/>
                  <a:pt x="1549639" y="1924496"/>
                  <a:pt x="1550340" y="1910058"/>
                </a:cubicBezTo>
                <a:cubicBezTo>
                  <a:pt x="1550863" y="1902335"/>
                  <a:pt x="1551397" y="1894364"/>
                  <a:pt x="1551945" y="1886177"/>
                </a:cubicBezTo>
                <a:cubicBezTo>
                  <a:pt x="1551898" y="1877958"/>
                  <a:pt x="1551856" y="1869503"/>
                  <a:pt x="1551807" y="1860887"/>
                </a:cubicBezTo>
                <a:cubicBezTo>
                  <a:pt x="1551593" y="1843646"/>
                  <a:pt x="1551947" y="1825743"/>
                  <a:pt x="1549916" y="1807517"/>
                </a:cubicBezTo>
                <a:cubicBezTo>
                  <a:pt x="1546683" y="1771131"/>
                  <a:pt x="1539592" y="1735188"/>
                  <a:pt x="1529849" y="1703486"/>
                </a:cubicBezTo>
                <a:cubicBezTo>
                  <a:pt x="1517173" y="1662399"/>
                  <a:pt x="1504594" y="1624909"/>
                  <a:pt x="1488165" y="1592401"/>
                </a:cubicBezTo>
                <a:cubicBezTo>
                  <a:pt x="1482561" y="1581541"/>
                  <a:pt x="1474409" y="1572483"/>
                  <a:pt x="1469081" y="1562436"/>
                </a:cubicBezTo>
                <a:cubicBezTo>
                  <a:pt x="1446457" y="1518862"/>
                  <a:pt x="1430367" y="1478114"/>
                  <a:pt x="1414321" y="1442825"/>
                </a:cubicBezTo>
                <a:cubicBezTo>
                  <a:pt x="1409094" y="1431275"/>
                  <a:pt x="1400943" y="1420345"/>
                  <a:pt x="1395430" y="1408514"/>
                </a:cubicBezTo>
                <a:cubicBezTo>
                  <a:pt x="1389999" y="1396580"/>
                  <a:pt x="1388848" y="1383422"/>
                  <a:pt x="1384802" y="1370965"/>
                </a:cubicBezTo>
                <a:lnTo>
                  <a:pt x="1384801" y="1370964"/>
                </a:lnTo>
                <a:lnTo>
                  <a:pt x="1384800" y="1370964"/>
                </a:lnTo>
                <a:lnTo>
                  <a:pt x="1384800" y="1370963"/>
                </a:lnTo>
                <a:lnTo>
                  <a:pt x="1384709" y="1370720"/>
                </a:lnTo>
                <a:lnTo>
                  <a:pt x="1370322" y="1332181"/>
                </a:lnTo>
                <a:cubicBezTo>
                  <a:pt x="1369684" y="1330145"/>
                  <a:pt x="1368715" y="1328205"/>
                  <a:pt x="1367992" y="1326161"/>
                </a:cubicBezTo>
                <a:close/>
                <a:moveTo>
                  <a:pt x="1127366" y="1302257"/>
                </a:moveTo>
                <a:lnTo>
                  <a:pt x="1127508" y="1302853"/>
                </a:lnTo>
                <a:cubicBezTo>
                  <a:pt x="1133697" y="1318814"/>
                  <a:pt x="1136680" y="1333345"/>
                  <a:pt x="1138038" y="1346936"/>
                </a:cubicBezTo>
                <a:lnTo>
                  <a:pt x="1138588" y="1349517"/>
                </a:lnTo>
                <a:lnTo>
                  <a:pt x="1138038" y="1346933"/>
                </a:lnTo>
                <a:cubicBezTo>
                  <a:pt x="1136680" y="1333343"/>
                  <a:pt x="1133697" y="1318813"/>
                  <a:pt x="1127508" y="1302851"/>
                </a:cubicBezTo>
                <a:close/>
                <a:moveTo>
                  <a:pt x="1246330" y="1235097"/>
                </a:moveTo>
                <a:lnTo>
                  <a:pt x="1251408" y="1245471"/>
                </a:lnTo>
                <a:lnTo>
                  <a:pt x="1262071" y="1280341"/>
                </a:lnTo>
                <a:lnTo>
                  <a:pt x="1251412" y="1245456"/>
                </a:lnTo>
                <a:close/>
                <a:moveTo>
                  <a:pt x="877873" y="1185173"/>
                </a:moveTo>
                <a:cubicBezTo>
                  <a:pt x="866867" y="1186601"/>
                  <a:pt x="860543" y="1187934"/>
                  <a:pt x="854192" y="1188145"/>
                </a:cubicBezTo>
                <a:lnTo>
                  <a:pt x="819859" y="1188304"/>
                </a:lnTo>
                <a:lnTo>
                  <a:pt x="819855" y="1188305"/>
                </a:lnTo>
                <a:lnTo>
                  <a:pt x="819849" y="1188305"/>
                </a:lnTo>
                <a:lnTo>
                  <a:pt x="790061" y="1200337"/>
                </a:lnTo>
                <a:cubicBezTo>
                  <a:pt x="817320" y="1211311"/>
                  <a:pt x="842600" y="1198628"/>
                  <a:pt x="867850" y="1197633"/>
                </a:cubicBezTo>
                <a:cubicBezTo>
                  <a:pt x="870264" y="1197541"/>
                  <a:pt x="872505" y="1192055"/>
                  <a:pt x="877873" y="1185173"/>
                </a:cubicBezTo>
                <a:close/>
                <a:moveTo>
                  <a:pt x="1170157" y="1167097"/>
                </a:moveTo>
                <a:cubicBezTo>
                  <a:pt x="1169773" y="1167593"/>
                  <a:pt x="1169386" y="1168089"/>
                  <a:pt x="1169000" y="1168585"/>
                </a:cubicBezTo>
                <a:lnTo>
                  <a:pt x="1169001" y="1168587"/>
                </a:lnTo>
                <a:lnTo>
                  <a:pt x="1170157" y="1167100"/>
                </a:lnTo>
                <a:lnTo>
                  <a:pt x="1193119" y="1185105"/>
                </a:lnTo>
                <a:lnTo>
                  <a:pt x="1193121" y="1185103"/>
                </a:lnTo>
                <a:cubicBezTo>
                  <a:pt x="1185464" y="1179105"/>
                  <a:pt x="1177808" y="1173107"/>
                  <a:pt x="1170157" y="1167097"/>
                </a:cubicBezTo>
                <a:close/>
                <a:moveTo>
                  <a:pt x="1076639" y="1145894"/>
                </a:moveTo>
                <a:lnTo>
                  <a:pt x="1077320" y="1146839"/>
                </a:lnTo>
                <a:cubicBezTo>
                  <a:pt x="1081696" y="1157980"/>
                  <a:pt x="1086785" y="1170686"/>
                  <a:pt x="1089961" y="1182375"/>
                </a:cubicBezTo>
                <a:lnTo>
                  <a:pt x="1090697" y="1185583"/>
                </a:lnTo>
                <a:lnTo>
                  <a:pt x="1089961" y="1182373"/>
                </a:lnTo>
                <a:cubicBezTo>
                  <a:pt x="1086785" y="1170683"/>
                  <a:pt x="1081696" y="1157977"/>
                  <a:pt x="1077322" y="1146836"/>
                </a:cubicBezTo>
                <a:close/>
                <a:moveTo>
                  <a:pt x="911821" y="1123361"/>
                </a:moveTo>
                <a:cubicBezTo>
                  <a:pt x="919046" y="1145876"/>
                  <a:pt x="924989" y="1168157"/>
                  <a:pt x="931527" y="1191357"/>
                </a:cubicBezTo>
                <a:cubicBezTo>
                  <a:pt x="938149" y="1215216"/>
                  <a:pt x="943888" y="1239014"/>
                  <a:pt x="948452" y="1262518"/>
                </a:cubicBezTo>
                <a:cubicBezTo>
                  <a:pt x="951091" y="1277438"/>
                  <a:pt x="955800" y="1295033"/>
                  <a:pt x="960701" y="1311913"/>
                </a:cubicBezTo>
                <a:cubicBezTo>
                  <a:pt x="965431" y="1328726"/>
                  <a:pt x="969983" y="1344662"/>
                  <a:pt x="972830" y="1356575"/>
                </a:cubicBezTo>
                <a:cubicBezTo>
                  <a:pt x="972978" y="1357184"/>
                  <a:pt x="970350" y="1360312"/>
                  <a:pt x="971500" y="1363496"/>
                </a:cubicBezTo>
                <a:cubicBezTo>
                  <a:pt x="973722" y="1369718"/>
                  <a:pt x="978386" y="1368902"/>
                  <a:pt x="979104" y="1370294"/>
                </a:cubicBezTo>
                <a:cubicBezTo>
                  <a:pt x="980726" y="1373421"/>
                  <a:pt x="978098" y="1379797"/>
                  <a:pt x="979272" y="1383422"/>
                </a:cubicBezTo>
                <a:cubicBezTo>
                  <a:pt x="980836" y="1388155"/>
                  <a:pt x="984011" y="1392091"/>
                  <a:pt x="985266" y="1395089"/>
                </a:cubicBezTo>
                <a:cubicBezTo>
                  <a:pt x="986275" y="1397667"/>
                  <a:pt x="983048" y="1398810"/>
                  <a:pt x="984309" y="1402128"/>
                </a:cubicBezTo>
                <a:cubicBezTo>
                  <a:pt x="985622" y="1405565"/>
                  <a:pt x="988286" y="1407417"/>
                  <a:pt x="990176" y="1411783"/>
                </a:cubicBezTo>
                <a:cubicBezTo>
                  <a:pt x="994559" y="1421928"/>
                  <a:pt x="1002282" y="1431605"/>
                  <a:pt x="1005624" y="1443471"/>
                </a:cubicBezTo>
                <a:cubicBezTo>
                  <a:pt x="1008121" y="1452313"/>
                  <a:pt x="1008431" y="1460643"/>
                  <a:pt x="1007514" y="1470189"/>
                </a:cubicBezTo>
                <a:cubicBezTo>
                  <a:pt x="1012287" y="1476497"/>
                  <a:pt x="1020047" y="1480245"/>
                  <a:pt x="1016536" y="1490114"/>
                </a:cubicBezTo>
                <a:cubicBezTo>
                  <a:pt x="1021732" y="1495483"/>
                  <a:pt x="1028238" y="1501482"/>
                  <a:pt x="1026312" y="1510005"/>
                </a:cubicBezTo>
                <a:cubicBezTo>
                  <a:pt x="1029082" y="1526874"/>
                  <a:pt x="1041305" y="1542695"/>
                  <a:pt x="1047505" y="1558963"/>
                </a:cubicBezTo>
                <a:cubicBezTo>
                  <a:pt x="1056555" y="1582484"/>
                  <a:pt x="1063761" y="1607875"/>
                  <a:pt x="1075598" y="1630692"/>
                </a:cubicBezTo>
                <a:cubicBezTo>
                  <a:pt x="1085881" y="1651048"/>
                  <a:pt x="1098625" y="1673603"/>
                  <a:pt x="1107251" y="1691926"/>
                </a:cubicBezTo>
                <a:cubicBezTo>
                  <a:pt x="1106697" y="1690946"/>
                  <a:pt x="1106339" y="1689665"/>
                  <a:pt x="1105510" y="1689218"/>
                </a:cubicBezTo>
                <a:cubicBezTo>
                  <a:pt x="1084614" y="1677976"/>
                  <a:pt x="1079205" y="1655399"/>
                  <a:pt x="1067349" y="1637504"/>
                </a:cubicBezTo>
                <a:cubicBezTo>
                  <a:pt x="1062192" y="1629696"/>
                  <a:pt x="1054819" y="1623375"/>
                  <a:pt x="1048452" y="1616380"/>
                </a:cubicBezTo>
                <a:cubicBezTo>
                  <a:pt x="1046778" y="1617081"/>
                  <a:pt x="1045104" y="1617781"/>
                  <a:pt x="1043434" y="1618485"/>
                </a:cubicBezTo>
                <a:cubicBezTo>
                  <a:pt x="1045852" y="1623833"/>
                  <a:pt x="1048269" y="1629197"/>
                  <a:pt x="1049830" y="1632675"/>
                </a:cubicBezTo>
                <a:cubicBezTo>
                  <a:pt x="1045593" y="1635931"/>
                  <a:pt x="1044256" y="1637698"/>
                  <a:pt x="1043409" y="1637497"/>
                </a:cubicBezTo>
                <a:cubicBezTo>
                  <a:pt x="1036488" y="1635785"/>
                  <a:pt x="1027610" y="1635779"/>
                  <a:pt x="1023176" y="1631346"/>
                </a:cubicBezTo>
                <a:cubicBezTo>
                  <a:pt x="1007175" y="1615422"/>
                  <a:pt x="991174" y="1599068"/>
                  <a:pt x="977925" y="1580852"/>
                </a:cubicBezTo>
                <a:cubicBezTo>
                  <a:pt x="946318" y="1537395"/>
                  <a:pt x="922000" y="1489756"/>
                  <a:pt x="903669" y="1438450"/>
                </a:cubicBezTo>
                <a:cubicBezTo>
                  <a:pt x="892017" y="1435097"/>
                  <a:pt x="885114" y="1437244"/>
                  <a:pt x="878780" y="1449892"/>
                </a:cubicBezTo>
                <a:cubicBezTo>
                  <a:pt x="864944" y="1477497"/>
                  <a:pt x="851399" y="1505685"/>
                  <a:pt x="836095" y="1532013"/>
                </a:cubicBezTo>
                <a:cubicBezTo>
                  <a:pt x="809389" y="1577952"/>
                  <a:pt x="789676" y="1626001"/>
                  <a:pt x="772504" y="1675670"/>
                </a:cubicBezTo>
                <a:cubicBezTo>
                  <a:pt x="771197" y="1679448"/>
                  <a:pt x="767472" y="1682397"/>
                  <a:pt x="765059" y="1685501"/>
                </a:cubicBezTo>
                <a:cubicBezTo>
                  <a:pt x="775458" y="1705882"/>
                  <a:pt x="784826" y="1724989"/>
                  <a:pt x="798419" y="1742579"/>
                </a:cubicBezTo>
                <a:cubicBezTo>
                  <a:pt x="814734" y="1763681"/>
                  <a:pt x="826699" y="1788081"/>
                  <a:pt x="833987" y="1814876"/>
                </a:cubicBezTo>
                <a:cubicBezTo>
                  <a:pt x="846290" y="1860093"/>
                  <a:pt x="860954" y="1904661"/>
                  <a:pt x="875144" y="1949335"/>
                </a:cubicBezTo>
                <a:cubicBezTo>
                  <a:pt x="880996" y="1967754"/>
                  <a:pt x="896150" y="1979401"/>
                  <a:pt x="908986" y="1992618"/>
                </a:cubicBezTo>
                <a:cubicBezTo>
                  <a:pt x="913579" y="1997346"/>
                  <a:pt x="917912" y="2002330"/>
                  <a:pt x="922444" y="2007120"/>
                </a:cubicBezTo>
                <a:cubicBezTo>
                  <a:pt x="936374" y="2021848"/>
                  <a:pt x="948450" y="2039213"/>
                  <a:pt x="964654" y="2050735"/>
                </a:cubicBezTo>
                <a:cubicBezTo>
                  <a:pt x="981096" y="2062428"/>
                  <a:pt x="997910" y="2073600"/>
                  <a:pt x="1014672" y="2084837"/>
                </a:cubicBezTo>
                <a:cubicBezTo>
                  <a:pt x="1005127" y="2093287"/>
                  <a:pt x="995123" y="2102086"/>
                  <a:pt x="984403" y="2110093"/>
                </a:cubicBezTo>
                <a:cubicBezTo>
                  <a:pt x="986896" y="2123284"/>
                  <a:pt x="975761" y="2125190"/>
                  <a:pt x="970049" y="2131317"/>
                </a:cubicBezTo>
                <a:cubicBezTo>
                  <a:pt x="945862" y="2156490"/>
                  <a:pt x="916321" y="2182567"/>
                  <a:pt x="884454" y="2208612"/>
                </a:cubicBezTo>
                <a:cubicBezTo>
                  <a:pt x="884233" y="2208796"/>
                  <a:pt x="884026" y="2208967"/>
                  <a:pt x="883805" y="2209152"/>
                </a:cubicBezTo>
                <a:cubicBezTo>
                  <a:pt x="883534" y="2208970"/>
                  <a:pt x="883316" y="2208784"/>
                  <a:pt x="883044" y="2208602"/>
                </a:cubicBezTo>
                <a:cubicBezTo>
                  <a:pt x="883119" y="2208948"/>
                  <a:pt x="883347" y="2209120"/>
                  <a:pt x="883430" y="2209462"/>
                </a:cubicBezTo>
                <a:cubicBezTo>
                  <a:pt x="866287" y="2223701"/>
                  <a:pt x="849307" y="2237804"/>
                  <a:pt x="833060" y="2251298"/>
                </a:cubicBezTo>
                <a:cubicBezTo>
                  <a:pt x="825840" y="2257617"/>
                  <a:pt x="819584" y="2263378"/>
                  <a:pt x="812685" y="2269374"/>
                </a:cubicBezTo>
                <a:cubicBezTo>
                  <a:pt x="808660" y="2267135"/>
                  <a:pt x="804267" y="2265258"/>
                  <a:pt x="802196" y="2266548"/>
                </a:cubicBezTo>
                <a:cubicBezTo>
                  <a:pt x="791083" y="2273480"/>
                  <a:pt x="788229" y="2266496"/>
                  <a:pt x="782932" y="2259079"/>
                </a:cubicBezTo>
                <a:cubicBezTo>
                  <a:pt x="753246" y="2217510"/>
                  <a:pt x="737665" y="2169078"/>
                  <a:pt x="716834" y="2123198"/>
                </a:cubicBezTo>
                <a:cubicBezTo>
                  <a:pt x="711562" y="2111582"/>
                  <a:pt x="706136" y="2100043"/>
                  <a:pt x="700262" y="2087344"/>
                </a:cubicBezTo>
                <a:cubicBezTo>
                  <a:pt x="688134" y="2108007"/>
                  <a:pt x="692386" y="2129639"/>
                  <a:pt x="693174" y="2150500"/>
                </a:cubicBezTo>
                <a:cubicBezTo>
                  <a:pt x="693915" y="2170143"/>
                  <a:pt x="696785" y="2189709"/>
                  <a:pt x="699039" y="2209270"/>
                </a:cubicBezTo>
                <a:cubicBezTo>
                  <a:pt x="704147" y="2253512"/>
                  <a:pt x="708341" y="2297899"/>
                  <a:pt x="714986" y="2341903"/>
                </a:cubicBezTo>
                <a:cubicBezTo>
                  <a:pt x="715682" y="2346499"/>
                  <a:pt x="716657" y="2351052"/>
                  <a:pt x="717413" y="2355638"/>
                </a:cubicBezTo>
                <a:lnTo>
                  <a:pt x="694164" y="2379754"/>
                </a:lnTo>
                <a:lnTo>
                  <a:pt x="717417" y="2355635"/>
                </a:lnTo>
                <a:lnTo>
                  <a:pt x="725392" y="2400740"/>
                </a:lnTo>
                <a:lnTo>
                  <a:pt x="725394" y="2400738"/>
                </a:lnTo>
                <a:cubicBezTo>
                  <a:pt x="729839" y="2424022"/>
                  <a:pt x="734381" y="2447288"/>
                  <a:pt x="738322" y="2470654"/>
                </a:cubicBezTo>
                <a:cubicBezTo>
                  <a:pt x="741098" y="2487097"/>
                  <a:pt x="741180" y="2504012"/>
                  <a:pt x="742308" y="2518365"/>
                </a:cubicBezTo>
                <a:cubicBezTo>
                  <a:pt x="745478" y="2520851"/>
                  <a:pt x="748424" y="2523173"/>
                  <a:pt x="751576" y="2525641"/>
                </a:cubicBezTo>
                <a:cubicBezTo>
                  <a:pt x="751040" y="2526270"/>
                  <a:pt x="750542" y="2526812"/>
                  <a:pt x="750006" y="2527449"/>
                </a:cubicBezTo>
                <a:cubicBezTo>
                  <a:pt x="739288" y="2540825"/>
                  <a:pt x="727769" y="2554586"/>
                  <a:pt x="720285" y="2570978"/>
                </a:cubicBezTo>
                <a:lnTo>
                  <a:pt x="720284" y="2570981"/>
                </a:lnTo>
                <a:lnTo>
                  <a:pt x="750004" y="2527453"/>
                </a:lnTo>
                <a:cubicBezTo>
                  <a:pt x="750540" y="2526817"/>
                  <a:pt x="751038" y="2526275"/>
                  <a:pt x="751574" y="2525646"/>
                </a:cubicBezTo>
                <a:cubicBezTo>
                  <a:pt x="775332" y="2544271"/>
                  <a:pt x="798453" y="2562414"/>
                  <a:pt x="821497" y="2580523"/>
                </a:cubicBezTo>
                <a:lnTo>
                  <a:pt x="821495" y="2580526"/>
                </a:lnTo>
                <a:lnTo>
                  <a:pt x="844195" y="2598343"/>
                </a:lnTo>
                <a:lnTo>
                  <a:pt x="844198" y="2598336"/>
                </a:lnTo>
                <a:cubicBezTo>
                  <a:pt x="844319" y="2598434"/>
                  <a:pt x="844451" y="2598533"/>
                  <a:pt x="844572" y="2598630"/>
                </a:cubicBezTo>
                <a:lnTo>
                  <a:pt x="844574" y="2598627"/>
                </a:lnTo>
                <a:cubicBezTo>
                  <a:pt x="847525" y="2600955"/>
                  <a:pt x="850252" y="2603714"/>
                  <a:pt x="852587" y="2606670"/>
                </a:cubicBezTo>
                <a:cubicBezTo>
                  <a:pt x="863263" y="2620183"/>
                  <a:pt x="873751" y="2633837"/>
                  <a:pt x="884467" y="2647319"/>
                </a:cubicBezTo>
                <a:lnTo>
                  <a:pt x="884463" y="2647325"/>
                </a:lnTo>
                <a:lnTo>
                  <a:pt x="934855" y="2711579"/>
                </a:lnTo>
                <a:cubicBezTo>
                  <a:pt x="935117" y="2711929"/>
                  <a:pt x="935327" y="2712328"/>
                  <a:pt x="935590" y="2712683"/>
                </a:cubicBezTo>
                <a:cubicBezTo>
                  <a:pt x="933525" y="2724736"/>
                  <a:pt x="933513" y="2737454"/>
                  <a:pt x="922663" y="2742809"/>
                </a:cubicBezTo>
                <a:lnTo>
                  <a:pt x="921526" y="2751850"/>
                </a:lnTo>
                <a:lnTo>
                  <a:pt x="921530" y="2751847"/>
                </a:lnTo>
                <a:cubicBezTo>
                  <a:pt x="923058" y="2749807"/>
                  <a:pt x="923570" y="2746978"/>
                  <a:pt x="922667" y="2742805"/>
                </a:cubicBezTo>
                <a:lnTo>
                  <a:pt x="922671" y="2742802"/>
                </a:lnTo>
                <a:cubicBezTo>
                  <a:pt x="933521" y="2737446"/>
                  <a:pt x="933532" y="2724727"/>
                  <a:pt x="935597" y="2712674"/>
                </a:cubicBezTo>
                <a:cubicBezTo>
                  <a:pt x="948567" y="2730151"/>
                  <a:pt x="959937" y="2748910"/>
                  <a:pt x="972620" y="2766496"/>
                </a:cubicBezTo>
                <a:lnTo>
                  <a:pt x="972618" y="2766509"/>
                </a:lnTo>
                <a:lnTo>
                  <a:pt x="984844" y="2783250"/>
                </a:lnTo>
                <a:cubicBezTo>
                  <a:pt x="1004450" y="2805064"/>
                  <a:pt x="1014916" y="2832086"/>
                  <a:pt x="1032010" y="2854518"/>
                </a:cubicBezTo>
                <a:cubicBezTo>
                  <a:pt x="1058749" y="2889597"/>
                  <a:pt x="1075572" y="2930148"/>
                  <a:pt x="1099317" y="2966764"/>
                </a:cubicBezTo>
                <a:cubicBezTo>
                  <a:pt x="1109924" y="2983116"/>
                  <a:pt x="1117221" y="3002752"/>
                  <a:pt x="1121339" y="3021930"/>
                </a:cubicBezTo>
                <a:cubicBezTo>
                  <a:pt x="1125263" y="3040212"/>
                  <a:pt x="1137403" y="3054696"/>
                  <a:pt x="1140235" y="3072742"/>
                </a:cubicBezTo>
                <a:cubicBezTo>
                  <a:pt x="1143575" y="3094027"/>
                  <a:pt x="1150227" y="3114662"/>
                  <a:pt x="1147458" y="3137081"/>
                </a:cubicBezTo>
                <a:cubicBezTo>
                  <a:pt x="1144831" y="3158358"/>
                  <a:pt x="1147190" y="3180226"/>
                  <a:pt x="1144577" y="3201506"/>
                </a:cubicBezTo>
                <a:cubicBezTo>
                  <a:pt x="1142744" y="3216429"/>
                  <a:pt x="1147918" y="3234988"/>
                  <a:pt x="1126532" y="3243828"/>
                </a:cubicBezTo>
                <a:cubicBezTo>
                  <a:pt x="1121388" y="3245960"/>
                  <a:pt x="1116932" y="3263575"/>
                  <a:pt x="1120174" y="3269887"/>
                </a:cubicBezTo>
                <a:cubicBezTo>
                  <a:pt x="1128425" y="3285938"/>
                  <a:pt x="1123563" y="3298849"/>
                  <a:pt x="1117326" y="3314048"/>
                </a:cubicBezTo>
                <a:cubicBezTo>
                  <a:pt x="1101511" y="3310632"/>
                  <a:pt x="1094790" y="3321331"/>
                  <a:pt x="1090190" y="3332396"/>
                </a:cubicBezTo>
                <a:cubicBezTo>
                  <a:pt x="1079194" y="3330684"/>
                  <a:pt x="1069476" y="3329172"/>
                  <a:pt x="1059757" y="3327654"/>
                </a:cubicBezTo>
                <a:cubicBezTo>
                  <a:pt x="1059156" y="3329432"/>
                  <a:pt x="1058551" y="3331206"/>
                  <a:pt x="1057950" y="3332984"/>
                </a:cubicBezTo>
                <a:cubicBezTo>
                  <a:pt x="1063130" y="3335562"/>
                  <a:pt x="1068308" y="3338139"/>
                  <a:pt x="1075282" y="3341612"/>
                </a:cubicBezTo>
                <a:cubicBezTo>
                  <a:pt x="1042759" y="3355950"/>
                  <a:pt x="1011268" y="3361704"/>
                  <a:pt x="978790" y="3347896"/>
                </a:cubicBezTo>
                <a:cubicBezTo>
                  <a:pt x="975382" y="3346449"/>
                  <a:pt x="971911" y="3345034"/>
                  <a:pt x="968459" y="3343632"/>
                </a:cubicBezTo>
                <a:lnTo>
                  <a:pt x="968458" y="3343632"/>
                </a:lnTo>
                <a:lnTo>
                  <a:pt x="910881" y="3315714"/>
                </a:lnTo>
                <a:cubicBezTo>
                  <a:pt x="897043" y="3306028"/>
                  <a:pt x="882004" y="3296564"/>
                  <a:pt x="870709" y="3281204"/>
                </a:cubicBezTo>
                <a:cubicBezTo>
                  <a:pt x="860093" y="3266766"/>
                  <a:pt x="847481" y="3251577"/>
                  <a:pt x="829549" y="3242091"/>
                </a:cubicBezTo>
                <a:cubicBezTo>
                  <a:pt x="815321" y="3234561"/>
                  <a:pt x="803195" y="3221513"/>
                  <a:pt x="792791" y="3208726"/>
                </a:cubicBezTo>
                <a:cubicBezTo>
                  <a:pt x="782073" y="3195563"/>
                  <a:pt x="767390" y="3186459"/>
                  <a:pt x="759082" y="3170498"/>
                </a:cubicBezTo>
                <a:cubicBezTo>
                  <a:pt x="752581" y="3158007"/>
                  <a:pt x="740076" y="3148636"/>
                  <a:pt x="743369" y="3132143"/>
                </a:cubicBezTo>
                <a:cubicBezTo>
                  <a:pt x="729928" y="3119609"/>
                  <a:pt x="732054" y="3098871"/>
                  <a:pt x="720545" y="3086032"/>
                </a:cubicBezTo>
                <a:cubicBezTo>
                  <a:pt x="704469" y="3068101"/>
                  <a:pt x="697441" y="3045758"/>
                  <a:pt x="689164" y="3024508"/>
                </a:cubicBezTo>
                <a:cubicBezTo>
                  <a:pt x="671082" y="2978090"/>
                  <a:pt x="658226" y="2929833"/>
                  <a:pt x="650360" y="2880499"/>
                </a:cubicBezTo>
                <a:cubicBezTo>
                  <a:pt x="647163" y="2860416"/>
                  <a:pt x="646999" y="2839833"/>
                  <a:pt x="645456" y="2819489"/>
                </a:cubicBezTo>
                <a:cubicBezTo>
                  <a:pt x="654140" y="2811384"/>
                  <a:pt x="654913" y="2803109"/>
                  <a:pt x="648345" y="2788650"/>
                </a:cubicBezTo>
                <a:cubicBezTo>
                  <a:pt x="649778" y="2787032"/>
                  <a:pt x="652672" y="2785139"/>
                  <a:pt x="652439" y="2783827"/>
                </a:cubicBezTo>
                <a:cubicBezTo>
                  <a:pt x="649141" y="2765341"/>
                  <a:pt x="646639" y="2746779"/>
                  <a:pt x="644243" y="2728202"/>
                </a:cubicBezTo>
                <a:lnTo>
                  <a:pt x="644243" y="2728198"/>
                </a:lnTo>
                <a:lnTo>
                  <a:pt x="636596" y="2641997"/>
                </a:lnTo>
                <a:cubicBezTo>
                  <a:pt x="635679" y="2617135"/>
                  <a:pt x="633982" y="2592634"/>
                  <a:pt x="637219" y="2567667"/>
                </a:cubicBezTo>
                <a:cubicBezTo>
                  <a:pt x="638752" y="2555845"/>
                  <a:pt x="636490" y="2541953"/>
                  <a:pt x="631360" y="2531230"/>
                </a:cubicBezTo>
                <a:cubicBezTo>
                  <a:pt x="630193" y="2528789"/>
                  <a:pt x="630602" y="2526405"/>
                  <a:pt x="630229" y="2523973"/>
                </a:cubicBezTo>
                <a:cubicBezTo>
                  <a:pt x="633684" y="2517992"/>
                  <a:pt x="636543" y="2512192"/>
                  <a:pt x="640416" y="2506258"/>
                </a:cubicBezTo>
                <a:cubicBezTo>
                  <a:pt x="644316" y="2500605"/>
                  <a:pt x="648650" y="2495281"/>
                  <a:pt x="653064" y="2490044"/>
                </a:cubicBezTo>
                <a:cubicBezTo>
                  <a:pt x="655342" y="2489181"/>
                  <a:pt x="657477" y="2487826"/>
                  <a:pt x="659833" y="2487444"/>
                </a:cubicBezTo>
                <a:cubicBezTo>
                  <a:pt x="663417" y="2486861"/>
                  <a:pt x="667161" y="2486992"/>
                  <a:pt x="670619" y="2486011"/>
                </a:cubicBezTo>
                <a:cubicBezTo>
                  <a:pt x="672636" y="2485443"/>
                  <a:pt x="674224" y="2483323"/>
                  <a:pt x="676129" y="2481802"/>
                </a:cubicBezTo>
                <a:cubicBezTo>
                  <a:pt x="674304" y="2478415"/>
                  <a:pt x="672515" y="2475097"/>
                  <a:pt x="670720" y="2471770"/>
                </a:cubicBezTo>
                <a:cubicBezTo>
                  <a:pt x="671790" y="2470810"/>
                  <a:pt x="672704" y="2469673"/>
                  <a:pt x="673796" y="2468738"/>
                </a:cubicBezTo>
                <a:cubicBezTo>
                  <a:pt x="674219" y="2468508"/>
                  <a:pt x="675029" y="2467729"/>
                  <a:pt x="675575" y="2467340"/>
                </a:cubicBezTo>
                <a:cubicBezTo>
                  <a:pt x="680036" y="2470056"/>
                  <a:pt x="684338" y="2472674"/>
                  <a:pt x="689989" y="2476110"/>
                </a:cubicBezTo>
                <a:cubicBezTo>
                  <a:pt x="694607" y="2472706"/>
                  <a:pt x="699840" y="2468854"/>
                  <a:pt x="704961" y="2465087"/>
                </a:cubicBezTo>
                <a:lnTo>
                  <a:pt x="699837" y="2428674"/>
                </a:lnTo>
                <a:lnTo>
                  <a:pt x="699836" y="2428676"/>
                </a:lnTo>
                <a:lnTo>
                  <a:pt x="693099" y="2380858"/>
                </a:lnTo>
                <a:lnTo>
                  <a:pt x="693096" y="2380862"/>
                </a:lnTo>
                <a:cubicBezTo>
                  <a:pt x="680830" y="2298696"/>
                  <a:pt x="668102" y="2217105"/>
                  <a:pt x="667797" y="2133942"/>
                </a:cubicBezTo>
                <a:cubicBezTo>
                  <a:pt x="656834" y="2128633"/>
                  <a:pt x="651962" y="2137240"/>
                  <a:pt x="647527" y="2143375"/>
                </a:cubicBezTo>
                <a:cubicBezTo>
                  <a:pt x="623928" y="2176005"/>
                  <a:pt x="600936" y="2209081"/>
                  <a:pt x="577676" y="2241960"/>
                </a:cubicBezTo>
                <a:cubicBezTo>
                  <a:pt x="533439" y="2304489"/>
                  <a:pt x="490066" y="2367777"/>
                  <a:pt x="436094" y="2422516"/>
                </a:cubicBezTo>
                <a:lnTo>
                  <a:pt x="361237" y="2491748"/>
                </a:lnTo>
                <a:lnTo>
                  <a:pt x="361238" y="2491748"/>
                </a:lnTo>
                <a:cubicBezTo>
                  <a:pt x="361558" y="2491798"/>
                  <a:pt x="361797" y="2491672"/>
                  <a:pt x="362120" y="2491736"/>
                </a:cubicBezTo>
                <a:cubicBezTo>
                  <a:pt x="324610" y="2523186"/>
                  <a:pt x="283124" y="2548186"/>
                  <a:pt x="238031" y="2566688"/>
                </a:cubicBezTo>
                <a:cubicBezTo>
                  <a:pt x="198683" y="2582835"/>
                  <a:pt x="158607" y="2597159"/>
                  <a:pt x="119030" y="2612762"/>
                </a:cubicBezTo>
                <a:cubicBezTo>
                  <a:pt x="108589" y="2616878"/>
                  <a:pt x="98491" y="2622177"/>
                  <a:pt x="88837" y="2627951"/>
                </a:cubicBezTo>
                <a:cubicBezTo>
                  <a:pt x="80130" y="2633163"/>
                  <a:pt x="71862" y="2635429"/>
                  <a:pt x="59472" y="2629924"/>
                </a:cubicBezTo>
                <a:cubicBezTo>
                  <a:pt x="80285" y="2618641"/>
                  <a:pt x="63717" y="2597989"/>
                  <a:pt x="80285" y="2583352"/>
                </a:cubicBezTo>
                <a:cubicBezTo>
                  <a:pt x="68370" y="2581898"/>
                  <a:pt x="61719" y="2581092"/>
                  <a:pt x="51798" y="2579882"/>
                </a:cubicBezTo>
                <a:cubicBezTo>
                  <a:pt x="56883" y="2569607"/>
                  <a:pt x="60945" y="2561392"/>
                  <a:pt x="66065" y="2551044"/>
                </a:cubicBezTo>
                <a:cubicBezTo>
                  <a:pt x="58575" y="2550180"/>
                  <a:pt x="53309" y="2549570"/>
                  <a:pt x="47059" y="2548846"/>
                </a:cubicBezTo>
                <a:cubicBezTo>
                  <a:pt x="47821" y="2545824"/>
                  <a:pt x="47680" y="2542318"/>
                  <a:pt x="49332" y="2540323"/>
                </a:cubicBezTo>
                <a:cubicBezTo>
                  <a:pt x="85834" y="2496560"/>
                  <a:pt x="116322" y="2447946"/>
                  <a:pt x="158183" y="2408393"/>
                </a:cubicBezTo>
                <a:cubicBezTo>
                  <a:pt x="176711" y="2390895"/>
                  <a:pt x="190553" y="2368503"/>
                  <a:pt x="207613" y="2349310"/>
                </a:cubicBezTo>
                <a:cubicBezTo>
                  <a:pt x="243831" y="2308556"/>
                  <a:pt x="280676" y="2268357"/>
                  <a:pt x="317425" y="2228084"/>
                </a:cubicBezTo>
                <a:cubicBezTo>
                  <a:pt x="363359" y="2177739"/>
                  <a:pt x="409997" y="2128024"/>
                  <a:pt x="455291" y="2077113"/>
                </a:cubicBezTo>
                <a:cubicBezTo>
                  <a:pt x="485001" y="2043717"/>
                  <a:pt x="512844" y="2008645"/>
                  <a:pt x="541591" y="1974390"/>
                </a:cubicBezTo>
                <a:cubicBezTo>
                  <a:pt x="553815" y="1959828"/>
                  <a:pt x="565560" y="1944781"/>
                  <a:pt x="578711" y="1931105"/>
                </a:cubicBezTo>
                <a:cubicBezTo>
                  <a:pt x="597535" y="1911522"/>
                  <a:pt x="619512" y="1897976"/>
                  <a:pt x="649060" y="1902970"/>
                </a:cubicBezTo>
                <a:cubicBezTo>
                  <a:pt x="668439" y="1872484"/>
                  <a:pt x="685258" y="1842737"/>
                  <a:pt x="687820" y="1805683"/>
                </a:cubicBezTo>
                <a:cubicBezTo>
                  <a:pt x="689240" y="1785127"/>
                  <a:pt x="698258" y="1765041"/>
                  <a:pt x="704077" y="1744819"/>
                </a:cubicBezTo>
                <a:cubicBezTo>
                  <a:pt x="704658" y="1742801"/>
                  <a:pt x="706518" y="1740208"/>
                  <a:pt x="708334" y="1739622"/>
                </a:cubicBezTo>
                <a:cubicBezTo>
                  <a:pt x="725341" y="1734170"/>
                  <a:pt x="725671" y="1718126"/>
                  <a:pt x="730879" y="1705047"/>
                </a:cubicBezTo>
                <a:cubicBezTo>
                  <a:pt x="747775" y="1662585"/>
                  <a:pt x="763584" y="1619632"/>
                  <a:pt x="782285" y="1577977"/>
                </a:cubicBezTo>
                <a:cubicBezTo>
                  <a:pt x="802113" y="1533802"/>
                  <a:pt x="824763" y="1490891"/>
                  <a:pt x="848711" y="1442292"/>
                </a:cubicBezTo>
                <a:cubicBezTo>
                  <a:pt x="841211" y="1447167"/>
                  <a:pt x="837913" y="1448974"/>
                  <a:pt x="835004" y="1451252"/>
                </a:cubicBezTo>
                <a:cubicBezTo>
                  <a:pt x="819486" y="1463460"/>
                  <a:pt x="804157" y="1475904"/>
                  <a:pt x="788590" y="1488043"/>
                </a:cubicBezTo>
                <a:cubicBezTo>
                  <a:pt x="774413" y="1499090"/>
                  <a:pt x="766538" y="1513169"/>
                  <a:pt x="762710" y="1531002"/>
                </a:cubicBezTo>
                <a:cubicBezTo>
                  <a:pt x="758657" y="1549853"/>
                  <a:pt x="746288" y="1563958"/>
                  <a:pt x="731103" y="1576233"/>
                </a:cubicBezTo>
                <a:cubicBezTo>
                  <a:pt x="713583" y="1590395"/>
                  <a:pt x="696891" y="1605781"/>
                  <a:pt x="681146" y="1621925"/>
                </a:cubicBezTo>
                <a:cubicBezTo>
                  <a:pt x="666509" y="1636935"/>
                  <a:pt x="649519" y="1647105"/>
                  <a:pt x="631325" y="1657219"/>
                </a:cubicBezTo>
                <a:cubicBezTo>
                  <a:pt x="613009" y="1667401"/>
                  <a:pt x="594505" y="1676874"/>
                  <a:pt x="575464" y="1685391"/>
                </a:cubicBezTo>
                <a:cubicBezTo>
                  <a:pt x="558439" y="1693007"/>
                  <a:pt x="541626" y="1701438"/>
                  <a:pt x="523978" y="1707183"/>
                </a:cubicBezTo>
                <a:cubicBezTo>
                  <a:pt x="495356" y="1716501"/>
                  <a:pt x="466245" y="1724344"/>
                  <a:pt x="437119" y="1731956"/>
                </a:cubicBezTo>
                <a:cubicBezTo>
                  <a:pt x="424112" y="1735358"/>
                  <a:pt x="410541" y="1738691"/>
                  <a:pt x="397273" y="1738547"/>
                </a:cubicBezTo>
                <a:cubicBezTo>
                  <a:pt x="369007" y="1738251"/>
                  <a:pt x="340805" y="1746103"/>
                  <a:pt x="312468" y="1739604"/>
                </a:cubicBezTo>
                <a:cubicBezTo>
                  <a:pt x="308526" y="1738700"/>
                  <a:pt x="303935" y="1740746"/>
                  <a:pt x="299631" y="1741214"/>
                </a:cubicBezTo>
                <a:cubicBezTo>
                  <a:pt x="276800" y="1743664"/>
                  <a:pt x="254167" y="1743379"/>
                  <a:pt x="231116" y="1742228"/>
                </a:cubicBezTo>
                <a:cubicBezTo>
                  <a:pt x="204789" y="1740910"/>
                  <a:pt x="180767" y="1731924"/>
                  <a:pt x="155143" y="1727280"/>
                </a:cubicBezTo>
                <a:cubicBezTo>
                  <a:pt x="150945" y="1711849"/>
                  <a:pt x="136705" y="1711268"/>
                  <a:pt x="123726" y="1708592"/>
                </a:cubicBezTo>
                <a:cubicBezTo>
                  <a:pt x="118025" y="1707414"/>
                  <a:pt x="112185" y="1706426"/>
                  <a:pt x="106859" y="1704272"/>
                </a:cubicBezTo>
                <a:cubicBezTo>
                  <a:pt x="105977" y="1703914"/>
                  <a:pt x="107334" y="1697982"/>
                  <a:pt x="107967" y="1691562"/>
                </a:cubicBezTo>
                <a:cubicBezTo>
                  <a:pt x="99032" y="1678051"/>
                  <a:pt x="83953" y="1679347"/>
                  <a:pt x="68306" y="1686635"/>
                </a:cubicBezTo>
                <a:cubicBezTo>
                  <a:pt x="59402" y="1678695"/>
                  <a:pt x="50611" y="1671927"/>
                  <a:pt x="43101" y="1663935"/>
                </a:cubicBezTo>
                <a:cubicBezTo>
                  <a:pt x="27814" y="1647659"/>
                  <a:pt x="22714" y="1626179"/>
                  <a:pt x="16875" y="1605581"/>
                </a:cubicBezTo>
                <a:cubicBezTo>
                  <a:pt x="10798" y="1584173"/>
                  <a:pt x="7444" y="1562044"/>
                  <a:pt x="7308" y="1539578"/>
                </a:cubicBezTo>
                <a:cubicBezTo>
                  <a:pt x="7284" y="1537302"/>
                  <a:pt x="7333" y="1534941"/>
                  <a:pt x="6732" y="1532787"/>
                </a:cubicBezTo>
                <a:cubicBezTo>
                  <a:pt x="3846" y="1522254"/>
                  <a:pt x="-5467" y="1511465"/>
                  <a:pt x="4477" y="1500973"/>
                </a:cubicBezTo>
                <a:cubicBezTo>
                  <a:pt x="11900" y="1493138"/>
                  <a:pt x="21770" y="1487646"/>
                  <a:pt x="31462" y="1480430"/>
                </a:cubicBezTo>
                <a:cubicBezTo>
                  <a:pt x="31089" y="1479144"/>
                  <a:pt x="30105" y="1475722"/>
                  <a:pt x="28831" y="1471301"/>
                </a:cubicBezTo>
                <a:cubicBezTo>
                  <a:pt x="32232" y="1469827"/>
                  <a:pt x="35572" y="1468285"/>
                  <a:pt x="38973" y="1466911"/>
                </a:cubicBezTo>
                <a:cubicBezTo>
                  <a:pt x="48717" y="1462989"/>
                  <a:pt x="52504" y="1454268"/>
                  <a:pt x="47747" y="1444973"/>
                </a:cubicBezTo>
                <a:cubicBezTo>
                  <a:pt x="42613" y="1434892"/>
                  <a:pt x="33602" y="1423805"/>
                  <a:pt x="40800" y="1413520"/>
                </a:cubicBezTo>
                <a:cubicBezTo>
                  <a:pt x="49184" y="1401592"/>
                  <a:pt x="60584" y="1389808"/>
                  <a:pt x="73354" y="1383396"/>
                </a:cubicBezTo>
                <a:cubicBezTo>
                  <a:pt x="94049" y="1372980"/>
                  <a:pt x="116840" y="1368486"/>
                  <a:pt x="140427" y="1365088"/>
                </a:cubicBezTo>
                <a:cubicBezTo>
                  <a:pt x="180336" y="1359317"/>
                  <a:pt x="219531" y="1347892"/>
                  <a:pt x="258716" y="1337603"/>
                </a:cubicBezTo>
                <a:cubicBezTo>
                  <a:pt x="331979" y="1318373"/>
                  <a:pt x="405029" y="1298279"/>
                  <a:pt x="478146" y="1278472"/>
                </a:cubicBezTo>
                <a:cubicBezTo>
                  <a:pt x="511241" y="1269517"/>
                  <a:pt x="540117" y="1251130"/>
                  <a:pt x="570562" y="1236256"/>
                </a:cubicBezTo>
                <a:cubicBezTo>
                  <a:pt x="602106" y="1220833"/>
                  <a:pt x="629693" y="1198481"/>
                  <a:pt x="662922" y="1185579"/>
                </a:cubicBezTo>
                <a:cubicBezTo>
                  <a:pt x="679214" y="1179244"/>
                  <a:pt x="692723" y="1165401"/>
                  <a:pt x="707210" y="1154599"/>
                </a:cubicBezTo>
                <a:cubicBezTo>
                  <a:pt x="718632" y="1146078"/>
                  <a:pt x="729652" y="1136985"/>
                  <a:pt x="740349" y="1128528"/>
                </a:cubicBezTo>
                <a:lnTo>
                  <a:pt x="740344" y="1128540"/>
                </a:lnTo>
                <a:cubicBezTo>
                  <a:pt x="762649" y="1141031"/>
                  <a:pt x="762951" y="1146361"/>
                  <a:pt x="741698" y="1167527"/>
                </a:cubicBezTo>
                <a:cubicBezTo>
                  <a:pt x="762627" y="1165595"/>
                  <a:pt x="777603" y="1173417"/>
                  <a:pt x="788038" y="1188346"/>
                </a:cubicBezTo>
                <a:cubicBezTo>
                  <a:pt x="799038" y="1188311"/>
                  <a:pt x="809187" y="1188262"/>
                  <a:pt x="819358" y="1188224"/>
                </a:cubicBezTo>
                <a:cubicBezTo>
                  <a:pt x="819228" y="1188257"/>
                  <a:pt x="819090" y="1188286"/>
                  <a:pt x="818967" y="1188306"/>
                </a:cubicBezTo>
                <a:lnTo>
                  <a:pt x="818979" y="1188305"/>
                </a:lnTo>
                <a:lnTo>
                  <a:pt x="819358" y="1188225"/>
                </a:lnTo>
                <a:lnTo>
                  <a:pt x="820064" y="1188220"/>
                </a:lnTo>
                <a:lnTo>
                  <a:pt x="820069" y="1188218"/>
                </a:lnTo>
                <a:cubicBezTo>
                  <a:pt x="819839" y="1188218"/>
                  <a:pt x="819588" y="1188224"/>
                  <a:pt x="819358" y="1188224"/>
                </a:cubicBezTo>
                <a:cubicBezTo>
                  <a:pt x="837514" y="1184101"/>
                  <a:pt x="855680" y="1179966"/>
                  <a:pt x="876046" y="1175353"/>
                </a:cubicBezTo>
                <a:cubicBezTo>
                  <a:pt x="878133" y="1170570"/>
                  <a:pt x="880413" y="1163296"/>
                  <a:pt x="884267" y="1157017"/>
                </a:cubicBezTo>
                <a:cubicBezTo>
                  <a:pt x="889765" y="1148041"/>
                  <a:pt x="894966" y="1137861"/>
                  <a:pt x="902974" y="1131724"/>
                </a:cubicBezTo>
                <a:cubicBezTo>
                  <a:pt x="906372" y="1129126"/>
                  <a:pt x="909063" y="1126235"/>
                  <a:pt x="911821" y="1123361"/>
                </a:cubicBezTo>
                <a:close/>
                <a:moveTo>
                  <a:pt x="981376" y="1085366"/>
                </a:moveTo>
                <a:cubicBezTo>
                  <a:pt x="982305" y="1088700"/>
                  <a:pt x="983010" y="1091828"/>
                  <a:pt x="983911" y="1095164"/>
                </a:cubicBezTo>
                <a:cubicBezTo>
                  <a:pt x="980709" y="1092212"/>
                  <a:pt x="977878" y="1089597"/>
                  <a:pt x="975026" y="1086973"/>
                </a:cubicBezTo>
                <a:cubicBezTo>
                  <a:pt x="977679" y="1086156"/>
                  <a:pt x="979544" y="1085707"/>
                  <a:pt x="981376" y="1085366"/>
                </a:cubicBezTo>
                <a:close/>
                <a:moveTo>
                  <a:pt x="960644" y="1084542"/>
                </a:moveTo>
                <a:cubicBezTo>
                  <a:pt x="959363" y="1087683"/>
                  <a:pt x="958121" y="1090715"/>
                  <a:pt x="956122" y="1095619"/>
                </a:cubicBezTo>
                <a:cubicBezTo>
                  <a:pt x="965477" y="1098265"/>
                  <a:pt x="973946" y="1103702"/>
                  <a:pt x="986324" y="1104504"/>
                </a:cubicBezTo>
                <a:cubicBezTo>
                  <a:pt x="987849" y="1110407"/>
                  <a:pt x="989676" y="1116612"/>
                  <a:pt x="990880" y="1122122"/>
                </a:cubicBezTo>
                <a:cubicBezTo>
                  <a:pt x="991591" y="1125238"/>
                  <a:pt x="988349" y="1126055"/>
                  <a:pt x="988952" y="1128488"/>
                </a:cubicBezTo>
                <a:cubicBezTo>
                  <a:pt x="991315" y="1137709"/>
                  <a:pt x="998561" y="1154797"/>
                  <a:pt x="1000671" y="1164676"/>
                </a:cubicBezTo>
                <a:cubicBezTo>
                  <a:pt x="1001436" y="1167801"/>
                  <a:pt x="998150" y="1168790"/>
                  <a:pt x="998944" y="1171169"/>
                </a:cubicBezTo>
                <a:cubicBezTo>
                  <a:pt x="1001680" y="1179365"/>
                  <a:pt x="1009631" y="1196412"/>
                  <a:pt x="1011546" y="1205783"/>
                </a:cubicBezTo>
                <a:cubicBezTo>
                  <a:pt x="1014968" y="1222729"/>
                  <a:pt x="1017156" y="1239175"/>
                  <a:pt x="1021127" y="1255337"/>
                </a:cubicBezTo>
                <a:cubicBezTo>
                  <a:pt x="1024155" y="1268431"/>
                  <a:pt x="1026232" y="1277374"/>
                  <a:pt x="1031415" y="1288587"/>
                </a:cubicBezTo>
                <a:cubicBezTo>
                  <a:pt x="1033028" y="1292105"/>
                  <a:pt x="1035956" y="1295258"/>
                  <a:pt x="1036608" y="1297934"/>
                </a:cubicBezTo>
                <a:cubicBezTo>
                  <a:pt x="1038399" y="1305263"/>
                  <a:pt x="1034851" y="1314560"/>
                  <a:pt x="1036201" y="1321280"/>
                </a:cubicBezTo>
                <a:cubicBezTo>
                  <a:pt x="1037736" y="1328963"/>
                  <a:pt x="1042042" y="1335331"/>
                  <a:pt x="1044273" y="1342570"/>
                </a:cubicBezTo>
                <a:lnTo>
                  <a:pt x="1052703" y="1371153"/>
                </a:lnTo>
                <a:lnTo>
                  <a:pt x="1062109" y="1399950"/>
                </a:lnTo>
                <a:cubicBezTo>
                  <a:pt x="1068068" y="1419257"/>
                  <a:pt x="1074027" y="1438596"/>
                  <a:pt x="1080040" y="1458088"/>
                </a:cubicBezTo>
                <a:cubicBezTo>
                  <a:pt x="1085314" y="1477635"/>
                  <a:pt x="1093230" y="1497297"/>
                  <a:pt x="1100322" y="1517229"/>
                </a:cubicBezTo>
                <a:cubicBezTo>
                  <a:pt x="1107747" y="1537099"/>
                  <a:pt x="1115261" y="1557248"/>
                  <a:pt x="1122925" y="1577789"/>
                </a:cubicBezTo>
                <a:cubicBezTo>
                  <a:pt x="1135350" y="1607800"/>
                  <a:pt x="1150755" y="1635028"/>
                  <a:pt x="1162331" y="1661017"/>
                </a:cubicBezTo>
                <a:cubicBezTo>
                  <a:pt x="1184468" y="1710254"/>
                  <a:pt x="1202120" y="1753355"/>
                  <a:pt x="1215336" y="1789057"/>
                </a:cubicBezTo>
                <a:cubicBezTo>
                  <a:pt x="1216371" y="1791728"/>
                  <a:pt x="1217281" y="1795051"/>
                  <a:pt x="1217637" y="1797821"/>
                </a:cubicBezTo>
                <a:cubicBezTo>
                  <a:pt x="1218204" y="1801645"/>
                  <a:pt x="1219534" y="1808500"/>
                  <a:pt x="1221244" y="1814538"/>
                </a:cubicBezTo>
                <a:cubicBezTo>
                  <a:pt x="1224753" y="1825819"/>
                  <a:pt x="1226387" y="1837022"/>
                  <a:pt x="1226987" y="1848454"/>
                </a:cubicBezTo>
                <a:cubicBezTo>
                  <a:pt x="1226864" y="1848269"/>
                  <a:pt x="1226707" y="1848176"/>
                  <a:pt x="1226585" y="1847992"/>
                </a:cubicBezTo>
                <a:cubicBezTo>
                  <a:pt x="1215907" y="1832233"/>
                  <a:pt x="1199553" y="1820308"/>
                  <a:pt x="1185411" y="1806988"/>
                </a:cubicBezTo>
                <a:cubicBezTo>
                  <a:pt x="1170066" y="1792536"/>
                  <a:pt x="1155342" y="1777985"/>
                  <a:pt x="1149742" y="1756345"/>
                </a:cubicBezTo>
                <a:cubicBezTo>
                  <a:pt x="1148211" y="1750441"/>
                  <a:pt x="1143664" y="1744353"/>
                  <a:pt x="1138808" y="1740478"/>
                </a:cubicBezTo>
                <a:cubicBezTo>
                  <a:pt x="1123778" y="1728462"/>
                  <a:pt x="1117314" y="1711227"/>
                  <a:pt x="1109180" y="1694900"/>
                </a:cubicBezTo>
                <a:cubicBezTo>
                  <a:pt x="1108649" y="1693834"/>
                  <a:pt x="1107863" y="1693012"/>
                  <a:pt x="1107251" y="1691927"/>
                </a:cubicBezTo>
                <a:cubicBezTo>
                  <a:pt x="1098632" y="1673591"/>
                  <a:pt x="1085882" y="1651049"/>
                  <a:pt x="1075606" y="1630679"/>
                </a:cubicBezTo>
                <a:cubicBezTo>
                  <a:pt x="1063768" y="1607862"/>
                  <a:pt x="1056555" y="1582483"/>
                  <a:pt x="1047507" y="1558963"/>
                </a:cubicBezTo>
                <a:cubicBezTo>
                  <a:pt x="1041306" y="1542694"/>
                  <a:pt x="1029083" y="1526874"/>
                  <a:pt x="1026313" y="1510005"/>
                </a:cubicBezTo>
                <a:cubicBezTo>
                  <a:pt x="1028239" y="1501482"/>
                  <a:pt x="1021733" y="1495483"/>
                  <a:pt x="1016537" y="1490114"/>
                </a:cubicBezTo>
                <a:cubicBezTo>
                  <a:pt x="1020049" y="1480246"/>
                  <a:pt x="1012288" y="1476496"/>
                  <a:pt x="1007516" y="1470190"/>
                </a:cubicBezTo>
                <a:cubicBezTo>
                  <a:pt x="1008433" y="1460642"/>
                  <a:pt x="1008122" y="1452313"/>
                  <a:pt x="1005625" y="1443470"/>
                </a:cubicBezTo>
                <a:cubicBezTo>
                  <a:pt x="1002283" y="1431605"/>
                  <a:pt x="994560" y="1421929"/>
                  <a:pt x="990177" y="1411782"/>
                </a:cubicBezTo>
                <a:cubicBezTo>
                  <a:pt x="988293" y="1407404"/>
                  <a:pt x="985622" y="1405565"/>
                  <a:pt x="984310" y="1402127"/>
                </a:cubicBezTo>
                <a:cubicBezTo>
                  <a:pt x="983049" y="1398810"/>
                  <a:pt x="986277" y="1397666"/>
                  <a:pt x="985268" y="1395089"/>
                </a:cubicBezTo>
                <a:cubicBezTo>
                  <a:pt x="984020" y="1392079"/>
                  <a:pt x="980838" y="1388153"/>
                  <a:pt x="979275" y="1383422"/>
                </a:cubicBezTo>
                <a:cubicBezTo>
                  <a:pt x="978100" y="1379798"/>
                  <a:pt x="980727" y="1373420"/>
                  <a:pt x="979106" y="1370293"/>
                </a:cubicBezTo>
                <a:cubicBezTo>
                  <a:pt x="978394" y="1368889"/>
                  <a:pt x="973723" y="1369718"/>
                  <a:pt x="971501" y="1363497"/>
                </a:cubicBezTo>
                <a:cubicBezTo>
                  <a:pt x="970351" y="1360312"/>
                  <a:pt x="972985" y="1357171"/>
                  <a:pt x="972832" y="1356574"/>
                </a:cubicBezTo>
                <a:cubicBezTo>
                  <a:pt x="969985" y="1344662"/>
                  <a:pt x="965431" y="1328727"/>
                  <a:pt x="960702" y="1311913"/>
                </a:cubicBezTo>
                <a:cubicBezTo>
                  <a:pt x="955801" y="1295033"/>
                  <a:pt x="951098" y="1277425"/>
                  <a:pt x="948453" y="1262518"/>
                </a:cubicBezTo>
                <a:lnTo>
                  <a:pt x="948454" y="1262518"/>
                </a:lnTo>
                <a:cubicBezTo>
                  <a:pt x="943891" y="1239015"/>
                  <a:pt x="938157" y="1215203"/>
                  <a:pt x="931530" y="1191358"/>
                </a:cubicBezTo>
                <a:cubicBezTo>
                  <a:pt x="924998" y="1168145"/>
                  <a:pt x="919049" y="1145878"/>
                  <a:pt x="911825" y="1123360"/>
                </a:cubicBezTo>
                <a:cubicBezTo>
                  <a:pt x="916712" y="1118262"/>
                  <a:pt x="921091" y="1112821"/>
                  <a:pt x="924830" y="1106344"/>
                </a:cubicBezTo>
                <a:cubicBezTo>
                  <a:pt x="932297" y="1093400"/>
                  <a:pt x="941132" y="1080116"/>
                  <a:pt x="960644" y="1084542"/>
                </a:cubicBezTo>
                <a:close/>
                <a:moveTo>
                  <a:pt x="1168676" y="927119"/>
                </a:moveTo>
                <a:cubicBezTo>
                  <a:pt x="1172278" y="943184"/>
                  <a:pt x="1176690" y="958544"/>
                  <a:pt x="1181451" y="973438"/>
                </a:cubicBezTo>
                <a:lnTo>
                  <a:pt x="1164140" y="986765"/>
                </a:lnTo>
                <a:cubicBezTo>
                  <a:pt x="1145559" y="1005412"/>
                  <a:pt x="1137245" y="1031694"/>
                  <a:pt x="1122692" y="1053278"/>
                </a:cubicBezTo>
                <a:cubicBezTo>
                  <a:pt x="1119334" y="1058258"/>
                  <a:pt x="1123265" y="1066491"/>
                  <a:pt x="1112060" y="1068250"/>
                </a:cubicBezTo>
                <a:cubicBezTo>
                  <a:pt x="1106693" y="1069108"/>
                  <a:pt x="1103637" y="1079497"/>
                  <a:pt x="1107872" y="1087828"/>
                </a:cubicBezTo>
                <a:cubicBezTo>
                  <a:pt x="1118128" y="1107965"/>
                  <a:pt x="1127887" y="1128356"/>
                  <a:pt x="1145196" y="1143690"/>
                </a:cubicBezTo>
                <a:cubicBezTo>
                  <a:pt x="1147448" y="1145693"/>
                  <a:pt x="1149273" y="1148980"/>
                  <a:pt x="1151844" y="1149694"/>
                </a:cubicBezTo>
                <a:cubicBezTo>
                  <a:pt x="1175945" y="1156357"/>
                  <a:pt x="1194580" y="1171330"/>
                  <a:pt x="1212645" y="1186917"/>
                </a:cubicBezTo>
                <a:lnTo>
                  <a:pt x="1212645" y="1186920"/>
                </a:lnTo>
                <a:lnTo>
                  <a:pt x="1212646" y="1186920"/>
                </a:lnTo>
                <a:cubicBezTo>
                  <a:pt x="1220823" y="1193993"/>
                  <a:pt x="1228946" y="1201102"/>
                  <a:pt x="1237305" y="1207756"/>
                </a:cubicBezTo>
                <a:lnTo>
                  <a:pt x="1246890" y="1215916"/>
                </a:lnTo>
                <a:lnTo>
                  <a:pt x="1246891" y="1215917"/>
                </a:lnTo>
                <a:lnTo>
                  <a:pt x="1246891" y="1215918"/>
                </a:lnTo>
                <a:lnTo>
                  <a:pt x="1246894" y="1215919"/>
                </a:lnTo>
                <a:lnTo>
                  <a:pt x="1246894" y="1215921"/>
                </a:lnTo>
                <a:lnTo>
                  <a:pt x="1350916" y="1307877"/>
                </a:lnTo>
                <a:cubicBezTo>
                  <a:pt x="1357049" y="1313492"/>
                  <a:pt x="1362272" y="1320078"/>
                  <a:pt x="1367984" y="1326172"/>
                </a:cubicBezTo>
                <a:cubicBezTo>
                  <a:pt x="1368709" y="1328216"/>
                  <a:pt x="1369677" y="1330156"/>
                  <a:pt x="1370315" y="1332191"/>
                </a:cubicBezTo>
                <a:lnTo>
                  <a:pt x="1384709" y="1370720"/>
                </a:lnTo>
                <a:lnTo>
                  <a:pt x="1384800" y="1370964"/>
                </a:lnTo>
                <a:lnTo>
                  <a:pt x="1395428" y="1408512"/>
                </a:lnTo>
                <a:cubicBezTo>
                  <a:pt x="1400941" y="1420343"/>
                  <a:pt x="1409091" y="1431272"/>
                  <a:pt x="1414318" y="1442823"/>
                </a:cubicBezTo>
                <a:cubicBezTo>
                  <a:pt x="1430364" y="1478112"/>
                  <a:pt x="1446453" y="1518860"/>
                  <a:pt x="1469079" y="1562434"/>
                </a:cubicBezTo>
                <a:cubicBezTo>
                  <a:pt x="1474407" y="1572480"/>
                  <a:pt x="1482554" y="1581552"/>
                  <a:pt x="1488162" y="1592399"/>
                </a:cubicBezTo>
                <a:cubicBezTo>
                  <a:pt x="1504592" y="1624907"/>
                  <a:pt x="1517170" y="1662396"/>
                  <a:pt x="1529846" y="1703484"/>
                </a:cubicBezTo>
                <a:cubicBezTo>
                  <a:pt x="1539589" y="1735185"/>
                  <a:pt x="1546679" y="1771129"/>
                  <a:pt x="1549913" y="1807516"/>
                </a:cubicBezTo>
                <a:cubicBezTo>
                  <a:pt x="1551944" y="1825742"/>
                  <a:pt x="1551591" y="1843644"/>
                  <a:pt x="1551805" y="1860885"/>
                </a:cubicBezTo>
                <a:cubicBezTo>
                  <a:pt x="1551853" y="1869502"/>
                  <a:pt x="1551893" y="1877955"/>
                  <a:pt x="1551943" y="1886175"/>
                </a:cubicBezTo>
                <a:cubicBezTo>
                  <a:pt x="1551395" y="1894362"/>
                  <a:pt x="1550860" y="1902333"/>
                  <a:pt x="1550338" y="1910056"/>
                </a:cubicBezTo>
                <a:cubicBezTo>
                  <a:pt x="1549635" y="1924495"/>
                  <a:pt x="1547630" y="1939066"/>
                  <a:pt x="1545139" y="1953578"/>
                </a:cubicBezTo>
                <a:cubicBezTo>
                  <a:pt x="1543486" y="1954876"/>
                  <a:pt x="1541381" y="1955703"/>
                  <a:pt x="1539826" y="1957127"/>
                </a:cubicBezTo>
                <a:cubicBezTo>
                  <a:pt x="1521377" y="1973983"/>
                  <a:pt x="1502901" y="1978253"/>
                  <a:pt x="1480185" y="1973698"/>
                </a:cubicBezTo>
                <a:cubicBezTo>
                  <a:pt x="1476658" y="1972984"/>
                  <a:pt x="1472577" y="1973876"/>
                  <a:pt x="1468958" y="1974830"/>
                </a:cubicBezTo>
                <a:lnTo>
                  <a:pt x="1467525" y="1974994"/>
                </a:lnTo>
                <a:lnTo>
                  <a:pt x="1467524" y="1974996"/>
                </a:lnTo>
                <a:cubicBezTo>
                  <a:pt x="1446050" y="1980235"/>
                  <a:pt x="1426875" y="1975749"/>
                  <a:pt x="1408785" y="1966890"/>
                </a:cubicBezTo>
                <a:lnTo>
                  <a:pt x="1408786" y="1966888"/>
                </a:lnTo>
                <a:lnTo>
                  <a:pt x="1390363" y="1956441"/>
                </a:lnTo>
                <a:cubicBezTo>
                  <a:pt x="1379314" y="1949444"/>
                  <a:pt x="1370112" y="1940357"/>
                  <a:pt x="1354255" y="1944952"/>
                </a:cubicBezTo>
                <a:cubicBezTo>
                  <a:pt x="1352464" y="1945470"/>
                  <a:pt x="1349981" y="1944101"/>
                  <a:pt x="1347667" y="1943225"/>
                </a:cubicBezTo>
                <a:cubicBezTo>
                  <a:pt x="1357833" y="1911098"/>
                  <a:pt x="1363909" y="1876304"/>
                  <a:pt x="1364661" y="1841344"/>
                </a:cubicBezTo>
                <a:cubicBezTo>
                  <a:pt x="1365481" y="1804988"/>
                  <a:pt x="1359384" y="1768779"/>
                  <a:pt x="1351477" y="1735771"/>
                </a:cubicBezTo>
                <a:lnTo>
                  <a:pt x="1351476" y="1735774"/>
                </a:lnTo>
                <a:lnTo>
                  <a:pt x="1361340" y="1787303"/>
                </a:lnTo>
                <a:cubicBezTo>
                  <a:pt x="1363750" y="1805026"/>
                  <a:pt x="1365070" y="1823167"/>
                  <a:pt x="1364660" y="1841345"/>
                </a:cubicBezTo>
                <a:cubicBezTo>
                  <a:pt x="1363907" y="1876304"/>
                  <a:pt x="1357833" y="1911099"/>
                  <a:pt x="1347665" y="1943227"/>
                </a:cubicBezTo>
                <a:cubicBezTo>
                  <a:pt x="1347479" y="1943153"/>
                  <a:pt x="1347314" y="1943169"/>
                  <a:pt x="1347124" y="1943093"/>
                </a:cubicBezTo>
                <a:lnTo>
                  <a:pt x="1347124" y="1943091"/>
                </a:lnTo>
                <a:lnTo>
                  <a:pt x="1332988" y="1934356"/>
                </a:lnTo>
                <a:lnTo>
                  <a:pt x="1332986" y="1934355"/>
                </a:lnTo>
                <a:cubicBezTo>
                  <a:pt x="1318105" y="1921711"/>
                  <a:pt x="1304763" y="1907223"/>
                  <a:pt x="1289715" y="1894801"/>
                </a:cubicBezTo>
                <a:lnTo>
                  <a:pt x="1266063" y="1880664"/>
                </a:lnTo>
                <a:lnTo>
                  <a:pt x="1266062" y="1880664"/>
                </a:lnTo>
                <a:lnTo>
                  <a:pt x="1266063" y="1880650"/>
                </a:lnTo>
                <a:lnTo>
                  <a:pt x="1260930" y="1878006"/>
                </a:lnTo>
                <a:cubicBezTo>
                  <a:pt x="1247180" y="1870852"/>
                  <a:pt x="1236259" y="1861920"/>
                  <a:pt x="1226995" y="1848443"/>
                </a:cubicBezTo>
                <a:cubicBezTo>
                  <a:pt x="1226396" y="1837010"/>
                  <a:pt x="1224756" y="1825821"/>
                  <a:pt x="1221246" y="1814541"/>
                </a:cubicBezTo>
                <a:cubicBezTo>
                  <a:pt x="1219536" y="1808503"/>
                  <a:pt x="1218214" y="1801635"/>
                  <a:pt x="1217639" y="1797824"/>
                </a:cubicBezTo>
                <a:cubicBezTo>
                  <a:pt x="1217284" y="1795053"/>
                  <a:pt x="1216374" y="1791730"/>
                  <a:pt x="1215345" y="1789047"/>
                </a:cubicBezTo>
                <a:cubicBezTo>
                  <a:pt x="1202123" y="1753357"/>
                  <a:pt x="1184473" y="1710257"/>
                  <a:pt x="1162334" y="1661018"/>
                </a:cubicBezTo>
                <a:cubicBezTo>
                  <a:pt x="1150758" y="1635030"/>
                  <a:pt x="1135352" y="1607802"/>
                  <a:pt x="1122935" y="1577779"/>
                </a:cubicBezTo>
                <a:cubicBezTo>
                  <a:pt x="1115269" y="1557239"/>
                  <a:pt x="1107751" y="1537102"/>
                  <a:pt x="1100331" y="1517219"/>
                </a:cubicBezTo>
                <a:cubicBezTo>
                  <a:pt x="1093239" y="1497288"/>
                  <a:pt x="1085317" y="1477639"/>
                  <a:pt x="1080043" y="1458090"/>
                </a:cubicBezTo>
                <a:cubicBezTo>
                  <a:pt x="1074030" y="1438598"/>
                  <a:pt x="1068071" y="1419259"/>
                  <a:pt x="1062112" y="1399952"/>
                </a:cubicBezTo>
                <a:lnTo>
                  <a:pt x="1052705" y="1371155"/>
                </a:lnTo>
                <a:lnTo>
                  <a:pt x="1044275" y="1342574"/>
                </a:lnTo>
                <a:cubicBezTo>
                  <a:pt x="1042044" y="1335333"/>
                  <a:pt x="1037737" y="1328965"/>
                  <a:pt x="1036203" y="1321284"/>
                </a:cubicBezTo>
                <a:cubicBezTo>
                  <a:pt x="1034859" y="1314548"/>
                  <a:pt x="1038401" y="1305266"/>
                  <a:pt x="1036617" y="1297923"/>
                </a:cubicBezTo>
                <a:cubicBezTo>
                  <a:pt x="1035964" y="1295246"/>
                  <a:pt x="1033030" y="1292107"/>
                  <a:pt x="1031418" y="1288589"/>
                </a:cubicBezTo>
                <a:cubicBezTo>
                  <a:pt x="1026234" y="1277377"/>
                  <a:pt x="1024156" y="1268434"/>
                  <a:pt x="1021128" y="1255341"/>
                </a:cubicBezTo>
                <a:cubicBezTo>
                  <a:pt x="1017163" y="1239166"/>
                  <a:pt x="1014970" y="1222731"/>
                  <a:pt x="1011547" y="1205787"/>
                </a:cubicBezTo>
                <a:cubicBezTo>
                  <a:pt x="1009633" y="1196415"/>
                  <a:pt x="1001682" y="1179369"/>
                  <a:pt x="998952" y="1171158"/>
                </a:cubicBezTo>
                <a:cubicBezTo>
                  <a:pt x="998159" y="1168779"/>
                  <a:pt x="1001444" y="1167792"/>
                  <a:pt x="1000674" y="1164678"/>
                </a:cubicBezTo>
                <a:cubicBezTo>
                  <a:pt x="998563" y="1154801"/>
                  <a:pt x="991325" y="1137700"/>
                  <a:pt x="988961" y="1128477"/>
                </a:cubicBezTo>
                <a:cubicBezTo>
                  <a:pt x="988350" y="1126060"/>
                  <a:pt x="991593" y="1125241"/>
                  <a:pt x="990882" y="1122125"/>
                </a:cubicBezTo>
                <a:cubicBezTo>
                  <a:pt x="989678" y="1116614"/>
                  <a:pt x="987852" y="1110409"/>
                  <a:pt x="986325" y="1104507"/>
                </a:cubicBezTo>
                <a:cubicBezTo>
                  <a:pt x="988841" y="1104671"/>
                  <a:pt x="991274" y="1104937"/>
                  <a:pt x="994181" y="1104623"/>
                </a:cubicBezTo>
                <a:cubicBezTo>
                  <a:pt x="990095" y="1100867"/>
                  <a:pt x="986851" y="1097879"/>
                  <a:pt x="983913" y="1095166"/>
                </a:cubicBezTo>
                <a:cubicBezTo>
                  <a:pt x="983011" y="1091830"/>
                  <a:pt x="982308" y="1088702"/>
                  <a:pt x="981377" y="1085369"/>
                </a:cubicBezTo>
                <a:cubicBezTo>
                  <a:pt x="988618" y="1084049"/>
                  <a:pt x="991557" y="1087603"/>
                  <a:pt x="1004911" y="1106186"/>
                </a:cubicBezTo>
                <a:cubicBezTo>
                  <a:pt x="1008730" y="1092867"/>
                  <a:pt x="1012282" y="1079641"/>
                  <a:pt x="1029969" y="1082380"/>
                </a:cubicBezTo>
                <a:cubicBezTo>
                  <a:pt x="1030610" y="1073715"/>
                  <a:pt x="1030730" y="1066321"/>
                  <a:pt x="1031821" y="1059093"/>
                </a:cubicBezTo>
                <a:cubicBezTo>
                  <a:pt x="1033013" y="1051217"/>
                  <a:pt x="1033796" y="1042795"/>
                  <a:pt x="1037302" y="1035919"/>
                </a:cubicBezTo>
                <a:cubicBezTo>
                  <a:pt x="1037958" y="1034634"/>
                  <a:pt x="1040485" y="1034138"/>
                  <a:pt x="1043649" y="1034043"/>
                </a:cubicBezTo>
                <a:cubicBezTo>
                  <a:pt x="1044357" y="1036603"/>
                  <a:pt x="1045264" y="1039084"/>
                  <a:pt x="1045937" y="1041674"/>
                </a:cubicBezTo>
                <a:lnTo>
                  <a:pt x="1075780" y="1137250"/>
                </a:lnTo>
                <a:lnTo>
                  <a:pt x="1075781" y="1137248"/>
                </a:lnTo>
                <a:cubicBezTo>
                  <a:pt x="1066891" y="1105117"/>
                  <a:pt x="1054449" y="1073258"/>
                  <a:pt x="1045937" y="1041672"/>
                </a:cubicBezTo>
                <a:cubicBezTo>
                  <a:pt x="1045258" y="1039095"/>
                  <a:pt x="1044351" y="1036613"/>
                  <a:pt x="1043649" y="1034041"/>
                </a:cubicBezTo>
                <a:cubicBezTo>
                  <a:pt x="1051631" y="1033773"/>
                  <a:pt x="1064619" y="1036660"/>
                  <a:pt x="1069036" y="1040466"/>
                </a:cubicBezTo>
                <a:cubicBezTo>
                  <a:pt x="1072942" y="1043836"/>
                  <a:pt x="1075964" y="1048238"/>
                  <a:pt x="1081214" y="1054283"/>
                </a:cubicBezTo>
                <a:cubicBezTo>
                  <a:pt x="1095540" y="1036689"/>
                  <a:pt x="1108168" y="1018166"/>
                  <a:pt x="1120389" y="999401"/>
                </a:cubicBezTo>
                <a:lnTo>
                  <a:pt x="1157119" y="943062"/>
                </a:lnTo>
                <a:lnTo>
                  <a:pt x="1157119" y="943058"/>
                </a:lnTo>
                <a:cubicBezTo>
                  <a:pt x="1160808" y="937666"/>
                  <a:pt x="1164798" y="932419"/>
                  <a:pt x="1168676" y="927119"/>
                </a:cubicBezTo>
                <a:close/>
                <a:moveTo>
                  <a:pt x="1611352" y="887759"/>
                </a:moveTo>
                <a:lnTo>
                  <a:pt x="1611351" y="887760"/>
                </a:lnTo>
                <a:cubicBezTo>
                  <a:pt x="1610121" y="889338"/>
                  <a:pt x="1608869" y="890577"/>
                  <a:pt x="1609026" y="890794"/>
                </a:cubicBezTo>
                <a:cubicBezTo>
                  <a:pt x="1612273" y="895306"/>
                  <a:pt x="1615681" y="899702"/>
                  <a:pt x="1619056" y="904117"/>
                </a:cubicBezTo>
                <a:cubicBezTo>
                  <a:pt x="1619545" y="903798"/>
                  <a:pt x="1620028" y="903490"/>
                  <a:pt x="1620518" y="903171"/>
                </a:cubicBezTo>
                <a:cubicBezTo>
                  <a:pt x="1617587" y="898244"/>
                  <a:pt x="1614658" y="893314"/>
                  <a:pt x="1611352" y="887759"/>
                </a:cubicBezTo>
                <a:close/>
                <a:moveTo>
                  <a:pt x="1572371" y="881944"/>
                </a:moveTo>
                <a:lnTo>
                  <a:pt x="1572371" y="881945"/>
                </a:lnTo>
                <a:lnTo>
                  <a:pt x="1572370" y="881945"/>
                </a:lnTo>
                <a:lnTo>
                  <a:pt x="1572386" y="882048"/>
                </a:lnTo>
                <a:cubicBezTo>
                  <a:pt x="1563567" y="886570"/>
                  <a:pt x="1566579" y="892396"/>
                  <a:pt x="1569841" y="899070"/>
                </a:cubicBezTo>
                <a:cubicBezTo>
                  <a:pt x="1610632" y="982646"/>
                  <a:pt x="1651209" y="1066328"/>
                  <a:pt x="1691961" y="1149919"/>
                </a:cubicBezTo>
                <a:cubicBezTo>
                  <a:pt x="1693782" y="1153665"/>
                  <a:pt x="1696707" y="1156863"/>
                  <a:pt x="1699126" y="1160309"/>
                </a:cubicBezTo>
                <a:cubicBezTo>
                  <a:pt x="1697471" y="1124998"/>
                  <a:pt x="1687017" y="1092465"/>
                  <a:pt x="1675495" y="1060319"/>
                </a:cubicBezTo>
                <a:cubicBezTo>
                  <a:pt x="1662690" y="1024559"/>
                  <a:pt x="1649179" y="988999"/>
                  <a:pt x="1630840" y="955698"/>
                </a:cubicBezTo>
                <a:cubicBezTo>
                  <a:pt x="1618622" y="933492"/>
                  <a:pt x="1604923" y="912110"/>
                  <a:pt x="1591887" y="890366"/>
                </a:cubicBezTo>
                <a:close/>
                <a:moveTo>
                  <a:pt x="1594806" y="862503"/>
                </a:moveTo>
                <a:cubicBezTo>
                  <a:pt x="1594060" y="863366"/>
                  <a:pt x="1593311" y="864225"/>
                  <a:pt x="1592561" y="865086"/>
                </a:cubicBezTo>
                <a:cubicBezTo>
                  <a:pt x="1595552" y="868585"/>
                  <a:pt x="1598528" y="872110"/>
                  <a:pt x="1601509" y="875620"/>
                </a:cubicBezTo>
                <a:cubicBezTo>
                  <a:pt x="1602412" y="874929"/>
                  <a:pt x="1603320" y="874224"/>
                  <a:pt x="1604218" y="873531"/>
                </a:cubicBezTo>
                <a:cubicBezTo>
                  <a:pt x="1602842" y="871475"/>
                  <a:pt x="1601653" y="869238"/>
                  <a:pt x="1600055" y="867359"/>
                </a:cubicBezTo>
                <a:cubicBezTo>
                  <a:pt x="1598524" y="865560"/>
                  <a:pt x="1596573" y="864114"/>
                  <a:pt x="1594807" y="862503"/>
                </a:cubicBezTo>
                <a:close/>
                <a:moveTo>
                  <a:pt x="1568568" y="861883"/>
                </a:moveTo>
                <a:cubicBezTo>
                  <a:pt x="1570372" y="871422"/>
                  <a:pt x="1571353" y="876555"/>
                  <a:pt x="1572308" y="881597"/>
                </a:cubicBezTo>
                <a:cubicBezTo>
                  <a:pt x="1572004" y="881767"/>
                  <a:pt x="1571957" y="881952"/>
                  <a:pt x="1571626" y="882125"/>
                </a:cubicBezTo>
                <a:lnTo>
                  <a:pt x="1571627" y="882124"/>
                </a:lnTo>
                <a:lnTo>
                  <a:pt x="1572308" y="881598"/>
                </a:lnTo>
                <a:lnTo>
                  <a:pt x="1572318" y="881652"/>
                </a:lnTo>
                <a:lnTo>
                  <a:pt x="1572308" y="881598"/>
                </a:lnTo>
                <a:lnTo>
                  <a:pt x="1572308" y="881598"/>
                </a:lnTo>
                <a:lnTo>
                  <a:pt x="1572308" y="881597"/>
                </a:lnTo>
                <a:cubicBezTo>
                  <a:pt x="1581156" y="876611"/>
                  <a:pt x="1578296" y="871207"/>
                  <a:pt x="1568568" y="861883"/>
                </a:cubicBezTo>
                <a:close/>
                <a:moveTo>
                  <a:pt x="1079808" y="815691"/>
                </a:moveTo>
                <a:lnTo>
                  <a:pt x="1077358" y="817308"/>
                </a:lnTo>
                <a:cubicBezTo>
                  <a:pt x="1076084" y="817981"/>
                  <a:pt x="1074887" y="818777"/>
                  <a:pt x="1074955" y="819936"/>
                </a:cubicBezTo>
                <a:cubicBezTo>
                  <a:pt x="1074955" y="819936"/>
                  <a:pt x="1080774" y="821768"/>
                  <a:pt x="1081203" y="822894"/>
                </a:cubicBezTo>
                <a:lnTo>
                  <a:pt x="1076190" y="829275"/>
                </a:lnTo>
                <a:lnTo>
                  <a:pt x="1076192" y="829281"/>
                </a:lnTo>
                <a:cubicBezTo>
                  <a:pt x="1079167" y="828095"/>
                  <a:pt x="1082387" y="825951"/>
                  <a:pt x="1081211" y="822897"/>
                </a:cubicBezTo>
                <a:cubicBezTo>
                  <a:pt x="1080782" y="821770"/>
                  <a:pt x="1074964" y="819938"/>
                  <a:pt x="1074964" y="819938"/>
                </a:cubicBezTo>
                <a:cubicBezTo>
                  <a:pt x="1074895" y="818780"/>
                  <a:pt x="1076092" y="817984"/>
                  <a:pt x="1077366" y="817309"/>
                </a:cubicBezTo>
                <a:close/>
                <a:moveTo>
                  <a:pt x="618992" y="557516"/>
                </a:moveTo>
                <a:lnTo>
                  <a:pt x="618430" y="557672"/>
                </a:lnTo>
                <a:lnTo>
                  <a:pt x="618429" y="557673"/>
                </a:lnTo>
                <a:cubicBezTo>
                  <a:pt x="618612" y="557618"/>
                  <a:pt x="618796" y="557563"/>
                  <a:pt x="618992" y="557516"/>
                </a:cubicBezTo>
                <a:close/>
                <a:moveTo>
                  <a:pt x="683142" y="540179"/>
                </a:moveTo>
                <a:cubicBezTo>
                  <a:pt x="674075" y="543903"/>
                  <a:pt x="664995" y="547621"/>
                  <a:pt x="655923" y="551357"/>
                </a:cubicBezTo>
                <a:lnTo>
                  <a:pt x="657255" y="555233"/>
                </a:lnTo>
                <a:cubicBezTo>
                  <a:pt x="666535" y="552341"/>
                  <a:pt x="675835" y="549442"/>
                  <a:pt x="685116" y="546551"/>
                </a:cubicBezTo>
                <a:cubicBezTo>
                  <a:pt x="684466" y="544432"/>
                  <a:pt x="683804" y="542305"/>
                  <a:pt x="683142" y="540179"/>
                </a:cubicBezTo>
                <a:close/>
                <a:moveTo>
                  <a:pt x="1356619" y="449330"/>
                </a:moveTo>
                <a:cubicBezTo>
                  <a:pt x="1356484" y="449455"/>
                  <a:pt x="1356297" y="449445"/>
                  <a:pt x="1356161" y="449569"/>
                </a:cubicBezTo>
                <a:cubicBezTo>
                  <a:pt x="1355935" y="449588"/>
                  <a:pt x="1355717" y="449594"/>
                  <a:pt x="1355490" y="449611"/>
                </a:cubicBezTo>
                <a:close/>
                <a:moveTo>
                  <a:pt x="1786323" y="281"/>
                </a:moveTo>
                <a:cubicBezTo>
                  <a:pt x="1793862" y="-1356"/>
                  <a:pt x="1800995" y="4311"/>
                  <a:pt x="1800633" y="13475"/>
                </a:cubicBezTo>
                <a:cubicBezTo>
                  <a:pt x="1799642" y="38317"/>
                  <a:pt x="1801450" y="63522"/>
                  <a:pt x="1786217" y="86032"/>
                </a:cubicBezTo>
                <a:cubicBezTo>
                  <a:pt x="1770938" y="108613"/>
                  <a:pt x="1757571" y="132464"/>
                  <a:pt x="1742888" y="155459"/>
                </a:cubicBezTo>
                <a:cubicBezTo>
                  <a:pt x="1723799" y="185356"/>
                  <a:pt x="1704468" y="215089"/>
                  <a:pt x="1684826" y="244625"/>
                </a:cubicBezTo>
                <a:cubicBezTo>
                  <a:pt x="1668085" y="269801"/>
                  <a:pt x="1650626" y="294505"/>
                  <a:pt x="1633744" y="319597"/>
                </a:cubicBezTo>
                <a:cubicBezTo>
                  <a:pt x="1623305" y="335106"/>
                  <a:pt x="1613361" y="350965"/>
                  <a:pt x="1603155" y="366632"/>
                </a:cubicBezTo>
                <a:cubicBezTo>
                  <a:pt x="1601490" y="369192"/>
                  <a:pt x="1599169" y="371390"/>
                  <a:pt x="1597882" y="374101"/>
                </a:cubicBezTo>
                <a:cubicBezTo>
                  <a:pt x="1593074" y="384248"/>
                  <a:pt x="1576932" y="383395"/>
                  <a:pt x="1576853" y="399972"/>
                </a:cubicBezTo>
                <a:cubicBezTo>
                  <a:pt x="1576803" y="411696"/>
                  <a:pt x="1557728" y="416899"/>
                  <a:pt x="1558110" y="432081"/>
                </a:cubicBezTo>
                <a:cubicBezTo>
                  <a:pt x="1558164" y="434263"/>
                  <a:pt x="1554205" y="438557"/>
                  <a:pt x="1552309" y="438454"/>
                </a:cubicBezTo>
                <a:cubicBezTo>
                  <a:pt x="1544541" y="438014"/>
                  <a:pt x="1542628" y="443150"/>
                  <a:pt x="1539968" y="448624"/>
                </a:cubicBezTo>
                <a:cubicBezTo>
                  <a:pt x="1535377" y="458084"/>
                  <a:pt x="1531067" y="467886"/>
                  <a:pt x="1524966" y="476334"/>
                </a:cubicBezTo>
                <a:cubicBezTo>
                  <a:pt x="1518832" y="484813"/>
                  <a:pt x="1510659" y="491805"/>
                  <a:pt x="1503788" y="499026"/>
                </a:cubicBezTo>
                <a:cubicBezTo>
                  <a:pt x="1505487" y="509055"/>
                  <a:pt x="1512096" y="517751"/>
                  <a:pt x="1501874" y="526960"/>
                </a:cubicBezTo>
                <a:cubicBezTo>
                  <a:pt x="1497421" y="530969"/>
                  <a:pt x="1503755" y="540119"/>
                  <a:pt x="1509697" y="547576"/>
                </a:cubicBezTo>
                <a:cubicBezTo>
                  <a:pt x="1513649" y="552521"/>
                  <a:pt x="1524239" y="558011"/>
                  <a:pt x="1514961" y="567610"/>
                </a:cubicBezTo>
                <a:cubicBezTo>
                  <a:pt x="1514029" y="568573"/>
                  <a:pt x="1513971" y="571589"/>
                  <a:pt x="1514766" y="572859"/>
                </a:cubicBezTo>
                <a:cubicBezTo>
                  <a:pt x="1526351" y="591528"/>
                  <a:pt x="1515962" y="607251"/>
                  <a:pt x="1507808" y="623843"/>
                </a:cubicBezTo>
                <a:cubicBezTo>
                  <a:pt x="1520138" y="638747"/>
                  <a:pt x="1532328" y="654092"/>
                  <a:pt x="1545244" y="668787"/>
                </a:cubicBezTo>
                <a:cubicBezTo>
                  <a:pt x="1551635" y="676063"/>
                  <a:pt x="1559325" y="682203"/>
                  <a:pt x="1566494" y="688777"/>
                </a:cubicBezTo>
                <a:cubicBezTo>
                  <a:pt x="1568143" y="690299"/>
                  <a:pt x="1571397" y="691278"/>
                  <a:pt x="1571674" y="692902"/>
                </a:cubicBezTo>
                <a:cubicBezTo>
                  <a:pt x="1574671" y="710530"/>
                  <a:pt x="1591522" y="718255"/>
                  <a:pt x="1599150" y="732373"/>
                </a:cubicBezTo>
                <a:cubicBezTo>
                  <a:pt x="1614901" y="761526"/>
                  <a:pt x="1629422" y="791373"/>
                  <a:pt x="1645759" y="820175"/>
                </a:cubicBezTo>
                <a:cubicBezTo>
                  <a:pt x="1693260" y="903969"/>
                  <a:pt x="1726216" y="993432"/>
                  <a:pt x="1745730" y="1087589"/>
                </a:cubicBezTo>
                <a:cubicBezTo>
                  <a:pt x="1757781" y="1145767"/>
                  <a:pt x="1763212" y="1204963"/>
                  <a:pt x="1752786" y="1264598"/>
                </a:cubicBezTo>
                <a:cubicBezTo>
                  <a:pt x="1751433" y="1272319"/>
                  <a:pt x="1752375" y="1281096"/>
                  <a:pt x="1754687" y="1288612"/>
                </a:cubicBezTo>
                <a:cubicBezTo>
                  <a:pt x="1760464" y="1307436"/>
                  <a:pt x="1767458" y="1325893"/>
                  <a:pt x="1774287" y="1344382"/>
                </a:cubicBezTo>
                <a:cubicBezTo>
                  <a:pt x="1784731" y="1372632"/>
                  <a:pt x="1782624" y="1401234"/>
                  <a:pt x="1776400" y="1429899"/>
                </a:cubicBezTo>
                <a:cubicBezTo>
                  <a:pt x="1775330" y="1434838"/>
                  <a:pt x="1773297" y="1441946"/>
                  <a:pt x="1769716" y="1443567"/>
                </a:cubicBezTo>
                <a:cubicBezTo>
                  <a:pt x="1757077" y="1449269"/>
                  <a:pt x="1751247" y="1459875"/>
                  <a:pt x="1744785" y="1470941"/>
                </a:cubicBezTo>
                <a:cubicBezTo>
                  <a:pt x="1736104" y="1485806"/>
                  <a:pt x="1724090" y="1490347"/>
                  <a:pt x="1708568" y="1482404"/>
                </a:cubicBezTo>
                <a:cubicBezTo>
                  <a:pt x="1692600" y="1474230"/>
                  <a:pt x="1675372" y="1465420"/>
                  <a:pt x="1663812" y="1452327"/>
                </a:cubicBezTo>
                <a:cubicBezTo>
                  <a:pt x="1634935" y="1419618"/>
                  <a:pt x="1608009" y="1385040"/>
                  <a:pt x="1582076" y="1349878"/>
                </a:cubicBezTo>
                <a:cubicBezTo>
                  <a:pt x="1555285" y="1313558"/>
                  <a:pt x="1530528" y="1275712"/>
                  <a:pt x="1505019" y="1238439"/>
                </a:cubicBezTo>
                <a:cubicBezTo>
                  <a:pt x="1497075" y="1226833"/>
                  <a:pt x="1485693" y="1215825"/>
                  <a:pt x="1482803" y="1202940"/>
                </a:cubicBezTo>
                <a:cubicBezTo>
                  <a:pt x="1478619" y="1184296"/>
                  <a:pt x="1463706" y="1175538"/>
                  <a:pt x="1454685" y="1161685"/>
                </a:cubicBezTo>
                <a:cubicBezTo>
                  <a:pt x="1431582" y="1126236"/>
                  <a:pt x="1407871" y="1091143"/>
                  <a:pt x="1386055" y="1054902"/>
                </a:cubicBezTo>
                <a:cubicBezTo>
                  <a:pt x="1367375" y="1023880"/>
                  <a:pt x="1350570" y="991682"/>
                  <a:pt x="1333723" y="959590"/>
                </a:cubicBezTo>
                <a:cubicBezTo>
                  <a:pt x="1319727" y="932913"/>
                  <a:pt x="1307020" y="905541"/>
                  <a:pt x="1293417" y="878639"/>
                </a:cubicBezTo>
                <a:cubicBezTo>
                  <a:pt x="1290174" y="872245"/>
                  <a:pt x="1285638" y="866510"/>
                  <a:pt x="1281103" y="859557"/>
                </a:cubicBezTo>
                <a:lnTo>
                  <a:pt x="1241739" y="883118"/>
                </a:lnTo>
                <a:lnTo>
                  <a:pt x="1241741" y="883125"/>
                </a:lnTo>
                <a:cubicBezTo>
                  <a:pt x="1237064" y="886234"/>
                  <a:pt x="1231989" y="888992"/>
                  <a:pt x="1227983" y="892742"/>
                </a:cubicBezTo>
                <a:cubicBezTo>
                  <a:pt x="1214618" y="905241"/>
                  <a:pt x="1205924" y="923112"/>
                  <a:pt x="1196486" y="939387"/>
                </a:cubicBezTo>
                <a:cubicBezTo>
                  <a:pt x="1191491" y="948003"/>
                  <a:pt x="1189394" y="958283"/>
                  <a:pt x="1185760" y="967727"/>
                </a:cubicBezTo>
                <a:cubicBezTo>
                  <a:pt x="1184980" y="969762"/>
                  <a:pt x="1183638" y="972208"/>
                  <a:pt x="1181872" y="973117"/>
                </a:cubicBezTo>
                <a:cubicBezTo>
                  <a:pt x="1181702" y="973211"/>
                  <a:pt x="1181618" y="973360"/>
                  <a:pt x="1181455" y="973441"/>
                </a:cubicBezTo>
                <a:cubicBezTo>
                  <a:pt x="1176695" y="958546"/>
                  <a:pt x="1172282" y="943186"/>
                  <a:pt x="1168681" y="927121"/>
                </a:cubicBezTo>
                <a:cubicBezTo>
                  <a:pt x="1172241" y="922254"/>
                  <a:pt x="1175523" y="917238"/>
                  <a:pt x="1179299" y="912475"/>
                </a:cubicBezTo>
                <a:cubicBezTo>
                  <a:pt x="1174074" y="909692"/>
                  <a:pt x="1169373" y="908762"/>
                  <a:pt x="1164824" y="908651"/>
                </a:cubicBezTo>
                <a:cubicBezTo>
                  <a:pt x="1163322" y="900716"/>
                  <a:pt x="1161416" y="892791"/>
                  <a:pt x="1156725" y="885224"/>
                </a:cubicBezTo>
                <a:lnTo>
                  <a:pt x="1156725" y="885230"/>
                </a:lnTo>
                <a:lnTo>
                  <a:pt x="1164822" y="908650"/>
                </a:lnTo>
                <a:lnTo>
                  <a:pt x="1155214" y="910147"/>
                </a:lnTo>
                <a:lnTo>
                  <a:pt x="1155215" y="910149"/>
                </a:lnTo>
                <a:cubicBezTo>
                  <a:pt x="1153460" y="910572"/>
                  <a:pt x="1151692" y="910578"/>
                  <a:pt x="1149907" y="911162"/>
                </a:cubicBezTo>
                <a:cubicBezTo>
                  <a:pt x="1112734" y="923387"/>
                  <a:pt x="1074553" y="928546"/>
                  <a:pt x="1035496" y="928242"/>
                </a:cubicBezTo>
                <a:cubicBezTo>
                  <a:pt x="1025969" y="928162"/>
                  <a:pt x="1016438" y="928444"/>
                  <a:pt x="1006910" y="928554"/>
                </a:cubicBezTo>
                <a:cubicBezTo>
                  <a:pt x="1003382" y="919548"/>
                  <a:pt x="1001233" y="910413"/>
                  <a:pt x="997555" y="901224"/>
                </a:cubicBezTo>
                <a:cubicBezTo>
                  <a:pt x="992396" y="888390"/>
                  <a:pt x="988157" y="875934"/>
                  <a:pt x="980649" y="861224"/>
                </a:cubicBezTo>
                <a:cubicBezTo>
                  <a:pt x="978795" y="857574"/>
                  <a:pt x="975292" y="854382"/>
                  <a:pt x="973419" y="850755"/>
                </a:cubicBezTo>
                <a:cubicBezTo>
                  <a:pt x="964619" y="833569"/>
                  <a:pt x="958113" y="816408"/>
                  <a:pt x="951998" y="798913"/>
                </a:cubicBezTo>
                <a:cubicBezTo>
                  <a:pt x="946239" y="782699"/>
                  <a:pt x="945328" y="764298"/>
                  <a:pt x="933832" y="750714"/>
                </a:cubicBezTo>
                <a:lnTo>
                  <a:pt x="933833" y="750738"/>
                </a:lnTo>
                <a:lnTo>
                  <a:pt x="945063" y="773827"/>
                </a:lnTo>
                <a:cubicBezTo>
                  <a:pt x="947448" y="782152"/>
                  <a:pt x="949111" y="790804"/>
                  <a:pt x="951984" y="798908"/>
                </a:cubicBezTo>
                <a:cubicBezTo>
                  <a:pt x="958110" y="816409"/>
                  <a:pt x="964616" y="833569"/>
                  <a:pt x="973416" y="850755"/>
                </a:cubicBezTo>
                <a:cubicBezTo>
                  <a:pt x="975288" y="854383"/>
                  <a:pt x="978792" y="857574"/>
                  <a:pt x="980645" y="861224"/>
                </a:cubicBezTo>
                <a:cubicBezTo>
                  <a:pt x="988153" y="875934"/>
                  <a:pt x="992392" y="888389"/>
                  <a:pt x="997551" y="901223"/>
                </a:cubicBezTo>
                <a:cubicBezTo>
                  <a:pt x="1001230" y="910412"/>
                  <a:pt x="1003379" y="919547"/>
                  <a:pt x="1006907" y="928553"/>
                </a:cubicBezTo>
                <a:lnTo>
                  <a:pt x="1006904" y="928552"/>
                </a:lnTo>
                <a:cubicBezTo>
                  <a:pt x="988075" y="928784"/>
                  <a:pt x="969244" y="929032"/>
                  <a:pt x="950419" y="929187"/>
                </a:cubicBezTo>
                <a:cubicBezTo>
                  <a:pt x="948132" y="929212"/>
                  <a:pt x="945901" y="928663"/>
                  <a:pt x="943577" y="928496"/>
                </a:cubicBezTo>
                <a:lnTo>
                  <a:pt x="943577" y="928486"/>
                </a:lnTo>
                <a:lnTo>
                  <a:pt x="936978" y="927809"/>
                </a:lnTo>
                <a:cubicBezTo>
                  <a:pt x="909621" y="917978"/>
                  <a:pt x="880811" y="916548"/>
                  <a:pt x="852454" y="912609"/>
                </a:cubicBezTo>
                <a:cubicBezTo>
                  <a:pt x="852386" y="912228"/>
                  <a:pt x="852374" y="911730"/>
                  <a:pt x="852306" y="911380"/>
                </a:cubicBezTo>
                <a:cubicBezTo>
                  <a:pt x="851288" y="906261"/>
                  <a:pt x="847726" y="900933"/>
                  <a:pt x="847448" y="896566"/>
                </a:cubicBezTo>
                <a:cubicBezTo>
                  <a:pt x="847166" y="892277"/>
                  <a:pt x="851356" y="887428"/>
                  <a:pt x="851479" y="882493"/>
                </a:cubicBezTo>
                <a:cubicBezTo>
                  <a:pt x="851609" y="877704"/>
                  <a:pt x="849355" y="872276"/>
                  <a:pt x="849535" y="867448"/>
                </a:cubicBezTo>
                <a:cubicBezTo>
                  <a:pt x="849875" y="858559"/>
                  <a:pt x="852016" y="849459"/>
                  <a:pt x="851922" y="840883"/>
                </a:cubicBezTo>
                <a:cubicBezTo>
                  <a:pt x="851881" y="836155"/>
                  <a:pt x="854136" y="830486"/>
                  <a:pt x="852881" y="825761"/>
                </a:cubicBezTo>
                <a:lnTo>
                  <a:pt x="845672" y="815507"/>
                </a:lnTo>
                <a:lnTo>
                  <a:pt x="845672" y="815508"/>
                </a:lnTo>
                <a:cubicBezTo>
                  <a:pt x="846446" y="819923"/>
                  <a:pt x="851994" y="822498"/>
                  <a:pt x="852862" y="825769"/>
                </a:cubicBezTo>
                <a:cubicBezTo>
                  <a:pt x="854122" y="830482"/>
                  <a:pt x="851861" y="836163"/>
                  <a:pt x="851901" y="840891"/>
                </a:cubicBezTo>
                <a:cubicBezTo>
                  <a:pt x="852003" y="849454"/>
                  <a:pt x="849862" y="858554"/>
                  <a:pt x="849516" y="867456"/>
                </a:cubicBezTo>
                <a:cubicBezTo>
                  <a:pt x="849335" y="872283"/>
                  <a:pt x="851590" y="877713"/>
                  <a:pt x="851465" y="882488"/>
                </a:cubicBezTo>
                <a:cubicBezTo>
                  <a:pt x="851344" y="887423"/>
                  <a:pt x="847146" y="892284"/>
                  <a:pt x="847429" y="896574"/>
                </a:cubicBezTo>
                <a:cubicBezTo>
                  <a:pt x="847713" y="900928"/>
                  <a:pt x="851269" y="906269"/>
                  <a:pt x="852286" y="911388"/>
                </a:cubicBezTo>
                <a:cubicBezTo>
                  <a:pt x="852355" y="911738"/>
                  <a:pt x="852380" y="912242"/>
                  <a:pt x="852441" y="912604"/>
                </a:cubicBezTo>
                <a:cubicBezTo>
                  <a:pt x="847024" y="911853"/>
                  <a:pt x="841582" y="911185"/>
                  <a:pt x="836204" y="910152"/>
                </a:cubicBezTo>
                <a:cubicBezTo>
                  <a:pt x="829255" y="908822"/>
                  <a:pt x="823110" y="903424"/>
                  <a:pt x="816165" y="901954"/>
                </a:cubicBezTo>
                <a:cubicBezTo>
                  <a:pt x="803076" y="899178"/>
                  <a:pt x="789669" y="897913"/>
                  <a:pt x="776408" y="896019"/>
                </a:cubicBezTo>
                <a:cubicBezTo>
                  <a:pt x="758773" y="893496"/>
                  <a:pt x="741136" y="890973"/>
                  <a:pt x="723500" y="888450"/>
                </a:cubicBezTo>
                <a:cubicBezTo>
                  <a:pt x="711404" y="870582"/>
                  <a:pt x="691055" y="873763"/>
                  <a:pt x="673853" y="868801"/>
                </a:cubicBezTo>
                <a:cubicBezTo>
                  <a:pt x="668890" y="867364"/>
                  <a:pt x="663919" y="864670"/>
                  <a:pt x="659956" y="861354"/>
                </a:cubicBezTo>
                <a:cubicBezTo>
                  <a:pt x="649312" y="852413"/>
                  <a:pt x="638147" y="845441"/>
                  <a:pt x="623634" y="845069"/>
                </a:cubicBezTo>
                <a:cubicBezTo>
                  <a:pt x="621205" y="845011"/>
                  <a:pt x="618887" y="841613"/>
                  <a:pt x="616545" y="839772"/>
                </a:cubicBezTo>
                <a:cubicBezTo>
                  <a:pt x="618105" y="834989"/>
                  <a:pt x="619678" y="830247"/>
                  <a:pt x="621215" y="825547"/>
                </a:cubicBezTo>
                <a:cubicBezTo>
                  <a:pt x="605631" y="820427"/>
                  <a:pt x="586757" y="820641"/>
                  <a:pt x="585979" y="797641"/>
                </a:cubicBezTo>
                <a:cubicBezTo>
                  <a:pt x="585885" y="795314"/>
                  <a:pt x="582521" y="793044"/>
                  <a:pt x="580530" y="790867"/>
                </a:cubicBezTo>
                <a:cubicBezTo>
                  <a:pt x="561125" y="769467"/>
                  <a:pt x="560854" y="765119"/>
                  <a:pt x="578484" y="739468"/>
                </a:cubicBezTo>
                <a:cubicBezTo>
                  <a:pt x="574280" y="735051"/>
                  <a:pt x="569835" y="730376"/>
                  <a:pt x="565275" y="725582"/>
                </a:cubicBezTo>
                <a:cubicBezTo>
                  <a:pt x="569679" y="719933"/>
                  <a:pt x="574507" y="713758"/>
                  <a:pt x="580193" y="706458"/>
                </a:cubicBezTo>
                <a:cubicBezTo>
                  <a:pt x="576953" y="700587"/>
                  <a:pt x="574351" y="694310"/>
                  <a:pt x="570352" y="689103"/>
                </a:cubicBezTo>
                <a:cubicBezTo>
                  <a:pt x="566378" y="683910"/>
                  <a:pt x="561007" y="679821"/>
                  <a:pt x="556188" y="675172"/>
                </a:cubicBezTo>
                <a:cubicBezTo>
                  <a:pt x="575151" y="657914"/>
                  <a:pt x="575174" y="651679"/>
                  <a:pt x="554393" y="636973"/>
                </a:cubicBezTo>
                <a:cubicBezTo>
                  <a:pt x="560811" y="632990"/>
                  <a:pt x="567470" y="630770"/>
                  <a:pt x="570844" y="626146"/>
                </a:cubicBezTo>
                <a:cubicBezTo>
                  <a:pt x="573743" y="622183"/>
                  <a:pt x="572902" y="615452"/>
                  <a:pt x="573715" y="609899"/>
                </a:cubicBezTo>
                <a:cubicBezTo>
                  <a:pt x="577234" y="609165"/>
                  <a:pt x="580752" y="608432"/>
                  <a:pt x="585664" y="607417"/>
                </a:cubicBezTo>
                <a:cubicBezTo>
                  <a:pt x="583561" y="593883"/>
                  <a:pt x="586028" y="582798"/>
                  <a:pt x="605275" y="583544"/>
                </a:cubicBezTo>
                <a:cubicBezTo>
                  <a:pt x="598842" y="568337"/>
                  <a:pt x="607373" y="561866"/>
                  <a:pt x="618363" y="556959"/>
                </a:cubicBezTo>
                <a:cubicBezTo>
                  <a:pt x="618466" y="557072"/>
                  <a:pt x="618542" y="557077"/>
                  <a:pt x="618633" y="557184"/>
                </a:cubicBezTo>
                <a:lnTo>
                  <a:pt x="618487" y="557535"/>
                </a:lnTo>
                <a:lnTo>
                  <a:pt x="618633" y="557184"/>
                </a:lnTo>
                <a:lnTo>
                  <a:pt x="618633" y="557184"/>
                </a:lnTo>
                <a:cubicBezTo>
                  <a:pt x="620802" y="552806"/>
                  <a:pt x="622125" y="547370"/>
                  <a:pt x="625566" y="544506"/>
                </a:cubicBezTo>
                <a:cubicBezTo>
                  <a:pt x="646000" y="527464"/>
                  <a:pt x="670082" y="521595"/>
                  <a:pt x="696225" y="522312"/>
                </a:cubicBezTo>
                <a:cubicBezTo>
                  <a:pt x="705889" y="522585"/>
                  <a:pt x="707623" y="527525"/>
                  <a:pt x="705722" y="536647"/>
                </a:cubicBezTo>
                <a:cubicBezTo>
                  <a:pt x="734887" y="536646"/>
                  <a:pt x="762494" y="531108"/>
                  <a:pt x="790731" y="525048"/>
                </a:cubicBezTo>
                <a:cubicBezTo>
                  <a:pt x="791138" y="524959"/>
                  <a:pt x="791575" y="524900"/>
                  <a:pt x="791993" y="524816"/>
                </a:cubicBezTo>
                <a:cubicBezTo>
                  <a:pt x="792584" y="526860"/>
                  <a:pt x="793182" y="528891"/>
                  <a:pt x="793767" y="530916"/>
                </a:cubicBezTo>
                <a:cubicBezTo>
                  <a:pt x="799091" y="550489"/>
                  <a:pt x="811728" y="568411"/>
                  <a:pt x="805364" y="587957"/>
                </a:cubicBezTo>
                <a:cubicBezTo>
                  <a:pt x="800868" y="601458"/>
                  <a:pt x="814868" y="607908"/>
                  <a:pt x="819465" y="618648"/>
                </a:cubicBezTo>
                <a:cubicBezTo>
                  <a:pt x="822302" y="625386"/>
                  <a:pt x="823846" y="633995"/>
                  <a:pt x="826319" y="642111"/>
                </a:cubicBezTo>
                <a:cubicBezTo>
                  <a:pt x="831527" y="659567"/>
                  <a:pt x="832020" y="674485"/>
                  <a:pt x="834166" y="690483"/>
                </a:cubicBezTo>
                <a:cubicBezTo>
                  <a:pt x="835323" y="698649"/>
                  <a:pt x="840210" y="705644"/>
                  <a:pt x="840356" y="713199"/>
                </a:cubicBezTo>
                <a:cubicBezTo>
                  <a:pt x="840501" y="721671"/>
                  <a:pt x="835472" y="731142"/>
                  <a:pt x="835284" y="739423"/>
                </a:cubicBezTo>
                <a:cubicBezTo>
                  <a:pt x="835202" y="743094"/>
                  <a:pt x="833284" y="748687"/>
                  <a:pt x="834181" y="752289"/>
                </a:cubicBezTo>
                <a:cubicBezTo>
                  <a:pt x="834982" y="755401"/>
                  <a:pt x="840754" y="758494"/>
                  <a:pt x="841467" y="762119"/>
                </a:cubicBezTo>
                <a:cubicBezTo>
                  <a:pt x="842336" y="766564"/>
                  <a:pt x="839442" y="770452"/>
                  <a:pt x="840371" y="775004"/>
                </a:cubicBezTo>
                <a:cubicBezTo>
                  <a:pt x="841287" y="779678"/>
                  <a:pt x="844352" y="784339"/>
                  <a:pt x="845165" y="789328"/>
                </a:cubicBezTo>
                <a:lnTo>
                  <a:pt x="845671" y="815452"/>
                </a:lnTo>
                <a:lnTo>
                  <a:pt x="845184" y="789320"/>
                </a:lnTo>
                <a:cubicBezTo>
                  <a:pt x="844366" y="784344"/>
                  <a:pt x="841300" y="779683"/>
                  <a:pt x="840390" y="774996"/>
                </a:cubicBezTo>
                <a:cubicBezTo>
                  <a:pt x="839462" y="770444"/>
                  <a:pt x="842356" y="766557"/>
                  <a:pt x="841480" y="762124"/>
                </a:cubicBezTo>
                <a:cubicBezTo>
                  <a:pt x="840767" y="758500"/>
                  <a:pt x="834995" y="755406"/>
                  <a:pt x="834194" y="752294"/>
                </a:cubicBezTo>
                <a:cubicBezTo>
                  <a:pt x="833297" y="748691"/>
                  <a:pt x="835222" y="743085"/>
                  <a:pt x="835303" y="739415"/>
                </a:cubicBezTo>
                <a:cubicBezTo>
                  <a:pt x="835485" y="731147"/>
                  <a:pt x="840514" y="721676"/>
                  <a:pt x="840375" y="713191"/>
                </a:cubicBezTo>
                <a:cubicBezTo>
                  <a:pt x="840223" y="705651"/>
                  <a:pt x="835337" y="698655"/>
                  <a:pt x="834179" y="690488"/>
                </a:cubicBezTo>
                <a:cubicBezTo>
                  <a:pt x="832034" y="674489"/>
                  <a:pt x="831540" y="659572"/>
                  <a:pt x="826332" y="642117"/>
                </a:cubicBezTo>
                <a:cubicBezTo>
                  <a:pt x="823860" y="633998"/>
                  <a:pt x="822315" y="625392"/>
                  <a:pt x="819471" y="618634"/>
                </a:cubicBezTo>
                <a:cubicBezTo>
                  <a:pt x="814881" y="607913"/>
                  <a:pt x="800888" y="601451"/>
                  <a:pt x="805383" y="587949"/>
                </a:cubicBezTo>
                <a:cubicBezTo>
                  <a:pt x="811728" y="568410"/>
                  <a:pt x="799110" y="550480"/>
                  <a:pt x="793779" y="530921"/>
                </a:cubicBezTo>
                <a:cubicBezTo>
                  <a:pt x="793195" y="528897"/>
                  <a:pt x="792584" y="526858"/>
                  <a:pt x="791999" y="524801"/>
                </a:cubicBezTo>
                <a:cubicBezTo>
                  <a:pt x="812649" y="520372"/>
                  <a:pt x="834051" y="515590"/>
                  <a:pt x="855576" y="513040"/>
                </a:cubicBezTo>
                <a:cubicBezTo>
                  <a:pt x="877768" y="510415"/>
                  <a:pt x="900781" y="506440"/>
                  <a:pt x="923285" y="502378"/>
                </a:cubicBezTo>
                <a:cubicBezTo>
                  <a:pt x="928586" y="501410"/>
                  <a:pt x="933948" y="500802"/>
                  <a:pt x="939270" y="499986"/>
                </a:cubicBezTo>
                <a:lnTo>
                  <a:pt x="939275" y="499998"/>
                </a:lnTo>
                <a:lnTo>
                  <a:pt x="1002229" y="490591"/>
                </a:lnTo>
                <a:cubicBezTo>
                  <a:pt x="1005698" y="489993"/>
                  <a:pt x="1008961" y="488218"/>
                  <a:pt x="1012203" y="486257"/>
                </a:cubicBezTo>
                <a:cubicBezTo>
                  <a:pt x="1012989" y="488713"/>
                  <a:pt x="1013960" y="491114"/>
                  <a:pt x="1014690" y="493526"/>
                </a:cubicBezTo>
                <a:cubicBezTo>
                  <a:pt x="1018306" y="497565"/>
                  <a:pt x="1023332" y="501488"/>
                  <a:pt x="1026168" y="506166"/>
                </a:cubicBezTo>
                <a:cubicBezTo>
                  <a:pt x="1027771" y="508792"/>
                  <a:pt x="1026793" y="512427"/>
                  <a:pt x="1028004" y="515214"/>
                </a:cubicBezTo>
                <a:cubicBezTo>
                  <a:pt x="1029457" y="518512"/>
                  <a:pt x="1033780" y="518627"/>
                  <a:pt x="1035173" y="521294"/>
                </a:cubicBezTo>
                <a:cubicBezTo>
                  <a:pt x="1037993" y="526694"/>
                  <a:pt x="1038850" y="533226"/>
                  <a:pt x="1041718" y="538886"/>
                </a:cubicBezTo>
                <a:cubicBezTo>
                  <a:pt x="1044799" y="544823"/>
                  <a:pt x="1048743" y="550208"/>
                  <a:pt x="1050774" y="556100"/>
                </a:cubicBezTo>
                <a:cubicBezTo>
                  <a:pt x="1054207" y="565726"/>
                  <a:pt x="1054736" y="574906"/>
                  <a:pt x="1055084" y="581907"/>
                </a:cubicBezTo>
                <a:cubicBezTo>
                  <a:pt x="1055217" y="584349"/>
                  <a:pt x="1058996" y="587673"/>
                  <a:pt x="1059485" y="590618"/>
                </a:cubicBezTo>
                <a:cubicBezTo>
                  <a:pt x="1060535" y="596737"/>
                  <a:pt x="1058320" y="602758"/>
                  <a:pt x="1059700" y="609541"/>
                </a:cubicBezTo>
                <a:cubicBezTo>
                  <a:pt x="1060978" y="615831"/>
                  <a:pt x="1064940" y="621399"/>
                  <a:pt x="1065638" y="627506"/>
                </a:cubicBezTo>
                <a:cubicBezTo>
                  <a:pt x="1067165" y="639369"/>
                  <a:pt x="1062594" y="651948"/>
                  <a:pt x="1068166" y="663156"/>
                </a:cubicBezTo>
                <a:cubicBezTo>
                  <a:pt x="1061293" y="671851"/>
                  <a:pt x="1068140" y="680709"/>
                  <a:pt x="1069020" y="689616"/>
                </a:cubicBezTo>
                <a:cubicBezTo>
                  <a:pt x="1069865" y="698313"/>
                  <a:pt x="1069181" y="707923"/>
                  <a:pt x="1069852" y="716064"/>
                </a:cubicBezTo>
                <a:cubicBezTo>
                  <a:pt x="1070436" y="723129"/>
                  <a:pt x="1069583" y="731074"/>
                  <a:pt x="1070175" y="738747"/>
                </a:cubicBezTo>
                <a:cubicBezTo>
                  <a:pt x="1070855" y="748174"/>
                  <a:pt x="1076469" y="759261"/>
                  <a:pt x="1068362" y="769456"/>
                </a:cubicBezTo>
                <a:cubicBezTo>
                  <a:pt x="1074952" y="772785"/>
                  <a:pt x="1067026" y="778436"/>
                  <a:pt x="1075826" y="781750"/>
                </a:cubicBezTo>
                <a:cubicBezTo>
                  <a:pt x="1074062" y="792491"/>
                  <a:pt x="1075658" y="801772"/>
                  <a:pt x="1076602" y="810201"/>
                </a:cubicBezTo>
                <a:cubicBezTo>
                  <a:pt x="1076646" y="810571"/>
                  <a:pt x="1077862" y="811008"/>
                  <a:pt x="1078911" y="811787"/>
                </a:cubicBezTo>
                <a:lnTo>
                  <a:pt x="1080224" y="815415"/>
                </a:lnTo>
                <a:lnTo>
                  <a:pt x="1080238" y="815406"/>
                </a:lnTo>
                <a:cubicBezTo>
                  <a:pt x="1081476" y="811942"/>
                  <a:pt x="1076699" y="810944"/>
                  <a:pt x="1076617" y="810191"/>
                </a:cubicBezTo>
                <a:cubicBezTo>
                  <a:pt x="1075672" y="801762"/>
                  <a:pt x="1074077" y="792481"/>
                  <a:pt x="1075835" y="781753"/>
                </a:cubicBezTo>
                <a:cubicBezTo>
                  <a:pt x="1067035" y="778440"/>
                  <a:pt x="1074961" y="772788"/>
                  <a:pt x="1068370" y="769458"/>
                </a:cubicBezTo>
                <a:cubicBezTo>
                  <a:pt x="1076483" y="759252"/>
                  <a:pt x="1070869" y="748164"/>
                  <a:pt x="1070184" y="738751"/>
                </a:cubicBezTo>
                <a:cubicBezTo>
                  <a:pt x="1069592" y="731077"/>
                  <a:pt x="1070444" y="723132"/>
                  <a:pt x="1069867" y="716053"/>
                </a:cubicBezTo>
                <a:cubicBezTo>
                  <a:pt x="1069189" y="707927"/>
                  <a:pt x="1069872" y="698315"/>
                  <a:pt x="1069028" y="689618"/>
                </a:cubicBezTo>
                <a:cubicBezTo>
                  <a:pt x="1068148" y="680713"/>
                  <a:pt x="1061308" y="671842"/>
                  <a:pt x="1068175" y="663159"/>
                </a:cubicBezTo>
                <a:cubicBezTo>
                  <a:pt x="1062603" y="651950"/>
                  <a:pt x="1067172" y="639372"/>
                  <a:pt x="1065653" y="627496"/>
                </a:cubicBezTo>
                <a:cubicBezTo>
                  <a:pt x="1064954" y="621389"/>
                  <a:pt x="1060991" y="615821"/>
                  <a:pt x="1059708" y="609544"/>
                </a:cubicBezTo>
                <a:cubicBezTo>
                  <a:pt x="1058330" y="602761"/>
                  <a:pt x="1060545" y="596740"/>
                  <a:pt x="1059493" y="590621"/>
                </a:cubicBezTo>
                <a:cubicBezTo>
                  <a:pt x="1059003" y="587675"/>
                  <a:pt x="1055230" y="584354"/>
                  <a:pt x="1055091" y="581893"/>
                </a:cubicBezTo>
                <a:cubicBezTo>
                  <a:pt x="1054742" y="574892"/>
                  <a:pt x="1054220" y="565731"/>
                  <a:pt x="1050788" y="556106"/>
                </a:cubicBezTo>
                <a:cubicBezTo>
                  <a:pt x="1048743" y="550207"/>
                  <a:pt x="1044805" y="544809"/>
                  <a:pt x="1041718" y="538885"/>
                </a:cubicBezTo>
                <a:cubicBezTo>
                  <a:pt x="1038870" y="533218"/>
                  <a:pt x="1038006" y="526699"/>
                  <a:pt x="1035186" y="521300"/>
                </a:cubicBezTo>
                <a:cubicBezTo>
                  <a:pt x="1033793" y="518632"/>
                  <a:pt x="1029457" y="518512"/>
                  <a:pt x="1028011" y="515200"/>
                </a:cubicBezTo>
                <a:cubicBezTo>
                  <a:pt x="1026794" y="512426"/>
                  <a:pt x="1027784" y="508797"/>
                  <a:pt x="1026187" y="506158"/>
                </a:cubicBezTo>
                <a:cubicBezTo>
                  <a:pt x="1023345" y="501494"/>
                  <a:pt x="1018307" y="497564"/>
                  <a:pt x="1014703" y="493531"/>
                </a:cubicBezTo>
                <a:cubicBezTo>
                  <a:pt x="1013973" y="491119"/>
                  <a:pt x="1013003" y="488719"/>
                  <a:pt x="1012216" y="486263"/>
                </a:cubicBezTo>
                <a:lnTo>
                  <a:pt x="1018800" y="482298"/>
                </a:lnTo>
                <a:lnTo>
                  <a:pt x="1018364" y="481962"/>
                </a:lnTo>
                <a:lnTo>
                  <a:pt x="1019595" y="481825"/>
                </a:lnTo>
                <a:lnTo>
                  <a:pt x="1018802" y="482297"/>
                </a:lnTo>
                <a:lnTo>
                  <a:pt x="1031846" y="488740"/>
                </a:lnTo>
                <a:cubicBezTo>
                  <a:pt x="1036532" y="489122"/>
                  <a:pt x="1041366" y="488158"/>
                  <a:pt x="1045776" y="487109"/>
                </a:cubicBezTo>
                <a:lnTo>
                  <a:pt x="1106224" y="479444"/>
                </a:lnTo>
                <a:lnTo>
                  <a:pt x="1106220" y="479437"/>
                </a:lnTo>
                <a:cubicBezTo>
                  <a:pt x="1108240" y="478903"/>
                  <a:pt x="1110297" y="478689"/>
                  <a:pt x="1112299" y="477955"/>
                </a:cubicBezTo>
                <a:cubicBezTo>
                  <a:pt x="1116973" y="476240"/>
                  <a:pt x="1122617" y="477164"/>
                  <a:pt x="1127819" y="477018"/>
                </a:cubicBezTo>
                <a:cubicBezTo>
                  <a:pt x="1154771" y="476286"/>
                  <a:pt x="1181724" y="475745"/>
                  <a:pt x="1208678" y="474854"/>
                </a:cubicBezTo>
                <a:cubicBezTo>
                  <a:pt x="1229877" y="474161"/>
                  <a:pt x="1251107" y="465714"/>
                  <a:pt x="1272307" y="475247"/>
                </a:cubicBezTo>
                <a:cubicBezTo>
                  <a:pt x="1274574" y="476258"/>
                  <a:pt x="1278129" y="474623"/>
                  <a:pt x="1281030" y="473973"/>
                </a:cubicBezTo>
                <a:cubicBezTo>
                  <a:pt x="1292764" y="471327"/>
                  <a:pt x="1304881" y="469689"/>
                  <a:pt x="1316098" y="465572"/>
                </a:cubicBezTo>
                <a:cubicBezTo>
                  <a:pt x="1329568" y="460637"/>
                  <a:pt x="1344783" y="459823"/>
                  <a:pt x="1356161" y="449570"/>
                </a:cubicBezTo>
                <a:cubicBezTo>
                  <a:pt x="1369708" y="448937"/>
                  <a:pt x="1383360" y="449084"/>
                  <a:pt x="1396781" y="447391"/>
                </a:cubicBezTo>
                <a:cubicBezTo>
                  <a:pt x="1417744" y="444745"/>
                  <a:pt x="1438768" y="444807"/>
                  <a:pt x="1459119" y="448875"/>
                </a:cubicBezTo>
                <a:cubicBezTo>
                  <a:pt x="1468427" y="450735"/>
                  <a:pt x="1476293" y="459736"/>
                  <a:pt x="1485939" y="466263"/>
                </a:cubicBezTo>
                <a:cubicBezTo>
                  <a:pt x="1493796" y="456186"/>
                  <a:pt x="1503016" y="445370"/>
                  <a:pt x="1511119" y="433795"/>
                </a:cubicBezTo>
                <a:cubicBezTo>
                  <a:pt x="1557014" y="368201"/>
                  <a:pt x="1603251" y="302836"/>
                  <a:pt x="1648179" y="236587"/>
                </a:cubicBezTo>
                <a:cubicBezTo>
                  <a:pt x="1687073" y="179231"/>
                  <a:pt x="1724597" y="120930"/>
                  <a:pt x="1762217" y="62707"/>
                </a:cubicBezTo>
                <a:cubicBezTo>
                  <a:pt x="1769866" y="50865"/>
                  <a:pt x="1777492" y="38553"/>
                  <a:pt x="1770587" y="22517"/>
                </a:cubicBezTo>
                <a:cubicBezTo>
                  <a:pt x="1767462" y="15258"/>
                  <a:pt x="1778411" y="2008"/>
                  <a:pt x="1786323" y="281"/>
                </a:cubicBez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37F4F9-FCD2-5711-5095-29A6F6622547}"/>
              </a:ext>
            </a:extLst>
          </p:cNvPr>
          <p:cNvSpPr/>
          <p:nvPr userDrawn="1"/>
        </p:nvSpPr>
        <p:spPr>
          <a:xfrm rot="572458">
            <a:off x="6011364" y="920401"/>
            <a:ext cx="4880919" cy="582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88E21E-A1C4-6E3E-1822-3E55F28DB5BF}"/>
              </a:ext>
            </a:extLst>
          </p:cNvPr>
          <p:cNvSpPr/>
          <p:nvPr userDrawn="1"/>
        </p:nvSpPr>
        <p:spPr>
          <a:xfrm rot="21374125">
            <a:off x="1312331" y="527457"/>
            <a:ext cx="4880919" cy="582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44B8B03-0438-AD53-37DE-31C7970C7F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3423" y="6041985"/>
            <a:ext cx="898871" cy="768956"/>
          </a:xfrm>
          <a:prstGeom prst="rect">
            <a:avLst/>
          </a:prstGeom>
        </p:spPr>
      </p:pic>
      <p:sp>
        <p:nvSpPr>
          <p:cNvPr id="446" name="Picture Placeholder 445">
            <a:extLst>
              <a:ext uri="{FF2B5EF4-FFF2-40B4-BE49-F238E27FC236}">
                <a16:creationId xmlns:a16="http://schemas.microsoft.com/office/drawing/2014/main" id="{110DD562-B103-2582-D780-06955A7A97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6958" y="508821"/>
            <a:ext cx="4786192" cy="5222490"/>
          </a:xfrm>
          <a:custGeom>
            <a:avLst/>
            <a:gdLst>
              <a:gd name="connsiteX0" fmla="*/ 1226875 w 4786192"/>
              <a:gd name="connsiteY0" fmla="*/ 5116899 h 5222490"/>
              <a:gd name="connsiteX1" fmla="*/ 1220792 w 4786192"/>
              <a:gd name="connsiteY1" fmla="*/ 5118891 h 5222490"/>
              <a:gd name="connsiteX2" fmla="*/ 1225379 w 4786192"/>
              <a:gd name="connsiteY2" fmla="*/ 5121108 h 5222490"/>
              <a:gd name="connsiteX3" fmla="*/ 1231601 w 4786192"/>
              <a:gd name="connsiteY3" fmla="*/ 5118953 h 5222490"/>
              <a:gd name="connsiteX4" fmla="*/ 1227666 w 4786192"/>
              <a:gd name="connsiteY4" fmla="*/ 5117291 h 5222490"/>
              <a:gd name="connsiteX5" fmla="*/ 1033835 w 4786192"/>
              <a:gd name="connsiteY5" fmla="*/ 5111879 h 5222490"/>
              <a:gd name="connsiteX6" fmla="*/ 1031802 w 4786192"/>
              <a:gd name="connsiteY6" fmla="*/ 5115069 h 5222490"/>
              <a:gd name="connsiteX7" fmla="*/ 1051059 w 4786192"/>
              <a:gd name="connsiteY7" fmla="*/ 5116136 h 5222490"/>
              <a:gd name="connsiteX8" fmla="*/ 1052952 w 4786192"/>
              <a:gd name="connsiteY8" fmla="*/ 5113108 h 5222490"/>
              <a:gd name="connsiteX9" fmla="*/ 1097032 w 4786192"/>
              <a:gd name="connsiteY9" fmla="*/ 5089191 h 5222490"/>
              <a:gd name="connsiteX10" fmla="*/ 1039018 w 4786192"/>
              <a:gd name="connsiteY10" fmla="*/ 5096468 h 5222490"/>
              <a:gd name="connsiteX11" fmla="*/ 1143753 w 4786192"/>
              <a:gd name="connsiteY11" fmla="*/ 5095075 h 5222490"/>
              <a:gd name="connsiteX12" fmla="*/ 1097032 w 4786192"/>
              <a:gd name="connsiteY12" fmla="*/ 5089191 h 5222490"/>
              <a:gd name="connsiteX13" fmla="*/ 953473 w 4786192"/>
              <a:gd name="connsiteY13" fmla="*/ 5082565 h 5222490"/>
              <a:gd name="connsiteX14" fmla="*/ 893343 w 4786192"/>
              <a:gd name="connsiteY14" fmla="*/ 5091978 h 5222490"/>
              <a:gd name="connsiteX15" fmla="*/ 832954 w 4786192"/>
              <a:gd name="connsiteY15" fmla="*/ 5098077 h 5222490"/>
              <a:gd name="connsiteX16" fmla="*/ 887676 w 4786192"/>
              <a:gd name="connsiteY16" fmla="*/ 5101213 h 5222490"/>
              <a:gd name="connsiteX17" fmla="*/ 869773 w 4786192"/>
              <a:gd name="connsiteY17" fmla="*/ 5123229 h 5222490"/>
              <a:gd name="connsiteX18" fmla="*/ 997005 w 4786192"/>
              <a:gd name="connsiteY18" fmla="*/ 5117646 h 5222490"/>
              <a:gd name="connsiteX19" fmla="*/ 934138 w 4786192"/>
              <a:gd name="connsiteY19" fmla="*/ 5103783 h 5222490"/>
              <a:gd name="connsiteX20" fmla="*/ 2362189 w 4786192"/>
              <a:gd name="connsiteY20" fmla="*/ 5081676 h 5222490"/>
              <a:gd name="connsiteX21" fmla="*/ 2361577 w 4786192"/>
              <a:gd name="connsiteY21" fmla="*/ 5085513 h 5222490"/>
              <a:gd name="connsiteX22" fmla="*/ 2345916 w 4786192"/>
              <a:gd name="connsiteY22" fmla="*/ 5085680 h 5222490"/>
              <a:gd name="connsiteX23" fmla="*/ 2347065 w 4786192"/>
              <a:gd name="connsiteY23" fmla="*/ 5082862 h 5222490"/>
              <a:gd name="connsiteX24" fmla="*/ 2362189 w 4786192"/>
              <a:gd name="connsiteY24" fmla="*/ 5081676 h 5222490"/>
              <a:gd name="connsiteX25" fmla="*/ 1248753 w 4786192"/>
              <a:gd name="connsiteY25" fmla="*/ 5071838 h 5222490"/>
              <a:gd name="connsiteX26" fmla="*/ 1240587 w 4786192"/>
              <a:gd name="connsiteY26" fmla="*/ 5072478 h 5222490"/>
              <a:gd name="connsiteX27" fmla="*/ 1244536 w 4786192"/>
              <a:gd name="connsiteY27" fmla="*/ 5076261 h 5222490"/>
              <a:gd name="connsiteX28" fmla="*/ 1251946 w 4786192"/>
              <a:gd name="connsiteY28" fmla="*/ 5075680 h 5222490"/>
              <a:gd name="connsiteX29" fmla="*/ 1248765 w 4786192"/>
              <a:gd name="connsiteY29" fmla="*/ 5071988 h 5222490"/>
              <a:gd name="connsiteX30" fmla="*/ 889218 w 4786192"/>
              <a:gd name="connsiteY30" fmla="*/ 5066537 h 5222490"/>
              <a:gd name="connsiteX31" fmla="*/ 848988 w 4786192"/>
              <a:gd name="connsiteY31" fmla="*/ 5069692 h 5222490"/>
              <a:gd name="connsiteX32" fmla="*/ 886886 w 4786192"/>
              <a:gd name="connsiteY32" fmla="*/ 5071721 h 5222490"/>
              <a:gd name="connsiteX33" fmla="*/ 886838 w 4786192"/>
              <a:gd name="connsiteY33" fmla="*/ 5071118 h 5222490"/>
              <a:gd name="connsiteX34" fmla="*/ 889218 w 4786192"/>
              <a:gd name="connsiteY34" fmla="*/ 5066537 h 5222490"/>
              <a:gd name="connsiteX35" fmla="*/ 2419670 w 4786192"/>
              <a:gd name="connsiteY35" fmla="*/ 5065650 h 5222490"/>
              <a:gd name="connsiteX36" fmla="*/ 2421779 w 4786192"/>
              <a:gd name="connsiteY36" fmla="*/ 5069273 h 5222490"/>
              <a:gd name="connsiteX37" fmla="*/ 2397758 w 4786192"/>
              <a:gd name="connsiteY37" fmla="*/ 5073431 h 5222490"/>
              <a:gd name="connsiteX38" fmla="*/ 2395684 w 4786192"/>
              <a:gd name="connsiteY38" fmla="*/ 5070260 h 5222490"/>
              <a:gd name="connsiteX39" fmla="*/ 2599146 w 4786192"/>
              <a:gd name="connsiteY39" fmla="*/ 5062641 h 5222490"/>
              <a:gd name="connsiteX40" fmla="*/ 2602048 w 4786192"/>
              <a:gd name="connsiteY40" fmla="*/ 5066656 h 5222490"/>
              <a:gd name="connsiteX41" fmla="*/ 2556017 w 4786192"/>
              <a:gd name="connsiteY41" fmla="*/ 5073448 h 5222490"/>
              <a:gd name="connsiteX42" fmla="*/ 2554010 w 4786192"/>
              <a:gd name="connsiteY42" fmla="*/ 5069211 h 5222490"/>
              <a:gd name="connsiteX43" fmla="*/ 2481651 w 4786192"/>
              <a:gd name="connsiteY43" fmla="*/ 5061137 h 5222490"/>
              <a:gd name="connsiteX44" fmla="*/ 2480678 w 4786192"/>
              <a:gd name="connsiteY44" fmla="*/ 5061624 h 5222490"/>
              <a:gd name="connsiteX45" fmla="*/ 2480642 w 4786192"/>
              <a:gd name="connsiteY45" fmla="*/ 5061172 h 5222490"/>
              <a:gd name="connsiteX46" fmla="*/ 2706457 w 4786192"/>
              <a:gd name="connsiteY46" fmla="*/ 5055286 h 5222490"/>
              <a:gd name="connsiteX47" fmla="*/ 2706800 w 4786192"/>
              <a:gd name="connsiteY47" fmla="*/ 5059655 h 5222490"/>
              <a:gd name="connsiteX48" fmla="*/ 2647360 w 4786192"/>
              <a:gd name="connsiteY48" fmla="*/ 5062346 h 5222490"/>
              <a:gd name="connsiteX49" fmla="*/ 2647171 w 4786192"/>
              <a:gd name="connsiteY49" fmla="*/ 5059935 h 5222490"/>
              <a:gd name="connsiteX50" fmla="*/ 2569680 w 4786192"/>
              <a:gd name="connsiteY50" fmla="*/ 5047825 h 5222490"/>
              <a:gd name="connsiteX51" fmla="*/ 2529544 w 4786192"/>
              <a:gd name="connsiteY51" fmla="*/ 5059440 h 5222490"/>
              <a:gd name="connsiteX52" fmla="*/ 2481651 w 4786192"/>
              <a:gd name="connsiteY52" fmla="*/ 5061137 h 5222490"/>
              <a:gd name="connsiteX53" fmla="*/ 2502644 w 4786192"/>
              <a:gd name="connsiteY53" fmla="*/ 5050631 h 5222490"/>
              <a:gd name="connsiteX54" fmla="*/ 2569680 w 4786192"/>
              <a:gd name="connsiteY54" fmla="*/ 5047825 h 5222490"/>
              <a:gd name="connsiteX55" fmla="*/ 1478593 w 4786192"/>
              <a:gd name="connsiteY55" fmla="*/ 5045479 h 5222490"/>
              <a:gd name="connsiteX56" fmla="*/ 1461787 w 4786192"/>
              <a:gd name="connsiteY56" fmla="*/ 5050434 h 5222490"/>
              <a:gd name="connsiteX57" fmla="*/ 1464256 w 4786192"/>
              <a:gd name="connsiteY57" fmla="*/ 5052817 h 5222490"/>
              <a:gd name="connsiteX58" fmla="*/ 1482112 w 4786192"/>
              <a:gd name="connsiteY58" fmla="*/ 5049599 h 5222490"/>
              <a:gd name="connsiteX59" fmla="*/ 1469498 w 4786192"/>
              <a:gd name="connsiteY59" fmla="*/ 5028460 h 5222490"/>
              <a:gd name="connsiteX60" fmla="*/ 1462813 w 4786192"/>
              <a:gd name="connsiteY60" fmla="*/ 5032470 h 5222490"/>
              <a:gd name="connsiteX61" fmla="*/ 1473868 w 4786192"/>
              <a:gd name="connsiteY61" fmla="*/ 5033726 h 5222490"/>
              <a:gd name="connsiteX62" fmla="*/ 1483414 w 4786192"/>
              <a:gd name="connsiteY62" fmla="*/ 5029339 h 5222490"/>
              <a:gd name="connsiteX63" fmla="*/ 1469545 w 4786192"/>
              <a:gd name="connsiteY63" fmla="*/ 5029063 h 5222490"/>
              <a:gd name="connsiteX64" fmla="*/ 1514090 w 4786192"/>
              <a:gd name="connsiteY64" fmla="*/ 5024660 h 5222490"/>
              <a:gd name="connsiteX65" fmla="*/ 1509754 w 4786192"/>
              <a:gd name="connsiteY65" fmla="*/ 5027577 h 5222490"/>
              <a:gd name="connsiteX66" fmla="*/ 1516108 w 4786192"/>
              <a:gd name="connsiteY66" fmla="*/ 5029049 h 5222490"/>
              <a:gd name="connsiteX67" fmla="*/ 1520433 w 4786192"/>
              <a:gd name="connsiteY67" fmla="*/ 5025982 h 5222490"/>
              <a:gd name="connsiteX68" fmla="*/ 1514090 w 4786192"/>
              <a:gd name="connsiteY68" fmla="*/ 5024660 h 5222490"/>
              <a:gd name="connsiteX69" fmla="*/ 3236557 w 4786192"/>
              <a:gd name="connsiteY69" fmla="*/ 5007960 h 5222490"/>
              <a:gd name="connsiteX70" fmla="*/ 3208351 w 4786192"/>
              <a:gd name="connsiteY70" fmla="*/ 5015021 h 5222490"/>
              <a:gd name="connsiteX71" fmla="*/ 3156121 w 4786192"/>
              <a:gd name="connsiteY71" fmla="*/ 5004870 h 5222490"/>
              <a:gd name="connsiteX72" fmla="*/ 3144738 w 4786192"/>
              <a:gd name="connsiteY72" fmla="*/ 5011067 h 5222490"/>
              <a:gd name="connsiteX73" fmla="*/ 3161755 w 4786192"/>
              <a:gd name="connsiteY73" fmla="*/ 5016553 h 5222490"/>
              <a:gd name="connsiteX74" fmla="*/ 3180302 w 4786192"/>
              <a:gd name="connsiteY74" fmla="*/ 5008581 h 5222490"/>
              <a:gd name="connsiteX75" fmla="*/ 3156121 w 4786192"/>
              <a:gd name="connsiteY75" fmla="*/ 5004870 h 5222490"/>
              <a:gd name="connsiteX76" fmla="*/ 2479796 w 4786192"/>
              <a:gd name="connsiteY76" fmla="*/ 5003799 h 5222490"/>
              <a:gd name="connsiteX77" fmla="*/ 2479831 w 4786192"/>
              <a:gd name="connsiteY77" fmla="*/ 5004250 h 5222490"/>
              <a:gd name="connsiteX78" fmla="*/ 2361854 w 4786192"/>
              <a:gd name="connsiteY78" fmla="*/ 5015320 h 5222490"/>
              <a:gd name="connsiteX79" fmla="*/ 2479796 w 4786192"/>
              <a:gd name="connsiteY79" fmla="*/ 5003799 h 5222490"/>
              <a:gd name="connsiteX80" fmla="*/ 2856231 w 4786192"/>
              <a:gd name="connsiteY80" fmla="*/ 4993680 h 5222490"/>
              <a:gd name="connsiteX81" fmla="*/ 2856431 w 4786192"/>
              <a:gd name="connsiteY81" fmla="*/ 4996240 h 5222490"/>
              <a:gd name="connsiteX82" fmla="*/ 2838816 w 4786192"/>
              <a:gd name="connsiteY82" fmla="*/ 4996713 h 5222490"/>
              <a:gd name="connsiteX83" fmla="*/ 2839360 w 4786192"/>
              <a:gd name="connsiteY83" fmla="*/ 4993942 h 5222490"/>
              <a:gd name="connsiteX84" fmla="*/ 1446664 w 4786192"/>
              <a:gd name="connsiteY84" fmla="*/ 4993423 h 5222490"/>
              <a:gd name="connsiteX85" fmla="*/ 1439456 w 4786192"/>
              <a:gd name="connsiteY85" fmla="*/ 4996663 h 5222490"/>
              <a:gd name="connsiteX86" fmla="*/ 1439303 w 4786192"/>
              <a:gd name="connsiteY86" fmla="*/ 4996576 h 5222490"/>
              <a:gd name="connsiteX87" fmla="*/ 1439314 w 4786192"/>
              <a:gd name="connsiteY87" fmla="*/ 4996727 h 5222490"/>
              <a:gd name="connsiteX88" fmla="*/ 1439456 w 4786192"/>
              <a:gd name="connsiteY88" fmla="*/ 4996663 h 5222490"/>
              <a:gd name="connsiteX89" fmla="*/ 1446149 w 4786192"/>
              <a:gd name="connsiteY89" fmla="*/ 5000435 h 5222490"/>
              <a:gd name="connsiteX90" fmla="*/ 1452184 w 4786192"/>
              <a:gd name="connsiteY90" fmla="*/ 4997840 h 5222490"/>
              <a:gd name="connsiteX91" fmla="*/ 1446664 w 4786192"/>
              <a:gd name="connsiteY91" fmla="*/ 4993423 h 5222490"/>
              <a:gd name="connsiteX92" fmla="*/ 1253681 w 4786192"/>
              <a:gd name="connsiteY92" fmla="*/ 4987186 h 5222490"/>
              <a:gd name="connsiteX93" fmla="*/ 1237498 w 4786192"/>
              <a:gd name="connsiteY93" fmla="*/ 4988455 h 5222490"/>
              <a:gd name="connsiteX94" fmla="*/ 1236611 w 4786192"/>
              <a:gd name="connsiteY94" fmla="*/ 4992008 h 5222490"/>
              <a:gd name="connsiteX95" fmla="*/ 1236560 w 4786192"/>
              <a:gd name="connsiteY95" fmla="*/ 4992014 h 5222490"/>
              <a:gd name="connsiteX96" fmla="*/ 1236571 w 4786192"/>
              <a:gd name="connsiteY96" fmla="*/ 4992165 h 5222490"/>
              <a:gd name="connsiteX97" fmla="*/ 1236611 w 4786192"/>
              <a:gd name="connsiteY97" fmla="*/ 4992008 h 5222490"/>
              <a:gd name="connsiteX98" fmla="*/ 1253881 w 4786192"/>
              <a:gd name="connsiteY98" fmla="*/ 4989746 h 5222490"/>
              <a:gd name="connsiteX99" fmla="*/ 1371905 w 4786192"/>
              <a:gd name="connsiteY99" fmla="*/ 4979279 h 5222490"/>
              <a:gd name="connsiteX100" fmla="*/ 1342912 w 4786192"/>
              <a:gd name="connsiteY100" fmla="*/ 4980189 h 5222490"/>
              <a:gd name="connsiteX101" fmla="*/ 1342092 w 4786192"/>
              <a:gd name="connsiteY101" fmla="*/ 4985255 h 5222490"/>
              <a:gd name="connsiteX102" fmla="*/ 1371201 w 4786192"/>
              <a:gd name="connsiteY102" fmla="*/ 4983881 h 5222490"/>
              <a:gd name="connsiteX103" fmla="*/ 1371905 w 4786192"/>
              <a:gd name="connsiteY103" fmla="*/ 4979279 h 5222490"/>
              <a:gd name="connsiteX104" fmla="*/ 1560597 w 4786192"/>
              <a:gd name="connsiteY104" fmla="*/ 4977365 h 5222490"/>
              <a:gd name="connsiteX105" fmla="*/ 1497457 w 4786192"/>
              <a:gd name="connsiteY105" fmla="*/ 4989136 h 5222490"/>
              <a:gd name="connsiteX106" fmla="*/ 1550573 w 4786192"/>
              <a:gd name="connsiteY106" fmla="*/ 4991185 h 5222490"/>
              <a:gd name="connsiteX107" fmla="*/ 2922561 w 4786192"/>
              <a:gd name="connsiteY107" fmla="*/ 4974081 h 5222490"/>
              <a:gd name="connsiteX108" fmla="*/ 2921968 w 4786192"/>
              <a:gd name="connsiteY108" fmla="*/ 4974279 h 5222490"/>
              <a:gd name="connsiteX109" fmla="*/ 2923068 w 4786192"/>
              <a:gd name="connsiteY109" fmla="*/ 4974363 h 5222490"/>
              <a:gd name="connsiteX110" fmla="*/ 2934686 w 4786192"/>
              <a:gd name="connsiteY110" fmla="*/ 4980847 h 5222490"/>
              <a:gd name="connsiteX111" fmla="*/ 2974632 w 4786192"/>
              <a:gd name="connsiteY111" fmla="*/ 4978333 h 5222490"/>
              <a:gd name="connsiteX112" fmla="*/ 2923068 w 4786192"/>
              <a:gd name="connsiteY112" fmla="*/ 4974363 h 5222490"/>
              <a:gd name="connsiteX113" fmla="*/ 1479092 w 4786192"/>
              <a:gd name="connsiteY113" fmla="*/ 4964508 h 5222490"/>
              <a:gd name="connsiteX114" fmla="*/ 1436539 w 4786192"/>
              <a:gd name="connsiteY114" fmla="*/ 4971028 h 5222490"/>
              <a:gd name="connsiteX115" fmla="*/ 1479092 w 4786192"/>
              <a:gd name="connsiteY115" fmla="*/ 4964508 h 5222490"/>
              <a:gd name="connsiteX116" fmla="*/ 3581379 w 4786192"/>
              <a:gd name="connsiteY116" fmla="*/ 4957580 h 5222490"/>
              <a:gd name="connsiteX117" fmla="*/ 3467949 w 4786192"/>
              <a:gd name="connsiteY117" fmla="*/ 4966475 h 5222490"/>
              <a:gd name="connsiteX118" fmla="*/ 3581379 w 4786192"/>
              <a:gd name="connsiteY118" fmla="*/ 4957580 h 5222490"/>
              <a:gd name="connsiteX119" fmla="*/ 3078771 w 4786192"/>
              <a:gd name="connsiteY119" fmla="*/ 4953799 h 5222490"/>
              <a:gd name="connsiteX120" fmla="*/ 3071383 w 4786192"/>
              <a:gd name="connsiteY120" fmla="*/ 4954681 h 5222490"/>
              <a:gd name="connsiteX121" fmla="*/ 3062401 w 4786192"/>
              <a:gd name="connsiteY121" fmla="*/ 4974027 h 5222490"/>
              <a:gd name="connsiteX122" fmla="*/ 3030763 w 4786192"/>
              <a:gd name="connsiteY122" fmla="*/ 4991664 h 5222490"/>
              <a:gd name="connsiteX123" fmla="*/ 2994829 w 4786192"/>
              <a:gd name="connsiteY123" fmla="*/ 5006909 h 5222490"/>
              <a:gd name="connsiteX124" fmla="*/ 2932450 w 4786192"/>
              <a:gd name="connsiteY124" fmla="*/ 5022561 h 5222490"/>
              <a:gd name="connsiteX125" fmla="*/ 2904584 w 4786192"/>
              <a:gd name="connsiteY125" fmla="*/ 5032021 h 5222490"/>
              <a:gd name="connsiteX126" fmla="*/ 2971793 w 4786192"/>
              <a:gd name="connsiteY126" fmla="*/ 5037208 h 5222490"/>
              <a:gd name="connsiteX127" fmla="*/ 3046799 w 4786192"/>
              <a:gd name="connsiteY127" fmla="*/ 5023445 h 5222490"/>
              <a:gd name="connsiteX128" fmla="*/ 3071179 w 4786192"/>
              <a:gd name="connsiteY128" fmla="*/ 5008348 h 5222490"/>
              <a:gd name="connsiteX129" fmla="*/ 3093916 w 4786192"/>
              <a:gd name="connsiteY129" fmla="*/ 4970344 h 5222490"/>
              <a:gd name="connsiteX130" fmla="*/ 3078771 w 4786192"/>
              <a:gd name="connsiteY130" fmla="*/ 4953799 h 5222490"/>
              <a:gd name="connsiteX131" fmla="*/ 3326843 w 4786192"/>
              <a:gd name="connsiteY131" fmla="*/ 4953291 h 5222490"/>
              <a:gd name="connsiteX132" fmla="*/ 3303314 w 4786192"/>
              <a:gd name="connsiteY132" fmla="*/ 4954984 h 5222490"/>
              <a:gd name="connsiteX133" fmla="*/ 3337470 w 4786192"/>
              <a:gd name="connsiteY133" fmla="*/ 4961702 h 5222490"/>
              <a:gd name="connsiteX134" fmla="*/ 3326843 w 4786192"/>
              <a:gd name="connsiteY134" fmla="*/ 4953291 h 5222490"/>
              <a:gd name="connsiteX135" fmla="*/ 3756748 w 4786192"/>
              <a:gd name="connsiteY135" fmla="*/ 4944890 h 5222490"/>
              <a:gd name="connsiteX136" fmla="*/ 3669988 w 4786192"/>
              <a:gd name="connsiteY136" fmla="*/ 4956240 h 5222490"/>
              <a:gd name="connsiteX137" fmla="*/ 3756748 w 4786192"/>
              <a:gd name="connsiteY137" fmla="*/ 4944890 h 5222490"/>
              <a:gd name="connsiteX138" fmla="*/ 1705646 w 4786192"/>
              <a:gd name="connsiteY138" fmla="*/ 4944773 h 5222490"/>
              <a:gd name="connsiteX139" fmla="*/ 1705010 w 4786192"/>
              <a:gd name="connsiteY139" fmla="*/ 4948309 h 5222490"/>
              <a:gd name="connsiteX140" fmla="*/ 1689291 w 4786192"/>
              <a:gd name="connsiteY140" fmla="*/ 4947723 h 5222490"/>
              <a:gd name="connsiteX141" fmla="*/ 1689161 w 4786192"/>
              <a:gd name="connsiteY141" fmla="*/ 4946066 h 5222490"/>
              <a:gd name="connsiteX142" fmla="*/ 2956702 w 4786192"/>
              <a:gd name="connsiteY142" fmla="*/ 4937909 h 5222490"/>
              <a:gd name="connsiteX143" fmla="*/ 2947932 w 4786192"/>
              <a:gd name="connsiteY143" fmla="*/ 4940568 h 5222490"/>
              <a:gd name="connsiteX144" fmla="*/ 2953299 w 4786192"/>
              <a:gd name="connsiteY144" fmla="*/ 4943026 h 5222490"/>
              <a:gd name="connsiteX145" fmla="*/ 2968423 w 4786192"/>
              <a:gd name="connsiteY145" fmla="*/ 4941840 h 5222490"/>
              <a:gd name="connsiteX146" fmla="*/ 2956761 w 4786192"/>
              <a:gd name="connsiteY146" fmla="*/ 4938663 h 5222490"/>
              <a:gd name="connsiteX147" fmla="*/ 3117806 w 4786192"/>
              <a:gd name="connsiteY147" fmla="*/ 4931681 h 5222490"/>
              <a:gd name="connsiteX148" fmla="*/ 3090159 w 4786192"/>
              <a:gd name="connsiteY148" fmla="*/ 4941842 h 5222490"/>
              <a:gd name="connsiteX149" fmla="*/ 3147195 w 4786192"/>
              <a:gd name="connsiteY149" fmla="*/ 4933732 h 5222490"/>
              <a:gd name="connsiteX150" fmla="*/ 3117806 w 4786192"/>
              <a:gd name="connsiteY150" fmla="*/ 4931681 h 5222490"/>
              <a:gd name="connsiteX151" fmla="*/ 3561135 w 4786192"/>
              <a:gd name="connsiteY151" fmla="*/ 4928402 h 5222490"/>
              <a:gd name="connsiteX152" fmla="*/ 3556481 w 4786192"/>
              <a:gd name="connsiteY152" fmla="*/ 4934424 h 5222490"/>
              <a:gd name="connsiteX153" fmla="*/ 3555964 w 4786192"/>
              <a:gd name="connsiteY153" fmla="*/ 4934264 h 5222490"/>
              <a:gd name="connsiteX154" fmla="*/ 3556023 w 4786192"/>
              <a:gd name="connsiteY154" fmla="*/ 4935016 h 5222490"/>
              <a:gd name="connsiteX155" fmla="*/ 3556481 w 4786192"/>
              <a:gd name="connsiteY155" fmla="*/ 4934424 h 5222490"/>
              <a:gd name="connsiteX156" fmla="*/ 3566102 w 4786192"/>
              <a:gd name="connsiteY156" fmla="*/ 4937409 h 5222490"/>
              <a:gd name="connsiteX157" fmla="*/ 3561135 w 4786192"/>
              <a:gd name="connsiteY157" fmla="*/ 4928402 h 5222490"/>
              <a:gd name="connsiteX158" fmla="*/ 3901947 w 4786192"/>
              <a:gd name="connsiteY158" fmla="*/ 4927063 h 5222490"/>
              <a:gd name="connsiteX159" fmla="*/ 3848168 w 4786192"/>
              <a:gd name="connsiteY159" fmla="*/ 4938631 h 5222490"/>
              <a:gd name="connsiteX160" fmla="*/ 3935329 w 4786192"/>
              <a:gd name="connsiteY160" fmla="*/ 4942102 h 5222490"/>
              <a:gd name="connsiteX161" fmla="*/ 3901947 w 4786192"/>
              <a:gd name="connsiteY161" fmla="*/ 4927063 h 5222490"/>
              <a:gd name="connsiteX162" fmla="*/ 2344630 w 4786192"/>
              <a:gd name="connsiteY162" fmla="*/ 4912097 h 5222490"/>
              <a:gd name="connsiteX163" fmla="*/ 2307090 w 4786192"/>
              <a:gd name="connsiteY163" fmla="*/ 4916556 h 5222490"/>
              <a:gd name="connsiteX164" fmla="*/ 2310051 w 4786192"/>
              <a:gd name="connsiteY164" fmla="*/ 4921325 h 5222490"/>
              <a:gd name="connsiteX165" fmla="*/ 2346311 w 4786192"/>
              <a:gd name="connsiteY165" fmla="*/ 4916056 h 5222490"/>
              <a:gd name="connsiteX166" fmla="*/ 3585409 w 4786192"/>
              <a:gd name="connsiteY166" fmla="*/ 4911949 h 5222490"/>
              <a:gd name="connsiteX167" fmla="*/ 3518436 w 4786192"/>
              <a:gd name="connsiteY167" fmla="*/ 4919474 h 5222490"/>
              <a:gd name="connsiteX168" fmla="*/ 3519045 w 4786192"/>
              <a:gd name="connsiteY168" fmla="*/ 4923366 h 5222490"/>
              <a:gd name="connsiteX169" fmla="*/ 3585751 w 4786192"/>
              <a:gd name="connsiteY169" fmla="*/ 4916317 h 5222490"/>
              <a:gd name="connsiteX170" fmla="*/ 3585409 w 4786192"/>
              <a:gd name="connsiteY170" fmla="*/ 4911949 h 5222490"/>
              <a:gd name="connsiteX171" fmla="*/ 2602037 w 4786192"/>
              <a:gd name="connsiteY171" fmla="*/ 4909341 h 5222490"/>
              <a:gd name="connsiteX172" fmla="*/ 2662216 w 4786192"/>
              <a:gd name="connsiteY172" fmla="*/ 4912200 h 5222490"/>
              <a:gd name="connsiteX173" fmla="*/ 2388452 w 4786192"/>
              <a:gd name="connsiteY173" fmla="*/ 4906235 h 5222490"/>
              <a:gd name="connsiteX174" fmla="*/ 2382416 w 4786192"/>
              <a:gd name="connsiteY174" fmla="*/ 4908831 h 5222490"/>
              <a:gd name="connsiteX175" fmla="*/ 2389936 w 4786192"/>
              <a:gd name="connsiteY175" fmla="*/ 4911575 h 5222490"/>
              <a:gd name="connsiteX176" fmla="*/ 2401775 w 4786192"/>
              <a:gd name="connsiteY176" fmla="*/ 4907313 h 5222490"/>
              <a:gd name="connsiteX177" fmla="*/ 2388464 w 4786192"/>
              <a:gd name="connsiteY177" fmla="*/ 4906386 h 5222490"/>
              <a:gd name="connsiteX178" fmla="*/ 2732342 w 4786192"/>
              <a:gd name="connsiteY178" fmla="*/ 4894425 h 5222490"/>
              <a:gd name="connsiteX179" fmla="*/ 2722899 w 4786192"/>
              <a:gd name="connsiteY179" fmla="*/ 4898197 h 5222490"/>
              <a:gd name="connsiteX180" fmla="*/ 2731581 w 4786192"/>
              <a:gd name="connsiteY180" fmla="*/ 4900244 h 5222490"/>
              <a:gd name="connsiteX181" fmla="*/ 2739906 w 4786192"/>
              <a:gd name="connsiteY181" fmla="*/ 4895802 h 5222490"/>
              <a:gd name="connsiteX182" fmla="*/ 2731936 w 4786192"/>
              <a:gd name="connsiteY182" fmla="*/ 4895063 h 5222490"/>
              <a:gd name="connsiteX183" fmla="*/ 2485995 w 4786192"/>
              <a:gd name="connsiteY183" fmla="*/ 4893888 h 5222490"/>
              <a:gd name="connsiteX184" fmla="*/ 2439106 w 4786192"/>
              <a:gd name="connsiteY184" fmla="*/ 4902111 h 5222490"/>
              <a:gd name="connsiteX185" fmla="*/ 2529849 w 4786192"/>
              <a:gd name="connsiteY185" fmla="*/ 4894996 h 5222490"/>
              <a:gd name="connsiteX186" fmla="*/ 2485995 w 4786192"/>
              <a:gd name="connsiteY186" fmla="*/ 4893888 h 5222490"/>
              <a:gd name="connsiteX187" fmla="*/ 3100494 w 4786192"/>
              <a:gd name="connsiteY187" fmla="*/ 4885410 h 5222490"/>
              <a:gd name="connsiteX188" fmla="*/ 3099739 w 4786192"/>
              <a:gd name="connsiteY188" fmla="*/ 4885470 h 5222490"/>
              <a:gd name="connsiteX189" fmla="*/ 2921325 w 4786192"/>
              <a:gd name="connsiteY189" fmla="*/ 4902037 h 5222490"/>
              <a:gd name="connsiteX190" fmla="*/ 3100494 w 4786192"/>
              <a:gd name="connsiteY190" fmla="*/ 4885410 h 5222490"/>
              <a:gd name="connsiteX191" fmla="*/ 3893910 w 4786192"/>
              <a:gd name="connsiteY191" fmla="*/ 4883514 h 5222490"/>
              <a:gd name="connsiteX192" fmla="*/ 3711302 w 4786192"/>
              <a:gd name="connsiteY192" fmla="*/ 4904805 h 5222490"/>
              <a:gd name="connsiteX193" fmla="*/ 3792366 w 4786192"/>
              <a:gd name="connsiteY193" fmla="*/ 4898448 h 5222490"/>
              <a:gd name="connsiteX194" fmla="*/ 3810848 w 4786192"/>
              <a:gd name="connsiteY194" fmla="*/ 4909288 h 5222490"/>
              <a:gd name="connsiteX195" fmla="*/ 3817715 w 4786192"/>
              <a:gd name="connsiteY195" fmla="*/ 4905403 h 5222490"/>
              <a:gd name="connsiteX196" fmla="*/ 3877420 w 4786192"/>
              <a:gd name="connsiteY196" fmla="*/ 4890567 h 5222490"/>
              <a:gd name="connsiteX197" fmla="*/ 3893910 w 4786192"/>
              <a:gd name="connsiteY197" fmla="*/ 4883514 h 5222490"/>
              <a:gd name="connsiteX198" fmla="*/ 2418485 w 4786192"/>
              <a:gd name="connsiteY198" fmla="*/ 4877836 h 5222490"/>
              <a:gd name="connsiteX199" fmla="*/ 2382285 w 4786192"/>
              <a:gd name="connsiteY199" fmla="*/ 4885804 h 5222490"/>
              <a:gd name="connsiteX200" fmla="*/ 2381226 w 4786192"/>
              <a:gd name="connsiteY200" fmla="*/ 4885887 h 5222490"/>
              <a:gd name="connsiteX201" fmla="*/ 2382285 w 4786192"/>
              <a:gd name="connsiteY201" fmla="*/ 4885804 h 5222490"/>
              <a:gd name="connsiteX202" fmla="*/ 2382285 w 4786192"/>
              <a:gd name="connsiteY202" fmla="*/ 4885804 h 5222490"/>
              <a:gd name="connsiteX203" fmla="*/ 2455485 w 4786192"/>
              <a:gd name="connsiteY203" fmla="*/ 4880064 h 5222490"/>
              <a:gd name="connsiteX204" fmla="*/ 2418485 w 4786192"/>
              <a:gd name="connsiteY204" fmla="*/ 4877836 h 5222490"/>
              <a:gd name="connsiteX205" fmla="*/ 2340581 w 4786192"/>
              <a:gd name="connsiteY205" fmla="*/ 4876949 h 5222490"/>
              <a:gd name="connsiteX206" fmla="*/ 2311756 w 4786192"/>
              <a:gd name="connsiteY206" fmla="*/ 4877088 h 5222490"/>
              <a:gd name="connsiteX207" fmla="*/ 2294493 w 4786192"/>
              <a:gd name="connsiteY207" fmla="*/ 4880109 h 5222490"/>
              <a:gd name="connsiteX208" fmla="*/ 2255776 w 4786192"/>
              <a:gd name="connsiteY208" fmla="*/ 4883145 h 5222490"/>
              <a:gd name="connsiteX209" fmla="*/ 2032286 w 4786192"/>
              <a:gd name="connsiteY209" fmla="*/ 4897336 h 5222490"/>
              <a:gd name="connsiteX210" fmla="*/ 1948006 w 4786192"/>
              <a:gd name="connsiteY210" fmla="*/ 4909249 h 5222490"/>
              <a:gd name="connsiteX211" fmla="*/ 1772537 w 4786192"/>
              <a:gd name="connsiteY211" fmla="*/ 4926494 h 5222490"/>
              <a:gd name="connsiteX212" fmla="*/ 1692587 w 4786192"/>
              <a:gd name="connsiteY212" fmla="*/ 4931551 h 5222490"/>
              <a:gd name="connsiteX213" fmla="*/ 1679581 w 4786192"/>
              <a:gd name="connsiteY213" fmla="*/ 4932570 h 5222490"/>
              <a:gd name="connsiteX214" fmla="*/ 1604316 w 4786192"/>
              <a:gd name="connsiteY214" fmla="*/ 4943019 h 5222490"/>
              <a:gd name="connsiteX215" fmla="*/ 1548870 w 4786192"/>
              <a:gd name="connsiteY215" fmla="*/ 4957825 h 5222490"/>
              <a:gd name="connsiteX216" fmla="*/ 1769670 w 4786192"/>
              <a:gd name="connsiteY216" fmla="*/ 4942330 h 5222490"/>
              <a:gd name="connsiteX217" fmla="*/ 1819857 w 4786192"/>
              <a:gd name="connsiteY217" fmla="*/ 4947791 h 5222490"/>
              <a:gd name="connsiteX218" fmla="*/ 1937113 w 4786192"/>
              <a:gd name="connsiteY218" fmla="*/ 4937232 h 5222490"/>
              <a:gd name="connsiteX219" fmla="*/ 2103476 w 4786192"/>
              <a:gd name="connsiteY219" fmla="*/ 4924187 h 5222490"/>
              <a:gd name="connsiteX220" fmla="*/ 2210890 w 4786192"/>
              <a:gd name="connsiteY220" fmla="*/ 4914248 h 5222490"/>
              <a:gd name="connsiteX221" fmla="*/ 2263850 w 4786192"/>
              <a:gd name="connsiteY221" fmla="*/ 4902669 h 5222490"/>
              <a:gd name="connsiteX222" fmla="*/ 2246229 w 4786192"/>
              <a:gd name="connsiteY222" fmla="*/ 4897231 h 5222490"/>
              <a:gd name="connsiteX223" fmla="*/ 2293505 w 4786192"/>
              <a:gd name="connsiteY223" fmla="*/ 4900495 h 5222490"/>
              <a:gd name="connsiteX224" fmla="*/ 2355999 w 4786192"/>
              <a:gd name="connsiteY224" fmla="*/ 4894079 h 5222490"/>
              <a:gd name="connsiteX225" fmla="*/ 2362189 w 4786192"/>
              <a:gd name="connsiteY225" fmla="*/ 4883742 h 5222490"/>
              <a:gd name="connsiteX226" fmla="*/ 2340581 w 4786192"/>
              <a:gd name="connsiteY226" fmla="*/ 4876949 h 5222490"/>
              <a:gd name="connsiteX227" fmla="*/ 2673179 w 4786192"/>
              <a:gd name="connsiteY227" fmla="*/ 4875421 h 5222490"/>
              <a:gd name="connsiteX228" fmla="*/ 2575718 w 4786192"/>
              <a:gd name="connsiteY228" fmla="*/ 4888065 h 5222490"/>
              <a:gd name="connsiteX229" fmla="*/ 2675346 w 4786192"/>
              <a:gd name="connsiteY229" fmla="*/ 4877828 h 5222490"/>
              <a:gd name="connsiteX230" fmla="*/ 2673179 w 4786192"/>
              <a:gd name="connsiteY230" fmla="*/ 4875421 h 5222490"/>
              <a:gd name="connsiteX231" fmla="*/ 2536344 w 4786192"/>
              <a:gd name="connsiteY231" fmla="*/ 4867207 h 5222490"/>
              <a:gd name="connsiteX232" fmla="*/ 2509135 w 4786192"/>
              <a:gd name="connsiteY232" fmla="*/ 4871462 h 5222490"/>
              <a:gd name="connsiteX233" fmla="*/ 2510406 w 4786192"/>
              <a:gd name="connsiteY233" fmla="*/ 4874091 h 5222490"/>
              <a:gd name="connsiteX234" fmla="*/ 2537630 w 4786192"/>
              <a:gd name="connsiteY234" fmla="*/ 4871956 h 5222490"/>
              <a:gd name="connsiteX235" fmla="*/ 2633532 w 4786192"/>
              <a:gd name="connsiteY235" fmla="*/ 4858828 h 5222490"/>
              <a:gd name="connsiteX236" fmla="*/ 2586950 w 4786192"/>
              <a:gd name="connsiteY236" fmla="*/ 4862480 h 5222490"/>
              <a:gd name="connsiteX237" fmla="*/ 2587781 w 4786192"/>
              <a:gd name="connsiteY237" fmla="*/ 4867265 h 5222490"/>
              <a:gd name="connsiteX238" fmla="*/ 2633532 w 4786192"/>
              <a:gd name="connsiteY238" fmla="*/ 4858828 h 5222490"/>
              <a:gd name="connsiteX239" fmla="*/ 3269744 w 4786192"/>
              <a:gd name="connsiteY239" fmla="*/ 4852891 h 5222490"/>
              <a:gd name="connsiteX240" fmla="*/ 2904637 w 4786192"/>
              <a:gd name="connsiteY240" fmla="*/ 4879399 h 5222490"/>
              <a:gd name="connsiteX241" fmla="*/ 3260821 w 4786192"/>
              <a:gd name="connsiteY241" fmla="*/ 4863290 h 5222490"/>
              <a:gd name="connsiteX242" fmla="*/ 3280162 w 4786192"/>
              <a:gd name="connsiteY242" fmla="*/ 4857682 h 5222490"/>
              <a:gd name="connsiteX243" fmla="*/ 3269744 w 4786192"/>
              <a:gd name="connsiteY243" fmla="*/ 4852891 h 5222490"/>
              <a:gd name="connsiteX244" fmla="*/ 3062513 w 4786192"/>
              <a:gd name="connsiteY244" fmla="*/ 4841557 h 5222490"/>
              <a:gd name="connsiteX245" fmla="*/ 3001110 w 4786192"/>
              <a:gd name="connsiteY245" fmla="*/ 4846372 h 5222490"/>
              <a:gd name="connsiteX246" fmla="*/ 3002419 w 4786192"/>
              <a:gd name="connsiteY246" fmla="*/ 4851422 h 5222490"/>
              <a:gd name="connsiteX247" fmla="*/ 3062513 w 4786192"/>
              <a:gd name="connsiteY247" fmla="*/ 4841557 h 5222490"/>
              <a:gd name="connsiteX248" fmla="*/ 4020907 w 4786192"/>
              <a:gd name="connsiteY248" fmla="*/ 4836121 h 5222490"/>
              <a:gd name="connsiteX249" fmla="*/ 3987800 w 4786192"/>
              <a:gd name="connsiteY249" fmla="*/ 4838907 h 5222490"/>
              <a:gd name="connsiteX250" fmla="*/ 3960676 w 4786192"/>
              <a:gd name="connsiteY250" fmla="*/ 4848940 h 5222490"/>
              <a:gd name="connsiteX251" fmla="*/ 3959385 w 4786192"/>
              <a:gd name="connsiteY251" fmla="*/ 4849130 h 5222490"/>
              <a:gd name="connsiteX252" fmla="*/ 3959851 w 4786192"/>
              <a:gd name="connsiteY252" fmla="*/ 4849245 h 5222490"/>
              <a:gd name="connsiteX253" fmla="*/ 3933376 w 4786192"/>
              <a:gd name="connsiteY253" fmla="*/ 4855109 h 5222490"/>
              <a:gd name="connsiteX254" fmla="*/ 3961089 w 4786192"/>
              <a:gd name="connsiteY254" fmla="*/ 4882491 h 5222490"/>
              <a:gd name="connsiteX255" fmla="*/ 3945111 w 4786192"/>
              <a:gd name="connsiteY255" fmla="*/ 4890260 h 5222490"/>
              <a:gd name="connsiteX256" fmla="*/ 3944784 w 4786192"/>
              <a:gd name="connsiteY256" fmla="*/ 4889982 h 5222490"/>
              <a:gd name="connsiteX257" fmla="*/ 3943811 w 4786192"/>
              <a:gd name="connsiteY257" fmla="*/ 4890185 h 5222490"/>
              <a:gd name="connsiteX258" fmla="*/ 3908424 w 4786192"/>
              <a:gd name="connsiteY258" fmla="*/ 4888136 h 5222490"/>
              <a:gd name="connsiteX259" fmla="*/ 3926358 w 4786192"/>
              <a:gd name="connsiteY259" fmla="*/ 4893820 h 5222490"/>
              <a:gd name="connsiteX260" fmla="*/ 3943811 w 4786192"/>
              <a:gd name="connsiteY260" fmla="*/ 4890185 h 5222490"/>
              <a:gd name="connsiteX261" fmla="*/ 3945111 w 4786192"/>
              <a:gd name="connsiteY261" fmla="*/ 4890260 h 5222490"/>
              <a:gd name="connsiteX262" fmla="*/ 4076942 w 4786192"/>
              <a:gd name="connsiteY262" fmla="*/ 4877346 h 5222490"/>
              <a:gd name="connsiteX263" fmla="*/ 4164038 w 4786192"/>
              <a:gd name="connsiteY263" fmla="*/ 4864454 h 5222490"/>
              <a:gd name="connsiteX264" fmla="*/ 4210554 w 4786192"/>
              <a:gd name="connsiteY264" fmla="*/ 4854138 h 5222490"/>
              <a:gd name="connsiteX265" fmla="*/ 4168457 w 4786192"/>
              <a:gd name="connsiteY265" fmla="*/ 4852892 h 5222490"/>
              <a:gd name="connsiteX266" fmla="*/ 4029451 w 4786192"/>
              <a:gd name="connsiteY266" fmla="*/ 4859701 h 5222490"/>
              <a:gd name="connsiteX267" fmla="*/ 3959758 w 4786192"/>
              <a:gd name="connsiteY267" fmla="*/ 4850010 h 5222490"/>
              <a:gd name="connsiteX268" fmla="*/ 3959851 w 4786192"/>
              <a:gd name="connsiteY268" fmla="*/ 4849245 h 5222490"/>
              <a:gd name="connsiteX269" fmla="*/ 3960676 w 4786192"/>
              <a:gd name="connsiteY269" fmla="*/ 4848940 h 5222490"/>
              <a:gd name="connsiteX270" fmla="*/ 4023168 w 4786192"/>
              <a:gd name="connsiteY270" fmla="*/ 4839733 h 5222490"/>
              <a:gd name="connsiteX271" fmla="*/ 4020907 w 4786192"/>
              <a:gd name="connsiteY271" fmla="*/ 4836121 h 5222490"/>
              <a:gd name="connsiteX272" fmla="*/ 4003595 w 4786192"/>
              <a:gd name="connsiteY272" fmla="*/ 4826870 h 5222490"/>
              <a:gd name="connsiteX273" fmla="*/ 3945822 w 4786192"/>
              <a:gd name="connsiteY273" fmla="*/ 4831401 h 5222490"/>
              <a:gd name="connsiteX274" fmla="*/ 3946398 w 4786192"/>
              <a:gd name="connsiteY274" fmla="*/ 4836811 h 5222490"/>
              <a:gd name="connsiteX275" fmla="*/ 4003807 w 4786192"/>
              <a:gd name="connsiteY275" fmla="*/ 4829581 h 5222490"/>
              <a:gd name="connsiteX276" fmla="*/ 4003595 w 4786192"/>
              <a:gd name="connsiteY276" fmla="*/ 4826870 h 5222490"/>
              <a:gd name="connsiteX277" fmla="*/ 4037634 w 4786192"/>
              <a:gd name="connsiteY277" fmla="*/ 4788679 h 5222490"/>
              <a:gd name="connsiteX278" fmla="*/ 4027565 w 4786192"/>
              <a:gd name="connsiteY278" fmla="*/ 4789071 h 5222490"/>
              <a:gd name="connsiteX279" fmla="*/ 3962298 w 4786192"/>
              <a:gd name="connsiteY279" fmla="*/ 4793128 h 5222490"/>
              <a:gd name="connsiteX280" fmla="*/ 3905777 w 4786192"/>
              <a:gd name="connsiteY280" fmla="*/ 4794226 h 5222490"/>
              <a:gd name="connsiteX281" fmla="*/ 3837083 w 4786192"/>
              <a:gd name="connsiteY281" fmla="*/ 4822498 h 5222490"/>
              <a:gd name="connsiteX282" fmla="*/ 3792302 w 4786192"/>
              <a:gd name="connsiteY282" fmla="*/ 4823887 h 5222490"/>
              <a:gd name="connsiteX283" fmla="*/ 3768108 w 4786192"/>
              <a:gd name="connsiteY283" fmla="*/ 4829725 h 5222490"/>
              <a:gd name="connsiteX284" fmla="*/ 3814165 w 4786192"/>
              <a:gd name="connsiteY284" fmla="*/ 4834904 h 5222490"/>
              <a:gd name="connsiteX285" fmla="*/ 3978669 w 4786192"/>
              <a:gd name="connsiteY285" fmla="*/ 4823368 h 5222490"/>
              <a:gd name="connsiteX286" fmla="*/ 3983832 w 4786192"/>
              <a:gd name="connsiteY286" fmla="*/ 4821296 h 5222490"/>
              <a:gd name="connsiteX287" fmla="*/ 3957623 w 4786192"/>
              <a:gd name="connsiteY287" fmla="*/ 4815016 h 5222490"/>
              <a:gd name="connsiteX288" fmla="*/ 4057383 w 4786192"/>
              <a:gd name="connsiteY288" fmla="*/ 4796736 h 5222490"/>
              <a:gd name="connsiteX289" fmla="*/ 4037634 w 4786192"/>
              <a:gd name="connsiteY289" fmla="*/ 4788679 h 5222490"/>
              <a:gd name="connsiteX290" fmla="*/ 3983784 w 4786192"/>
              <a:gd name="connsiteY290" fmla="*/ 4770226 h 5222490"/>
              <a:gd name="connsiteX291" fmla="*/ 3990243 w 4786192"/>
              <a:gd name="connsiteY291" fmla="*/ 4771083 h 5222490"/>
              <a:gd name="connsiteX292" fmla="*/ 3984916 w 4786192"/>
              <a:gd name="connsiteY292" fmla="*/ 4773017 h 5222490"/>
              <a:gd name="connsiteX293" fmla="*/ 3980609 w 4786192"/>
              <a:gd name="connsiteY293" fmla="*/ 4770475 h 5222490"/>
              <a:gd name="connsiteX294" fmla="*/ 3983784 w 4786192"/>
              <a:gd name="connsiteY294" fmla="*/ 4770226 h 5222490"/>
              <a:gd name="connsiteX295" fmla="*/ 3845521 w 4786192"/>
              <a:gd name="connsiteY295" fmla="*/ 4765154 h 5222490"/>
              <a:gd name="connsiteX296" fmla="*/ 3843975 w 4786192"/>
              <a:gd name="connsiteY296" fmla="*/ 4766791 h 5222490"/>
              <a:gd name="connsiteX297" fmla="*/ 3849435 w 4786192"/>
              <a:gd name="connsiteY297" fmla="*/ 4768484 h 5222490"/>
              <a:gd name="connsiteX298" fmla="*/ 3853154 w 4786192"/>
              <a:gd name="connsiteY298" fmla="*/ 4765465 h 5222490"/>
              <a:gd name="connsiteX299" fmla="*/ 3845521 w 4786192"/>
              <a:gd name="connsiteY299" fmla="*/ 4765154 h 5222490"/>
              <a:gd name="connsiteX300" fmla="*/ 4012947 w 4786192"/>
              <a:gd name="connsiteY300" fmla="*/ 4755965 h 5222490"/>
              <a:gd name="connsiteX301" fmla="*/ 3942453 w 4786192"/>
              <a:gd name="connsiteY301" fmla="*/ 4767101 h 5222490"/>
              <a:gd name="connsiteX302" fmla="*/ 3939333 w 4786192"/>
              <a:gd name="connsiteY302" fmla="*/ 4785533 h 5222490"/>
              <a:gd name="connsiteX303" fmla="*/ 4048020 w 4786192"/>
              <a:gd name="connsiteY303" fmla="*/ 4770493 h 5222490"/>
              <a:gd name="connsiteX304" fmla="*/ 3986947 w 4786192"/>
              <a:gd name="connsiteY304" fmla="*/ 4748457 h 5222490"/>
              <a:gd name="connsiteX305" fmla="*/ 3961539 w 4786192"/>
              <a:gd name="connsiteY305" fmla="*/ 4750449 h 5222490"/>
              <a:gd name="connsiteX306" fmla="*/ 3961716 w 4786192"/>
              <a:gd name="connsiteY306" fmla="*/ 4752708 h 5222490"/>
              <a:gd name="connsiteX307" fmla="*/ 3985612 w 4786192"/>
              <a:gd name="connsiteY307" fmla="*/ 4750835 h 5222490"/>
              <a:gd name="connsiteX308" fmla="*/ 3989321 w 4786192"/>
              <a:gd name="connsiteY308" fmla="*/ 4749634 h 5222490"/>
              <a:gd name="connsiteX309" fmla="*/ 3986947 w 4786192"/>
              <a:gd name="connsiteY309" fmla="*/ 4748457 h 5222490"/>
              <a:gd name="connsiteX310" fmla="*/ 4109235 w 4786192"/>
              <a:gd name="connsiteY310" fmla="*/ 4743869 h 5222490"/>
              <a:gd name="connsiteX311" fmla="*/ 4057270 w 4786192"/>
              <a:gd name="connsiteY311" fmla="*/ 4750671 h 5222490"/>
              <a:gd name="connsiteX312" fmla="*/ 4059208 w 4786192"/>
              <a:gd name="connsiteY312" fmla="*/ 4755976 h 5222490"/>
              <a:gd name="connsiteX313" fmla="*/ 4111476 w 4786192"/>
              <a:gd name="connsiteY313" fmla="*/ 4749149 h 5222490"/>
              <a:gd name="connsiteX314" fmla="*/ 4601180 w 4786192"/>
              <a:gd name="connsiteY314" fmla="*/ 0 h 5222490"/>
              <a:gd name="connsiteX315" fmla="*/ 4786192 w 4786192"/>
              <a:gd name="connsiteY315" fmla="*/ 2811767 h 5222490"/>
              <a:gd name="connsiteX316" fmla="*/ 4426376 w 4786192"/>
              <a:gd name="connsiteY316" fmla="*/ 4952538 h 5222490"/>
              <a:gd name="connsiteX317" fmla="*/ 4182746 w 4786192"/>
              <a:gd name="connsiteY317" fmla="*/ 4968569 h 5222490"/>
              <a:gd name="connsiteX318" fmla="*/ 4175994 w 4786192"/>
              <a:gd name="connsiteY318" fmla="*/ 4965022 h 5222490"/>
              <a:gd name="connsiteX319" fmla="*/ 4163667 w 4786192"/>
              <a:gd name="connsiteY319" fmla="*/ 4945112 h 5222490"/>
              <a:gd name="connsiteX320" fmla="*/ 4212372 w 4786192"/>
              <a:gd name="connsiteY320" fmla="*/ 4896734 h 5222490"/>
              <a:gd name="connsiteX321" fmla="*/ 4143916 w 4786192"/>
              <a:gd name="connsiteY321" fmla="*/ 4869821 h 5222490"/>
              <a:gd name="connsiteX322" fmla="*/ 4068059 w 4786192"/>
              <a:gd name="connsiteY322" fmla="*/ 4892138 h 5222490"/>
              <a:gd name="connsiteX323" fmla="*/ 3938076 w 4786192"/>
              <a:gd name="connsiteY323" fmla="*/ 4903390 h 5222490"/>
              <a:gd name="connsiteX324" fmla="*/ 3904703 w 4786192"/>
              <a:gd name="connsiteY324" fmla="*/ 4920254 h 5222490"/>
              <a:gd name="connsiteX325" fmla="*/ 3967619 w 4786192"/>
              <a:gd name="connsiteY325" fmla="*/ 4915320 h 5222490"/>
              <a:gd name="connsiteX326" fmla="*/ 3946936 w 4786192"/>
              <a:gd name="connsiteY326" fmla="*/ 4929067 h 5222490"/>
              <a:gd name="connsiteX327" fmla="*/ 4031782 w 4786192"/>
              <a:gd name="connsiteY327" fmla="*/ 4922414 h 5222490"/>
              <a:gd name="connsiteX328" fmla="*/ 3993608 w 4786192"/>
              <a:gd name="connsiteY328" fmla="*/ 4932379 h 5222490"/>
              <a:gd name="connsiteX329" fmla="*/ 3982544 w 4786192"/>
              <a:gd name="connsiteY329" fmla="*/ 4942643 h 5222490"/>
              <a:gd name="connsiteX330" fmla="*/ 3998329 w 4786192"/>
              <a:gd name="connsiteY330" fmla="*/ 4949893 h 5222490"/>
              <a:gd name="connsiteX331" fmla="*/ 4057530 w 4786192"/>
              <a:gd name="connsiteY331" fmla="*/ 4942219 h 5222490"/>
              <a:gd name="connsiteX332" fmla="*/ 4114172 w 4786192"/>
              <a:gd name="connsiteY332" fmla="*/ 4934898 h 5222490"/>
              <a:gd name="connsiteX333" fmla="*/ 4005404 w 4786192"/>
              <a:gd name="connsiteY333" fmla="*/ 4970253 h 5222490"/>
              <a:gd name="connsiteX334" fmla="*/ 4047767 w 4786192"/>
              <a:gd name="connsiteY334" fmla="*/ 4971022 h 5222490"/>
              <a:gd name="connsiteX335" fmla="*/ 4032343 w 4786192"/>
              <a:gd name="connsiteY335" fmla="*/ 4977593 h 5222490"/>
              <a:gd name="connsiteX336" fmla="*/ 4028577 w 4786192"/>
              <a:gd name="connsiteY336" fmla="*/ 4978713 h 5222490"/>
              <a:gd name="connsiteX337" fmla="*/ 3418076 w 4786192"/>
              <a:gd name="connsiteY337" fmla="*/ 5018884 h 5222490"/>
              <a:gd name="connsiteX338" fmla="*/ 3395212 w 4786192"/>
              <a:gd name="connsiteY338" fmla="*/ 5018846 h 5222490"/>
              <a:gd name="connsiteX339" fmla="*/ 3184497 w 4786192"/>
              <a:gd name="connsiteY339" fmla="*/ 5033613 h 5222490"/>
              <a:gd name="connsiteX340" fmla="*/ 3181437 w 4786192"/>
              <a:gd name="connsiteY340" fmla="*/ 5034454 h 5222490"/>
              <a:gd name="connsiteX341" fmla="*/ 3122340 w 4786192"/>
              <a:gd name="connsiteY341" fmla="*/ 5038343 h 5222490"/>
              <a:gd name="connsiteX342" fmla="*/ 3113347 w 4786192"/>
              <a:gd name="connsiteY342" fmla="*/ 5037672 h 5222490"/>
              <a:gd name="connsiteX343" fmla="*/ 3102221 w 4786192"/>
              <a:gd name="connsiteY343" fmla="*/ 5037457 h 5222490"/>
              <a:gd name="connsiteX344" fmla="*/ 3094407 w 4786192"/>
              <a:gd name="connsiteY344" fmla="*/ 5040181 h 5222490"/>
              <a:gd name="connsiteX345" fmla="*/ 3039230 w 4786192"/>
              <a:gd name="connsiteY345" fmla="*/ 5043811 h 5222490"/>
              <a:gd name="connsiteX346" fmla="*/ 3029462 w 4786192"/>
              <a:gd name="connsiteY346" fmla="*/ 5042992 h 5222490"/>
              <a:gd name="connsiteX347" fmla="*/ 2966897 w 4786192"/>
              <a:gd name="connsiteY347" fmla="*/ 5046572 h 5222490"/>
              <a:gd name="connsiteX348" fmla="*/ 2949436 w 4786192"/>
              <a:gd name="connsiteY348" fmla="*/ 5049720 h 5222490"/>
              <a:gd name="connsiteX349" fmla="*/ 2814201 w 4786192"/>
              <a:gd name="connsiteY349" fmla="*/ 5058618 h 5222490"/>
              <a:gd name="connsiteX350" fmla="*/ 2799386 w 4786192"/>
              <a:gd name="connsiteY350" fmla="*/ 5056638 h 5222490"/>
              <a:gd name="connsiteX351" fmla="*/ 2769138 w 4786192"/>
              <a:gd name="connsiteY351" fmla="*/ 5059010 h 5222490"/>
              <a:gd name="connsiteX352" fmla="*/ 2709371 w 4786192"/>
              <a:gd name="connsiteY352" fmla="*/ 5040054 h 5222490"/>
              <a:gd name="connsiteX353" fmla="*/ 2687789 w 4786192"/>
              <a:gd name="connsiteY353" fmla="*/ 5040382 h 5222490"/>
              <a:gd name="connsiteX354" fmla="*/ 2676633 w 4786192"/>
              <a:gd name="connsiteY354" fmla="*/ 5032012 h 5222490"/>
              <a:gd name="connsiteX355" fmla="*/ 2692263 w 4786192"/>
              <a:gd name="connsiteY355" fmla="*/ 5025633 h 5222490"/>
              <a:gd name="connsiteX356" fmla="*/ 2717325 w 4786192"/>
              <a:gd name="connsiteY356" fmla="*/ 5027002 h 5222490"/>
              <a:gd name="connsiteX357" fmla="*/ 2763962 w 4786192"/>
              <a:gd name="connsiteY357" fmla="*/ 5039561 h 5222490"/>
              <a:gd name="connsiteX358" fmla="*/ 2860453 w 4786192"/>
              <a:gd name="connsiteY358" fmla="*/ 5031995 h 5222490"/>
              <a:gd name="connsiteX359" fmla="*/ 2779961 w 4786192"/>
              <a:gd name="connsiteY359" fmla="*/ 5020423 h 5222490"/>
              <a:gd name="connsiteX360" fmla="*/ 2940135 w 4786192"/>
              <a:gd name="connsiteY360" fmla="*/ 4998316 h 5222490"/>
              <a:gd name="connsiteX361" fmla="*/ 2905764 w 4786192"/>
              <a:gd name="connsiteY361" fmla="*/ 4977216 h 5222490"/>
              <a:gd name="connsiteX362" fmla="*/ 2921769 w 4786192"/>
              <a:gd name="connsiteY362" fmla="*/ 4973688 h 5222490"/>
              <a:gd name="connsiteX363" fmla="*/ 2933740 w 4786192"/>
              <a:gd name="connsiteY363" fmla="*/ 4951683 h 5222490"/>
              <a:gd name="connsiteX364" fmla="*/ 2896446 w 4786192"/>
              <a:gd name="connsiteY364" fmla="*/ 4959306 h 5222490"/>
              <a:gd name="connsiteX365" fmla="*/ 2851937 w 4786192"/>
              <a:gd name="connsiteY365" fmla="*/ 4973859 h 5222490"/>
              <a:gd name="connsiteX366" fmla="*/ 2794544 w 4786192"/>
              <a:gd name="connsiteY366" fmla="*/ 4975481 h 5222490"/>
              <a:gd name="connsiteX367" fmla="*/ 2718771 w 4786192"/>
              <a:gd name="connsiteY367" fmla="*/ 4979451 h 5222490"/>
              <a:gd name="connsiteX368" fmla="*/ 2545512 w 4786192"/>
              <a:gd name="connsiteY368" fmla="*/ 4995766 h 5222490"/>
              <a:gd name="connsiteX369" fmla="*/ 2652935 w 4786192"/>
              <a:gd name="connsiteY369" fmla="*/ 4974308 h 5222490"/>
              <a:gd name="connsiteX370" fmla="*/ 2759405 w 4786192"/>
              <a:gd name="connsiteY370" fmla="*/ 4963989 h 5222490"/>
              <a:gd name="connsiteX371" fmla="*/ 2864931 w 4786192"/>
              <a:gd name="connsiteY371" fmla="*/ 4951319 h 5222490"/>
              <a:gd name="connsiteX372" fmla="*/ 2799555 w 4786192"/>
              <a:gd name="connsiteY372" fmla="*/ 4952050 h 5222490"/>
              <a:gd name="connsiteX373" fmla="*/ 2746016 w 4786192"/>
              <a:gd name="connsiteY373" fmla="*/ 4956248 h 5222490"/>
              <a:gd name="connsiteX374" fmla="*/ 2619497 w 4786192"/>
              <a:gd name="connsiteY374" fmla="*/ 4965109 h 5222490"/>
              <a:gd name="connsiteX375" fmla="*/ 2527096 w 4786192"/>
              <a:gd name="connsiteY375" fmla="*/ 4978265 h 5222490"/>
              <a:gd name="connsiteX376" fmla="*/ 2479529 w 4786192"/>
              <a:gd name="connsiteY376" fmla="*/ 4984875 h 5222490"/>
              <a:gd name="connsiteX377" fmla="*/ 2299554 w 4786192"/>
              <a:gd name="connsiteY377" fmla="*/ 4998987 h 5222490"/>
              <a:gd name="connsiteX378" fmla="*/ 2142538 w 4786192"/>
              <a:gd name="connsiteY378" fmla="*/ 5016755 h 5222490"/>
              <a:gd name="connsiteX379" fmla="*/ 2099280 w 4786192"/>
              <a:gd name="connsiteY379" fmla="*/ 5016207 h 5222490"/>
              <a:gd name="connsiteX380" fmla="*/ 2051821 w 4786192"/>
              <a:gd name="connsiteY380" fmla="*/ 5006744 h 5222490"/>
              <a:gd name="connsiteX381" fmla="*/ 2199327 w 4786192"/>
              <a:gd name="connsiteY381" fmla="*/ 4986083 h 5222490"/>
              <a:gd name="connsiteX382" fmla="*/ 2124889 w 4786192"/>
              <a:gd name="connsiteY382" fmla="*/ 5007077 h 5222490"/>
              <a:gd name="connsiteX383" fmla="*/ 2218506 w 4786192"/>
              <a:gd name="connsiteY383" fmla="*/ 4999736 h 5222490"/>
              <a:gd name="connsiteX384" fmla="*/ 2232449 w 4786192"/>
              <a:gd name="connsiteY384" fmla="*/ 4983486 h 5222490"/>
              <a:gd name="connsiteX385" fmla="*/ 2306665 w 4786192"/>
              <a:gd name="connsiteY385" fmla="*/ 4990700 h 5222490"/>
              <a:gd name="connsiteX386" fmla="*/ 2327969 w 4786192"/>
              <a:gd name="connsiteY386" fmla="*/ 4990697 h 5222490"/>
              <a:gd name="connsiteX387" fmla="*/ 2393985 w 4786192"/>
              <a:gd name="connsiteY387" fmla="*/ 4980670 h 5222490"/>
              <a:gd name="connsiteX388" fmla="*/ 2405299 w 4786192"/>
              <a:gd name="connsiteY388" fmla="*/ 4975540 h 5222490"/>
              <a:gd name="connsiteX389" fmla="*/ 2384809 w 4786192"/>
              <a:gd name="connsiteY389" fmla="*/ 4964567 h 5222490"/>
              <a:gd name="connsiteX390" fmla="*/ 2483913 w 4786192"/>
              <a:gd name="connsiteY390" fmla="*/ 4953462 h 5222490"/>
              <a:gd name="connsiteX391" fmla="*/ 2537327 w 4786192"/>
              <a:gd name="connsiteY391" fmla="*/ 4951546 h 5222490"/>
              <a:gd name="connsiteX392" fmla="*/ 2567575 w 4786192"/>
              <a:gd name="connsiteY392" fmla="*/ 4949174 h 5222490"/>
              <a:gd name="connsiteX393" fmla="*/ 2624039 w 4786192"/>
              <a:gd name="connsiteY393" fmla="*/ 4958993 h 5222490"/>
              <a:gd name="connsiteX394" fmla="*/ 2652500 w 4786192"/>
              <a:gd name="connsiteY394" fmla="*/ 4951306 h 5222490"/>
              <a:gd name="connsiteX395" fmla="*/ 2690062 w 4786192"/>
              <a:gd name="connsiteY395" fmla="*/ 4945178 h 5222490"/>
              <a:gd name="connsiteX396" fmla="*/ 2730689 w 4786192"/>
              <a:gd name="connsiteY396" fmla="*/ 4943205 h 5222490"/>
              <a:gd name="connsiteX397" fmla="*/ 2738480 w 4786192"/>
              <a:gd name="connsiteY397" fmla="*/ 4939714 h 5222490"/>
              <a:gd name="connsiteX398" fmla="*/ 2701393 w 4786192"/>
              <a:gd name="connsiteY398" fmla="*/ 4934438 h 5222490"/>
              <a:gd name="connsiteX399" fmla="*/ 2743704 w 4786192"/>
              <a:gd name="connsiteY399" fmla="*/ 4918995 h 5222490"/>
              <a:gd name="connsiteX400" fmla="*/ 2649349 w 4786192"/>
              <a:gd name="connsiteY400" fmla="*/ 4922757 h 5222490"/>
              <a:gd name="connsiteX401" fmla="*/ 2576570 w 4786192"/>
              <a:gd name="connsiteY401" fmla="*/ 4920280 h 5222490"/>
              <a:gd name="connsiteX402" fmla="*/ 2561233 w 4786192"/>
              <a:gd name="connsiteY402" fmla="*/ 4918754 h 5222490"/>
              <a:gd name="connsiteX403" fmla="*/ 2434211 w 4786192"/>
              <a:gd name="connsiteY403" fmla="*/ 4925077 h 5222490"/>
              <a:gd name="connsiteX404" fmla="*/ 2421539 w 4786192"/>
              <a:gd name="connsiteY404" fmla="*/ 4924555 h 5222490"/>
              <a:gd name="connsiteX405" fmla="*/ 2368616 w 4786192"/>
              <a:gd name="connsiteY405" fmla="*/ 4926887 h 5222490"/>
              <a:gd name="connsiteX406" fmla="*/ 2263561 w 4786192"/>
              <a:gd name="connsiteY406" fmla="*/ 4924212 h 5222490"/>
              <a:gd name="connsiteX407" fmla="*/ 2224829 w 4786192"/>
              <a:gd name="connsiteY407" fmla="*/ 4925128 h 5222490"/>
              <a:gd name="connsiteX408" fmla="*/ 2190089 w 4786192"/>
              <a:gd name="connsiteY408" fmla="*/ 4936188 h 5222490"/>
              <a:gd name="connsiteX409" fmla="*/ 2095226 w 4786192"/>
              <a:gd name="connsiteY409" fmla="*/ 4952871 h 5222490"/>
              <a:gd name="connsiteX410" fmla="*/ 2032715 w 4786192"/>
              <a:gd name="connsiteY410" fmla="*/ 4955196 h 5222490"/>
              <a:gd name="connsiteX411" fmla="*/ 1871430 w 4786192"/>
              <a:gd name="connsiteY411" fmla="*/ 4972845 h 5222490"/>
              <a:gd name="connsiteX412" fmla="*/ 1718039 w 4786192"/>
              <a:gd name="connsiteY412" fmla="*/ 4986389 h 5222490"/>
              <a:gd name="connsiteX413" fmla="*/ 1615045 w 4786192"/>
              <a:gd name="connsiteY413" fmla="*/ 4994465 h 5222490"/>
              <a:gd name="connsiteX414" fmla="*/ 1583474 w 4786192"/>
              <a:gd name="connsiteY414" fmla="*/ 4999366 h 5222490"/>
              <a:gd name="connsiteX415" fmla="*/ 1583887 w 4786192"/>
              <a:gd name="connsiteY415" fmla="*/ 5004638 h 5222490"/>
              <a:gd name="connsiteX416" fmla="*/ 1619362 w 4786192"/>
              <a:gd name="connsiteY416" fmla="*/ 5004887 h 5222490"/>
              <a:gd name="connsiteX417" fmla="*/ 1758202 w 4786192"/>
              <a:gd name="connsiteY417" fmla="*/ 4995970 h 5222490"/>
              <a:gd name="connsiteX418" fmla="*/ 1719934 w 4786192"/>
              <a:gd name="connsiteY418" fmla="*/ 5004731 h 5222490"/>
              <a:gd name="connsiteX419" fmla="*/ 1766038 w 4786192"/>
              <a:gd name="connsiteY419" fmla="*/ 5010512 h 5222490"/>
              <a:gd name="connsiteX420" fmla="*/ 1865554 w 4786192"/>
              <a:gd name="connsiteY420" fmla="*/ 5002709 h 5222490"/>
              <a:gd name="connsiteX421" fmla="*/ 2015142 w 4786192"/>
              <a:gd name="connsiteY421" fmla="*/ 4981430 h 5222490"/>
              <a:gd name="connsiteX422" fmla="*/ 2055584 w 4786192"/>
              <a:gd name="connsiteY422" fmla="*/ 4980987 h 5222490"/>
              <a:gd name="connsiteX423" fmla="*/ 2055997 w 4786192"/>
              <a:gd name="connsiteY423" fmla="*/ 4986259 h 5222490"/>
              <a:gd name="connsiteX424" fmla="*/ 2005966 w 4786192"/>
              <a:gd name="connsiteY424" fmla="*/ 4994426 h 5222490"/>
              <a:gd name="connsiteX425" fmla="*/ 1938282 w 4786192"/>
              <a:gd name="connsiteY425" fmla="*/ 5000643 h 5222490"/>
              <a:gd name="connsiteX426" fmla="*/ 1866178 w 4786192"/>
              <a:gd name="connsiteY426" fmla="*/ 5018421 h 5222490"/>
              <a:gd name="connsiteX427" fmla="*/ 1945420 w 4786192"/>
              <a:gd name="connsiteY427" fmla="*/ 5015996 h 5222490"/>
              <a:gd name="connsiteX428" fmla="*/ 1979997 w 4786192"/>
              <a:gd name="connsiteY428" fmla="*/ 5014497 h 5222490"/>
              <a:gd name="connsiteX429" fmla="*/ 2034180 w 4786192"/>
              <a:gd name="connsiteY429" fmla="*/ 5024344 h 5222490"/>
              <a:gd name="connsiteX430" fmla="*/ 1957506 w 4786192"/>
              <a:gd name="connsiteY430" fmla="*/ 5034296 h 5222490"/>
              <a:gd name="connsiteX431" fmla="*/ 1705279 w 4786192"/>
              <a:gd name="connsiteY431" fmla="*/ 5058470 h 5222490"/>
              <a:gd name="connsiteX432" fmla="*/ 1618496 w 4786192"/>
              <a:gd name="connsiteY432" fmla="*/ 5059819 h 5222490"/>
              <a:gd name="connsiteX433" fmla="*/ 1578869 w 4786192"/>
              <a:gd name="connsiteY433" fmla="*/ 5060955 h 5222490"/>
              <a:gd name="connsiteX434" fmla="*/ 1516104 w 4786192"/>
              <a:gd name="connsiteY434" fmla="*/ 5065877 h 5222490"/>
              <a:gd name="connsiteX435" fmla="*/ 1397634 w 4786192"/>
              <a:gd name="connsiteY435" fmla="*/ 5082291 h 5222490"/>
              <a:gd name="connsiteX436" fmla="*/ 1607590 w 4786192"/>
              <a:gd name="connsiteY436" fmla="*/ 5075981 h 5222490"/>
              <a:gd name="connsiteX437" fmla="*/ 1607968 w 4786192"/>
              <a:gd name="connsiteY437" fmla="*/ 5080801 h 5222490"/>
              <a:gd name="connsiteX438" fmla="*/ 1553085 w 4786192"/>
              <a:gd name="connsiteY438" fmla="*/ 5089198 h 5222490"/>
              <a:gd name="connsiteX439" fmla="*/ 1348610 w 4786192"/>
              <a:gd name="connsiteY439" fmla="*/ 5116901 h 5222490"/>
              <a:gd name="connsiteX440" fmla="*/ 1237978 w 4786192"/>
              <a:gd name="connsiteY440" fmla="*/ 5130426 h 5222490"/>
              <a:gd name="connsiteX441" fmla="*/ 1082989 w 4786192"/>
              <a:gd name="connsiteY441" fmla="*/ 5139094 h 5222490"/>
              <a:gd name="connsiteX442" fmla="*/ 1037699 w 4786192"/>
              <a:gd name="connsiteY442" fmla="*/ 5143706 h 5222490"/>
              <a:gd name="connsiteX443" fmla="*/ 1037217 w 4786192"/>
              <a:gd name="connsiteY443" fmla="*/ 5149200 h 5222490"/>
              <a:gd name="connsiteX444" fmla="*/ 1105991 w 4786192"/>
              <a:gd name="connsiteY444" fmla="*/ 5149111 h 5222490"/>
              <a:gd name="connsiteX445" fmla="*/ 1205105 w 4786192"/>
              <a:gd name="connsiteY445" fmla="*/ 5145886 h 5222490"/>
              <a:gd name="connsiteX446" fmla="*/ 1234365 w 4786192"/>
              <a:gd name="connsiteY446" fmla="*/ 5154200 h 5222490"/>
              <a:gd name="connsiteX447" fmla="*/ 1107945 w 4786192"/>
              <a:gd name="connsiteY447" fmla="*/ 5168206 h 5222490"/>
              <a:gd name="connsiteX448" fmla="*/ 1116939 w 4786192"/>
              <a:gd name="connsiteY448" fmla="*/ 5170297 h 5222490"/>
              <a:gd name="connsiteX449" fmla="*/ 323714 w 4786192"/>
              <a:gd name="connsiteY449" fmla="*/ 5222490 h 5222490"/>
              <a:gd name="connsiteX450" fmla="*/ 0 w 4786192"/>
              <a:gd name="connsiteY450" fmla="*/ 302753 h 522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</a:cxnLst>
            <a:rect l="l" t="t" r="r" b="b"/>
            <a:pathLst>
              <a:path w="4786192" h="5222490">
                <a:moveTo>
                  <a:pt x="1226875" y="5116899"/>
                </a:moveTo>
                <a:cubicBezTo>
                  <a:pt x="1225211" y="5117029"/>
                  <a:pt x="1222874" y="5118274"/>
                  <a:pt x="1220792" y="5118891"/>
                </a:cubicBezTo>
                <a:cubicBezTo>
                  <a:pt x="1222375" y="5119676"/>
                  <a:pt x="1223703" y="5121088"/>
                  <a:pt x="1225379" y="5121108"/>
                </a:cubicBezTo>
                <a:cubicBezTo>
                  <a:pt x="1227533" y="5120633"/>
                  <a:pt x="1229621" y="5119908"/>
                  <a:pt x="1231601" y="5118953"/>
                </a:cubicBezTo>
                <a:cubicBezTo>
                  <a:pt x="1230205" y="5118608"/>
                  <a:pt x="1228888" y="5117347"/>
                  <a:pt x="1227666" y="5117291"/>
                </a:cubicBezTo>
                <a:close/>
                <a:moveTo>
                  <a:pt x="1033835" y="5111879"/>
                </a:moveTo>
                <a:lnTo>
                  <a:pt x="1031802" y="5115069"/>
                </a:lnTo>
                <a:lnTo>
                  <a:pt x="1051059" y="5116136"/>
                </a:lnTo>
                <a:lnTo>
                  <a:pt x="1052952" y="5113108"/>
                </a:lnTo>
                <a:close/>
                <a:moveTo>
                  <a:pt x="1097032" y="5089191"/>
                </a:moveTo>
                <a:cubicBezTo>
                  <a:pt x="1080467" y="5089467"/>
                  <a:pt x="1062020" y="5091936"/>
                  <a:pt x="1039018" y="5096468"/>
                </a:cubicBezTo>
                <a:cubicBezTo>
                  <a:pt x="1073858" y="5100274"/>
                  <a:pt x="1109034" y="5099806"/>
                  <a:pt x="1143753" y="5095075"/>
                </a:cubicBezTo>
                <a:cubicBezTo>
                  <a:pt x="1128279" y="5090832"/>
                  <a:pt x="1113597" y="5088915"/>
                  <a:pt x="1097032" y="5089191"/>
                </a:cubicBezTo>
                <a:close/>
                <a:moveTo>
                  <a:pt x="953473" y="5082565"/>
                </a:moveTo>
                <a:cubicBezTo>
                  <a:pt x="928974" y="5086456"/>
                  <a:pt x="911165" y="5090277"/>
                  <a:pt x="893343" y="5091978"/>
                </a:cubicBezTo>
                <a:cubicBezTo>
                  <a:pt x="875520" y="5093679"/>
                  <a:pt x="854934" y="5089231"/>
                  <a:pt x="832954" y="5098077"/>
                </a:cubicBezTo>
                <a:lnTo>
                  <a:pt x="887676" y="5101213"/>
                </a:lnTo>
                <a:lnTo>
                  <a:pt x="869773" y="5123229"/>
                </a:lnTo>
                <a:cubicBezTo>
                  <a:pt x="913027" y="5119837"/>
                  <a:pt x="951935" y="5130880"/>
                  <a:pt x="997005" y="5117646"/>
                </a:cubicBezTo>
                <a:cubicBezTo>
                  <a:pt x="986296" y="5103330"/>
                  <a:pt x="952969" y="5109127"/>
                  <a:pt x="934138" y="5103783"/>
                </a:cubicBezTo>
                <a:close/>
                <a:moveTo>
                  <a:pt x="2362189" y="5081676"/>
                </a:moveTo>
                <a:lnTo>
                  <a:pt x="2361577" y="5085513"/>
                </a:lnTo>
                <a:lnTo>
                  <a:pt x="2345916" y="5085680"/>
                </a:lnTo>
                <a:cubicBezTo>
                  <a:pt x="2346299" y="5084741"/>
                  <a:pt x="2347065" y="5082862"/>
                  <a:pt x="2347065" y="5082862"/>
                </a:cubicBezTo>
                <a:cubicBezTo>
                  <a:pt x="2351904" y="5082482"/>
                  <a:pt x="2357046" y="5082079"/>
                  <a:pt x="2362189" y="5081676"/>
                </a:cubicBezTo>
                <a:close/>
                <a:moveTo>
                  <a:pt x="1248753" y="5071838"/>
                </a:moveTo>
                <a:cubicBezTo>
                  <a:pt x="1246018" y="5071884"/>
                  <a:pt x="1243296" y="5072098"/>
                  <a:pt x="1240587" y="5072478"/>
                </a:cubicBezTo>
                <a:cubicBezTo>
                  <a:pt x="1241534" y="5074071"/>
                  <a:pt x="1242899" y="5075378"/>
                  <a:pt x="1244536" y="5076261"/>
                </a:cubicBezTo>
                <a:cubicBezTo>
                  <a:pt x="1247016" y="5076269"/>
                  <a:pt x="1249497" y="5076074"/>
                  <a:pt x="1251946" y="5075680"/>
                </a:cubicBezTo>
                <a:cubicBezTo>
                  <a:pt x="1250885" y="5073793"/>
                  <a:pt x="1250476" y="5072461"/>
                  <a:pt x="1248765" y="5071988"/>
                </a:cubicBezTo>
                <a:close/>
                <a:moveTo>
                  <a:pt x="889218" y="5066537"/>
                </a:moveTo>
                <a:lnTo>
                  <a:pt x="848988" y="5069692"/>
                </a:lnTo>
                <a:cubicBezTo>
                  <a:pt x="860366" y="5077008"/>
                  <a:pt x="874776" y="5077779"/>
                  <a:pt x="886886" y="5071721"/>
                </a:cubicBezTo>
                <a:lnTo>
                  <a:pt x="886838" y="5071118"/>
                </a:lnTo>
                <a:cubicBezTo>
                  <a:pt x="888351" y="5070999"/>
                  <a:pt x="888034" y="5068903"/>
                  <a:pt x="889218" y="5066537"/>
                </a:cubicBezTo>
                <a:close/>
                <a:moveTo>
                  <a:pt x="2419670" y="5065650"/>
                </a:moveTo>
                <a:lnTo>
                  <a:pt x="2421779" y="5069273"/>
                </a:lnTo>
                <a:lnTo>
                  <a:pt x="2397758" y="5073431"/>
                </a:lnTo>
                <a:cubicBezTo>
                  <a:pt x="2396908" y="5072285"/>
                  <a:pt x="2395766" y="5071313"/>
                  <a:pt x="2395684" y="5070260"/>
                </a:cubicBezTo>
                <a:close/>
                <a:moveTo>
                  <a:pt x="2599146" y="5062641"/>
                </a:moveTo>
                <a:lnTo>
                  <a:pt x="2602048" y="5066656"/>
                </a:lnTo>
                <a:lnTo>
                  <a:pt x="2556017" y="5073448"/>
                </a:lnTo>
                <a:lnTo>
                  <a:pt x="2554010" y="5069211"/>
                </a:lnTo>
                <a:close/>
                <a:moveTo>
                  <a:pt x="2481651" y="5061137"/>
                </a:moveTo>
                <a:lnTo>
                  <a:pt x="2480678" y="5061624"/>
                </a:lnTo>
                <a:lnTo>
                  <a:pt x="2480642" y="5061172"/>
                </a:lnTo>
                <a:close/>
                <a:moveTo>
                  <a:pt x="2706457" y="5055286"/>
                </a:moveTo>
                <a:cubicBezTo>
                  <a:pt x="2706564" y="5056642"/>
                  <a:pt x="2706693" y="5058299"/>
                  <a:pt x="2706800" y="5059655"/>
                </a:cubicBezTo>
                <a:lnTo>
                  <a:pt x="2647360" y="5062346"/>
                </a:lnTo>
                <a:cubicBezTo>
                  <a:pt x="2647289" y="5061441"/>
                  <a:pt x="2647230" y="5060689"/>
                  <a:pt x="2647171" y="5059935"/>
                </a:cubicBezTo>
                <a:close/>
                <a:moveTo>
                  <a:pt x="2569680" y="5047825"/>
                </a:moveTo>
                <a:cubicBezTo>
                  <a:pt x="2557646" y="5054452"/>
                  <a:pt x="2544325" y="5057770"/>
                  <a:pt x="2529544" y="5059440"/>
                </a:cubicBezTo>
                <a:lnTo>
                  <a:pt x="2481651" y="5061137"/>
                </a:lnTo>
                <a:lnTo>
                  <a:pt x="2502644" y="5050631"/>
                </a:lnTo>
                <a:cubicBezTo>
                  <a:pt x="2525167" y="5044865"/>
                  <a:pt x="2548900" y="5052069"/>
                  <a:pt x="2569680" y="5047825"/>
                </a:cubicBezTo>
                <a:close/>
                <a:moveTo>
                  <a:pt x="1478593" y="5045479"/>
                </a:moveTo>
                <a:lnTo>
                  <a:pt x="1461787" y="5050434"/>
                </a:lnTo>
                <a:lnTo>
                  <a:pt x="1464256" y="5052817"/>
                </a:lnTo>
                <a:lnTo>
                  <a:pt x="1482112" y="5049599"/>
                </a:lnTo>
                <a:close/>
                <a:moveTo>
                  <a:pt x="1469498" y="5028460"/>
                </a:moveTo>
                <a:cubicBezTo>
                  <a:pt x="1466776" y="5028674"/>
                  <a:pt x="1464986" y="5031088"/>
                  <a:pt x="1462813" y="5032470"/>
                </a:cubicBezTo>
                <a:cubicBezTo>
                  <a:pt x="1466430" y="5033387"/>
                  <a:pt x="1470146" y="5033810"/>
                  <a:pt x="1473868" y="5033726"/>
                </a:cubicBezTo>
                <a:cubicBezTo>
                  <a:pt x="1477243" y="5032729"/>
                  <a:pt x="1480460" y="5031252"/>
                  <a:pt x="1483414" y="5029339"/>
                </a:cubicBezTo>
                <a:cubicBezTo>
                  <a:pt x="1478819" y="5028769"/>
                  <a:pt x="1474171" y="5028677"/>
                  <a:pt x="1469545" y="5029063"/>
                </a:cubicBezTo>
                <a:close/>
                <a:moveTo>
                  <a:pt x="1514090" y="5024660"/>
                </a:moveTo>
                <a:cubicBezTo>
                  <a:pt x="1512426" y="5024791"/>
                  <a:pt x="1511195" y="5026555"/>
                  <a:pt x="1509754" y="5027577"/>
                </a:cubicBezTo>
                <a:lnTo>
                  <a:pt x="1516108" y="5029049"/>
                </a:lnTo>
                <a:lnTo>
                  <a:pt x="1520433" y="5025982"/>
                </a:lnTo>
                <a:cubicBezTo>
                  <a:pt x="1518370" y="5025301"/>
                  <a:pt x="1516251" y="5024856"/>
                  <a:pt x="1514090" y="5024660"/>
                </a:cubicBezTo>
                <a:close/>
                <a:moveTo>
                  <a:pt x="3236557" y="5007960"/>
                </a:moveTo>
                <a:cubicBezTo>
                  <a:pt x="3214951" y="5007987"/>
                  <a:pt x="3214951" y="5007987"/>
                  <a:pt x="3208351" y="5015021"/>
                </a:cubicBezTo>
                <a:close/>
                <a:moveTo>
                  <a:pt x="3156121" y="5004870"/>
                </a:moveTo>
                <a:cubicBezTo>
                  <a:pt x="3152643" y="5005143"/>
                  <a:pt x="3143783" y="5010536"/>
                  <a:pt x="3144738" y="5011067"/>
                </a:cubicBezTo>
                <a:cubicBezTo>
                  <a:pt x="3149884" y="5014234"/>
                  <a:pt x="3155722" y="5016114"/>
                  <a:pt x="3161755" y="5016553"/>
                </a:cubicBezTo>
                <a:cubicBezTo>
                  <a:pt x="3168280" y="5014773"/>
                  <a:pt x="3174525" y="5012089"/>
                  <a:pt x="3180302" y="5008581"/>
                </a:cubicBezTo>
                <a:cubicBezTo>
                  <a:pt x="3172367" y="5006641"/>
                  <a:pt x="3164277" y="5005399"/>
                  <a:pt x="3156121" y="5004870"/>
                </a:cubicBezTo>
                <a:close/>
                <a:moveTo>
                  <a:pt x="2479796" y="5003799"/>
                </a:moveTo>
                <a:lnTo>
                  <a:pt x="2479831" y="5004250"/>
                </a:lnTo>
                <a:cubicBezTo>
                  <a:pt x="2440963" y="5011778"/>
                  <a:pt x="2401447" y="5015486"/>
                  <a:pt x="2361854" y="5015320"/>
                </a:cubicBezTo>
                <a:cubicBezTo>
                  <a:pt x="2400504" y="5006376"/>
                  <a:pt x="2440145" y="5002503"/>
                  <a:pt x="2479796" y="5003799"/>
                </a:cubicBezTo>
                <a:close/>
                <a:moveTo>
                  <a:pt x="2856231" y="4993680"/>
                </a:moveTo>
                <a:cubicBezTo>
                  <a:pt x="2856206" y="4994537"/>
                  <a:pt x="2856274" y="4995397"/>
                  <a:pt x="2856431" y="4996240"/>
                </a:cubicBezTo>
                <a:lnTo>
                  <a:pt x="2838816" y="4996713"/>
                </a:lnTo>
                <a:cubicBezTo>
                  <a:pt x="2839502" y="4995749"/>
                  <a:pt x="2839443" y="4994996"/>
                  <a:pt x="2839360" y="4993942"/>
                </a:cubicBezTo>
                <a:close/>
                <a:moveTo>
                  <a:pt x="1446664" y="4993423"/>
                </a:moveTo>
                <a:lnTo>
                  <a:pt x="1439456" y="4996663"/>
                </a:lnTo>
                <a:lnTo>
                  <a:pt x="1439303" y="4996576"/>
                </a:lnTo>
                <a:lnTo>
                  <a:pt x="1439314" y="4996727"/>
                </a:lnTo>
                <a:lnTo>
                  <a:pt x="1439456" y="4996663"/>
                </a:lnTo>
                <a:lnTo>
                  <a:pt x="1446149" y="5000435"/>
                </a:lnTo>
                <a:cubicBezTo>
                  <a:pt x="1448266" y="5000269"/>
                  <a:pt x="1452522" y="4998268"/>
                  <a:pt x="1452184" y="4997840"/>
                </a:cubicBezTo>
                <a:cubicBezTo>
                  <a:pt x="1451846" y="4997411"/>
                  <a:pt x="1448761" y="4994926"/>
                  <a:pt x="1446664" y="4993423"/>
                </a:cubicBezTo>
                <a:close/>
                <a:moveTo>
                  <a:pt x="1253681" y="4987186"/>
                </a:moveTo>
                <a:lnTo>
                  <a:pt x="1237498" y="4988455"/>
                </a:lnTo>
                <a:lnTo>
                  <a:pt x="1236611" y="4992008"/>
                </a:lnTo>
                <a:lnTo>
                  <a:pt x="1236560" y="4992014"/>
                </a:lnTo>
                <a:lnTo>
                  <a:pt x="1236571" y="4992165"/>
                </a:lnTo>
                <a:lnTo>
                  <a:pt x="1236611" y="4992008"/>
                </a:lnTo>
                <a:lnTo>
                  <a:pt x="1253881" y="4989746"/>
                </a:lnTo>
                <a:close/>
                <a:moveTo>
                  <a:pt x="1371905" y="4979279"/>
                </a:moveTo>
                <a:cubicBezTo>
                  <a:pt x="1362226" y="4980038"/>
                  <a:pt x="1352547" y="4980797"/>
                  <a:pt x="1342912" y="4980189"/>
                </a:cubicBezTo>
                <a:cubicBezTo>
                  <a:pt x="1342600" y="4982032"/>
                  <a:pt x="1342264" y="4983574"/>
                  <a:pt x="1342092" y="4985255"/>
                </a:cubicBezTo>
                <a:lnTo>
                  <a:pt x="1371201" y="4983881"/>
                </a:lnTo>
                <a:cubicBezTo>
                  <a:pt x="1371083" y="4982375"/>
                  <a:pt x="1370965" y="4980868"/>
                  <a:pt x="1371905" y="4979279"/>
                </a:cubicBezTo>
                <a:close/>
                <a:moveTo>
                  <a:pt x="1560597" y="4977365"/>
                </a:moveTo>
                <a:lnTo>
                  <a:pt x="1497457" y="4989136"/>
                </a:lnTo>
                <a:cubicBezTo>
                  <a:pt x="1521112" y="4990010"/>
                  <a:pt x="1535144" y="4990425"/>
                  <a:pt x="1550573" y="4991185"/>
                </a:cubicBezTo>
                <a:close/>
                <a:moveTo>
                  <a:pt x="2922561" y="4974081"/>
                </a:moveTo>
                <a:lnTo>
                  <a:pt x="2921968" y="4974279"/>
                </a:lnTo>
                <a:lnTo>
                  <a:pt x="2923068" y="4974363"/>
                </a:lnTo>
                <a:lnTo>
                  <a:pt x="2934686" y="4980847"/>
                </a:lnTo>
                <a:cubicBezTo>
                  <a:pt x="2944667" y="4985513"/>
                  <a:pt x="2950660" y="4984077"/>
                  <a:pt x="2974632" y="4978333"/>
                </a:cubicBezTo>
                <a:lnTo>
                  <a:pt x="2923068" y="4974363"/>
                </a:lnTo>
                <a:close/>
                <a:moveTo>
                  <a:pt x="1479092" y="4964508"/>
                </a:moveTo>
                <a:lnTo>
                  <a:pt x="1436539" y="4971028"/>
                </a:lnTo>
                <a:cubicBezTo>
                  <a:pt x="1450895" y="4976357"/>
                  <a:pt x="1466999" y="4973889"/>
                  <a:pt x="1479092" y="4964508"/>
                </a:cubicBezTo>
                <a:close/>
                <a:moveTo>
                  <a:pt x="3581379" y="4957580"/>
                </a:moveTo>
                <a:lnTo>
                  <a:pt x="3467949" y="4966475"/>
                </a:lnTo>
                <a:cubicBezTo>
                  <a:pt x="3501023" y="4982675"/>
                  <a:pt x="3525897" y="4981634"/>
                  <a:pt x="3581379" y="4957580"/>
                </a:cubicBezTo>
                <a:close/>
                <a:moveTo>
                  <a:pt x="3078771" y="4953799"/>
                </a:moveTo>
                <a:cubicBezTo>
                  <a:pt x="3076328" y="4954243"/>
                  <a:pt x="3073862" y="4954538"/>
                  <a:pt x="3071383" y="4954681"/>
                </a:cubicBezTo>
                <a:cubicBezTo>
                  <a:pt x="3068703" y="4961257"/>
                  <a:pt x="3068933" y="4968059"/>
                  <a:pt x="3062401" y="4974027"/>
                </a:cubicBezTo>
                <a:cubicBezTo>
                  <a:pt x="3052618" y="4981173"/>
                  <a:pt x="3042000" y="4987095"/>
                  <a:pt x="3030763" y="4991664"/>
                </a:cubicBezTo>
                <a:cubicBezTo>
                  <a:pt x="3018412" y="4995807"/>
                  <a:pt x="3006395" y="5000905"/>
                  <a:pt x="2994829" y="5006909"/>
                </a:cubicBezTo>
                <a:cubicBezTo>
                  <a:pt x="2979485" y="5018873"/>
                  <a:pt x="2956962" y="5020790"/>
                  <a:pt x="2932450" y="5022561"/>
                </a:cubicBezTo>
                <a:cubicBezTo>
                  <a:pt x="2921258" y="5023439"/>
                  <a:pt x="2907202" y="5022722"/>
                  <a:pt x="2904584" y="5032021"/>
                </a:cubicBezTo>
                <a:cubicBezTo>
                  <a:pt x="2928938" y="5034052"/>
                  <a:pt x="2953873" y="5035733"/>
                  <a:pt x="2971793" y="5037208"/>
                </a:cubicBezTo>
                <a:cubicBezTo>
                  <a:pt x="3000885" y="5031744"/>
                  <a:pt x="3023625" y="5026778"/>
                  <a:pt x="3046799" y="5023445"/>
                </a:cubicBezTo>
                <a:cubicBezTo>
                  <a:pt x="3066051" y="5020572"/>
                  <a:pt x="3075341" y="5014842"/>
                  <a:pt x="3071179" y="5008348"/>
                </a:cubicBezTo>
                <a:cubicBezTo>
                  <a:pt x="3062133" y="4993902"/>
                  <a:pt x="3078886" y="4982434"/>
                  <a:pt x="3093916" y="4970344"/>
                </a:cubicBezTo>
                <a:cubicBezTo>
                  <a:pt x="3088766" y="4964836"/>
                  <a:pt x="3083781" y="4959469"/>
                  <a:pt x="3078771" y="4953799"/>
                </a:cubicBezTo>
                <a:close/>
                <a:moveTo>
                  <a:pt x="3326843" y="4953291"/>
                </a:moveTo>
                <a:cubicBezTo>
                  <a:pt x="3321353" y="4952168"/>
                  <a:pt x="3313713" y="4952729"/>
                  <a:pt x="3303314" y="4954984"/>
                </a:cubicBezTo>
                <a:cubicBezTo>
                  <a:pt x="3307641" y="4963587"/>
                  <a:pt x="3315835" y="4967188"/>
                  <a:pt x="3337470" y="4961702"/>
                </a:cubicBezTo>
                <a:cubicBezTo>
                  <a:pt x="3335673" y="4957221"/>
                  <a:pt x="3332333" y="4954414"/>
                  <a:pt x="3326843" y="4953291"/>
                </a:cubicBezTo>
                <a:close/>
                <a:moveTo>
                  <a:pt x="3756748" y="4944890"/>
                </a:moveTo>
                <a:cubicBezTo>
                  <a:pt x="3727352" y="4942546"/>
                  <a:pt x="3697786" y="4946413"/>
                  <a:pt x="3669988" y="4956240"/>
                </a:cubicBezTo>
                <a:cubicBezTo>
                  <a:pt x="3689335" y="4964271"/>
                  <a:pt x="3689335" y="4964271"/>
                  <a:pt x="3756748" y="4944890"/>
                </a:cubicBezTo>
                <a:close/>
                <a:moveTo>
                  <a:pt x="1705646" y="4944773"/>
                </a:moveTo>
                <a:lnTo>
                  <a:pt x="1705010" y="4948309"/>
                </a:lnTo>
                <a:lnTo>
                  <a:pt x="1689291" y="4947723"/>
                </a:lnTo>
                <a:cubicBezTo>
                  <a:pt x="1689243" y="4947121"/>
                  <a:pt x="1689161" y="4946066"/>
                  <a:pt x="1689161" y="4946066"/>
                </a:cubicBezTo>
                <a:close/>
                <a:moveTo>
                  <a:pt x="2956702" y="4937909"/>
                </a:moveTo>
                <a:cubicBezTo>
                  <a:pt x="2953664" y="4938372"/>
                  <a:pt x="2950707" y="4939268"/>
                  <a:pt x="2947932" y="4940568"/>
                </a:cubicBezTo>
                <a:cubicBezTo>
                  <a:pt x="2949532" y="4941751"/>
                  <a:pt x="2951363" y="4942589"/>
                  <a:pt x="2953299" y="4943026"/>
                </a:cubicBezTo>
                <a:cubicBezTo>
                  <a:pt x="2956627" y="4942765"/>
                  <a:pt x="2960559" y="4942456"/>
                  <a:pt x="2968423" y="4941840"/>
                </a:cubicBezTo>
                <a:cubicBezTo>
                  <a:pt x="2964693" y="4940268"/>
                  <a:pt x="2960775" y="4939200"/>
                  <a:pt x="2956761" y="4938663"/>
                </a:cubicBezTo>
                <a:close/>
                <a:moveTo>
                  <a:pt x="3117806" y="4931681"/>
                </a:moveTo>
                <a:cubicBezTo>
                  <a:pt x="3108080" y="4933064"/>
                  <a:pt x="3098645" y="4936482"/>
                  <a:pt x="3090159" y="4941842"/>
                </a:cubicBezTo>
                <a:cubicBezTo>
                  <a:pt x="3124331" y="4942951"/>
                  <a:pt x="3124331" y="4942951"/>
                  <a:pt x="3147195" y="4933732"/>
                </a:cubicBezTo>
                <a:cubicBezTo>
                  <a:pt x="3137548" y="4930950"/>
                  <a:pt x="3127532" y="4930298"/>
                  <a:pt x="3117806" y="4931681"/>
                </a:cubicBezTo>
                <a:close/>
                <a:moveTo>
                  <a:pt x="3561135" y="4928402"/>
                </a:moveTo>
                <a:lnTo>
                  <a:pt x="3556481" y="4934424"/>
                </a:lnTo>
                <a:lnTo>
                  <a:pt x="3555964" y="4934264"/>
                </a:lnTo>
                <a:lnTo>
                  <a:pt x="3556023" y="4935016"/>
                </a:lnTo>
                <a:lnTo>
                  <a:pt x="3556481" y="4934424"/>
                </a:lnTo>
                <a:lnTo>
                  <a:pt x="3566102" y="4937409"/>
                </a:lnTo>
                <a:cubicBezTo>
                  <a:pt x="3564854" y="4935082"/>
                  <a:pt x="3563467" y="4932917"/>
                  <a:pt x="3561135" y="4928402"/>
                </a:cubicBezTo>
                <a:close/>
                <a:moveTo>
                  <a:pt x="3901947" y="4927063"/>
                </a:moveTo>
                <a:cubicBezTo>
                  <a:pt x="3887931" y="4926609"/>
                  <a:pt x="3870515" y="4930589"/>
                  <a:pt x="3848168" y="4938631"/>
                </a:cubicBezTo>
                <a:cubicBezTo>
                  <a:pt x="3876139" y="4948828"/>
                  <a:pt x="3906619" y="4950042"/>
                  <a:pt x="3935329" y="4942102"/>
                </a:cubicBezTo>
                <a:cubicBezTo>
                  <a:pt x="3926579" y="4932406"/>
                  <a:pt x="3915963" y="4927517"/>
                  <a:pt x="3901947" y="4927063"/>
                </a:cubicBezTo>
                <a:close/>
                <a:moveTo>
                  <a:pt x="2344630" y="4912097"/>
                </a:moveTo>
                <a:lnTo>
                  <a:pt x="2307090" y="4916556"/>
                </a:lnTo>
                <a:lnTo>
                  <a:pt x="2310051" y="4921325"/>
                </a:lnTo>
                <a:lnTo>
                  <a:pt x="2346311" y="4916056"/>
                </a:lnTo>
                <a:close/>
                <a:moveTo>
                  <a:pt x="3585409" y="4911949"/>
                </a:moveTo>
                <a:lnTo>
                  <a:pt x="3518436" y="4919474"/>
                </a:lnTo>
                <a:cubicBezTo>
                  <a:pt x="3518367" y="4920541"/>
                  <a:pt x="3518752" y="4921571"/>
                  <a:pt x="3519045" y="4923366"/>
                </a:cubicBezTo>
                <a:cubicBezTo>
                  <a:pt x="3541443" y="4922956"/>
                  <a:pt x="3563764" y="4920598"/>
                  <a:pt x="3585751" y="4916317"/>
                </a:cubicBezTo>
                <a:cubicBezTo>
                  <a:pt x="3585541" y="4914870"/>
                  <a:pt x="3585426" y="4913412"/>
                  <a:pt x="3585409" y="4911949"/>
                </a:cubicBezTo>
                <a:close/>
                <a:moveTo>
                  <a:pt x="2602037" y="4909341"/>
                </a:moveTo>
                <a:cubicBezTo>
                  <a:pt x="2622426" y="4922898"/>
                  <a:pt x="2643289" y="4915351"/>
                  <a:pt x="2662216" y="4912200"/>
                </a:cubicBezTo>
                <a:close/>
                <a:moveTo>
                  <a:pt x="2388452" y="4906235"/>
                </a:moveTo>
                <a:cubicBezTo>
                  <a:pt x="2386282" y="4906698"/>
                  <a:pt x="2384236" y="4907580"/>
                  <a:pt x="2382416" y="4908831"/>
                </a:cubicBezTo>
                <a:cubicBezTo>
                  <a:pt x="2384782" y="4910093"/>
                  <a:pt x="2387305" y="4911017"/>
                  <a:pt x="2389936" y="4911575"/>
                </a:cubicBezTo>
                <a:cubicBezTo>
                  <a:pt x="2394028" y="4910587"/>
                  <a:pt x="2397994" y="4909158"/>
                  <a:pt x="2401775" y="4907313"/>
                </a:cubicBezTo>
                <a:cubicBezTo>
                  <a:pt x="2397373" y="4906679"/>
                  <a:pt x="2392921" y="4906370"/>
                  <a:pt x="2388464" y="4906386"/>
                </a:cubicBezTo>
                <a:close/>
                <a:moveTo>
                  <a:pt x="2732342" y="4894425"/>
                </a:moveTo>
                <a:cubicBezTo>
                  <a:pt x="2728712" y="4894710"/>
                  <a:pt x="2726004" y="4897044"/>
                  <a:pt x="2722899" y="4898197"/>
                </a:cubicBezTo>
                <a:cubicBezTo>
                  <a:pt x="2725653" y="4899354"/>
                  <a:pt x="2728598" y="4900046"/>
                  <a:pt x="2731581" y="4900244"/>
                </a:cubicBezTo>
                <a:cubicBezTo>
                  <a:pt x="2734592" y="4899247"/>
                  <a:pt x="2737411" y="4897745"/>
                  <a:pt x="2739906" y="4895802"/>
                </a:cubicBezTo>
                <a:cubicBezTo>
                  <a:pt x="2737301" y="4895182"/>
                  <a:pt x="2734619" y="4894933"/>
                  <a:pt x="2731936" y="4895063"/>
                </a:cubicBezTo>
                <a:close/>
                <a:moveTo>
                  <a:pt x="2485995" y="4893888"/>
                </a:moveTo>
                <a:cubicBezTo>
                  <a:pt x="2471571" y="4896004"/>
                  <a:pt x="2456642" y="4899675"/>
                  <a:pt x="2439106" y="4902111"/>
                </a:cubicBezTo>
                <a:cubicBezTo>
                  <a:pt x="2495769" y="4902822"/>
                  <a:pt x="2495769" y="4902822"/>
                  <a:pt x="2529849" y="4894996"/>
                </a:cubicBezTo>
                <a:cubicBezTo>
                  <a:pt x="2514335" y="4891211"/>
                  <a:pt x="2500418" y="4891772"/>
                  <a:pt x="2485995" y="4893888"/>
                </a:cubicBezTo>
                <a:close/>
                <a:moveTo>
                  <a:pt x="3100494" y="4885410"/>
                </a:moveTo>
                <a:lnTo>
                  <a:pt x="3099739" y="4885470"/>
                </a:lnTo>
                <a:cubicBezTo>
                  <a:pt x="3040006" y="4887691"/>
                  <a:pt x="2980437" y="4893223"/>
                  <a:pt x="2921325" y="4902037"/>
                </a:cubicBezTo>
                <a:cubicBezTo>
                  <a:pt x="2976588" y="4910130"/>
                  <a:pt x="3022936" y="4905436"/>
                  <a:pt x="3100494" y="4885410"/>
                </a:cubicBezTo>
                <a:close/>
                <a:moveTo>
                  <a:pt x="3893910" y="4883514"/>
                </a:moveTo>
                <a:cubicBezTo>
                  <a:pt x="3832556" y="4885544"/>
                  <a:pt x="3771475" y="4892667"/>
                  <a:pt x="3711302" y="4904805"/>
                </a:cubicBezTo>
                <a:lnTo>
                  <a:pt x="3792366" y="4898448"/>
                </a:lnTo>
                <a:cubicBezTo>
                  <a:pt x="3794462" y="4906527"/>
                  <a:pt x="3802737" y="4911380"/>
                  <a:pt x="3810848" y="4909288"/>
                </a:cubicBezTo>
                <a:cubicBezTo>
                  <a:pt x="3813440" y="4908619"/>
                  <a:pt x="3815810" y="4907279"/>
                  <a:pt x="3817715" y="4905403"/>
                </a:cubicBezTo>
                <a:cubicBezTo>
                  <a:pt x="3836479" y="4896691"/>
                  <a:pt x="3856749" y="4891654"/>
                  <a:pt x="3877420" y="4890567"/>
                </a:cubicBezTo>
                <a:cubicBezTo>
                  <a:pt x="3883128" y="4888741"/>
                  <a:pt x="3888649" y="4886379"/>
                  <a:pt x="3893910" y="4883514"/>
                </a:cubicBezTo>
                <a:close/>
                <a:moveTo>
                  <a:pt x="2418485" y="4877836"/>
                </a:moveTo>
                <a:lnTo>
                  <a:pt x="2382285" y="4885804"/>
                </a:lnTo>
                <a:lnTo>
                  <a:pt x="2381226" y="4885887"/>
                </a:lnTo>
                <a:lnTo>
                  <a:pt x="2382285" y="4885804"/>
                </a:lnTo>
                <a:lnTo>
                  <a:pt x="2382285" y="4885804"/>
                </a:lnTo>
                <a:lnTo>
                  <a:pt x="2455485" y="4880064"/>
                </a:lnTo>
                <a:cubicBezTo>
                  <a:pt x="2443255" y="4877604"/>
                  <a:pt x="2430803" y="4876870"/>
                  <a:pt x="2418485" y="4877836"/>
                </a:cubicBezTo>
                <a:close/>
                <a:moveTo>
                  <a:pt x="2340581" y="4876949"/>
                </a:moveTo>
                <a:cubicBezTo>
                  <a:pt x="2331555" y="4876331"/>
                  <a:pt x="2321325" y="4876868"/>
                  <a:pt x="2311756" y="4877088"/>
                </a:cubicBezTo>
                <a:cubicBezTo>
                  <a:pt x="2306136" y="4877226"/>
                  <a:pt x="2300240" y="4879658"/>
                  <a:pt x="2294493" y="4880109"/>
                </a:cubicBezTo>
                <a:cubicBezTo>
                  <a:pt x="2281486" y="4881129"/>
                  <a:pt x="2268260" y="4883228"/>
                  <a:pt x="2255776" y="4883145"/>
                </a:cubicBezTo>
                <a:cubicBezTo>
                  <a:pt x="2180994" y="4880544"/>
                  <a:pt x="2106133" y="4885298"/>
                  <a:pt x="2032286" y="4897336"/>
                </a:cubicBezTo>
                <a:cubicBezTo>
                  <a:pt x="2004845" y="4902519"/>
                  <a:pt x="1976287" y="4907031"/>
                  <a:pt x="1948006" y="4909249"/>
                </a:cubicBezTo>
                <a:cubicBezTo>
                  <a:pt x="1889564" y="4915549"/>
                  <a:pt x="1831065" y="4921299"/>
                  <a:pt x="1772537" y="4926494"/>
                </a:cubicBezTo>
                <a:cubicBezTo>
                  <a:pt x="1745942" y="4928882"/>
                  <a:pt x="1719206" y="4929463"/>
                  <a:pt x="1692587" y="4931551"/>
                </a:cubicBezTo>
                <a:cubicBezTo>
                  <a:pt x="1688352" y="4931883"/>
                  <a:pt x="1683815" y="4932238"/>
                  <a:pt x="1679581" y="4932570"/>
                </a:cubicBezTo>
                <a:lnTo>
                  <a:pt x="1604316" y="4943019"/>
                </a:lnTo>
                <a:cubicBezTo>
                  <a:pt x="1584889" y="4943285"/>
                  <a:pt x="1565826" y="4948375"/>
                  <a:pt x="1548870" y="4957825"/>
                </a:cubicBezTo>
                <a:cubicBezTo>
                  <a:pt x="1626380" y="4956597"/>
                  <a:pt x="1696803" y="4973657"/>
                  <a:pt x="1769670" y="4942330"/>
                </a:cubicBezTo>
                <a:cubicBezTo>
                  <a:pt x="1780838" y="4950851"/>
                  <a:pt x="1798987" y="4949427"/>
                  <a:pt x="1819857" y="4947791"/>
                </a:cubicBezTo>
                <a:cubicBezTo>
                  <a:pt x="1858922" y="4943363"/>
                  <a:pt x="1898094" y="4940292"/>
                  <a:pt x="1937113" y="4937232"/>
                </a:cubicBezTo>
                <a:cubicBezTo>
                  <a:pt x="1992467" y="4932892"/>
                  <a:pt x="2047972" y="4928539"/>
                  <a:pt x="2103476" y="4924187"/>
                </a:cubicBezTo>
                <a:cubicBezTo>
                  <a:pt x="2139448" y="4921063"/>
                  <a:pt x="2175253" y="4917750"/>
                  <a:pt x="2210890" y="4914248"/>
                </a:cubicBezTo>
                <a:cubicBezTo>
                  <a:pt x="2229183" y="4914273"/>
                  <a:pt x="2247255" y="4910322"/>
                  <a:pt x="2263850" y="4902669"/>
                </a:cubicBezTo>
                <a:lnTo>
                  <a:pt x="2246229" y="4897231"/>
                </a:lnTo>
                <a:cubicBezTo>
                  <a:pt x="2261832" y="4892255"/>
                  <a:pt x="2278753" y="4893422"/>
                  <a:pt x="2293505" y="4900495"/>
                </a:cubicBezTo>
                <a:cubicBezTo>
                  <a:pt x="2314517" y="4904543"/>
                  <a:pt x="2336254" y="4902311"/>
                  <a:pt x="2355999" y="4894079"/>
                </a:cubicBezTo>
                <a:cubicBezTo>
                  <a:pt x="2361140" y="4891706"/>
                  <a:pt x="2364810" y="4886114"/>
                  <a:pt x="2362189" y="4883742"/>
                </a:cubicBezTo>
                <a:cubicBezTo>
                  <a:pt x="2357431" y="4879341"/>
                  <a:pt x="2349608" y="4877568"/>
                  <a:pt x="2340581" y="4876949"/>
                </a:cubicBezTo>
                <a:close/>
                <a:moveTo>
                  <a:pt x="2673179" y="4875421"/>
                </a:moveTo>
                <a:cubicBezTo>
                  <a:pt x="2640186" y="4873434"/>
                  <a:pt x="2607105" y="4877725"/>
                  <a:pt x="2575718" y="4888065"/>
                </a:cubicBezTo>
                <a:cubicBezTo>
                  <a:pt x="2621680" y="4892039"/>
                  <a:pt x="2621680" y="4892039"/>
                  <a:pt x="2675346" y="4877828"/>
                </a:cubicBezTo>
                <a:cubicBezTo>
                  <a:pt x="2674683" y="4877122"/>
                  <a:pt x="2674250" y="4875489"/>
                  <a:pt x="2673179" y="4875421"/>
                </a:cubicBezTo>
                <a:close/>
                <a:moveTo>
                  <a:pt x="2536344" y="4867207"/>
                </a:moveTo>
                <a:lnTo>
                  <a:pt x="2509135" y="4871462"/>
                </a:lnTo>
                <a:cubicBezTo>
                  <a:pt x="2509627" y="4872305"/>
                  <a:pt x="2510046" y="4873185"/>
                  <a:pt x="2510406" y="4874091"/>
                </a:cubicBezTo>
                <a:cubicBezTo>
                  <a:pt x="2519329" y="4873391"/>
                  <a:pt x="2528555" y="4872668"/>
                  <a:pt x="2537630" y="4871956"/>
                </a:cubicBezTo>
                <a:close/>
                <a:moveTo>
                  <a:pt x="2633532" y="4858828"/>
                </a:moveTo>
                <a:lnTo>
                  <a:pt x="2586950" y="4862480"/>
                </a:lnTo>
                <a:lnTo>
                  <a:pt x="2587781" y="4867265"/>
                </a:lnTo>
                <a:cubicBezTo>
                  <a:pt x="2603537" y="4869467"/>
                  <a:pt x="2619601" y="4866505"/>
                  <a:pt x="2633532" y="4858828"/>
                </a:cubicBezTo>
                <a:close/>
                <a:moveTo>
                  <a:pt x="3269744" y="4852891"/>
                </a:moveTo>
                <a:cubicBezTo>
                  <a:pt x="3148552" y="4859818"/>
                  <a:pt x="3026241" y="4866075"/>
                  <a:pt x="2904637" y="4879399"/>
                </a:cubicBezTo>
                <a:cubicBezTo>
                  <a:pt x="3023265" y="4878584"/>
                  <a:pt x="3141062" y="4872984"/>
                  <a:pt x="3260821" y="4863290"/>
                </a:cubicBezTo>
                <a:cubicBezTo>
                  <a:pt x="3267420" y="4861989"/>
                  <a:pt x="3273892" y="4860112"/>
                  <a:pt x="3280162" y="4857682"/>
                </a:cubicBezTo>
                <a:cubicBezTo>
                  <a:pt x="3275111" y="4855350"/>
                  <a:pt x="3272477" y="4852828"/>
                  <a:pt x="3269744" y="4852891"/>
                </a:cubicBezTo>
                <a:close/>
                <a:moveTo>
                  <a:pt x="3062513" y="4841557"/>
                </a:moveTo>
                <a:lnTo>
                  <a:pt x="3001110" y="4846372"/>
                </a:lnTo>
                <a:cubicBezTo>
                  <a:pt x="3001680" y="4848018"/>
                  <a:pt x="3002117" y="4849707"/>
                  <a:pt x="3002419" y="4851422"/>
                </a:cubicBezTo>
                <a:cubicBezTo>
                  <a:pt x="3022719" y="4850075"/>
                  <a:pt x="3042848" y="4846772"/>
                  <a:pt x="3062513" y="4841557"/>
                </a:cubicBezTo>
                <a:close/>
                <a:moveTo>
                  <a:pt x="4020907" y="4836121"/>
                </a:moveTo>
                <a:cubicBezTo>
                  <a:pt x="4010216" y="4837566"/>
                  <a:pt x="3998578" y="4837607"/>
                  <a:pt x="3987800" y="4838907"/>
                </a:cubicBezTo>
                <a:lnTo>
                  <a:pt x="3960676" y="4848940"/>
                </a:lnTo>
                <a:lnTo>
                  <a:pt x="3959385" y="4849130"/>
                </a:lnTo>
                <a:lnTo>
                  <a:pt x="3959851" y="4849245"/>
                </a:lnTo>
                <a:lnTo>
                  <a:pt x="3933376" y="4855109"/>
                </a:lnTo>
                <a:cubicBezTo>
                  <a:pt x="3964250" y="4860721"/>
                  <a:pt x="3933135" y="4877256"/>
                  <a:pt x="3961089" y="4882491"/>
                </a:cubicBezTo>
                <a:lnTo>
                  <a:pt x="3945111" y="4890260"/>
                </a:lnTo>
                <a:lnTo>
                  <a:pt x="3944784" y="4889982"/>
                </a:lnTo>
                <a:lnTo>
                  <a:pt x="3943811" y="4890185"/>
                </a:lnTo>
                <a:lnTo>
                  <a:pt x="3908424" y="4888136"/>
                </a:lnTo>
                <a:cubicBezTo>
                  <a:pt x="3913901" y="4891596"/>
                  <a:pt x="3920088" y="4893501"/>
                  <a:pt x="3926358" y="4893820"/>
                </a:cubicBezTo>
                <a:lnTo>
                  <a:pt x="3943811" y="4890185"/>
                </a:lnTo>
                <a:lnTo>
                  <a:pt x="3945111" y="4890260"/>
                </a:lnTo>
                <a:cubicBezTo>
                  <a:pt x="3989468" y="4893537"/>
                  <a:pt x="4034066" y="4889168"/>
                  <a:pt x="4076942" y="4877346"/>
                </a:cubicBezTo>
                <a:cubicBezTo>
                  <a:pt x="4105491" y="4870265"/>
                  <a:pt x="4134659" y="4865947"/>
                  <a:pt x="4164038" y="4864454"/>
                </a:cubicBezTo>
                <a:cubicBezTo>
                  <a:pt x="4180178" y="4865110"/>
                  <a:pt x="4196214" y="4861556"/>
                  <a:pt x="4210554" y="4854138"/>
                </a:cubicBezTo>
                <a:cubicBezTo>
                  <a:pt x="4192868" y="4853706"/>
                  <a:pt x="4180743" y="4852384"/>
                  <a:pt x="4168457" y="4852892"/>
                </a:cubicBezTo>
                <a:cubicBezTo>
                  <a:pt x="4122211" y="4855004"/>
                  <a:pt x="4075789" y="4856824"/>
                  <a:pt x="4029451" y="4859701"/>
                </a:cubicBezTo>
                <a:cubicBezTo>
                  <a:pt x="4005765" y="4862745"/>
                  <a:pt x="3981696" y="4859399"/>
                  <a:pt x="3959758" y="4850010"/>
                </a:cubicBezTo>
                <a:lnTo>
                  <a:pt x="3959851" y="4849245"/>
                </a:lnTo>
                <a:lnTo>
                  <a:pt x="3960676" y="4848940"/>
                </a:lnTo>
                <a:lnTo>
                  <a:pt x="4023168" y="4839733"/>
                </a:lnTo>
                <a:cubicBezTo>
                  <a:pt x="4023074" y="4838528"/>
                  <a:pt x="4021618" y="4837430"/>
                  <a:pt x="4020907" y="4836121"/>
                </a:cubicBezTo>
                <a:close/>
                <a:moveTo>
                  <a:pt x="4003595" y="4826870"/>
                </a:moveTo>
                <a:lnTo>
                  <a:pt x="3945822" y="4831401"/>
                </a:lnTo>
                <a:lnTo>
                  <a:pt x="3946398" y="4836811"/>
                </a:lnTo>
                <a:lnTo>
                  <a:pt x="4003807" y="4829581"/>
                </a:lnTo>
                <a:cubicBezTo>
                  <a:pt x="4003736" y="4828678"/>
                  <a:pt x="4003665" y="4827774"/>
                  <a:pt x="4003595" y="4826870"/>
                </a:cubicBezTo>
                <a:close/>
                <a:moveTo>
                  <a:pt x="4037634" y="4788679"/>
                </a:moveTo>
                <a:cubicBezTo>
                  <a:pt x="4033648" y="4787571"/>
                  <a:pt x="4031275" y="4787870"/>
                  <a:pt x="4027565" y="4789071"/>
                </a:cubicBezTo>
                <a:cubicBezTo>
                  <a:pt x="4006184" y="4794032"/>
                  <a:pt x="3984127" y="4795403"/>
                  <a:pt x="3962298" y="4793128"/>
                </a:cubicBezTo>
                <a:lnTo>
                  <a:pt x="3905777" y="4794226"/>
                </a:lnTo>
                <a:cubicBezTo>
                  <a:pt x="3890790" y="4812678"/>
                  <a:pt x="3874288" y="4819581"/>
                  <a:pt x="3837083" y="4822498"/>
                </a:cubicBezTo>
                <a:cubicBezTo>
                  <a:pt x="3821959" y="4823684"/>
                  <a:pt x="3806670" y="4822760"/>
                  <a:pt x="3792302" y="4823887"/>
                </a:cubicBezTo>
                <a:cubicBezTo>
                  <a:pt x="3784104" y="4825238"/>
                  <a:pt x="3776018" y="4827189"/>
                  <a:pt x="3768108" y="4829725"/>
                </a:cubicBezTo>
                <a:cubicBezTo>
                  <a:pt x="3782505" y="4836318"/>
                  <a:pt x="3798649" y="4838133"/>
                  <a:pt x="3814165" y="4834904"/>
                </a:cubicBezTo>
                <a:cubicBezTo>
                  <a:pt x="3868485" y="4825640"/>
                  <a:pt x="3923590" y="4821777"/>
                  <a:pt x="3978669" y="4823368"/>
                </a:cubicBezTo>
                <a:cubicBezTo>
                  <a:pt x="3980030" y="4823261"/>
                  <a:pt x="3982355" y="4821866"/>
                  <a:pt x="3983832" y="4821296"/>
                </a:cubicBezTo>
                <a:lnTo>
                  <a:pt x="3957623" y="4815016"/>
                </a:lnTo>
                <a:lnTo>
                  <a:pt x="4057383" y="4796736"/>
                </a:lnTo>
                <a:cubicBezTo>
                  <a:pt x="4047220" y="4792304"/>
                  <a:pt x="4041621" y="4789788"/>
                  <a:pt x="4037634" y="4788679"/>
                </a:cubicBezTo>
                <a:close/>
                <a:moveTo>
                  <a:pt x="3983784" y="4770226"/>
                </a:moveTo>
                <a:cubicBezTo>
                  <a:pt x="3986076" y="4770349"/>
                  <a:pt x="3988125" y="4771250"/>
                  <a:pt x="3990243" y="4771083"/>
                </a:cubicBezTo>
                <a:lnTo>
                  <a:pt x="3984916" y="4773017"/>
                </a:lnTo>
                <a:cubicBezTo>
                  <a:pt x="3983472" y="4772069"/>
                  <a:pt x="3980609" y="4770475"/>
                  <a:pt x="3980609" y="4770475"/>
                </a:cubicBezTo>
                <a:cubicBezTo>
                  <a:pt x="3980609" y="4770475"/>
                  <a:pt x="3981492" y="4770103"/>
                  <a:pt x="3983784" y="4770226"/>
                </a:cubicBezTo>
                <a:close/>
                <a:moveTo>
                  <a:pt x="3845521" y="4765154"/>
                </a:moveTo>
                <a:cubicBezTo>
                  <a:pt x="3845521" y="4765154"/>
                  <a:pt x="3843498" y="4766525"/>
                  <a:pt x="3843975" y="4766791"/>
                </a:cubicBezTo>
                <a:cubicBezTo>
                  <a:pt x="3844453" y="4767056"/>
                  <a:pt x="3847560" y="4767874"/>
                  <a:pt x="3849435" y="4768484"/>
                </a:cubicBezTo>
                <a:lnTo>
                  <a:pt x="3853154" y="4765465"/>
                </a:lnTo>
                <a:cubicBezTo>
                  <a:pt x="3850559" y="4765365"/>
                  <a:pt x="3847801" y="4765127"/>
                  <a:pt x="3845521" y="4765154"/>
                </a:cubicBezTo>
                <a:close/>
                <a:moveTo>
                  <a:pt x="4012947" y="4755965"/>
                </a:moveTo>
                <a:lnTo>
                  <a:pt x="3942453" y="4767101"/>
                </a:lnTo>
                <a:cubicBezTo>
                  <a:pt x="3941194" y="4774323"/>
                  <a:pt x="3940281" y="4780154"/>
                  <a:pt x="3939333" y="4785533"/>
                </a:cubicBezTo>
                <a:cubicBezTo>
                  <a:pt x="3976148" y="4786608"/>
                  <a:pt x="4012887" y="4781523"/>
                  <a:pt x="4048020" y="4770493"/>
                </a:cubicBezTo>
                <a:close/>
                <a:moveTo>
                  <a:pt x="3986947" y="4748457"/>
                </a:moveTo>
                <a:cubicBezTo>
                  <a:pt x="3978477" y="4749121"/>
                  <a:pt x="3970008" y="4749785"/>
                  <a:pt x="3961539" y="4750449"/>
                </a:cubicBezTo>
                <a:cubicBezTo>
                  <a:pt x="3961683" y="4751192"/>
                  <a:pt x="3961743" y="4751951"/>
                  <a:pt x="3961716" y="4752708"/>
                </a:cubicBezTo>
                <a:lnTo>
                  <a:pt x="3985612" y="4750835"/>
                </a:lnTo>
                <a:cubicBezTo>
                  <a:pt x="3987891" y="4750807"/>
                  <a:pt x="3989356" y="4750086"/>
                  <a:pt x="3989321" y="4749634"/>
                </a:cubicBezTo>
                <a:cubicBezTo>
                  <a:pt x="3988684" y="4748990"/>
                  <a:pt x="3987848" y="4748575"/>
                  <a:pt x="3986947" y="4748457"/>
                </a:cubicBezTo>
                <a:close/>
                <a:moveTo>
                  <a:pt x="4109235" y="4743869"/>
                </a:moveTo>
                <a:lnTo>
                  <a:pt x="4057270" y="4750671"/>
                </a:lnTo>
                <a:cubicBezTo>
                  <a:pt x="4057400" y="4752328"/>
                  <a:pt x="4058612" y="4754204"/>
                  <a:pt x="4059208" y="4755976"/>
                </a:cubicBezTo>
                <a:lnTo>
                  <a:pt x="4111476" y="4749149"/>
                </a:lnTo>
                <a:close/>
                <a:moveTo>
                  <a:pt x="4601180" y="0"/>
                </a:moveTo>
                <a:lnTo>
                  <a:pt x="4786192" y="2811767"/>
                </a:lnTo>
                <a:lnTo>
                  <a:pt x="4426376" y="4952538"/>
                </a:lnTo>
                <a:lnTo>
                  <a:pt x="4182746" y="4968569"/>
                </a:lnTo>
                <a:lnTo>
                  <a:pt x="4175994" y="4965022"/>
                </a:lnTo>
                <a:cubicBezTo>
                  <a:pt x="4168992" y="4959167"/>
                  <a:pt x="4165259" y="4952792"/>
                  <a:pt x="4163667" y="4945112"/>
                </a:cubicBezTo>
                <a:cubicBezTo>
                  <a:pt x="4206111" y="4935266"/>
                  <a:pt x="4216327" y="4925827"/>
                  <a:pt x="4212372" y="4896734"/>
                </a:cubicBezTo>
                <a:cubicBezTo>
                  <a:pt x="4162094" y="4903708"/>
                  <a:pt x="4161873" y="4883417"/>
                  <a:pt x="4143916" y="4869821"/>
                </a:cubicBezTo>
                <a:cubicBezTo>
                  <a:pt x="4116760" y="4880589"/>
                  <a:pt x="4100088" y="4891142"/>
                  <a:pt x="4068059" y="4892138"/>
                </a:cubicBezTo>
                <a:cubicBezTo>
                  <a:pt x="4024977" y="4893849"/>
                  <a:pt x="3981248" y="4898945"/>
                  <a:pt x="3938076" y="4903390"/>
                </a:cubicBezTo>
                <a:cubicBezTo>
                  <a:pt x="3921591" y="4904683"/>
                  <a:pt x="3905935" y="4908791"/>
                  <a:pt x="3904703" y="4920254"/>
                </a:cubicBezTo>
                <a:lnTo>
                  <a:pt x="3967619" y="4915320"/>
                </a:lnTo>
                <a:lnTo>
                  <a:pt x="3946936" y="4929067"/>
                </a:lnTo>
                <a:lnTo>
                  <a:pt x="4031782" y="4922414"/>
                </a:lnTo>
                <a:cubicBezTo>
                  <a:pt x="4018908" y="4927061"/>
                  <a:pt x="4005041" y="4928754"/>
                  <a:pt x="3993608" y="4932379"/>
                </a:cubicBezTo>
                <a:cubicBezTo>
                  <a:pt x="3987362" y="4934233"/>
                  <a:pt x="3981854" y="4939666"/>
                  <a:pt x="3982544" y="4942643"/>
                </a:cubicBezTo>
                <a:cubicBezTo>
                  <a:pt x="3983234" y="4945620"/>
                  <a:pt x="3991639" y="4949963"/>
                  <a:pt x="3998329" y="4949893"/>
                </a:cubicBezTo>
                <a:cubicBezTo>
                  <a:pt x="4018394" y="4952437"/>
                  <a:pt x="4038782" y="4949794"/>
                  <a:pt x="4057530" y="4942219"/>
                </a:cubicBezTo>
                <a:cubicBezTo>
                  <a:pt x="4075030" y="4933437"/>
                  <a:pt x="4095008" y="4930853"/>
                  <a:pt x="4114172" y="4934898"/>
                </a:cubicBezTo>
                <a:lnTo>
                  <a:pt x="4005404" y="4970253"/>
                </a:lnTo>
                <a:lnTo>
                  <a:pt x="4047767" y="4971022"/>
                </a:lnTo>
                <a:cubicBezTo>
                  <a:pt x="4049029" y="4975470"/>
                  <a:pt x="4039856" y="4976379"/>
                  <a:pt x="4032343" y="4977593"/>
                </a:cubicBezTo>
                <a:lnTo>
                  <a:pt x="4028577" y="4978713"/>
                </a:lnTo>
                <a:lnTo>
                  <a:pt x="3418076" y="5018884"/>
                </a:lnTo>
                <a:lnTo>
                  <a:pt x="3395212" y="5018846"/>
                </a:lnTo>
                <a:cubicBezTo>
                  <a:pt x="3298725" y="5020249"/>
                  <a:pt x="3223593" y="5025469"/>
                  <a:pt x="3184497" y="5033613"/>
                </a:cubicBezTo>
                <a:lnTo>
                  <a:pt x="3181437" y="5034454"/>
                </a:lnTo>
                <a:lnTo>
                  <a:pt x="3122340" y="5038343"/>
                </a:lnTo>
                <a:lnTo>
                  <a:pt x="3113347" y="5037672"/>
                </a:lnTo>
                <a:cubicBezTo>
                  <a:pt x="3108606" y="5037378"/>
                  <a:pt x="3105099" y="5037279"/>
                  <a:pt x="3102221" y="5037457"/>
                </a:cubicBezTo>
                <a:lnTo>
                  <a:pt x="3094407" y="5040181"/>
                </a:lnTo>
                <a:lnTo>
                  <a:pt x="3039230" y="5043811"/>
                </a:lnTo>
                <a:lnTo>
                  <a:pt x="3029462" y="5042992"/>
                </a:lnTo>
                <a:cubicBezTo>
                  <a:pt x="3009052" y="5045653"/>
                  <a:pt x="2987812" y="5045500"/>
                  <a:pt x="2966897" y="5046572"/>
                </a:cubicBezTo>
                <a:lnTo>
                  <a:pt x="2949436" y="5049720"/>
                </a:lnTo>
                <a:lnTo>
                  <a:pt x="2814201" y="5058618"/>
                </a:lnTo>
                <a:lnTo>
                  <a:pt x="2799386" y="5056638"/>
                </a:lnTo>
                <a:cubicBezTo>
                  <a:pt x="2794950" y="5054409"/>
                  <a:pt x="2775504" y="5060633"/>
                  <a:pt x="2769138" y="5059010"/>
                </a:cubicBezTo>
                <a:cubicBezTo>
                  <a:pt x="2749761" y="5054467"/>
                  <a:pt x="2733104" y="5047741"/>
                  <a:pt x="2709371" y="5040054"/>
                </a:cubicBezTo>
                <a:cubicBezTo>
                  <a:pt x="2702208" y="5040879"/>
                  <a:pt x="2694973" y="5040990"/>
                  <a:pt x="2687789" y="5040382"/>
                </a:cubicBezTo>
                <a:cubicBezTo>
                  <a:pt x="2681796" y="5039640"/>
                  <a:pt x="2676926" y="5033808"/>
                  <a:pt x="2676633" y="5032012"/>
                </a:cubicBezTo>
                <a:cubicBezTo>
                  <a:pt x="2676340" y="5030216"/>
                  <a:pt x="2686365" y="5026095"/>
                  <a:pt x="2692263" y="5025633"/>
                </a:cubicBezTo>
                <a:cubicBezTo>
                  <a:pt x="2700640" y="5024960"/>
                  <a:pt x="2709075" y="5025420"/>
                  <a:pt x="2717325" y="5027002"/>
                </a:cubicBezTo>
                <a:cubicBezTo>
                  <a:pt x="2732840" y="5030788"/>
                  <a:pt x="2748412" y="5035325"/>
                  <a:pt x="2763962" y="5039561"/>
                </a:cubicBezTo>
                <a:cubicBezTo>
                  <a:pt x="2796085" y="5047534"/>
                  <a:pt x="2829963" y="5044877"/>
                  <a:pt x="2860453" y="5031995"/>
                </a:cubicBezTo>
                <a:cubicBezTo>
                  <a:pt x="2781142" y="5035487"/>
                  <a:pt x="2781142" y="5035487"/>
                  <a:pt x="2779961" y="5020423"/>
                </a:cubicBezTo>
                <a:cubicBezTo>
                  <a:pt x="2831727" y="5013030"/>
                  <a:pt x="2885313" y="5009435"/>
                  <a:pt x="2940135" y="4998316"/>
                </a:cubicBezTo>
                <a:cubicBezTo>
                  <a:pt x="2926607" y="4990737"/>
                  <a:pt x="2916651" y="4984092"/>
                  <a:pt x="2905764" y="4977216"/>
                </a:cubicBezTo>
                <a:lnTo>
                  <a:pt x="2921769" y="4973688"/>
                </a:lnTo>
                <a:cubicBezTo>
                  <a:pt x="2925242" y="4967505"/>
                  <a:pt x="2928411" y="4961345"/>
                  <a:pt x="2933740" y="4951683"/>
                </a:cubicBezTo>
                <a:cubicBezTo>
                  <a:pt x="2915162" y="4955413"/>
                  <a:pt x="2904926" y="4956821"/>
                  <a:pt x="2896446" y="4959306"/>
                </a:cubicBezTo>
                <a:cubicBezTo>
                  <a:pt x="2881962" y="4965153"/>
                  <a:pt x="2867081" y="4970016"/>
                  <a:pt x="2851937" y="4973859"/>
                </a:cubicBezTo>
                <a:cubicBezTo>
                  <a:pt x="2832850" y="4975353"/>
                  <a:pt x="2813689" y="4975894"/>
                  <a:pt x="2794544" y="4975481"/>
                </a:cubicBezTo>
                <a:cubicBezTo>
                  <a:pt x="2769224" y="4974326"/>
                  <a:pt x="2743840" y="4975658"/>
                  <a:pt x="2718771" y="4979451"/>
                </a:cubicBezTo>
                <a:cubicBezTo>
                  <a:pt x="2662056" y="4993598"/>
                  <a:pt x="2605713" y="4987257"/>
                  <a:pt x="2545512" y="4995766"/>
                </a:cubicBezTo>
                <a:cubicBezTo>
                  <a:pt x="2575644" y="4974458"/>
                  <a:pt x="2619158" y="4984080"/>
                  <a:pt x="2652935" y="4974308"/>
                </a:cubicBezTo>
                <a:cubicBezTo>
                  <a:pt x="2688136" y="4968347"/>
                  <a:pt x="2723716" y="4964899"/>
                  <a:pt x="2759405" y="4963989"/>
                </a:cubicBezTo>
                <a:cubicBezTo>
                  <a:pt x="2794351" y="4959431"/>
                  <a:pt x="2830979" y="4960801"/>
                  <a:pt x="2864931" y="4951319"/>
                </a:cubicBezTo>
                <a:cubicBezTo>
                  <a:pt x="2843143" y="4950201"/>
                  <a:pt x="2821311" y="4950444"/>
                  <a:pt x="2799555" y="4952050"/>
                </a:cubicBezTo>
                <a:cubicBezTo>
                  <a:pt x="2781708" y="4953450"/>
                  <a:pt x="2763862" y="4954849"/>
                  <a:pt x="2746016" y="4956248"/>
                </a:cubicBezTo>
                <a:cubicBezTo>
                  <a:pt x="2703737" y="4958503"/>
                  <a:pt x="2661482" y="4961059"/>
                  <a:pt x="2619497" y="4965109"/>
                </a:cubicBezTo>
                <a:cubicBezTo>
                  <a:pt x="2588388" y="4968154"/>
                  <a:pt x="2557179" y="4973784"/>
                  <a:pt x="2527096" y="4978265"/>
                </a:cubicBezTo>
                <a:cubicBezTo>
                  <a:pt x="2511299" y="4980565"/>
                  <a:pt x="2494653" y="4983689"/>
                  <a:pt x="2479529" y="4984875"/>
                </a:cubicBezTo>
                <a:cubicBezTo>
                  <a:pt x="2419487" y="4989583"/>
                  <a:pt x="2359967" y="4993190"/>
                  <a:pt x="2299554" y="4998987"/>
                </a:cubicBezTo>
                <a:cubicBezTo>
                  <a:pt x="2246993" y="5004019"/>
                  <a:pt x="2194913" y="5011285"/>
                  <a:pt x="2142538" y="5016755"/>
                </a:cubicBezTo>
                <a:cubicBezTo>
                  <a:pt x="2128133" y="5017984"/>
                  <a:pt x="2113648" y="5017800"/>
                  <a:pt x="2099280" y="5016207"/>
                </a:cubicBezTo>
                <a:cubicBezTo>
                  <a:pt x="2082861" y="5014464"/>
                  <a:pt x="2069453" y="5010362"/>
                  <a:pt x="2051821" y="5006744"/>
                </a:cubicBezTo>
                <a:lnTo>
                  <a:pt x="2199327" y="4986083"/>
                </a:lnTo>
                <a:cubicBezTo>
                  <a:pt x="2173931" y="4997926"/>
                  <a:pt x="2140370" y="4992980"/>
                  <a:pt x="2124889" y="5007077"/>
                </a:cubicBezTo>
                <a:cubicBezTo>
                  <a:pt x="2156289" y="5009685"/>
                  <a:pt x="2187898" y="5007206"/>
                  <a:pt x="2218506" y="4999736"/>
                </a:cubicBezTo>
                <a:cubicBezTo>
                  <a:pt x="2226567" y="4997739"/>
                  <a:pt x="2227617" y="4989776"/>
                  <a:pt x="2232449" y="4983486"/>
                </a:cubicBezTo>
                <a:cubicBezTo>
                  <a:pt x="2256931" y="4985204"/>
                  <a:pt x="2289150" y="4976918"/>
                  <a:pt x="2306665" y="4990700"/>
                </a:cubicBezTo>
                <a:cubicBezTo>
                  <a:pt x="2313697" y="4992080"/>
                  <a:pt x="2320940" y="4992078"/>
                  <a:pt x="2327969" y="4990697"/>
                </a:cubicBezTo>
                <a:cubicBezTo>
                  <a:pt x="2350106" y="4987749"/>
                  <a:pt x="2372057" y="4984361"/>
                  <a:pt x="2393985" y="4980670"/>
                </a:cubicBezTo>
                <a:cubicBezTo>
                  <a:pt x="2397932" y="4979387"/>
                  <a:pt x="2401738" y="4977665"/>
                  <a:pt x="2405299" y="4975540"/>
                </a:cubicBezTo>
                <a:lnTo>
                  <a:pt x="2384809" y="4964567"/>
                </a:lnTo>
                <a:cubicBezTo>
                  <a:pt x="2417222" y="4956626"/>
                  <a:pt x="2450543" y="4952893"/>
                  <a:pt x="2483913" y="4953462"/>
                </a:cubicBezTo>
                <a:cubicBezTo>
                  <a:pt x="2501712" y="4955527"/>
                  <a:pt x="2519724" y="4954881"/>
                  <a:pt x="2537327" y="4951546"/>
                </a:cubicBezTo>
                <a:cubicBezTo>
                  <a:pt x="2547360" y="4950245"/>
                  <a:pt x="2557462" y="4949453"/>
                  <a:pt x="2567575" y="4949174"/>
                </a:cubicBezTo>
                <a:cubicBezTo>
                  <a:pt x="2580482" y="4962409"/>
                  <a:pt x="2592109" y="4965134"/>
                  <a:pt x="2624039" y="4958993"/>
                </a:cubicBezTo>
                <a:cubicBezTo>
                  <a:pt x="2633938" y="4957156"/>
                  <a:pt x="2642625" y="4953444"/>
                  <a:pt x="2652500" y="4951306"/>
                </a:cubicBezTo>
                <a:cubicBezTo>
                  <a:pt x="2664633" y="4948839"/>
                  <a:pt x="2676613" y="4946384"/>
                  <a:pt x="2690062" y="4945178"/>
                </a:cubicBezTo>
                <a:cubicBezTo>
                  <a:pt x="2703511" y="4943972"/>
                  <a:pt x="2717077" y="4944272"/>
                  <a:pt x="2730689" y="4943205"/>
                </a:cubicBezTo>
                <a:cubicBezTo>
                  <a:pt x="2733425" y="4942386"/>
                  <a:pt x="2736041" y="4941213"/>
                  <a:pt x="2738480" y="4939714"/>
                </a:cubicBezTo>
                <a:cubicBezTo>
                  <a:pt x="2725703" y="4937836"/>
                  <a:pt x="2714462" y="4936142"/>
                  <a:pt x="2701393" y="4934438"/>
                </a:cubicBezTo>
                <a:lnTo>
                  <a:pt x="2743704" y="4918995"/>
                </a:lnTo>
                <a:cubicBezTo>
                  <a:pt x="2712251" y="4915519"/>
                  <a:pt x="2680440" y="4916786"/>
                  <a:pt x="2649349" y="4922757"/>
                </a:cubicBezTo>
                <a:cubicBezTo>
                  <a:pt x="2622744" y="4926965"/>
                  <a:pt x="2595909" y="4932100"/>
                  <a:pt x="2576570" y="4920280"/>
                </a:cubicBezTo>
                <a:cubicBezTo>
                  <a:pt x="2571644" y="4918598"/>
                  <a:pt x="2566399" y="4918075"/>
                  <a:pt x="2561233" y="4918754"/>
                </a:cubicBezTo>
                <a:cubicBezTo>
                  <a:pt x="2518210" y="4930919"/>
                  <a:pt x="2477475" y="4910167"/>
                  <a:pt x="2434211" y="4925077"/>
                </a:cubicBezTo>
                <a:cubicBezTo>
                  <a:pt x="2429973" y="4925174"/>
                  <a:pt x="2425744" y="4924999"/>
                  <a:pt x="2421539" y="4924555"/>
                </a:cubicBezTo>
                <a:cubicBezTo>
                  <a:pt x="2403925" y="4925028"/>
                  <a:pt x="2386008" y="4925523"/>
                  <a:pt x="2368616" y="4926887"/>
                </a:cubicBezTo>
                <a:cubicBezTo>
                  <a:pt x="2333752" y="4932886"/>
                  <a:pt x="2298058" y="4931975"/>
                  <a:pt x="2263561" y="4924212"/>
                </a:cubicBezTo>
                <a:cubicBezTo>
                  <a:pt x="2250703" y="4922270"/>
                  <a:pt x="2237594" y="4922579"/>
                  <a:pt x="2224829" y="4925128"/>
                </a:cubicBezTo>
                <a:cubicBezTo>
                  <a:pt x="2212741" y="4926990"/>
                  <a:pt x="2201028" y="4930721"/>
                  <a:pt x="2190089" y="4936188"/>
                </a:cubicBezTo>
                <a:cubicBezTo>
                  <a:pt x="2160574" y="4950231"/>
                  <a:pt x="2127778" y="4955999"/>
                  <a:pt x="2095226" y="4952871"/>
                </a:cubicBezTo>
                <a:cubicBezTo>
                  <a:pt x="2074357" y="4952197"/>
                  <a:pt x="2053479" y="4952973"/>
                  <a:pt x="2032715" y="4955196"/>
                </a:cubicBezTo>
                <a:cubicBezTo>
                  <a:pt x="1978805" y="4960485"/>
                  <a:pt x="1925328" y="4967407"/>
                  <a:pt x="1871430" y="4972845"/>
                </a:cubicBezTo>
                <a:cubicBezTo>
                  <a:pt x="1820429" y="4978360"/>
                  <a:pt x="1769076" y="4981326"/>
                  <a:pt x="1718039" y="4986389"/>
                </a:cubicBezTo>
                <a:cubicBezTo>
                  <a:pt x="1683949" y="4991565"/>
                  <a:pt x="1649526" y="4994264"/>
                  <a:pt x="1615045" y="4994465"/>
                </a:cubicBezTo>
                <a:cubicBezTo>
                  <a:pt x="1604398" y="4995103"/>
                  <a:pt x="1593814" y="4996744"/>
                  <a:pt x="1583474" y="4999366"/>
                </a:cubicBezTo>
                <a:cubicBezTo>
                  <a:pt x="1583604" y="5001023"/>
                  <a:pt x="1583746" y="5002830"/>
                  <a:pt x="1583887" y="5004638"/>
                </a:cubicBezTo>
                <a:cubicBezTo>
                  <a:pt x="1595679" y="5005782"/>
                  <a:pt x="1607555" y="5005866"/>
                  <a:pt x="1619362" y="5004887"/>
                </a:cubicBezTo>
                <a:cubicBezTo>
                  <a:pt x="1665762" y="4995035"/>
                  <a:pt x="1711176" y="4997839"/>
                  <a:pt x="1758202" y="4995970"/>
                </a:cubicBezTo>
                <a:lnTo>
                  <a:pt x="1719934" y="5004731"/>
                </a:lnTo>
                <a:cubicBezTo>
                  <a:pt x="1734389" y="5011128"/>
                  <a:pt x="1750433" y="5013137"/>
                  <a:pt x="1766038" y="5010512"/>
                </a:cubicBezTo>
                <a:cubicBezTo>
                  <a:pt x="1799311" y="5007903"/>
                  <a:pt x="1832432" y="5005306"/>
                  <a:pt x="1865554" y="5002709"/>
                </a:cubicBezTo>
                <a:cubicBezTo>
                  <a:pt x="1915998" y="5000572"/>
                  <a:pt x="1966112" y="4993442"/>
                  <a:pt x="2015142" y="4981430"/>
                </a:cubicBezTo>
                <a:cubicBezTo>
                  <a:pt x="2028573" y="4979806"/>
                  <a:pt x="2042135" y="4979658"/>
                  <a:pt x="2055584" y="4980987"/>
                </a:cubicBezTo>
                <a:cubicBezTo>
                  <a:pt x="2055714" y="4982643"/>
                  <a:pt x="2055856" y="4984451"/>
                  <a:pt x="2055997" y="4986259"/>
                </a:cubicBezTo>
                <a:cubicBezTo>
                  <a:pt x="2039328" y="4989082"/>
                  <a:pt x="2022905" y="4993097"/>
                  <a:pt x="2005966" y="4994426"/>
                </a:cubicBezTo>
                <a:cubicBezTo>
                  <a:pt x="1983653" y="4997085"/>
                  <a:pt x="1960594" y="4997983"/>
                  <a:pt x="1938282" y="5000643"/>
                </a:cubicBezTo>
                <a:cubicBezTo>
                  <a:pt x="1913274" y="5001537"/>
                  <a:pt x="1888717" y="5007591"/>
                  <a:pt x="1866178" y="5018421"/>
                </a:cubicBezTo>
                <a:cubicBezTo>
                  <a:pt x="1892609" y="5020166"/>
                  <a:pt x="1919145" y="5019355"/>
                  <a:pt x="1945420" y="5015996"/>
                </a:cubicBezTo>
                <a:cubicBezTo>
                  <a:pt x="1956855" y="5014148"/>
                  <a:pt x="1968456" y="5013645"/>
                  <a:pt x="1979997" y="5014497"/>
                </a:cubicBezTo>
                <a:cubicBezTo>
                  <a:pt x="1991677" y="5023735"/>
                  <a:pt x="2015945" y="5020772"/>
                  <a:pt x="2034180" y="5024344"/>
                </a:cubicBezTo>
                <a:cubicBezTo>
                  <a:pt x="2008054" y="5028817"/>
                  <a:pt x="1982915" y="5032303"/>
                  <a:pt x="1957506" y="5034296"/>
                </a:cubicBezTo>
                <a:lnTo>
                  <a:pt x="1705279" y="5058470"/>
                </a:lnTo>
                <a:cubicBezTo>
                  <a:pt x="1675823" y="5061234"/>
                  <a:pt x="1646650" y="5067614"/>
                  <a:pt x="1618496" y="5059819"/>
                </a:cubicBezTo>
                <a:cubicBezTo>
                  <a:pt x="1605286" y="5058628"/>
                  <a:pt x="1591986" y="5059010"/>
                  <a:pt x="1578869" y="5060955"/>
                </a:cubicBezTo>
                <a:cubicBezTo>
                  <a:pt x="1557846" y="5062604"/>
                  <a:pt x="1536975" y="5064241"/>
                  <a:pt x="1516104" y="5065877"/>
                </a:cubicBezTo>
                <a:cubicBezTo>
                  <a:pt x="1476515" y="5069437"/>
                  <a:pt x="1435687" y="5068849"/>
                  <a:pt x="1397634" y="5082291"/>
                </a:cubicBezTo>
                <a:lnTo>
                  <a:pt x="1607590" y="5075981"/>
                </a:lnTo>
                <a:cubicBezTo>
                  <a:pt x="1607708" y="5077488"/>
                  <a:pt x="1607850" y="5079295"/>
                  <a:pt x="1607968" y="5080801"/>
                </a:cubicBezTo>
                <a:cubicBezTo>
                  <a:pt x="1589623" y="5083604"/>
                  <a:pt x="1571441" y="5086545"/>
                  <a:pt x="1553085" y="5089198"/>
                </a:cubicBezTo>
                <a:cubicBezTo>
                  <a:pt x="1485229" y="5099064"/>
                  <a:pt x="1415554" y="5103165"/>
                  <a:pt x="1348610" y="5116901"/>
                </a:cubicBezTo>
                <a:cubicBezTo>
                  <a:pt x="1312273" y="5125060"/>
                  <a:pt x="1275210" y="5129590"/>
                  <a:pt x="1237978" y="5130426"/>
                </a:cubicBezTo>
                <a:cubicBezTo>
                  <a:pt x="1186161" y="5128246"/>
                  <a:pt x="1134240" y="5131151"/>
                  <a:pt x="1082989" y="5139094"/>
                </a:cubicBezTo>
                <a:cubicBezTo>
                  <a:pt x="1069158" y="5141239"/>
                  <a:pt x="1052824" y="5142520"/>
                  <a:pt x="1037699" y="5143706"/>
                </a:cubicBezTo>
                <a:lnTo>
                  <a:pt x="1037217" y="5149200"/>
                </a:lnTo>
                <a:cubicBezTo>
                  <a:pt x="1060348" y="5149205"/>
                  <a:pt x="1082908" y="5149709"/>
                  <a:pt x="1105991" y="5149111"/>
                </a:cubicBezTo>
                <a:cubicBezTo>
                  <a:pt x="1138964" y="5148496"/>
                  <a:pt x="1172144" y="5146652"/>
                  <a:pt x="1205105" y="5145886"/>
                </a:cubicBezTo>
                <a:cubicBezTo>
                  <a:pt x="1217566" y="5145667"/>
                  <a:pt x="1233621" y="5144711"/>
                  <a:pt x="1234365" y="5154200"/>
                </a:cubicBezTo>
                <a:cubicBezTo>
                  <a:pt x="1195670" y="5167237"/>
                  <a:pt x="1149362" y="5154956"/>
                  <a:pt x="1107945" y="5168206"/>
                </a:cubicBezTo>
                <a:lnTo>
                  <a:pt x="1116939" y="5170297"/>
                </a:lnTo>
                <a:lnTo>
                  <a:pt x="323714" y="5222490"/>
                </a:lnTo>
                <a:lnTo>
                  <a:pt x="0" y="30275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441" name="Picture Placeholder 440">
            <a:extLst>
              <a:ext uri="{FF2B5EF4-FFF2-40B4-BE49-F238E27FC236}">
                <a16:creationId xmlns:a16="http://schemas.microsoft.com/office/drawing/2014/main" id="{75EAEE96-825D-8843-BA56-071E077ABD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06609" y="722697"/>
            <a:ext cx="5324267" cy="5626483"/>
          </a:xfrm>
          <a:custGeom>
            <a:avLst/>
            <a:gdLst>
              <a:gd name="connsiteX0" fmla="*/ 4289606 w 5324267"/>
              <a:gd name="connsiteY0" fmla="*/ 5480944 h 5626483"/>
              <a:gd name="connsiteX1" fmla="*/ 4258794 w 5324267"/>
              <a:gd name="connsiteY1" fmla="*/ 5490755 h 5626483"/>
              <a:gd name="connsiteX2" fmla="*/ 4305990 w 5324267"/>
              <a:gd name="connsiteY2" fmla="*/ 5499404 h 5626483"/>
              <a:gd name="connsiteX3" fmla="*/ 4289606 w 5324267"/>
              <a:gd name="connsiteY3" fmla="*/ 5480944 h 5626483"/>
              <a:gd name="connsiteX4" fmla="*/ 4423284 w 5324267"/>
              <a:gd name="connsiteY4" fmla="*/ 5475604 h 5626483"/>
              <a:gd name="connsiteX5" fmla="*/ 4398876 w 5324267"/>
              <a:gd name="connsiteY5" fmla="*/ 5537517 h 5626483"/>
              <a:gd name="connsiteX6" fmla="*/ 4423284 w 5324267"/>
              <a:gd name="connsiteY6" fmla="*/ 5475604 h 5626483"/>
              <a:gd name="connsiteX7" fmla="*/ 4524236 w 5324267"/>
              <a:gd name="connsiteY7" fmla="*/ 5458565 h 5626483"/>
              <a:gd name="connsiteX8" fmla="*/ 4486142 w 5324267"/>
              <a:gd name="connsiteY8" fmla="*/ 5470207 h 5626483"/>
              <a:gd name="connsiteX9" fmla="*/ 4543469 w 5324267"/>
              <a:gd name="connsiteY9" fmla="*/ 5486869 h 5626483"/>
              <a:gd name="connsiteX10" fmla="*/ 4524236 w 5324267"/>
              <a:gd name="connsiteY10" fmla="*/ 5458565 h 5626483"/>
              <a:gd name="connsiteX11" fmla="*/ 4342773 w 5324267"/>
              <a:gd name="connsiteY11" fmla="*/ 5416326 h 5626483"/>
              <a:gd name="connsiteX12" fmla="*/ 4311242 w 5324267"/>
              <a:gd name="connsiteY12" fmla="*/ 5424797 h 5626483"/>
              <a:gd name="connsiteX13" fmla="*/ 4357268 w 5324267"/>
              <a:gd name="connsiteY13" fmla="*/ 5441683 h 5626483"/>
              <a:gd name="connsiteX14" fmla="*/ 4342773 w 5324267"/>
              <a:gd name="connsiteY14" fmla="*/ 5416326 h 5626483"/>
              <a:gd name="connsiteX15" fmla="*/ 4161560 w 5324267"/>
              <a:gd name="connsiteY15" fmla="*/ 5409047 h 5626483"/>
              <a:gd name="connsiteX16" fmla="*/ 4136757 w 5324267"/>
              <a:gd name="connsiteY16" fmla="*/ 5416170 h 5626483"/>
              <a:gd name="connsiteX17" fmla="*/ 4097837 w 5324267"/>
              <a:gd name="connsiteY17" fmla="*/ 5422962 h 5626483"/>
              <a:gd name="connsiteX18" fmla="*/ 4063623 w 5324267"/>
              <a:gd name="connsiteY18" fmla="*/ 5465102 h 5626483"/>
              <a:gd name="connsiteX19" fmla="*/ 4102240 w 5324267"/>
              <a:gd name="connsiteY19" fmla="*/ 5468437 h 5626483"/>
              <a:gd name="connsiteX20" fmla="*/ 4147279 w 5324267"/>
              <a:gd name="connsiteY20" fmla="*/ 5466342 h 5626483"/>
              <a:gd name="connsiteX21" fmla="*/ 4161560 w 5324267"/>
              <a:gd name="connsiteY21" fmla="*/ 5409047 h 5626483"/>
              <a:gd name="connsiteX22" fmla="*/ 3814543 w 5324267"/>
              <a:gd name="connsiteY22" fmla="*/ 5385242 h 5626483"/>
              <a:gd name="connsiteX23" fmla="*/ 3795329 w 5324267"/>
              <a:gd name="connsiteY23" fmla="*/ 5398222 h 5626483"/>
              <a:gd name="connsiteX24" fmla="*/ 3831550 w 5324267"/>
              <a:gd name="connsiteY24" fmla="*/ 5395336 h 5626483"/>
              <a:gd name="connsiteX25" fmla="*/ 3814543 w 5324267"/>
              <a:gd name="connsiteY25" fmla="*/ 5385242 h 5626483"/>
              <a:gd name="connsiteX26" fmla="*/ 3925102 w 5324267"/>
              <a:gd name="connsiteY26" fmla="*/ 5361948 h 5626483"/>
              <a:gd name="connsiteX27" fmla="*/ 3905837 w 5324267"/>
              <a:gd name="connsiteY27" fmla="*/ 5371024 h 5626483"/>
              <a:gd name="connsiteX28" fmla="*/ 3955408 w 5324267"/>
              <a:gd name="connsiteY28" fmla="*/ 5387527 h 5626483"/>
              <a:gd name="connsiteX29" fmla="*/ 3925102 w 5324267"/>
              <a:gd name="connsiteY29" fmla="*/ 5361948 h 5626483"/>
              <a:gd name="connsiteX30" fmla="*/ 4220608 w 5324267"/>
              <a:gd name="connsiteY30" fmla="*/ 5331298 h 5626483"/>
              <a:gd name="connsiteX31" fmla="*/ 4188055 w 5324267"/>
              <a:gd name="connsiteY31" fmla="*/ 5338221 h 5626483"/>
              <a:gd name="connsiteX32" fmla="*/ 4232579 w 5324267"/>
              <a:gd name="connsiteY32" fmla="*/ 5355808 h 5626483"/>
              <a:gd name="connsiteX33" fmla="*/ 4220608 w 5324267"/>
              <a:gd name="connsiteY33" fmla="*/ 5331298 h 5626483"/>
              <a:gd name="connsiteX34" fmla="*/ 4271612 w 5324267"/>
              <a:gd name="connsiteY34" fmla="*/ 5299159 h 5626483"/>
              <a:gd name="connsiteX35" fmla="*/ 4243521 w 5324267"/>
              <a:gd name="connsiteY35" fmla="*/ 5308750 h 5626483"/>
              <a:gd name="connsiteX36" fmla="*/ 4290079 w 5324267"/>
              <a:gd name="connsiteY36" fmla="*/ 5319990 h 5626483"/>
              <a:gd name="connsiteX37" fmla="*/ 4271612 w 5324267"/>
              <a:gd name="connsiteY37" fmla="*/ 5299159 h 5626483"/>
              <a:gd name="connsiteX38" fmla="*/ 4054789 w 5324267"/>
              <a:gd name="connsiteY38" fmla="*/ 5299047 h 5626483"/>
              <a:gd name="connsiteX39" fmla="*/ 4019880 w 5324267"/>
              <a:gd name="connsiteY39" fmla="*/ 5309996 h 5626483"/>
              <a:gd name="connsiteX40" fmla="*/ 4077487 w 5324267"/>
              <a:gd name="connsiteY40" fmla="*/ 5348686 h 5626483"/>
              <a:gd name="connsiteX41" fmla="*/ 4078981 w 5324267"/>
              <a:gd name="connsiteY41" fmla="*/ 5359210 h 5626483"/>
              <a:gd name="connsiteX42" fmla="*/ 4054789 w 5324267"/>
              <a:gd name="connsiteY42" fmla="*/ 5299047 h 5626483"/>
              <a:gd name="connsiteX43" fmla="*/ 4453230 w 5324267"/>
              <a:gd name="connsiteY43" fmla="*/ 5292585 h 5626483"/>
              <a:gd name="connsiteX44" fmla="*/ 4405062 w 5324267"/>
              <a:gd name="connsiteY44" fmla="*/ 5398854 h 5626483"/>
              <a:gd name="connsiteX45" fmla="*/ 4494850 w 5324267"/>
              <a:gd name="connsiteY45" fmla="*/ 5367488 h 5626483"/>
              <a:gd name="connsiteX46" fmla="*/ 4453230 w 5324267"/>
              <a:gd name="connsiteY46" fmla="*/ 5292585 h 5626483"/>
              <a:gd name="connsiteX47" fmla="*/ 4342686 w 5324267"/>
              <a:gd name="connsiteY47" fmla="*/ 5258968 h 5626483"/>
              <a:gd name="connsiteX48" fmla="*/ 4319196 w 5324267"/>
              <a:gd name="connsiteY48" fmla="*/ 5320206 h 5626483"/>
              <a:gd name="connsiteX49" fmla="*/ 4342686 w 5324267"/>
              <a:gd name="connsiteY49" fmla="*/ 5258968 h 5626483"/>
              <a:gd name="connsiteX50" fmla="*/ 4462860 w 5324267"/>
              <a:gd name="connsiteY50" fmla="*/ 5201821 h 5626483"/>
              <a:gd name="connsiteX51" fmla="*/ 4449816 w 5324267"/>
              <a:gd name="connsiteY51" fmla="*/ 5245977 h 5626483"/>
              <a:gd name="connsiteX52" fmla="*/ 4462860 w 5324267"/>
              <a:gd name="connsiteY52" fmla="*/ 5201821 h 5626483"/>
              <a:gd name="connsiteX53" fmla="*/ 4101635 w 5324267"/>
              <a:gd name="connsiteY53" fmla="*/ 5183498 h 5626483"/>
              <a:gd name="connsiteX54" fmla="*/ 4073766 w 5324267"/>
              <a:gd name="connsiteY54" fmla="*/ 5191639 h 5626483"/>
              <a:gd name="connsiteX55" fmla="*/ 4134095 w 5324267"/>
              <a:gd name="connsiteY55" fmla="*/ 5224790 h 5626483"/>
              <a:gd name="connsiteX56" fmla="*/ 4101635 w 5324267"/>
              <a:gd name="connsiteY56" fmla="*/ 5183498 h 5626483"/>
              <a:gd name="connsiteX57" fmla="*/ 4574030 w 5324267"/>
              <a:gd name="connsiteY57" fmla="*/ 5158836 h 5626483"/>
              <a:gd name="connsiteX58" fmla="*/ 4554707 w 5324267"/>
              <a:gd name="connsiteY58" fmla="*/ 5178845 h 5626483"/>
              <a:gd name="connsiteX59" fmla="*/ 4585294 w 5324267"/>
              <a:gd name="connsiteY59" fmla="*/ 5250039 h 5626483"/>
              <a:gd name="connsiteX60" fmla="*/ 4602220 w 5324267"/>
              <a:gd name="connsiteY60" fmla="*/ 5233852 h 5626483"/>
              <a:gd name="connsiteX61" fmla="*/ 4597447 w 5324267"/>
              <a:gd name="connsiteY61" fmla="*/ 5172883 h 5626483"/>
              <a:gd name="connsiteX62" fmla="*/ 4574030 w 5324267"/>
              <a:gd name="connsiteY62" fmla="*/ 5158836 h 5626483"/>
              <a:gd name="connsiteX63" fmla="*/ 4273401 w 5324267"/>
              <a:gd name="connsiteY63" fmla="*/ 5149227 h 5626483"/>
              <a:gd name="connsiteX64" fmla="*/ 4257768 w 5324267"/>
              <a:gd name="connsiteY64" fmla="*/ 5156377 h 5626483"/>
              <a:gd name="connsiteX65" fmla="*/ 4257138 w 5324267"/>
              <a:gd name="connsiteY65" fmla="*/ 5196156 h 5626483"/>
              <a:gd name="connsiteX66" fmla="*/ 4294020 w 5324267"/>
              <a:gd name="connsiteY66" fmla="*/ 5179340 h 5626483"/>
              <a:gd name="connsiteX67" fmla="*/ 4273401 w 5324267"/>
              <a:gd name="connsiteY67" fmla="*/ 5149227 h 5626483"/>
              <a:gd name="connsiteX68" fmla="*/ 4463905 w 5324267"/>
              <a:gd name="connsiteY68" fmla="*/ 5113226 h 5626483"/>
              <a:gd name="connsiteX69" fmla="*/ 4441354 w 5324267"/>
              <a:gd name="connsiteY69" fmla="*/ 5184082 h 5626483"/>
              <a:gd name="connsiteX70" fmla="*/ 4463905 w 5324267"/>
              <a:gd name="connsiteY70" fmla="*/ 5113226 h 5626483"/>
              <a:gd name="connsiteX71" fmla="*/ 4319200 w 5324267"/>
              <a:gd name="connsiteY71" fmla="*/ 5096849 h 5626483"/>
              <a:gd name="connsiteX72" fmla="*/ 4281944 w 5324267"/>
              <a:gd name="connsiteY72" fmla="*/ 5126470 h 5626483"/>
              <a:gd name="connsiteX73" fmla="*/ 4340600 w 5324267"/>
              <a:gd name="connsiteY73" fmla="*/ 5139830 h 5626483"/>
              <a:gd name="connsiteX74" fmla="*/ 4319200 w 5324267"/>
              <a:gd name="connsiteY74" fmla="*/ 5096849 h 5626483"/>
              <a:gd name="connsiteX75" fmla="*/ 4047327 w 5324267"/>
              <a:gd name="connsiteY75" fmla="*/ 5093382 h 5626483"/>
              <a:gd name="connsiteX76" fmla="*/ 4024852 w 5324267"/>
              <a:gd name="connsiteY76" fmla="*/ 5099460 h 5626483"/>
              <a:gd name="connsiteX77" fmla="*/ 4054071 w 5324267"/>
              <a:gd name="connsiteY77" fmla="*/ 5147403 h 5626483"/>
              <a:gd name="connsiteX78" fmla="*/ 4047327 w 5324267"/>
              <a:gd name="connsiteY78" fmla="*/ 5093382 h 5626483"/>
              <a:gd name="connsiteX79" fmla="*/ 4563376 w 5324267"/>
              <a:gd name="connsiteY79" fmla="*/ 5025770 h 5626483"/>
              <a:gd name="connsiteX80" fmla="*/ 4549325 w 5324267"/>
              <a:gd name="connsiteY80" fmla="*/ 5094977 h 5626483"/>
              <a:gd name="connsiteX81" fmla="*/ 4582626 w 5324267"/>
              <a:gd name="connsiteY81" fmla="*/ 5029657 h 5626483"/>
              <a:gd name="connsiteX82" fmla="*/ 4563376 w 5324267"/>
              <a:gd name="connsiteY82" fmla="*/ 5025770 h 5626483"/>
              <a:gd name="connsiteX83" fmla="*/ 4183532 w 5324267"/>
              <a:gd name="connsiteY83" fmla="*/ 5025517 h 5626483"/>
              <a:gd name="connsiteX84" fmla="*/ 4122981 w 5324267"/>
              <a:gd name="connsiteY84" fmla="*/ 5074190 h 5626483"/>
              <a:gd name="connsiteX85" fmla="*/ 4183532 w 5324267"/>
              <a:gd name="connsiteY85" fmla="*/ 5025517 h 5626483"/>
              <a:gd name="connsiteX86" fmla="*/ 4284787 w 5324267"/>
              <a:gd name="connsiteY86" fmla="*/ 5007751 h 5626483"/>
              <a:gd name="connsiteX87" fmla="*/ 4275629 w 5324267"/>
              <a:gd name="connsiteY87" fmla="*/ 5053800 h 5626483"/>
              <a:gd name="connsiteX88" fmla="*/ 4284787 w 5324267"/>
              <a:gd name="connsiteY88" fmla="*/ 5007751 h 5626483"/>
              <a:gd name="connsiteX89" fmla="*/ 4479028 w 5324267"/>
              <a:gd name="connsiteY89" fmla="*/ 4979816 h 5626483"/>
              <a:gd name="connsiteX90" fmla="*/ 4473074 w 5324267"/>
              <a:gd name="connsiteY90" fmla="*/ 5019466 h 5626483"/>
              <a:gd name="connsiteX91" fmla="*/ 4479028 w 5324267"/>
              <a:gd name="connsiteY91" fmla="*/ 4979816 h 5626483"/>
              <a:gd name="connsiteX92" fmla="*/ 4211083 w 5324267"/>
              <a:gd name="connsiteY92" fmla="*/ 4924180 h 5626483"/>
              <a:gd name="connsiteX93" fmla="*/ 4181049 w 5324267"/>
              <a:gd name="connsiteY93" fmla="*/ 4932745 h 5626483"/>
              <a:gd name="connsiteX94" fmla="*/ 4199158 w 5324267"/>
              <a:gd name="connsiteY94" fmla="*/ 4978956 h 5626483"/>
              <a:gd name="connsiteX95" fmla="*/ 4211083 w 5324267"/>
              <a:gd name="connsiteY95" fmla="*/ 4924180 h 5626483"/>
              <a:gd name="connsiteX96" fmla="*/ 4632336 w 5324267"/>
              <a:gd name="connsiteY96" fmla="*/ 4918717 h 5626483"/>
              <a:gd name="connsiteX97" fmla="*/ 4597552 w 5324267"/>
              <a:gd name="connsiteY97" fmla="*/ 4936211 h 5626483"/>
              <a:gd name="connsiteX98" fmla="*/ 4645869 w 5324267"/>
              <a:gd name="connsiteY98" fmla="*/ 4951817 h 5626483"/>
              <a:gd name="connsiteX99" fmla="*/ 4632336 w 5324267"/>
              <a:gd name="connsiteY99" fmla="*/ 4918717 h 5626483"/>
              <a:gd name="connsiteX100" fmla="*/ 4390795 w 5324267"/>
              <a:gd name="connsiteY100" fmla="*/ 4882176 h 5626483"/>
              <a:gd name="connsiteX101" fmla="*/ 4375319 w 5324267"/>
              <a:gd name="connsiteY101" fmla="*/ 4889731 h 5626483"/>
              <a:gd name="connsiteX102" fmla="*/ 4391767 w 5324267"/>
              <a:gd name="connsiteY102" fmla="*/ 4925742 h 5626483"/>
              <a:gd name="connsiteX103" fmla="*/ 4422164 w 5324267"/>
              <a:gd name="connsiteY103" fmla="*/ 4907329 h 5626483"/>
              <a:gd name="connsiteX104" fmla="*/ 4390795 w 5324267"/>
              <a:gd name="connsiteY104" fmla="*/ 4882176 h 5626483"/>
              <a:gd name="connsiteX105" fmla="*/ 4967111 w 5324267"/>
              <a:gd name="connsiteY105" fmla="*/ 944561 h 5626483"/>
              <a:gd name="connsiteX106" fmla="*/ 4990156 w 5324267"/>
              <a:gd name="connsiteY106" fmla="*/ 951236 h 5626483"/>
              <a:gd name="connsiteX107" fmla="*/ 4967111 w 5324267"/>
              <a:gd name="connsiteY107" fmla="*/ 944561 h 5626483"/>
              <a:gd name="connsiteX108" fmla="*/ 5065012 w 5324267"/>
              <a:gd name="connsiteY108" fmla="*/ 941877 h 5626483"/>
              <a:gd name="connsiteX109" fmla="*/ 5075550 w 5324267"/>
              <a:gd name="connsiteY109" fmla="*/ 943917 h 5626483"/>
              <a:gd name="connsiteX110" fmla="*/ 5057498 w 5324267"/>
              <a:gd name="connsiteY110" fmla="*/ 943996 h 5626483"/>
              <a:gd name="connsiteX111" fmla="*/ 5065012 w 5324267"/>
              <a:gd name="connsiteY111" fmla="*/ 941877 h 5626483"/>
              <a:gd name="connsiteX112" fmla="*/ 4982173 w 5324267"/>
              <a:gd name="connsiteY112" fmla="*/ 925855 h 5626483"/>
              <a:gd name="connsiteX113" fmla="*/ 5020726 w 5324267"/>
              <a:gd name="connsiteY113" fmla="*/ 929067 h 5626483"/>
              <a:gd name="connsiteX114" fmla="*/ 5013484 w 5324267"/>
              <a:gd name="connsiteY114" fmla="*/ 936931 h 5626483"/>
              <a:gd name="connsiteX115" fmla="*/ 4973998 w 5324267"/>
              <a:gd name="connsiteY115" fmla="*/ 939521 h 5626483"/>
              <a:gd name="connsiteX116" fmla="*/ 4982173 w 5324267"/>
              <a:gd name="connsiteY116" fmla="*/ 925855 h 5626483"/>
              <a:gd name="connsiteX117" fmla="*/ 5063395 w 5324267"/>
              <a:gd name="connsiteY117" fmla="*/ 923638 h 5626483"/>
              <a:gd name="connsiteX118" fmla="*/ 5075444 w 5324267"/>
              <a:gd name="connsiteY118" fmla="*/ 925945 h 5626483"/>
              <a:gd name="connsiteX119" fmla="*/ 5056925 w 5324267"/>
              <a:gd name="connsiteY119" fmla="*/ 928926 h 5626483"/>
              <a:gd name="connsiteX120" fmla="*/ 5063395 w 5324267"/>
              <a:gd name="connsiteY120" fmla="*/ 923638 h 5626483"/>
              <a:gd name="connsiteX121" fmla="*/ 4896580 w 5324267"/>
              <a:gd name="connsiteY121" fmla="*/ 915188 h 5626483"/>
              <a:gd name="connsiteX122" fmla="*/ 4922541 w 5324267"/>
              <a:gd name="connsiteY122" fmla="*/ 922332 h 5626483"/>
              <a:gd name="connsiteX123" fmla="*/ 4929969 w 5324267"/>
              <a:gd name="connsiteY123" fmla="*/ 932550 h 5626483"/>
              <a:gd name="connsiteX124" fmla="*/ 4891320 w 5324267"/>
              <a:gd name="connsiteY124" fmla="*/ 929322 h 5626483"/>
              <a:gd name="connsiteX125" fmla="*/ 4896580 w 5324267"/>
              <a:gd name="connsiteY125" fmla="*/ 915188 h 5626483"/>
              <a:gd name="connsiteX126" fmla="*/ 4660109 w 5324267"/>
              <a:gd name="connsiteY126" fmla="*/ 903477 h 5626483"/>
              <a:gd name="connsiteX127" fmla="*/ 4669578 w 5324267"/>
              <a:gd name="connsiteY127" fmla="*/ 905633 h 5626483"/>
              <a:gd name="connsiteX128" fmla="*/ 4687164 w 5324267"/>
              <a:gd name="connsiteY128" fmla="*/ 908456 h 5626483"/>
              <a:gd name="connsiteX129" fmla="*/ 4696470 w 5324267"/>
              <a:gd name="connsiteY129" fmla="*/ 906974 h 5626483"/>
              <a:gd name="connsiteX130" fmla="*/ 4758070 w 5324267"/>
              <a:gd name="connsiteY130" fmla="*/ 916862 h 5626483"/>
              <a:gd name="connsiteX131" fmla="*/ 4770293 w 5324267"/>
              <a:gd name="connsiteY131" fmla="*/ 915848 h 5626483"/>
              <a:gd name="connsiteX132" fmla="*/ 4793804 w 5324267"/>
              <a:gd name="connsiteY132" fmla="*/ 919622 h 5626483"/>
              <a:gd name="connsiteX133" fmla="*/ 4804147 w 5324267"/>
              <a:gd name="connsiteY133" fmla="*/ 930307 h 5626483"/>
              <a:gd name="connsiteX134" fmla="*/ 4810909 w 5324267"/>
              <a:gd name="connsiteY134" fmla="*/ 925439 h 5626483"/>
              <a:gd name="connsiteX135" fmla="*/ 4811376 w 5324267"/>
              <a:gd name="connsiteY135" fmla="*/ 922538 h 5626483"/>
              <a:gd name="connsiteX136" fmla="*/ 4878806 w 5324267"/>
              <a:gd name="connsiteY136" fmla="*/ 933362 h 5626483"/>
              <a:gd name="connsiteX137" fmla="*/ 4891028 w 5324267"/>
              <a:gd name="connsiteY137" fmla="*/ 932348 h 5626483"/>
              <a:gd name="connsiteX138" fmla="*/ 4896858 w 5324267"/>
              <a:gd name="connsiteY138" fmla="*/ 933284 h 5626483"/>
              <a:gd name="connsiteX139" fmla="*/ 4902689 w 5324267"/>
              <a:gd name="connsiteY139" fmla="*/ 934220 h 5626483"/>
              <a:gd name="connsiteX140" fmla="*/ 4913980 w 5324267"/>
              <a:gd name="connsiteY140" fmla="*/ 939008 h 5626483"/>
              <a:gd name="connsiteX141" fmla="*/ 4952068 w 5324267"/>
              <a:gd name="connsiteY141" fmla="*/ 945122 h 5626483"/>
              <a:gd name="connsiteX142" fmla="*/ 4925175 w 5324267"/>
              <a:gd name="connsiteY142" fmla="*/ 943782 h 5626483"/>
              <a:gd name="connsiteX143" fmla="*/ 4912007 w 5324267"/>
              <a:gd name="connsiteY143" fmla="*/ 950694 h 5626483"/>
              <a:gd name="connsiteX144" fmla="*/ 4894421 w 5324267"/>
              <a:gd name="connsiteY144" fmla="*/ 947871 h 5626483"/>
              <a:gd name="connsiteX145" fmla="*/ 4880216 w 5324267"/>
              <a:gd name="connsiteY145" fmla="*/ 942614 h 5626483"/>
              <a:gd name="connsiteX146" fmla="*/ 4847026 w 5324267"/>
              <a:gd name="connsiteY146" fmla="*/ 943240 h 5626483"/>
              <a:gd name="connsiteX147" fmla="*/ 4842608 w 5324267"/>
              <a:gd name="connsiteY147" fmla="*/ 933504 h 5626483"/>
              <a:gd name="connsiteX148" fmla="*/ 4828402 w 5324267"/>
              <a:gd name="connsiteY148" fmla="*/ 928247 h 5626483"/>
              <a:gd name="connsiteX149" fmla="*/ 4808938 w 5324267"/>
              <a:gd name="connsiteY149" fmla="*/ 937126 h 5626483"/>
              <a:gd name="connsiteX150" fmla="*/ 4799631 w 5324267"/>
              <a:gd name="connsiteY150" fmla="*/ 938607 h 5626483"/>
              <a:gd name="connsiteX151" fmla="*/ 4788341 w 5324267"/>
              <a:gd name="connsiteY151" fmla="*/ 933819 h 5626483"/>
              <a:gd name="connsiteX152" fmla="*/ 4776120 w 5324267"/>
              <a:gd name="connsiteY152" fmla="*/ 934833 h 5626483"/>
              <a:gd name="connsiteX153" fmla="*/ 4752703 w 5324267"/>
              <a:gd name="connsiteY153" fmla="*/ 931074 h 5626483"/>
              <a:gd name="connsiteX154" fmla="*/ 4739443 w 5324267"/>
              <a:gd name="connsiteY154" fmla="*/ 919921 h 5626483"/>
              <a:gd name="connsiteX155" fmla="*/ 4729191 w 5324267"/>
              <a:gd name="connsiteY155" fmla="*/ 927299 h 5626483"/>
              <a:gd name="connsiteX156" fmla="*/ 4649181 w 5324267"/>
              <a:gd name="connsiteY156" fmla="*/ 920313 h 5626483"/>
              <a:gd name="connsiteX157" fmla="*/ 4658953 w 5324267"/>
              <a:gd name="connsiteY157" fmla="*/ 915930 h 5626483"/>
              <a:gd name="connsiteX158" fmla="*/ 4651525 w 5324267"/>
              <a:gd name="connsiteY158" fmla="*/ 905711 h 5626483"/>
              <a:gd name="connsiteX159" fmla="*/ 4660109 w 5324267"/>
              <a:gd name="connsiteY159" fmla="*/ 903477 h 5626483"/>
              <a:gd name="connsiteX160" fmla="*/ 4801142 w 5324267"/>
              <a:gd name="connsiteY160" fmla="*/ 902262 h 5626483"/>
              <a:gd name="connsiteX161" fmla="*/ 4818059 w 5324267"/>
              <a:gd name="connsiteY161" fmla="*/ 917562 h 5626483"/>
              <a:gd name="connsiteX162" fmla="*/ 4795479 w 5324267"/>
              <a:gd name="connsiteY162" fmla="*/ 907984 h 5626483"/>
              <a:gd name="connsiteX163" fmla="*/ 4801142 w 5324267"/>
              <a:gd name="connsiteY163" fmla="*/ 902262 h 5626483"/>
              <a:gd name="connsiteX164" fmla="*/ 4475548 w 5324267"/>
              <a:gd name="connsiteY164" fmla="*/ 895610 h 5626483"/>
              <a:gd name="connsiteX165" fmla="*/ 4459945 w 5324267"/>
              <a:gd name="connsiteY165" fmla="*/ 899058 h 5626483"/>
              <a:gd name="connsiteX166" fmla="*/ 4533767 w 5324267"/>
              <a:gd name="connsiteY166" fmla="*/ 907931 h 5626483"/>
              <a:gd name="connsiteX167" fmla="*/ 4550888 w 5324267"/>
              <a:gd name="connsiteY167" fmla="*/ 913656 h 5626483"/>
              <a:gd name="connsiteX168" fmla="*/ 4569405 w 5324267"/>
              <a:gd name="connsiteY168" fmla="*/ 910677 h 5626483"/>
              <a:gd name="connsiteX169" fmla="*/ 4489753 w 5324267"/>
              <a:gd name="connsiteY169" fmla="*/ 900866 h 5626483"/>
              <a:gd name="connsiteX170" fmla="*/ 4475548 w 5324267"/>
              <a:gd name="connsiteY170" fmla="*/ 895610 h 5626483"/>
              <a:gd name="connsiteX171" fmla="*/ 4863735 w 5324267"/>
              <a:gd name="connsiteY171" fmla="*/ 895033 h 5626483"/>
              <a:gd name="connsiteX172" fmla="*/ 4936625 w 5324267"/>
              <a:gd name="connsiteY172" fmla="*/ 909710 h 5626483"/>
              <a:gd name="connsiteX173" fmla="*/ 4906818 w 5324267"/>
              <a:gd name="connsiteY173" fmla="*/ 907902 h 5626483"/>
              <a:gd name="connsiteX174" fmla="*/ 4867703 w 5324267"/>
              <a:gd name="connsiteY174" fmla="*/ 907576 h 5626483"/>
              <a:gd name="connsiteX175" fmla="*/ 4839959 w 5324267"/>
              <a:gd name="connsiteY175" fmla="*/ 912148 h 5626483"/>
              <a:gd name="connsiteX176" fmla="*/ 4858476 w 5324267"/>
              <a:gd name="connsiteY176" fmla="*/ 909168 h 5626483"/>
              <a:gd name="connsiteX177" fmla="*/ 4863735 w 5324267"/>
              <a:gd name="connsiteY177" fmla="*/ 895033 h 5626483"/>
              <a:gd name="connsiteX178" fmla="*/ 5050324 w 5324267"/>
              <a:gd name="connsiteY178" fmla="*/ 894932 h 5626483"/>
              <a:gd name="connsiteX179" fmla="*/ 5103083 w 5324267"/>
              <a:gd name="connsiteY179" fmla="*/ 903401 h 5626483"/>
              <a:gd name="connsiteX180" fmla="*/ 5116823 w 5324267"/>
              <a:gd name="connsiteY180" fmla="*/ 911560 h 5626483"/>
              <a:gd name="connsiteX181" fmla="*/ 5149081 w 5324267"/>
              <a:gd name="connsiteY181" fmla="*/ 916738 h 5626483"/>
              <a:gd name="connsiteX182" fmla="*/ 5151997 w 5324267"/>
              <a:gd name="connsiteY182" fmla="*/ 917206 h 5626483"/>
              <a:gd name="connsiteX183" fmla="*/ 5159424 w 5324267"/>
              <a:gd name="connsiteY183" fmla="*/ 927425 h 5626483"/>
              <a:gd name="connsiteX184" fmla="*/ 5186782 w 5324267"/>
              <a:gd name="connsiteY184" fmla="*/ 925863 h 5626483"/>
              <a:gd name="connsiteX185" fmla="*/ 5164403 w 5324267"/>
              <a:gd name="connsiteY185" fmla="*/ 934272 h 5626483"/>
              <a:gd name="connsiteX186" fmla="*/ 5146816 w 5324267"/>
              <a:gd name="connsiteY186" fmla="*/ 931449 h 5626483"/>
              <a:gd name="connsiteX187" fmla="*/ 5132145 w 5324267"/>
              <a:gd name="connsiteY187" fmla="*/ 929094 h 5626483"/>
              <a:gd name="connsiteX188" fmla="*/ 5148800 w 5324267"/>
              <a:gd name="connsiteY188" fmla="*/ 937721 h 5626483"/>
              <a:gd name="connsiteX189" fmla="*/ 5136112 w 5324267"/>
              <a:gd name="connsiteY189" fmla="*/ 941637 h 5626483"/>
              <a:gd name="connsiteX190" fmla="*/ 5119101 w 5324267"/>
              <a:gd name="connsiteY190" fmla="*/ 935834 h 5626483"/>
              <a:gd name="connsiteX191" fmla="*/ 5121911 w 5324267"/>
              <a:gd name="connsiteY191" fmla="*/ 918330 h 5626483"/>
              <a:gd name="connsiteX192" fmla="*/ 5110621 w 5324267"/>
              <a:gd name="connsiteY192" fmla="*/ 913541 h 5626483"/>
              <a:gd name="connsiteX193" fmla="*/ 5096416 w 5324267"/>
              <a:gd name="connsiteY193" fmla="*/ 908284 h 5626483"/>
              <a:gd name="connsiteX194" fmla="*/ 5088041 w 5324267"/>
              <a:gd name="connsiteY194" fmla="*/ 903963 h 5626483"/>
              <a:gd name="connsiteX195" fmla="*/ 5061614 w 5324267"/>
              <a:gd name="connsiteY195" fmla="*/ 899721 h 5626483"/>
              <a:gd name="connsiteX196" fmla="*/ 5050324 w 5324267"/>
              <a:gd name="connsiteY196" fmla="*/ 894932 h 5626483"/>
              <a:gd name="connsiteX197" fmla="*/ 4437716 w 5324267"/>
              <a:gd name="connsiteY197" fmla="*/ 893366 h 5626483"/>
              <a:gd name="connsiteX198" fmla="*/ 4433517 w 5324267"/>
              <a:gd name="connsiteY198" fmla="*/ 894816 h 5626483"/>
              <a:gd name="connsiteX199" fmla="*/ 4427687 w 5324267"/>
              <a:gd name="connsiteY199" fmla="*/ 893881 h 5626483"/>
              <a:gd name="connsiteX200" fmla="*/ 4445272 w 5324267"/>
              <a:gd name="connsiteY200" fmla="*/ 896703 h 5626483"/>
              <a:gd name="connsiteX201" fmla="*/ 4437716 w 5324267"/>
              <a:gd name="connsiteY201" fmla="*/ 893366 h 5626483"/>
              <a:gd name="connsiteX202" fmla="*/ 4933526 w 5324267"/>
              <a:gd name="connsiteY202" fmla="*/ 891162 h 5626483"/>
              <a:gd name="connsiteX203" fmla="*/ 4959953 w 5324267"/>
              <a:gd name="connsiteY203" fmla="*/ 895404 h 5626483"/>
              <a:gd name="connsiteX204" fmla="*/ 4946318 w 5324267"/>
              <a:gd name="connsiteY204" fmla="*/ 905217 h 5626483"/>
              <a:gd name="connsiteX205" fmla="*/ 4933526 w 5324267"/>
              <a:gd name="connsiteY205" fmla="*/ 891162 h 5626483"/>
              <a:gd name="connsiteX206" fmla="*/ 4812182 w 5324267"/>
              <a:gd name="connsiteY206" fmla="*/ 889494 h 5626483"/>
              <a:gd name="connsiteX207" fmla="*/ 4824715 w 5324267"/>
              <a:gd name="connsiteY207" fmla="*/ 894722 h 5626483"/>
              <a:gd name="connsiteX208" fmla="*/ 4803283 w 5324267"/>
              <a:gd name="connsiteY208" fmla="*/ 897235 h 5626483"/>
              <a:gd name="connsiteX209" fmla="*/ 4812182 w 5324267"/>
              <a:gd name="connsiteY209" fmla="*/ 889494 h 5626483"/>
              <a:gd name="connsiteX210" fmla="*/ 4678109 w 5324267"/>
              <a:gd name="connsiteY210" fmla="*/ 889143 h 5626483"/>
              <a:gd name="connsiteX211" fmla="*/ 4682077 w 5324267"/>
              <a:gd name="connsiteY211" fmla="*/ 901687 h 5626483"/>
              <a:gd name="connsiteX212" fmla="*/ 4665422 w 5324267"/>
              <a:gd name="connsiteY212" fmla="*/ 893060 h 5626483"/>
              <a:gd name="connsiteX213" fmla="*/ 4678109 w 5324267"/>
              <a:gd name="connsiteY213" fmla="*/ 889143 h 5626483"/>
              <a:gd name="connsiteX214" fmla="*/ 4978206 w 5324267"/>
              <a:gd name="connsiteY214" fmla="*/ 888323 h 5626483"/>
              <a:gd name="connsiteX215" fmla="*/ 4983836 w 5324267"/>
              <a:gd name="connsiteY215" fmla="*/ 896262 h 5626483"/>
              <a:gd name="connsiteX216" fmla="*/ 4992677 w 5324267"/>
              <a:gd name="connsiteY216" fmla="*/ 897681 h 5626483"/>
              <a:gd name="connsiteX217" fmla="*/ 5001051 w 5324267"/>
              <a:gd name="connsiteY217" fmla="*/ 902002 h 5626483"/>
              <a:gd name="connsiteX218" fmla="*/ 5013272 w 5324267"/>
              <a:gd name="connsiteY218" fmla="*/ 900987 h 5626483"/>
              <a:gd name="connsiteX219" fmla="*/ 5021539 w 5324267"/>
              <a:gd name="connsiteY219" fmla="*/ 905386 h 5626483"/>
              <a:gd name="connsiteX220" fmla="*/ 5008370 w 5324267"/>
              <a:gd name="connsiteY220" fmla="*/ 912298 h 5626483"/>
              <a:gd name="connsiteX221" fmla="*/ 5012323 w 5324267"/>
              <a:gd name="connsiteY221" fmla="*/ 924934 h 5626483"/>
              <a:gd name="connsiteX222" fmla="*/ 4980064 w 5324267"/>
              <a:gd name="connsiteY222" fmla="*/ 919756 h 5626483"/>
              <a:gd name="connsiteX223" fmla="*/ 4999064 w 5324267"/>
              <a:gd name="connsiteY223" fmla="*/ 913781 h 5626483"/>
              <a:gd name="connsiteX224" fmla="*/ 4976964 w 5324267"/>
              <a:gd name="connsiteY224" fmla="*/ 901207 h 5626483"/>
              <a:gd name="connsiteX225" fmla="*/ 4975462 w 5324267"/>
              <a:gd name="connsiteY225" fmla="*/ 891941 h 5626483"/>
              <a:gd name="connsiteX226" fmla="*/ 4978206 w 5324267"/>
              <a:gd name="connsiteY226" fmla="*/ 888323 h 5626483"/>
              <a:gd name="connsiteX227" fmla="*/ 4546269 w 5324267"/>
              <a:gd name="connsiteY227" fmla="*/ 885936 h 5626483"/>
              <a:gd name="connsiteX228" fmla="*/ 4559529 w 5324267"/>
              <a:gd name="connsiteY228" fmla="*/ 897089 h 5626483"/>
              <a:gd name="connsiteX229" fmla="*/ 4572696 w 5324267"/>
              <a:gd name="connsiteY229" fmla="*/ 890178 h 5626483"/>
              <a:gd name="connsiteX230" fmla="*/ 4546269 w 5324267"/>
              <a:gd name="connsiteY230" fmla="*/ 885936 h 5626483"/>
              <a:gd name="connsiteX231" fmla="*/ 4883861 w 5324267"/>
              <a:gd name="connsiteY231" fmla="*/ 883322 h 5626483"/>
              <a:gd name="connsiteX232" fmla="*/ 4892042 w 5324267"/>
              <a:gd name="connsiteY232" fmla="*/ 887575 h 5626483"/>
              <a:gd name="connsiteX233" fmla="*/ 4876905 w 5324267"/>
              <a:gd name="connsiteY233" fmla="*/ 888122 h 5626483"/>
              <a:gd name="connsiteX234" fmla="*/ 4883861 w 5324267"/>
              <a:gd name="connsiteY234" fmla="*/ 883322 h 5626483"/>
              <a:gd name="connsiteX235" fmla="*/ 4447618 w 5324267"/>
              <a:gd name="connsiteY235" fmla="*/ 882101 h 5626483"/>
              <a:gd name="connsiteX236" fmla="*/ 4434929 w 5324267"/>
              <a:gd name="connsiteY236" fmla="*/ 886017 h 5626483"/>
              <a:gd name="connsiteX237" fmla="*/ 4447618 w 5324267"/>
              <a:gd name="connsiteY237" fmla="*/ 882101 h 5626483"/>
              <a:gd name="connsiteX238" fmla="*/ 4831706 w 5324267"/>
              <a:gd name="connsiteY238" fmla="*/ 876642 h 5626483"/>
              <a:gd name="connsiteX239" fmla="*/ 4845112 w 5324267"/>
              <a:gd name="connsiteY239" fmla="*/ 880042 h 5626483"/>
              <a:gd name="connsiteX240" fmla="*/ 4829510 w 5324267"/>
              <a:gd name="connsiteY240" fmla="*/ 883490 h 5626483"/>
              <a:gd name="connsiteX241" fmla="*/ 4818220 w 5324267"/>
              <a:gd name="connsiteY241" fmla="*/ 878701 h 5626483"/>
              <a:gd name="connsiteX242" fmla="*/ 4831706 w 5324267"/>
              <a:gd name="connsiteY242" fmla="*/ 876642 h 5626483"/>
              <a:gd name="connsiteX243" fmla="*/ 4326939 w 5324267"/>
              <a:gd name="connsiteY243" fmla="*/ 874708 h 5626483"/>
              <a:gd name="connsiteX244" fmla="*/ 4315217 w 5324267"/>
              <a:gd name="connsiteY244" fmla="*/ 881780 h 5626483"/>
              <a:gd name="connsiteX245" fmla="*/ 4350855 w 5324267"/>
              <a:gd name="connsiteY245" fmla="*/ 884524 h 5626483"/>
              <a:gd name="connsiteX246" fmla="*/ 4365527 w 5324267"/>
              <a:gd name="connsiteY246" fmla="*/ 886879 h 5626483"/>
              <a:gd name="connsiteX247" fmla="*/ 4389039 w 5324267"/>
              <a:gd name="connsiteY247" fmla="*/ 890653 h 5626483"/>
              <a:gd name="connsiteX248" fmla="*/ 4404641 w 5324267"/>
              <a:gd name="connsiteY248" fmla="*/ 887205 h 5626483"/>
              <a:gd name="connsiteX249" fmla="*/ 4342575 w 5324267"/>
              <a:gd name="connsiteY249" fmla="*/ 880218 h 5626483"/>
              <a:gd name="connsiteX250" fmla="*/ 4326939 w 5324267"/>
              <a:gd name="connsiteY250" fmla="*/ 874708 h 5626483"/>
              <a:gd name="connsiteX251" fmla="*/ 4768819 w 5324267"/>
              <a:gd name="connsiteY251" fmla="*/ 869810 h 5626483"/>
              <a:gd name="connsiteX252" fmla="*/ 4779199 w 5324267"/>
              <a:gd name="connsiteY252" fmla="*/ 878391 h 5626483"/>
              <a:gd name="connsiteX253" fmla="*/ 4755782 w 5324267"/>
              <a:gd name="connsiteY253" fmla="*/ 874632 h 5626483"/>
              <a:gd name="connsiteX254" fmla="*/ 4768819 w 5324267"/>
              <a:gd name="connsiteY254" fmla="*/ 869810 h 5626483"/>
              <a:gd name="connsiteX255" fmla="*/ 4811349 w 5324267"/>
              <a:gd name="connsiteY255" fmla="*/ 865130 h 5626483"/>
              <a:gd name="connsiteX256" fmla="*/ 4813707 w 5324267"/>
              <a:gd name="connsiteY256" fmla="*/ 868952 h 5626483"/>
              <a:gd name="connsiteX257" fmla="*/ 4807875 w 5324267"/>
              <a:gd name="connsiteY257" fmla="*/ 868016 h 5626483"/>
              <a:gd name="connsiteX258" fmla="*/ 4811349 w 5324267"/>
              <a:gd name="connsiteY258" fmla="*/ 865130 h 5626483"/>
              <a:gd name="connsiteX259" fmla="*/ 4398333 w 5324267"/>
              <a:gd name="connsiteY259" fmla="*/ 864672 h 5626483"/>
              <a:gd name="connsiteX260" fmla="*/ 4386964 w 5324267"/>
              <a:gd name="connsiteY260" fmla="*/ 866316 h 5626483"/>
              <a:gd name="connsiteX261" fmla="*/ 4409915 w 5324267"/>
              <a:gd name="connsiteY261" fmla="*/ 872977 h 5626483"/>
              <a:gd name="connsiteX262" fmla="*/ 4410381 w 5324267"/>
              <a:gd name="connsiteY262" fmla="*/ 870075 h 5626483"/>
              <a:gd name="connsiteX263" fmla="*/ 4440189 w 5324267"/>
              <a:gd name="connsiteY263" fmla="*/ 871884 h 5626483"/>
              <a:gd name="connsiteX264" fmla="*/ 4410847 w 5324267"/>
              <a:gd name="connsiteY264" fmla="*/ 867174 h 5626483"/>
              <a:gd name="connsiteX265" fmla="*/ 4398333 w 5324267"/>
              <a:gd name="connsiteY265" fmla="*/ 864672 h 5626483"/>
              <a:gd name="connsiteX266" fmla="*/ 4710710 w 5324267"/>
              <a:gd name="connsiteY266" fmla="*/ 861911 h 5626483"/>
              <a:gd name="connsiteX267" fmla="*/ 4722964 w 5324267"/>
              <a:gd name="connsiteY267" fmla="*/ 872340 h 5626483"/>
              <a:gd name="connsiteX268" fmla="*/ 4693622 w 5324267"/>
              <a:gd name="connsiteY268" fmla="*/ 867630 h 5626483"/>
              <a:gd name="connsiteX269" fmla="*/ 4710710 w 5324267"/>
              <a:gd name="connsiteY269" fmla="*/ 861911 h 5626483"/>
              <a:gd name="connsiteX270" fmla="*/ 4369733 w 5324267"/>
              <a:gd name="connsiteY270" fmla="*/ 860669 h 5626483"/>
              <a:gd name="connsiteX271" fmla="*/ 4351216 w 5324267"/>
              <a:gd name="connsiteY271" fmla="*/ 863648 h 5626483"/>
              <a:gd name="connsiteX272" fmla="*/ 4378573 w 5324267"/>
              <a:gd name="connsiteY272" fmla="*/ 862088 h 5626483"/>
              <a:gd name="connsiteX273" fmla="*/ 4369733 w 5324267"/>
              <a:gd name="connsiteY273" fmla="*/ 860669 h 5626483"/>
              <a:gd name="connsiteX274" fmla="*/ 4758498 w 5324267"/>
              <a:gd name="connsiteY274" fmla="*/ 857113 h 5626483"/>
              <a:gd name="connsiteX275" fmla="*/ 4775618 w 5324267"/>
              <a:gd name="connsiteY275" fmla="*/ 862838 h 5626483"/>
              <a:gd name="connsiteX276" fmla="*/ 4758498 w 5324267"/>
              <a:gd name="connsiteY276" fmla="*/ 857113 h 5626483"/>
              <a:gd name="connsiteX277" fmla="*/ 4592658 w 5324267"/>
              <a:gd name="connsiteY277" fmla="*/ 857089 h 5626483"/>
              <a:gd name="connsiteX278" fmla="*/ 4583681 w 5324267"/>
              <a:gd name="connsiteY278" fmla="*/ 859008 h 5626483"/>
              <a:gd name="connsiteX279" fmla="*/ 4604647 w 5324267"/>
              <a:gd name="connsiteY279" fmla="*/ 859397 h 5626483"/>
              <a:gd name="connsiteX280" fmla="*/ 4592658 w 5324267"/>
              <a:gd name="connsiteY280" fmla="*/ 857089 h 5626483"/>
              <a:gd name="connsiteX281" fmla="*/ 4322126 w 5324267"/>
              <a:gd name="connsiteY281" fmla="*/ 855929 h 5626483"/>
              <a:gd name="connsiteX282" fmla="*/ 4313127 w 5324267"/>
              <a:gd name="connsiteY282" fmla="*/ 857536 h 5626483"/>
              <a:gd name="connsiteX283" fmla="*/ 4327798 w 5324267"/>
              <a:gd name="connsiteY283" fmla="*/ 859891 h 5626483"/>
              <a:gd name="connsiteX284" fmla="*/ 4322126 w 5324267"/>
              <a:gd name="connsiteY284" fmla="*/ 855929 h 5626483"/>
              <a:gd name="connsiteX285" fmla="*/ 4675128 w 5324267"/>
              <a:gd name="connsiteY285" fmla="*/ 855659 h 5626483"/>
              <a:gd name="connsiteX286" fmla="*/ 4685712 w 5324267"/>
              <a:gd name="connsiteY286" fmla="*/ 860407 h 5626483"/>
              <a:gd name="connsiteX287" fmla="*/ 4664745 w 5324267"/>
              <a:gd name="connsiteY287" fmla="*/ 860018 h 5626483"/>
              <a:gd name="connsiteX288" fmla="*/ 4675128 w 5324267"/>
              <a:gd name="connsiteY288" fmla="*/ 855659 h 5626483"/>
              <a:gd name="connsiteX289" fmla="*/ 4806586 w 5324267"/>
              <a:gd name="connsiteY289" fmla="*/ 855242 h 5626483"/>
              <a:gd name="connsiteX290" fmla="*/ 4821511 w 5324267"/>
              <a:gd name="connsiteY290" fmla="*/ 858202 h 5626483"/>
              <a:gd name="connsiteX291" fmla="*/ 4850758 w 5324267"/>
              <a:gd name="connsiteY291" fmla="*/ 862897 h 5626483"/>
              <a:gd name="connsiteX292" fmla="*/ 4844462 w 5324267"/>
              <a:gd name="connsiteY292" fmla="*/ 864863 h 5626483"/>
              <a:gd name="connsiteX293" fmla="*/ 4838631 w 5324267"/>
              <a:gd name="connsiteY293" fmla="*/ 863927 h 5626483"/>
              <a:gd name="connsiteX294" fmla="*/ 4794617 w 5324267"/>
              <a:gd name="connsiteY294" fmla="*/ 856861 h 5626483"/>
              <a:gd name="connsiteX295" fmla="*/ 4806586 w 5324267"/>
              <a:gd name="connsiteY295" fmla="*/ 855242 h 5626483"/>
              <a:gd name="connsiteX296" fmla="*/ 4689212 w 5324267"/>
              <a:gd name="connsiteY296" fmla="*/ 849123 h 5626483"/>
              <a:gd name="connsiteX297" fmla="*/ 4696338 w 5324267"/>
              <a:gd name="connsiteY297" fmla="*/ 850111 h 5626483"/>
              <a:gd name="connsiteX298" fmla="*/ 4690040 w 5324267"/>
              <a:gd name="connsiteY298" fmla="*/ 852077 h 5626483"/>
              <a:gd name="connsiteX299" fmla="*/ 4684210 w 5324267"/>
              <a:gd name="connsiteY299" fmla="*/ 851141 h 5626483"/>
              <a:gd name="connsiteX300" fmla="*/ 4689212 w 5324267"/>
              <a:gd name="connsiteY300" fmla="*/ 849123 h 5626483"/>
              <a:gd name="connsiteX301" fmla="*/ 4704494 w 5324267"/>
              <a:gd name="connsiteY301" fmla="*/ 848876 h 5626483"/>
              <a:gd name="connsiteX302" fmla="*/ 4711103 w 5324267"/>
              <a:gd name="connsiteY302" fmla="*/ 852481 h 5626483"/>
              <a:gd name="connsiteX303" fmla="*/ 4698881 w 5324267"/>
              <a:gd name="connsiteY303" fmla="*/ 853496 h 5626483"/>
              <a:gd name="connsiteX304" fmla="*/ 4704494 w 5324267"/>
              <a:gd name="connsiteY304" fmla="*/ 848876 h 5626483"/>
              <a:gd name="connsiteX305" fmla="*/ 4648557 w 5324267"/>
              <a:gd name="connsiteY305" fmla="*/ 848490 h 5626483"/>
              <a:gd name="connsiteX306" fmla="*/ 4645175 w 5324267"/>
              <a:gd name="connsiteY306" fmla="*/ 850923 h 5626483"/>
              <a:gd name="connsiteX307" fmla="*/ 4632487 w 5324267"/>
              <a:gd name="connsiteY307" fmla="*/ 854840 h 5626483"/>
              <a:gd name="connsiteX308" fmla="*/ 4657397 w 5324267"/>
              <a:gd name="connsiteY308" fmla="*/ 849909 h 5626483"/>
              <a:gd name="connsiteX309" fmla="*/ 4648557 w 5324267"/>
              <a:gd name="connsiteY309" fmla="*/ 848490 h 5626483"/>
              <a:gd name="connsiteX310" fmla="*/ 4624593 w 5324267"/>
              <a:gd name="connsiteY310" fmla="*/ 847523 h 5626483"/>
              <a:gd name="connsiteX311" fmla="*/ 4617350 w 5324267"/>
              <a:gd name="connsiteY311" fmla="*/ 855386 h 5626483"/>
              <a:gd name="connsiteX312" fmla="*/ 4610109 w 5324267"/>
              <a:gd name="connsiteY312" fmla="*/ 863248 h 5626483"/>
              <a:gd name="connsiteX313" fmla="*/ 4631091 w 5324267"/>
              <a:gd name="connsiteY313" fmla="*/ 863545 h 5626483"/>
              <a:gd name="connsiteX314" fmla="*/ 4624593 w 5324267"/>
              <a:gd name="connsiteY314" fmla="*/ 847523 h 5626483"/>
              <a:gd name="connsiteX315" fmla="*/ 4419121 w 5324267"/>
              <a:gd name="connsiteY315" fmla="*/ 847114 h 5626483"/>
              <a:gd name="connsiteX316" fmla="*/ 4407827 w 5324267"/>
              <a:gd name="connsiteY316" fmla="*/ 848733 h 5626483"/>
              <a:gd name="connsiteX317" fmla="*/ 4422404 w 5324267"/>
              <a:gd name="connsiteY317" fmla="*/ 851073 h 5626483"/>
              <a:gd name="connsiteX318" fmla="*/ 4430779 w 5324267"/>
              <a:gd name="connsiteY318" fmla="*/ 855394 h 5626483"/>
              <a:gd name="connsiteX319" fmla="*/ 4434160 w 5324267"/>
              <a:gd name="connsiteY319" fmla="*/ 852960 h 5626483"/>
              <a:gd name="connsiteX320" fmla="*/ 4436609 w 5324267"/>
              <a:gd name="connsiteY320" fmla="*/ 856330 h 5626483"/>
              <a:gd name="connsiteX321" fmla="*/ 4448831 w 5324267"/>
              <a:gd name="connsiteY321" fmla="*/ 855315 h 5626483"/>
              <a:gd name="connsiteX322" fmla="*/ 4460121 w 5324267"/>
              <a:gd name="connsiteY322" fmla="*/ 860104 h 5626483"/>
              <a:gd name="connsiteX323" fmla="*/ 4463502 w 5324267"/>
              <a:gd name="connsiteY323" fmla="*/ 857670 h 5626483"/>
              <a:gd name="connsiteX324" fmla="*/ 4476190 w 5324267"/>
              <a:gd name="connsiteY324" fmla="*/ 853754 h 5626483"/>
              <a:gd name="connsiteX325" fmla="*/ 4431710 w 5324267"/>
              <a:gd name="connsiteY325" fmla="*/ 849590 h 5626483"/>
              <a:gd name="connsiteX326" fmla="*/ 4419121 w 5324267"/>
              <a:gd name="connsiteY326" fmla="*/ 847114 h 5626483"/>
              <a:gd name="connsiteX327" fmla="*/ 4565988 w 5324267"/>
              <a:gd name="connsiteY327" fmla="*/ 838212 h 5626483"/>
              <a:gd name="connsiteX328" fmla="*/ 4586024 w 5324267"/>
              <a:gd name="connsiteY328" fmla="*/ 844405 h 5626483"/>
              <a:gd name="connsiteX329" fmla="*/ 4600229 w 5324267"/>
              <a:gd name="connsiteY329" fmla="*/ 849662 h 5626483"/>
              <a:gd name="connsiteX330" fmla="*/ 4587542 w 5324267"/>
              <a:gd name="connsiteY330" fmla="*/ 853578 h 5626483"/>
              <a:gd name="connsiteX331" fmla="*/ 4618748 w 5324267"/>
              <a:gd name="connsiteY331" fmla="*/ 846681 h 5626483"/>
              <a:gd name="connsiteX332" fmla="*/ 4583574 w 5324267"/>
              <a:gd name="connsiteY332" fmla="*/ 841035 h 5626483"/>
              <a:gd name="connsiteX333" fmla="*/ 4565988 w 5324267"/>
              <a:gd name="connsiteY333" fmla="*/ 838212 h 5626483"/>
              <a:gd name="connsiteX334" fmla="*/ 4514336 w 5324267"/>
              <a:gd name="connsiteY334" fmla="*/ 834877 h 5626483"/>
              <a:gd name="connsiteX335" fmla="*/ 4507410 w 5324267"/>
              <a:gd name="connsiteY335" fmla="*/ 846763 h 5626483"/>
              <a:gd name="connsiteX336" fmla="*/ 4515319 w 5324267"/>
              <a:gd name="connsiteY336" fmla="*/ 853986 h 5626483"/>
              <a:gd name="connsiteX337" fmla="*/ 4487479 w 5324267"/>
              <a:gd name="connsiteY337" fmla="*/ 858543 h 5626483"/>
              <a:gd name="connsiteX338" fmla="*/ 4484098 w 5324267"/>
              <a:gd name="connsiteY338" fmla="*/ 860976 h 5626483"/>
              <a:gd name="connsiteX339" fmla="*/ 4506584 w 5324267"/>
              <a:gd name="connsiteY339" fmla="*/ 870539 h 5626483"/>
              <a:gd name="connsiteX340" fmla="*/ 4522187 w 5324267"/>
              <a:gd name="connsiteY340" fmla="*/ 867090 h 5626483"/>
              <a:gd name="connsiteX341" fmla="*/ 4516928 w 5324267"/>
              <a:gd name="connsiteY341" fmla="*/ 881225 h 5626483"/>
              <a:gd name="connsiteX342" fmla="*/ 4484669 w 5324267"/>
              <a:gd name="connsiteY342" fmla="*/ 876047 h 5626483"/>
              <a:gd name="connsiteX343" fmla="*/ 4478373 w 5324267"/>
              <a:gd name="connsiteY343" fmla="*/ 878012 h 5626483"/>
              <a:gd name="connsiteX344" fmla="*/ 4458803 w 5324267"/>
              <a:gd name="connsiteY344" fmla="*/ 868918 h 5626483"/>
              <a:gd name="connsiteX345" fmla="*/ 4448550 w 5324267"/>
              <a:gd name="connsiteY345" fmla="*/ 876297 h 5626483"/>
              <a:gd name="connsiteX346" fmla="*/ 4483722 w 5324267"/>
              <a:gd name="connsiteY346" fmla="*/ 881943 h 5626483"/>
              <a:gd name="connsiteX347" fmla="*/ 4494548 w 5324267"/>
              <a:gd name="connsiteY347" fmla="*/ 889635 h 5626483"/>
              <a:gd name="connsiteX348" fmla="*/ 4498424 w 5324267"/>
              <a:gd name="connsiteY348" fmla="*/ 884112 h 5626483"/>
              <a:gd name="connsiteX349" fmla="*/ 4542903 w 5324267"/>
              <a:gd name="connsiteY349" fmla="*/ 888276 h 5626483"/>
              <a:gd name="connsiteX350" fmla="*/ 4531147 w 5324267"/>
              <a:gd name="connsiteY350" fmla="*/ 886389 h 5626483"/>
              <a:gd name="connsiteX351" fmla="*/ 4528127 w 5324267"/>
              <a:gd name="connsiteY351" fmla="*/ 867948 h 5626483"/>
              <a:gd name="connsiteX352" fmla="*/ 4540349 w 5324267"/>
              <a:gd name="connsiteY352" fmla="*/ 866933 h 5626483"/>
              <a:gd name="connsiteX353" fmla="*/ 4560384 w 5324267"/>
              <a:gd name="connsiteY353" fmla="*/ 873126 h 5626483"/>
              <a:gd name="connsiteX354" fmla="*/ 4563765 w 5324267"/>
              <a:gd name="connsiteY354" fmla="*/ 870692 h 5626483"/>
              <a:gd name="connsiteX355" fmla="*/ 4596490 w 5324267"/>
              <a:gd name="connsiteY355" fmla="*/ 872969 h 5626483"/>
              <a:gd name="connsiteX356" fmla="*/ 4570062 w 5324267"/>
              <a:gd name="connsiteY356" fmla="*/ 868727 h 5626483"/>
              <a:gd name="connsiteX357" fmla="*/ 4547483 w 5324267"/>
              <a:gd name="connsiteY357" fmla="*/ 859149 h 5626483"/>
              <a:gd name="connsiteX358" fmla="*/ 4574375 w 5324267"/>
              <a:gd name="connsiteY358" fmla="*/ 860489 h 5626483"/>
              <a:gd name="connsiteX359" fmla="*/ 4551424 w 5324267"/>
              <a:gd name="connsiteY359" fmla="*/ 853829 h 5626483"/>
              <a:gd name="connsiteX360" fmla="*/ 4543050 w 5324267"/>
              <a:gd name="connsiteY360" fmla="*/ 849508 h 5626483"/>
              <a:gd name="connsiteX361" fmla="*/ 4527913 w 5324267"/>
              <a:gd name="connsiteY361" fmla="*/ 850055 h 5626483"/>
              <a:gd name="connsiteX362" fmla="*/ 4530256 w 5324267"/>
              <a:gd name="connsiteY362" fmla="*/ 835452 h 5626483"/>
              <a:gd name="connsiteX363" fmla="*/ 4514336 w 5324267"/>
              <a:gd name="connsiteY363" fmla="*/ 834877 h 5626483"/>
              <a:gd name="connsiteX364" fmla="*/ 4328535 w 5324267"/>
              <a:gd name="connsiteY364" fmla="*/ 833966 h 5626483"/>
              <a:gd name="connsiteX365" fmla="*/ 4319332 w 5324267"/>
              <a:gd name="connsiteY365" fmla="*/ 837505 h 5626483"/>
              <a:gd name="connsiteX366" fmla="*/ 4340302 w 5324267"/>
              <a:gd name="connsiteY366" fmla="*/ 837895 h 5626483"/>
              <a:gd name="connsiteX367" fmla="*/ 4328535 w 5324267"/>
              <a:gd name="connsiteY367" fmla="*/ 833966 h 5626483"/>
              <a:gd name="connsiteX368" fmla="*/ 4422391 w 5324267"/>
              <a:gd name="connsiteY368" fmla="*/ 833116 h 5626483"/>
              <a:gd name="connsiteX369" fmla="*/ 4436130 w 5324267"/>
              <a:gd name="connsiteY369" fmla="*/ 841275 h 5626483"/>
              <a:gd name="connsiteX370" fmla="*/ 4451733 w 5324267"/>
              <a:gd name="connsiteY370" fmla="*/ 837826 h 5626483"/>
              <a:gd name="connsiteX371" fmla="*/ 4422391 w 5324267"/>
              <a:gd name="connsiteY371" fmla="*/ 833116 h 5626483"/>
              <a:gd name="connsiteX372" fmla="*/ 4640185 w 5324267"/>
              <a:gd name="connsiteY372" fmla="*/ 826119 h 5626483"/>
              <a:gd name="connsiteX373" fmla="*/ 4660687 w 5324267"/>
              <a:gd name="connsiteY373" fmla="*/ 829410 h 5626483"/>
              <a:gd name="connsiteX374" fmla="*/ 4659756 w 5324267"/>
              <a:gd name="connsiteY374" fmla="*/ 835213 h 5626483"/>
              <a:gd name="connsiteX375" fmla="*/ 4639253 w 5324267"/>
              <a:gd name="connsiteY375" fmla="*/ 831922 h 5626483"/>
              <a:gd name="connsiteX376" fmla="*/ 4640185 w 5324267"/>
              <a:gd name="connsiteY376" fmla="*/ 826119 h 5626483"/>
              <a:gd name="connsiteX377" fmla="*/ 4619123 w 5324267"/>
              <a:gd name="connsiteY377" fmla="*/ 825714 h 5626483"/>
              <a:gd name="connsiteX378" fmla="*/ 4606435 w 5324267"/>
              <a:gd name="connsiteY378" fmla="*/ 829630 h 5626483"/>
              <a:gd name="connsiteX379" fmla="*/ 4619123 w 5324267"/>
              <a:gd name="connsiteY379" fmla="*/ 825714 h 5626483"/>
              <a:gd name="connsiteX380" fmla="*/ 4444049 w 5324267"/>
              <a:gd name="connsiteY380" fmla="*/ 820497 h 5626483"/>
              <a:gd name="connsiteX381" fmla="*/ 4433016 w 5324267"/>
              <a:gd name="connsiteY381" fmla="*/ 822819 h 5626483"/>
              <a:gd name="connsiteX382" fmla="*/ 4465741 w 5324267"/>
              <a:gd name="connsiteY382" fmla="*/ 825095 h 5626483"/>
              <a:gd name="connsiteX383" fmla="*/ 4460375 w 5324267"/>
              <a:gd name="connsiteY383" fmla="*/ 821257 h 5626483"/>
              <a:gd name="connsiteX384" fmla="*/ 4444049 w 5324267"/>
              <a:gd name="connsiteY384" fmla="*/ 820497 h 5626483"/>
              <a:gd name="connsiteX385" fmla="*/ 4501606 w 5324267"/>
              <a:gd name="connsiteY385" fmla="*/ 815539 h 5626483"/>
              <a:gd name="connsiteX386" fmla="*/ 4496495 w 5324267"/>
              <a:gd name="connsiteY386" fmla="*/ 821008 h 5626483"/>
              <a:gd name="connsiteX387" fmla="*/ 4512098 w 5324267"/>
              <a:gd name="connsiteY387" fmla="*/ 817560 h 5626483"/>
              <a:gd name="connsiteX388" fmla="*/ 4501606 w 5324267"/>
              <a:gd name="connsiteY388" fmla="*/ 815539 h 5626483"/>
              <a:gd name="connsiteX389" fmla="*/ 4476830 w 5324267"/>
              <a:gd name="connsiteY389" fmla="*/ 811898 h 5626483"/>
              <a:gd name="connsiteX390" fmla="*/ 4485204 w 5324267"/>
              <a:gd name="connsiteY390" fmla="*/ 816219 h 5626483"/>
              <a:gd name="connsiteX391" fmla="*/ 4482660 w 5324267"/>
              <a:gd name="connsiteY391" fmla="*/ 812833 h 5626483"/>
              <a:gd name="connsiteX392" fmla="*/ 4476830 w 5324267"/>
              <a:gd name="connsiteY392" fmla="*/ 811898 h 5626483"/>
              <a:gd name="connsiteX393" fmla="*/ 4894297 w 5324267"/>
              <a:gd name="connsiteY393" fmla="*/ 810416 h 5626483"/>
              <a:gd name="connsiteX394" fmla="*/ 4904227 w 5324267"/>
              <a:gd name="connsiteY394" fmla="*/ 811663 h 5626483"/>
              <a:gd name="connsiteX395" fmla="*/ 4914586 w 5324267"/>
              <a:gd name="connsiteY395" fmla="*/ 822254 h 5626483"/>
              <a:gd name="connsiteX396" fmla="*/ 4888624 w 5324267"/>
              <a:gd name="connsiteY396" fmla="*/ 815110 h 5626483"/>
              <a:gd name="connsiteX397" fmla="*/ 4894297 w 5324267"/>
              <a:gd name="connsiteY397" fmla="*/ 810416 h 5626483"/>
              <a:gd name="connsiteX398" fmla="*/ 4439195 w 5324267"/>
              <a:gd name="connsiteY398" fmla="*/ 806037 h 5626483"/>
              <a:gd name="connsiteX399" fmla="*/ 4429064 w 5324267"/>
              <a:gd name="connsiteY399" fmla="*/ 810183 h 5626483"/>
              <a:gd name="connsiteX400" fmla="*/ 4450031 w 5324267"/>
              <a:gd name="connsiteY400" fmla="*/ 810572 h 5626483"/>
              <a:gd name="connsiteX401" fmla="*/ 4439195 w 5324267"/>
              <a:gd name="connsiteY401" fmla="*/ 806037 h 5626483"/>
              <a:gd name="connsiteX402" fmla="*/ 4230419 w 5324267"/>
              <a:gd name="connsiteY402" fmla="*/ 798183 h 5626483"/>
              <a:gd name="connsiteX403" fmla="*/ 4225836 w 5324267"/>
              <a:gd name="connsiteY403" fmla="*/ 801564 h 5626483"/>
              <a:gd name="connsiteX404" fmla="*/ 4238057 w 5324267"/>
              <a:gd name="connsiteY404" fmla="*/ 800549 h 5626483"/>
              <a:gd name="connsiteX405" fmla="*/ 4230419 w 5324267"/>
              <a:gd name="connsiteY405" fmla="*/ 798183 h 5626483"/>
              <a:gd name="connsiteX406" fmla="*/ 4505029 w 5324267"/>
              <a:gd name="connsiteY406" fmla="*/ 786467 h 5626483"/>
              <a:gd name="connsiteX407" fmla="*/ 4516785 w 5324267"/>
              <a:gd name="connsiteY407" fmla="*/ 788354 h 5626483"/>
              <a:gd name="connsiteX408" fmla="*/ 4515854 w 5324267"/>
              <a:gd name="connsiteY408" fmla="*/ 794158 h 5626483"/>
              <a:gd name="connsiteX409" fmla="*/ 4504098 w 5324267"/>
              <a:gd name="connsiteY409" fmla="*/ 792270 h 5626483"/>
              <a:gd name="connsiteX410" fmla="*/ 4505029 w 5324267"/>
              <a:gd name="connsiteY410" fmla="*/ 786467 h 5626483"/>
              <a:gd name="connsiteX411" fmla="*/ 4291854 w 5324267"/>
              <a:gd name="connsiteY411" fmla="*/ 784822 h 5626483"/>
              <a:gd name="connsiteX412" fmla="*/ 4285267 w 5324267"/>
              <a:gd name="connsiteY412" fmla="*/ 787100 h 5626483"/>
              <a:gd name="connsiteX413" fmla="*/ 4314609 w 5324267"/>
              <a:gd name="connsiteY413" fmla="*/ 791810 h 5626483"/>
              <a:gd name="connsiteX414" fmla="*/ 4291854 w 5324267"/>
              <a:gd name="connsiteY414" fmla="*/ 784822 h 5626483"/>
              <a:gd name="connsiteX415" fmla="*/ 4213901 w 5324267"/>
              <a:gd name="connsiteY415" fmla="*/ 775889 h 5626483"/>
              <a:gd name="connsiteX416" fmla="*/ 4214455 w 5324267"/>
              <a:gd name="connsiteY416" fmla="*/ 778711 h 5626483"/>
              <a:gd name="connsiteX417" fmla="*/ 4250095 w 5324267"/>
              <a:gd name="connsiteY417" fmla="*/ 781455 h 5626483"/>
              <a:gd name="connsiteX418" fmla="*/ 4232507 w 5324267"/>
              <a:gd name="connsiteY418" fmla="*/ 778632 h 5626483"/>
              <a:gd name="connsiteX419" fmla="*/ 4218625 w 5324267"/>
              <a:gd name="connsiteY419" fmla="*/ 776020 h 5626483"/>
              <a:gd name="connsiteX420" fmla="*/ 4213901 w 5324267"/>
              <a:gd name="connsiteY420" fmla="*/ 775889 h 5626483"/>
              <a:gd name="connsiteX421" fmla="*/ 4197799 w 5324267"/>
              <a:gd name="connsiteY421" fmla="*/ 770083 h 5626483"/>
              <a:gd name="connsiteX422" fmla="*/ 4194418 w 5324267"/>
              <a:gd name="connsiteY422" fmla="*/ 772516 h 5626483"/>
              <a:gd name="connsiteX423" fmla="*/ 4182662 w 5324267"/>
              <a:gd name="connsiteY423" fmla="*/ 770629 h 5626483"/>
              <a:gd name="connsiteX424" fmla="*/ 4197799 w 5324267"/>
              <a:gd name="connsiteY424" fmla="*/ 770083 h 5626483"/>
              <a:gd name="connsiteX425" fmla="*/ 4373775 w 5324267"/>
              <a:gd name="connsiteY425" fmla="*/ 766154 h 5626483"/>
              <a:gd name="connsiteX426" fmla="*/ 4381363 w 5324267"/>
              <a:gd name="connsiteY426" fmla="*/ 769592 h 5626483"/>
              <a:gd name="connsiteX427" fmla="*/ 4366226 w 5324267"/>
              <a:gd name="connsiteY427" fmla="*/ 770139 h 5626483"/>
              <a:gd name="connsiteX428" fmla="*/ 4373775 w 5324267"/>
              <a:gd name="connsiteY428" fmla="*/ 766154 h 5626483"/>
              <a:gd name="connsiteX429" fmla="*/ 4304080 w 5324267"/>
              <a:gd name="connsiteY429" fmla="*/ 757715 h 5626483"/>
              <a:gd name="connsiteX430" fmla="*/ 4316847 w 5324267"/>
              <a:gd name="connsiteY430" fmla="*/ 759236 h 5626483"/>
              <a:gd name="connsiteX431" fmla="*/ 4295414 w 5324267"/>
              <a:gd name="connsiteY431" fmla="*/ 761749 h 5626483"/>
              <a:gd name="connsiteX432" fmla="*/ 4304080 w 5324267"/>
              <a:gd name="connsiteY432" fmla="*/ 757715 h 5626483"/>
              <a:gd name="connsiteX433" fmla="*/ 4258162 w 5324267"/>
              <a:gd name="connsiteY433" fmla="*/ 749816 h 5626483"/>
              <a:gd name="connsiteX434" fmla="*/ 4272368 w 5324267"/>
              <a:gd name="connsiteY434" fmla="*/ 755073 h 5626483"/>
              <a:gd name="connsiteX435" fmla="*/ 4289488 w 5324267"/>
              <a:gd name="connsiteY435" fmla="*/ 760797 h 5626483"/>
              <a:gd name="connsiteX436" fmla="*/ 4269453 w 5324267"/>
              <a:gd name="connsiteY436" fmla="*/ 754605 h 5626483"/>
              <a:gd name="connsiteX437" fmla="*/ 4258162 w 5324267"/>
              <a:gd name="connsiteY437" fmla="*/ 749816 h 5626483"/>
              <a:gd name="connsiteX438" fmla="*/ 4242881 w 5324267"/>
              <a:gd name="connsiteY438" fmla="*/ 746964 h 5626483"/>
              <a:gd name="connsiteX439" fmla="*/ 4237195 w 5324267"/>
              <a:gd name="connsiteY439" fmla="*/ 749427 h 5626483"/>
              <a:gd name="connsiteX440" fmla="*/ 4242881 w 5324267"/>
              <a:gd name="connsiteY440" fmla="*/ 746964 h 5626483"/>
              <a:gd name="connsiteX441" fmla="*/ 4215936 w 5324267"/>
              <a:gd name="connsiteY441" fmla="*/ 741166 h 5626483"/>
              <a:gd name="connsiteX442" fmla="*/ 4222043 w 5324267"/>
              <a:gd name="connsiteY442" fmla="*/ 750067 h 5626483"/>
              <a:gd name="connsiteX443" fmla="*/ 4204456 w 5324267"/>
              <a:gd name="connsiteY443" fmla="*/ 747244 h 5626483"/>
              <a:gd name="connsiteX444" fmla="*/ 4215936 w 5324267"/>
              <a:gd name="connsiteY444" fmla="*/ 741166 h 5626483"/>
              <a:gd name="connsiteX445" fmla="*/ 4157011 w 5324267"/>
              <a:gd name="connsiteY445" fmla="*/ 724169 h 5626483"/>
              <a:gd name="connsiteX446" fmla="*/ 4159405 w 5324267"/>
              <a:gd name="connsiteY446" fmla="*/ 728011 h 5626483"/>
              <a:gd name="connsiteX447" fmla="*/ 4153575 w 5324267"/>
              <a:gd name="connsiteY447" fmla="*/ 727075 h 5626483"/>
              <a:gd name="connsiteX448" fmla="*/ 4157011 w 5324267"/>
              <a:gd name="connsiteY448" fmla="*/ 724169 h 5626483"/>
              <a:gd name="connsiteX449" fmla="*/ 4059623 w 5324267"/>
              <a:gd name="connsiteY449" fmla="*/ 711993 h 5626483"/>
              <a:gd name="connsiteX450" fmla="*/ 4056241 w 5324267"/>
              <a:gd name="connsiteY450" fmla="*/ 714427 h 5626483"/>
              <a:gd name="connsiteX451" fmla="*/ 4038189 w 5324267"/>
              <a:gd name="connsiteY451" fmla="*/ 714506 h 5626483"/>
              <a:gd name="connsiteX452" fmla="*/ 4078822 w 5324267"/>
              <a:gd name="connsiteY452" fmla="*/ 724005 h 5626483"/>
              <a:gd name="connsiteX453" fmla="*/ 4074295 w 5324267"/>
              <a:gd name="connsiteY453" fmla="*/ 714348 h 5626483"/>
              <a:gd name="connsiteX454" fmla="*/ 4059623 w 5324267"/>
              <a:gd name="connsiteY454" fmla="*/ 711993 h 5626483"/>
              <a:gd name="connsiteX455" fmla="*/ 4304010 w 5324267"/>
              <a:gd name="connsiteY455" fmla="*/ 705940 h 5626483"/>
              <a:gd name="connsiteX456" fmla="*/ 4313055 w 5324267"/>
              <a:gd name="connsiteY456" fmla="*/ 707739 h 5626483"/>
              <a:gd name="connsiteX457" fmla="*/ 4297918 w 5324267"/>
              <a:gd name="connsiteY457" fmla="*/ 708286 h 5626483"/>
              <a:gd name="connsiteX458" fmla="*/ 4304010 w 5324267"/>
              <a:gd name="connsiteY458" fmla="*/ 705940 h 5626483"/>
              <a:gd name="connsiteX459" fmla="*/ 3908866 w 5324267"/>
              <a:gd name="connsiteY459" fmla="*/ 705904 h 5626483"/>
              <a:gd name="connsiteX460" fmla="*/ 3903900 w 5324267"/>
              <a:gd name="connsiteY460" fmla="*/ 707927 h 5626483"/>
              <a:gd name="connsiteX461" fmla="*/ 3909730 w 5324267"/>
              <a:gd name="connsiteY461" fmla="*/ 708863 h 5626483"/>
              <a:gd name="connsiteX462" fmla="*/ 3916026 w 5324267"/>
              <a:gd name="connsiteY462" fmla="*/ 706897 h 5626483"/>
              <a:gd name="connsiteX463" fmla="*/ 3908866 w 5324267"/>
              <a:gd name="connsiteY463" fmla="*/ 705904 h 5626483"/>
              <a:gd name="connsiteX464" fmla="*/ 4199267 w 5324267"/>
              <a:gd name="connsiteY464" fmla="*/ 704452 h 5626483"/>
              <a:gd name="connsiteX465" fmla="*/ 4207641 w 5324267"/>
              <a:gd name="connsiteY465" fmla="*/ 708773 h 5626483"/>
              <a:gd name="connsiteX466" fmla="*/ 4205098 w 5324267"/>
              <a:gd name="connsiteY466" fmla="*/ 705388 h 5626483"/>
              <a:gd name="connsiteX467" fmla="*/ 4199267 w 5324267"/>
              <a:gd name="connsiteY467" fmla="*/ 704452 h 5626483"/>
              <a:gd name="connsiteX468" fmla="*/ 3891667 w 5324267"/>
              <a:gd name="connsiteY468" fmla="*/ 703006 h 5626483"/>
              <a:gd name="connsiteX469" fmla="*/ 3886218 w 5324267"/>
              <a:gd name="connsiteY469" fmla="*/ 705089 h 5626483"/>
              <a:gd name="connsiteX470" fmla="*/ 3891667 w 5324267"/>
              <a:gd name="connsiteY470" fmla="*/ 703006 h 5626483"/>
              <a:gd name="connsiteX471" fmla="*/ 3876608 w 5324267"/>
              <a:gd name="connsiteY471" fmla="*/ 700725 h 5626483"/>
              <a:gd name="connsiteX472" fmla="*/ 3871642 w 5324267"/>
              <a:gd name="connsiteY472" fmla="*/ 702748 h 5626483"/>
              <a:gd name="connsiteX473" fmla="*/ 3877471 w 5324267"/>
              <a:gd name="connsiteY473" fmla="*/ 703685 h 5626483"/>
              <a:gd name="connsiteX474" fmla="*/ 3883768 w 5324267"/>
              <a:gd name="connsiteY474" fmla="*/ 701718 h 5626483"/>
              <a:gd name="connsiteX475" fmla="*/ 3876608 w 5324267"/>
              <a:gd name="connsiteY475" fmla="*/ 700725 h 5626483"/>
              <a:gd name="connsiteX476" fmla="*/ 3859494 w 5324267"/>
              <a:gd name="connsiteY476" fmla="*/ 698495 h 5626483"/>
              <a:gd name="connsiteX477" fmla="*/ 3856503 w 5324267"/>
              <a:gd name="connsiteY477" fmla="*/ 703296 h 5626483"/>
              <a:gd name="connsiteX478" fmla="*/ 3862335 w 5324267"/>
              <a:gd name="connsiteY478" fmla="*/ 704232 h 5626483"/>
              <a:gd name="connsiteX479" fmla="*/ 3866276 w 5324267"/>
              <a:gd name="connsiteY479" fmla="*/ 698911 h 5626483"/>
              <a:gd name="connsiteX480" fmla="*/ 3859494 w 5324267"/>
              <a:gd name="connsiteY480" fmla="*/ 698495 h 5626483"/>
              <a:gd name="connsiteX481" fmla="*/ 3989126 w 5324267"/>
              <a:gd name="connsiteY481" fmla="*/ 695179 h 5626483"/>
              <a:gd name="connsiteX482" fmla="*/ 3992674 w 5324267"/>
              <a:gd name="connsiteY482" fmla="*/ 698173 h 5626483"/>
              <a:gd name="connsiteX483" fmla="*/ 4124714 w 5324267"/>
              <a:gd name="connsiteY483" fmla="*/ 719369 h 5626483"/>
              <a:gd name="connsiteX484" fmla="*/ 4125179 w 5324267"/>
              <a:gd name="connsiteY484" fmla="*/ 716467 h 5626483"/>
              <a:gd name="connsiteX485" fmla="*/ 4092734 w 5324267"/>
              <a:gd name="connsiteY485" fmla="*/ 711259 h 5626483"/>
              <a:gd name="connsiteX486" fmla="*/ 4086902 w 5324267"/>
              <a:gd name="connsiteY486" fmla="*/ 710323 h 5626483"/>
              <a:gd name="connsiteX487" fmla="*/ 4066866 w 5324267"/>
              <a:gd name="connsiteY487" fmla="*/ 704131 h 5626483"/>
              <a:gd name="connsiteX488" fmla="*/ 4060569 w 5324267"/>
              <a:gd name="connsiteY488" fmla="*/ 706096 h 5626483"/>
              <a:gd name="connsiteX489" fmla="*/ 4014107 w 5324267"/>
              <a:gd name="connsiteY489" fmla="*/ 695661 h 5626483"/>
              <a:gd name="connsiteX490" fmla="*/ 3998969 w 5324267"/>
              <a:gd name="connsiteY490" fmla="*/ 696207 h 5626483"/>
              <a:gd name="connsiteX491" fmla="*/ 3989126 w 5324267"/>
              <a:gd name="connsiteY491" fmla="*/ 695179 h 5626483"/>
              <a:gd name="connsiteX492" fmla="*/ 3967912 w 5324267"/>
              <a:gd name="connsiteY492" fmla="*/ 690910 h 5626483"/>
              <a:gd name="connsiteX493" fmla="*/ 3960320 w 5324267"/>
              <a:gd name="connsiteY493" fmla="*/ 692980 h 5626483"/>
              <a:gd name="connsiteX494" fmla="*/ 3969161 w 5324267"/>
              <a:gd name="connsiteY494" fmla="*/ 694399 h 5626483"/>
              <a:gd name="connsiteX495" fmla="*/ 3978467 w 5324267"/>
              <a:gd name="connsiteY495" fmla="*/ 692916 h 5626483"/>
              <a:gd name="connsiteX496" fmla="*/ 3967912 w 5324267"/>
              <a:gd name="connsiteY496" fmla="*/ 690910 h 5626483"/>
              <a:gd name="connsiteX497" fmla="*/ 3444054 w 5324267"/>
              <a:gd name="connsiteY497" fmla="*/ 688753 h 5626483"/>
              <a:gd name="connsiteX498" fmla="*/ 3449117 w 5324267"/>
              <a:gd name="connsiteY498" fmla="*/ 691861 h 5626483"/>
              <a:gd name="connsiteX499" fmla="*/ 3444054 w 5324267"/>
              <a:gd name="connsiteY499" fmla="*/ 688753 h 5626483"/>
              <a:gd name="connsiteX500" fmla="*/ 3796960 w 5324267"/>
              <a:gd name="connsiteY500" fmla="*/ 687437 h 5626483"/>
              <a:gd name="connsiteX501" fmla="*/ 3789445 w 5324267"/>
              <a:gd name="connsiteY501" fmla="*/ 689554 h 5626483"/>
              <a:gd name="connsiteX502" fmla="*/ 3801200 w 5324267"/>
              <a:gd name="connsiteY502" fmla="*/ 691442 h 5626483"/>
              <a:gd name="connsiteX503" fmla="*/ 3807498 w 5324267"/>
              <a:gd name="connsiteY503" fmla="*/ 689476 h 5626483"/>
              <a:gd name="connsiteX504" fmla="*/ 3796960 w 5324267"/>
              <a:gd name="connsiteY504" fmla="*/ 687437 h 5626483"/>
              <a:gd name="connsiteX505" fmla="*/ 3945929 w 5324267"/>
              <a:gd name="connsiteY505" fmla="*/ 687381 h 5626483"/>
              <a:gd name="connsiteX506" fmla="*/ 3936998 w 5324267"/>
              <a:gd name="connsiteY506" fmla="*/ 689236 h 5626483"/>
              <a:gd name="connsiteX507" fmla="*/ 3957965 w 5324267"/>
              <a:gd name="connsiteY507" fmla="*/ 689624 h 5626483"/>
              <a:gd name="connsiteX508" fmla="*/ 3945929 w 5324267"/>
              <a:gd name="connsiteY508" fmla="*/ 687381 h 5626483"/>
              <a:gd name="connsiteX509" fmla="*/ 3775107 w 5324267"/>
              <a:gd name="connsiteY509" fmla="*/ 683844 h 5626483"/>
              <a:gd name="connsiteX510" fmla="*/ 3768849 w 5324267"/>
              <a:gd name="connsiteY510" fmla="*/ 686247 h 5626483"/>
              <a:gd name="connsiteX511" fmla="*/ 3777224 w 5324267"/>
              <a:gd name="connsiteY511" fmla="*/ 690568 h 5626483"/>
              <a:gd name="connsiteX512" fmla="*/ 3775107 w 5324267"/>
              <a:gd name="connsiteY512" fmla="*/ 683844 h 5626483"/>
              <a:gd name="connsiteX513" fmla="*/ 3919574 w 5324267"/>
              <a:gd name="connsiteY513" fmla="*/ 683150 h 5626483"/>
              <a:gd name="connsiteX514" fmla="*/ 3913486 w 5324267"/>
              <a:gd name="connsiteY514" fmla="*/ 685462 h 5626483"/>
              <a:gd name="connsiteX515" fmla="*/ 3922327 w 5324267"/>
              <a:gd name="connsiteY515" fmla="*/ 686881 h 5626483"/>
              <a:gd name="connsiteX516" fmla="*/ 3928623 w 5324267"/>
              <a:gd name="connsiteY516" fmla="*/ 684915 h 5626483"/>
              <a:gd name="connsiteX517" fmla="*/ 3919574 w 5324267"/>
              <a:gd name="connsiteY517" fmla="*/ 683150 h 5626483"/>
              <a:gd name="connsiteX518" fmla="*/ 4085477 w 5324267"/>
              <a:gd name="connsiteY518" fmla="*/ 670824 h 5626483"/>
              <a:gd name="connsiteX519" fmla="*/ 4101922 w 5324267"/>
              <a:gd name="connsiteY519" fmla="*/ 673847 h 5626483"/>
              <a:gd name="connsiteX520" fmla="*/ 4089700 w 5324267"/>
              <a:gd name="connsiteY520" fmla="*/ 674862 h 5626483"/>
              <a:gd name="connsiteX521" fmla="*/ 4089235 w 5324267"/>
              <a:gd name="connsiteY521" fmla="*/ 677764 h 5626483"/>
              <a:gd name="connsiteX522" fmla="*/ 4072114 w 5324267"/>
              <a:gd name="connsiteY522" fmla="*/ 672039 h 5626483"/>
              <a:gd name="connsiteX523" fmla="*/ 4085477 w 5324267"/>
              <a:gd name="connsiteY523" fmla="*/ 670824 h 5626483"/>
              <a:gd name="connsiteX524" fmla="*/ 3571523 w 5324267"/>
              <a:gd name="connsiteY524" fmla="*/ 651752 h 5626483"/>
              <a:gd name="connsiteX525" fmla="*/ 3566555 w 5324267"/>
              <a:gd name="connsiteY525" fmla="*/ 653775 h 5626483"/>
              <a:gd name="connsiteX526" fmla="*/ 3572387 w 5324267"/>
              <a:gd name="connsiteY526" fmla="*/ 654711 h 5626483"/>
              <a:gd name="connsiteX527" fmla="*/ 3578683 w 5324267"/>
              <a:gd name="connsiteY527" fmla="*/ 652745 h 5626483"/>
              <a:gd name="connsiteX528" fmla="*/ 3571523 w 5324267"/>
              <a:gd name="connsiteY528" fmla="*/ 651752 h 5626483"/>
              <a:gd name="connsiteX529" fmla="*/ 4450124 w 5324267"/>
              <a:gd name="connsiteY529" fmla="*/ 636763 h 5626483"/>
              <a:gd name="connsiteX530" fmla="*/ 4459626 w 5324267"/>
              <a:gd name="connsiteY530" fmla="*/ 638420 h 5626483"/>
              <a:gd name="connsiteX531" fmla="*/ 4468466 w 5324267"/>
              <a:gd name="connsiteY531" fmla="*/ 639840 h 5626483"/>
              <a:gd name="connsiteX532" fmla="*/ 4471847 w 5324267"/>
              <a:gd name="connsiteY532" fmla="*/ 637406 h 5626483"/>
              <a:gd name="connsiteX533" fmla="*/ 4509470 w 5324267"/>
              <a:gd name="connsiteY533" fmla="*/ 646422 h 5626483"/>
              <a:gd name="connsiteX534" fmla="*/ 4503173 w 5324267"/>
              <a:gd name="connsiteY534" fmla="*/ 648387 h 5626483"/>
              <a:gd name="connsiteX535" fmla="*/ 4444489 w 5324267"/>
              <a:gd name="connsiteY535" fmla="*/ 638966 h 5626483"/>
              <a:gd name="connsiteX536" fmla="*/ 4450124 w 5324267"/>
              <a:gd name="connsiteY536" fmla="*/ 636763 h 5626483"/>
              <a:gd name="connsiteX537" fmla="*/ 3833659 w 5324267"/>
              <a:gd name="connsiteY537" fmla="*/ 636174 h 5626483"/>
              <a:gd name="connsiteX538" fmla="*/ 3821867 w 5324267"/>
              <a:gd name="connsiteY538" fmla="*/ 637821 h 5626483"/>
              <a:gd name="connsiteX539" fmla="*/ 3868796 w 5324267"/>
              <a:gd name="connsiteY539" fmla="*/ 645355 h 5626483"/>
              <a:gd name="connsiteX540" fmla="*/ 3875092 w 5324267"/>
              <a:gd name="connsiteY540" fmla="*/ 643389 h 5626483"/>
              <a:gd name="connsiteX541" fmla="*/ 3848760 w 5324267"/>
              <a:gd name="connsiteY541" fmla="*/ 639162 h 5626483"/>
              <a:gd name="connsiteX542" fmla="*/ 3833659 w 5324267"/>
              <a:gd name="connsiteY542" fmla="*/ 636174 h 5626483"/>
              <a:gd name="connsiteX543" fmla="*/ 4054316 w 5324267"/>
              <a:gd name="connsiteY543" fmla="*/ 633272 h 5626483"/>
              <a:gd name="connsiteX544" fmla="*/ 4133503 w 5324267"/>
              <a:gd name="connsiteY544" fmla="*/ 645983 h 5626483"/>
              <a:gd name="connsiteX545" fmla="*/ 4135952 w 5324267"/>
              <a:gd name="connsiteY545" fmla="*/ 649353 h 5626483"/>
              <a:gd name="connsiteX546" fmla="*/ 4138402 w 5324267"/>
              <a:gd name="connsiteY546" fmla="*/ 652723 h 5626483"/>
              <a:gd name="connsiteX547" fmla="*/ 4088092 w 5324267"/>
              <a:gd name="connsiteY547" fmla="*/ 647624 h 5626483"/>
              <a:gd name="connsiteX548" fmla="*/ 4079251 w 5324267"/>
              <a:gd name="connsiteY548" fmla="*/ 646204 h 5626483"/>
              <a:gd name="connsiteX549" fmla="*/ 4076802 w 5324267"/>
              <a:gd name="connsiteY549" fmla="*/ 642835 h 5626483"/>
              <a:gd name="connsiteX550" fmla="*/ 4054316 w 5324267"/>
              <a:gd name="connsiteY550" fmla="*/ 633272 h 5626483"/>
              <a:gd name="connsiteX551" fmla="*/ 4383446 w 5324267"/>
              <a:gd name="connsiteY551" fmla="*/ 625724 h 5626483"/>
              <a:gd name="connsiteX552" fmla="*/ 4385804 w 5324267"/>
              <a:gd name="connsiteY552" fmla="*/ 629546 h 5626483"/>
              <a:gd name="connsiteX553" fmla="*/ 4379974 w 5324267"/>
              <a:gd name="connsiteY553" fmla="*/ 628610 h 5626483"/>
              <a:gd name="connsiteX554" fmla="*/ 4383446 w 5324267"/>
              <a:gd name="connsiteY554" fmla="*/ 625724 h 5626483"/>
              <a:gd name="connsiteX555" fmla="*/ 3745172 w 5324267"/>
              <a:gd name="connsiteY555" fmla="*/ 609999 h 5626483"/>
              <a:gd name="connsiteX556" fmla="*/ 3738617 w 5324267"/>
              <a:gd name="connsiteY556" fmla="*/ 612552 h 5626483"/>
              <a:gd name="connsiteX557" fmla="*/ 3745172 w 5324267"/>
              <a:gd name="connsiteY557" fmla="*/ 609999 h 5626483"/>
              <a:gd name="connsiteX558" fmla="*/ 3902279 w 5324267"/>
              <a:gd name="connsiteY558" fmla="*/ 605424 h 5626483"/>
              <a:gd name="connsiteX559" fmla="*/ 3898859 w 5324267"/>
              <a:gd name="connsiteY559" fmla="*/ 608317 h 5626483"/>
              <a:gd name="connsiteX560" fmla="*/ 3904689 w 5324267"/>
              <a:gd name="connsiteY560" fmla="*/ 609253 h 5626483"/>
              <a:gd name="connsiteX561" fmla="*/ 3902279 w 5324267"/>
              <a:gd name="connsiteY561" fmla="*/ 605424 h 5626483"/>
              <a:gd name="connsiteX562" fmla="*/ 3634031 w 5324267"/>
              <a:gd name="connsiteY562" fmla="*/ 589329 h 5626483"/>
              <a:gd name="connsiteX563" fmla="*/ 3630554 w 5324267"/>
              <a:gd name="connsiteY563" fmla="*/ 592229 h 5626483"/>
              <a:gd name="connsiteX564" fmla="*/ 3636385 w 5324267"/>
              <a:gd name="connsiteY564" fmla="*/ 593165 h 5626483"/>
              <a:gd name="connsiteX565" fmla="*/ 3634031 w 5324267"/>
              <a:gd name="connsiteY565" fmla="*/ 589329 h 5626483"/>
              <a:gd name="connsiteX566" fmla="*/ 3797092 w 5324267"/>
              <a:gd name="connsiteY566" fmla="*/ 586029 h 5626483"/>
              <a:gd name="connsiteX567" fmla="*/ 3813841 w 5324267"/>
              <a:gd name="connsiteY567" fmla="*/ 594671 h 5626483"/>
              <a:gd name="connsiteX568" fmla="*/ 3831893 w 5324267"/>
              <a:gd name="connsiteY568" fmla="*/ 594592 h 5626483"/>
              <a:gd name="connsiteX569" fmla="*/ 3817222 w 5324267"/>
              <a:gd name="connsiteY569" fmla="*/ 592237 h 5626483"/>
              <a:gd name="connsiteX570" fmla="*/ 3805467 w 5324267"/>
              <a:gd name="connsiteY570" fmla="*/ 590350 h 5626483"/>
              <a:gd name="connsiteX571" fmla="*/ 3797092 w 5324267"/>
              <a:gd name="connsiteY571" fmla="*/ 586029 h 5626483"/>
              <a:gd name="connsiteX572" fmla="*/ 3758910 w 5324267"/>
              <a:gd name="connsiteY572" fmla="*/ 579900 h 5626483"/>
              <a:gd name="connsiteX573" fmla="*/ 3770200 w 5324267"/>
              <a:gd name="connsiteY573" fmla="*/ 584689 h 5626483"/>
              <a:gd name="connsiteX574" fmla="*/ 3772649 w 5324267"/>
              <a:gd name="connsiteY574" fmla="*/ 588059 h 5626483"/>
              <a:gd name="connsiteX575" fmla="*/ 3758910 w 5324267"/>
              <a:gd name="connsiteY575" fmla="*/ 579900 h 5626483"/>
              <a:gd name="connsiteX576" fmla="*/ 3540432 w 5324267"/>
              <a:gd name="connsiteY576" fmla="*/ 574185 h 5626483"/>
              <a:gd name="connsiteX577" fmla="*/ 3530866 w 5324267"/>
              <a:gd name="connsiteY577" fmla="*/ 576227 h 5626483"/>
              <a:gd name="connsiteX578" fmla="*/ 3589085 w 5324267"/>
              <a:gd name="connsiteY578" fmla="*/ 588549 h 5626483"/>
              <a:gd name="connsiteX579" fmla="*/ 3607137 w 5324267"/>
              <a:gd name="connsiteY579" fmla="*/ 588470 h 5626483"/>
              <a:gd name="connsiteX580" fmla="*/ 3598297 w 5324267"/>
              <a:gd name="connsiteY580" fmla="*/ 587051 h 5626483"/>
              <a:gd name="connsiteX581" fmla="*/ 3595848 w 5324267"/>
              <a:gd name="connsiteY581" fmla="*/ 583681 h 5626483"/>
              <a:gd name="connsiteX582" fmla="*/ 3577795 w 5324267"/>
              <a:gd name="connsiteY582" fmla="*/ 583760 h 5626483"/>
              <a:gd name="connsiteX583" fmla="*/ 3571964 w 5324267"/>
              <a:gd name="connsiteY583" fmla="*/ 582824 h 5626483"/>
              <a:gd name="connsiteX584" fmla="*/ 3566134 w 5324267"/>
              <a:gd name="connsiteY584" fmla="*/ 581888 h 5626483"/>
              <a:gd name="connsiteX585" fmla="*/ 3554844 w 5324267"/>
              <a:gd name="connsiteY585" fmla="*/ 577099 h 5626483"/>
              <a:gd name="connsiteX586" fmla="*/ 3540432 w 5324267"/>
              <a:gd name="connsiteY586" fmla="*/ 574185 h 5626483"/>
              <a:gd name="connsiteX587" fmla="*/ 3725289 w 5324267"/>
              <a:gd name="connsiteY587" fmla="*/ 574118 h 5626483"/>
              <a:gd name="connsiteX588" fmla="*/ 3705684 w 5324267"/>
              <a:gd name="connsiteY588" fmla="*/ 574330 h 5626483"/>
              <a:gd name="connsiteX589" fmla="*/ 3750163 w 5324267"/>
              <a:gd name="connsiteY589" fmla="*/ 578494 h 5626483"/>
              <a:gd name="connsiteX590" fmla="*/ 3725289 w 5324267"/>
              <a:gd name="connsiteY590" fmla="*/ 574118 h 5626483"/>
              <a:gd name="connsiteX591" fmla="*/ 3871194 w 5324267"/>
              <a:gd name="connsiteY591" fmla="*/ 573920 h 5626483"/>
              <a:gd name="connsiteX592" fmla="*/ 3843370 w 5324267"/>
              <a:gd name="connsiteY592" fmla="*/ 578382 h 5626483"/>
              <a:gd name="connsiteX593" fmla="*/ 3885399 w 5324267"/>
              <a:gd name="connsiteY593" fmla="*/ 579176 h 5626483"/>
              <a:gd name="connsiteX594" fmla="*/ 3871194 w 5324267"/>
              <a:gd name="connsiteY594" fmla="*/ 573920 h 5626483"/>
              <a:gd name="connsiteX595" fmla="*/ 3519482 w 5324267"/>
              <a:gd name="connsiteY595" fmla="*/ 571422 h 5626483"/>
              <a:gd name="connsiteX596" fmla="*/ 3527857 w 5324267"/>
              <a:gd name="connsiteY596" fmla="*/ 575743 h 5626483"/>
              <a:gd name="connsiteX597" fmla="*/ 3525313 w 5324267"/>
              <a:gd name="connsiteY597" fmla="*/ 572358 h 5626483"/>
              <a:gd name="connsiteX598" fmla="*/ 3519482 w 5324267"/>
              <a:gd name="connsiteY598" fmla="*/ 571422 h 5626483"/>
              <a:gd name="connsiteX599" fmla="*/ 3662226 w 5324267"/>
              <a:gd name="connsiteY599" fmla="*/ 564305 h 5626483"/>
              <a:gd name="connsiteX600" fmla="*/ 3655745 w 5324267"/>
              <a:gd name="connsiteY600" fmla="*/ 566316 h 5626483"/>
              <a:gd name="connsiteX601" fmla="*/ 3667500 w 5324267"/>
              <a:gd name="connsiteY601" fmla="*/ 568203 h 5626483"/>
              <a:gd name="connsiteX602" fmla="*/ 3673194 w 5324267"/>
              <a:gd name="connsiteY602" fmla="*/ 566164 h 5626483"/>
              <a:gd name="connsiteX603" fmla="*/ 3662226 w 5324267"/>
              <a:gd name="connsiteY603" fmla="*/ 564305 h 5626483"/>
              <a:gd name="connsiteX604" fmla="*/ 3462399 w 5324267"/>
              <a:gd name="connsiteY604" fmla="*/ 561420 h 5626483"/>
              <a:gd name="connsiteX605" fmla="*/ 3451214 w 5324267"/>
              <a:gd name="connsiteY605" fmla="*/ 566416 h 5626483"/>
              <a:gd name="connsiteX606" fmla="*/ 3459495 w 5324267"/>
              <a:gd name="connsiteY606" fmla="*/ 570722 h 5626483"/>
              <a:gd name="connsiteX607" fmla="*/ 3468800 w 5324267"/>
              <a:gd name="connsiteY607" fmla="*/ 569239 h 5626483"/>
              <a:gd name="connsiteX608" fmla="*/ 3495227 w 5324267"/>
              <a:gd name="connsiteY608" fmla="*/ 573481 h 5626483"/>
              <a:gd name="connsiteX609" fmla="*/ 3513745 w 5324267"/>
              <a:gd name="connsiteY609" fmla="*/ 570500 h 5626483"/>
              <a:gd name="connsiteX610" fmla="*/ 3481488 w 5324267"/>
              <a:gd name="connsiteY610" fmla="*/ 565323 h 5626483"/>
              <a:gd name="connsiteX611" fmla="*/ 3462399 w 5324267"/>
              <a:gd name="connsiteY611" fmla="*/ 561420 h 5626483"/>
              <a:gd name="connsiteX612" fmla="*/ 3644604 w 5324267"/>
              <a:gd name="connsiteY612" fmla="*/ 561071 h 5626483"/>
              <a:gd name="connsiteX613" fmla="*/ 3641168 w 5324267"/>
              <a:gd name="connsiteY613" fmla="*/ 563976 h 5626483"/>
              <a:gd name="connsiteX614" fmla="*/ 3646998 w 5324267"/>
              <a:gd name="connsiteY614" fmla="*/ 564912 h 5626483"/>
              <a:gd name="connsiteX615" fmla="*/ 3644604 w 5324267"/>
              <a:gd name="connsiteY615" fmla="*/ 561071 h 5626483"/>
              <a:gd name="connsiteX616" fmla="*/ 3701053 w 5324267"/>
              <a:gd name="connsiteY616" fmla="*/ 557949 h 5626483"/>
              <a:gd name="connsiteX617" fmla="*/ 3689508 w 5324267"/>
              <a:gd name="connsiteY617" fmla="*/ 562709 h 5626483"/>
              <a:gd name="connsiteX618" fmla="*/ 3748194 w 5324267"/>
              <a:gd name="connsiteY618" fmla="*/ 572129 h 5626483"/>
              <a:gd name="connsiteX619" fmla="*/ 3750643 w 5324267"/>
              <a:gd name="connsiteY619" fmla="*/ 575500 h 5626483"/>
              <a:gd name="connsiteX620" fmla="*/ 3756940 w 5324267"/>
              <a:gd name="connsiteY620" fmla="*/ 573534 h 5626483"/>
              <a:gd name="connsiteX621" fmla="*/ 3771145 w 5324267"/>
              <a:gd name="connsiteY621" fmla="*/ 578790 h 5626483"/>
              <a:gd name="connsiteX622" fmla="*/ 3815624 w 5324267"/>
              <a:gd name="connsiteY622" fmla="*/ 582954 h 5626483"/>
              <a:gd name="connsiteX623" fmla="*/ 3850798 w 5324267"/>
              <a:gd name="connsiteY623" fmla="*/ 588599 h 5626483"/>
              <a:gd name="connsiteX624" fmla="*/ 3848348 w 5324267"/>
              <a:gd name="connsiteY624" fmla="*/ 585230 h 5626483"/>
              <a:gd name="connsiteX625" fmla="*/ 3810166 w 5324267"/>
              <a:gd name="connsiteY625" fmla="*/ 579101 h 5626483"/>
              <a:gd name="connsiteX626" fmla="*/ 3778373 w 5324267"/>
              <a:gd name="connsiteY626" fmla="*/ 571021 h 5626483"/>
              <a:gd name="connsiteX627" fmla="*/ 3774992 w 5324267"/>
              <a:gd name="connsiteY627" fmla="*/ 573454 h 5626483"/>
              <a:gd name="connsiteX628" fmla="*/ 3769627 w 5324267"/>
              <a:gd name="connsiteY628" fmla="*/ 569617 h 5626483"/>
              <a:gd name="connsiteX629" fmla="*/ 3713857 w 5324267"/>
              <a:gd name="connsiteY629" fmla="*/ 560664 h 5626483"/>
              <a:gd name="connsiteX630" fmla="*/ 3701053 w 5324267"/>
              <a:gd name="connsiteY630" fmla="*/ 557949 h 5626483"/>
              <a:gd name="connsiteX631" fmla="*/ 3435680 w 5324267"/>
              <a:gd name="connsiteY631" fmla="*/ 557562 h 5626483"/>
              <a:gd name="connsiteX632" fmla="*/ 3428088 w 5324267"/>
              <a:gd name="connsiteY632" fmla="*/ 559632 h 5626483"/>
              <a:gd name="connsiteX633" fmla="*/ 3436928 w 5324267"/>
              <a:gd name="connsiteY633" fmla="*/ 561051 h 5626483"/>
              <a:gd name="connsiteX634" fmla="*/ 3446235 w 5324267"/>
              <a:gd name="connsiteY634" fmla="*/ 559568 h 5626483"/>
              <a:gd name="connsiteX635" fmla="*/ 3435680 w 5324267"/>
              <a:gd name="connsiteY635" fmla="*/ 557562 h 5626483"/>
              <a:gd name="connsiteX636" fmla="*/ 3746066 w 5324267"/>
              <a:gd name="connsiteY636" fmla="*/ 555122 h 5626483"/>
              <a:gd name="connsiteX637" fmla="*/ 3735307 w 5324267"/>
              <a:gd name="connsiteY637" fmla="*/ 558060 h 5626483"/>
              <a:gd name="connsiteX638" fmla="*/ 3775845 w 5324267"/>
              <a:gd name="connsiteY638" fmla="*/ 567544 h 5626483"/>
              <a:gd name="connsiteX639" fmla="*/ 3788532 w 5324267"/>
              <a:gd name="connsiteY639" fmla="*/ 563626 h 5626483"/>
              <a:gd name="connsiteX640" fmla="*/ 3746066 w 5324267"/>
              <a:gd name="connsiteY640" fmla="*/ 555122 h 5626483"/>
              <a:gd name="connsiteX641" fmla="*/ 3635137 w 5324267"/>
              <a:gd name="connsiteY641" fmla="*/ 545052 h 5626483"/>
              <a:gd name="connsiteX642" fmla="*/ 3622916 w 5324267"/>
              <a:gd name="connsiteY642" fmla="*/ 546067 h 5626483"/>
              <a:gd name="connsiteX643" fmla="*/ 3610695 w 5324267"/>
              <a:gd name="connsiteY643" fmla="*/ 547081 h 5626483"/>
              <a:gd name="connsiteX644" fmla="*/ 3657623 w 5324267"/>
              <a:gd name="connsiteY644" fmla="*/ 554614 h 5626483"/>
              <a:gd name="connsiteX645" fmla="*/ 3666928 w 5324267"/>
              <a:gd name="connsiteY645" fmla="*/ 553132 h 5626483"/>
              <a:gd name="connsiteX646" fmla="*/ 3635137 w 5324267"/>
              <a:gd name="connsiteY646" fmla="*/ 545052 h 5626483"/>
              <a:gd name="connsiteX647" fmla="*/ 3356629 w 5324267"/>
              <a:gd name="connsiteY647" fmla="*/ 542879 h 5626483"/>
              <a:gd name="connsiteX648" fmla="*/ 3348887 w 5324267"/>
              <a:gd name="connsiteY648" fmla="*/ 547014 h 5626483"/>
              <a:gd name="connsiteX649" fmla="*/ 3418862 w 5324267"/>
              <a:gd name="connsiteY649" fmla="*/ 561223 h 5626483"/>
              <a:gd name="connsiteX650" fmla="*/ 3399198 w 5324267"/>
              <a:gd name="connsiteY650" fmla="*/ 552114 h 5626483"/>
              <a:gd name="connsiteX651" fmla="*/ 3369855 w 5324267"/>
              <a:gd name="connsiteY651" fmla="*/ 547403 h 5626483"/>
              <a:gd name="connsiteX652" fmla="*/ 3356629 w 5324267"/>
              <a:gd name="connsiteY652" fmla="*/ 542879 h 5626483"/>
              <a:gd name="connsiteX653" fmla="*/ 3636131 w 5324267"/>
              <a:gd name="connsiteY653" fmla="*/ 538738 h 5626483"/>
              <a:gd name="connsiteX654" fmla="*/ 3632703 w 5324267"/>
              <a:gd name="connsiteY654" fmla="*/ 541589 h 5626483"/>
              <a:gd name="connsiteX655" fmla="*/ 3638534 w 5324267"/>
              <a:gd name="connsiteY655" fmla="*/ 542525 h 5626483"/>
              <a:gd name="connsiteX656" fmla="*/ 3636131 w 5324267"/>
              <a:gd name="connsiteY656" fmla="*/ 538738 h 5626483"/>
              <a:gd name="connsiteX657" fmla="*/ 3286998 w 5324267"/>
              <a:gd name="connsiteY657" fmla="*/ 531186 h 5626483"/>
              <a:gd name="connsiteX658" fmla="*/ 3282031 w 5324267"/>
              <a:gd name="connsiteY658" fmla="*/ 533210 h 5626483"/>
              <a:gd name="connsiteX659" fmla="*/ 3287862 w 5324267"/>
              <a:gd name="connsiteY659" fmla="*/ 534146 h 5626483"/>
              <a:gd name="connsiteX660" fmla="*/ 3294158 w 5324267"/>
              <a:gd name="connsiteY660" fmla="*/ 532180 h 5626483"/>
              <a:gd name="connsiteX661" fmla="*/ 3286998 w 5324267"/>
              <a:gd name="connsiteY661" fmla="*/ 531186 h 5626483"/>
              <a:gd name="connsiteX662" fmla="*/ 3541452 w 5324267"/>
              <a:gd name="connsiteY662" fmla="*/ 530110 h 5626483"/>
              <a:gd name="connsiteX663" fmla="*/ 3558109 w 5324267"/>
              <a:gd name="connsiteY663" fmla="*/ 538736 h 5626483"/>
              <a:gd name="connsiteX664" fmla="*/ 3578143 w 5324267"/>
              <a:gd name="connsiteY664" fmla="*/ 544929 h 5626483"/>
              <a:gd name="connsiteX665" fmla="*/ 3568839 w 5324267"/>
              <a:gd name="connsiteY665" fmla="*/ 546412 h 5626483"/>
              <a:gd name="connsiteX666" fmla="*/ 3556615 w 5324267"/>
              <a:gd name="connsiteY666" fmla="*/ 547427 h 5626483"/>
              <a:gd name="connsiteX667" fmla="*/ 3545327 w 5324267"/>
              <a:gd name="connsiteY667" fmla="*/ 542638 h 5626483"/>
              <a:gd name="connsiteX668" fmla="*/ 3541944 w 5324267"/>
              <a:gd name="connsiteY668" fmla="*/ 545072 h 5626483"/>
              <a:gd name="connsiteX669" fmla="*/ 3503762 w 5324267"/>
              <a:gd name="connsiteY669" fmla="*/ 538942 h 5626483"/>
              <a:gd name="connsiteX670" fmla="*/ 3538550 w 5324267"/>
              <a:gd name="connsiteY670" fmla="*/ 547599 h 5626483"/>
              <a:gd name="connsiteX671" fmla="*/ 3579647 w 5324267"/>
              <a:gd name="connsiteY671" fmla="*/ 554197 h 5626483"/>
              <a:gd name="connsiteX672" fmla="*/ 3591868 w 5324267"/>
              <a:gd name="connsiteY672" fmla="*/ 553182 h 5626483"/>
              <a:gd name="connsiteX673" fmla="*/ 3603158 w 5324267"/>
              <a:gd name="connsiteY673" fmla="*/ 557971 h 5626483"/>
              <a:gd name="connsiteX674" fmla="*/ 3626670 w 5324267"/>
              <a:gd name="connsiteY674" fmla="*/ 561745 h 5626483"/>
              <a:gd name="connsiteX675" fmla="*/ 3627135 w 5324267"/>
              <a:gd name="connsiteY675" fmla="*/ 558843 h 5626483"/>
              <a:gd name="connsiteX676" fmla="*/ 3601175 w 5324267"/>
              <a:gd name="connsiteY676" fmla="*/ 551699 h 5626483"/>
              <a:gd name="connsiteX677" fmla="*/ 3603054 w 5324267"/>
              <a:gd name="connsiteY677" fmla="*/ 539999 h 5626483"/>
              <a:gd name="connsiteX678" fmla="*/ 3585000 w 5324267"/>
              <a:gd name="connsiteY678" fmla="*/ 540078 h 5626483"/>
              <a:gd name="connsiteX679" fmla="*/ 3541452 w 5324267"/>
              <a:gd name="connsiteY679" fmla="*/ 530110 h 5626483"/>
              <a:gd name="connsiteX680" fmla="*/ 3469150 w 5324267"/>
              <a:gd name="connsiteY680" fmla="*/ 529653 h 5626483"/>
              <a:gd name="connsiteX681" fmla="*/ 3459749 w 5324267"/>
              <a:gd name="connsiteY681" fmla="*/ 531876 h 5626483"/>
              <a:gd name="connsiteX682" fmla="*/ 3473954 w 5324267"/>
              <a:gd name="connsiteY682" fmla="*/ 537133 h 5626483"/>
              <a:gd name="connsiteX683" fmla="*/ 3469150 w 5324267"/>
              <a:gd name="connsiteY683" fmla="*/ 529653 h 5626483"/>
              <a:gd name="connsiteX684" fmla="*/ 3504546 w 5324267"/>
              <a:gd name="connsiteY684" fmla="*/ 523464 h 5626483"/>
              <a:gd name="connsiteX685" fmla="*/ 3487960 w 5324267"/>
              <a:gd name="connsiteY685" fmla="*/ 524403 h 5626483"/>
              <a:gd name="connsiteX686" fmla="*/ 3513921 w 5324267"/>
              <a:gd name="connsiteY686" fmla="*/ 531547 h 5626483"/>
              <a:gd name="connsiteX687" fmla="*/ 3537898 w 5324267"/>
              <a:gd name="connsiteY687" fmla="*/ 532419 h 5626483"/>
              <a:gd name="connsiteX688" fmla="*/ 3520217 w 5324267"/>
              <a:gd name="connsiteY688" fmla="*/ 529580 h 5626483"/>
              <a:gd name="connsiteX689" fmla="*/ 3504546 w 5324267"/>
              <a:gd name="connsiteY689" fmla="*/ 523464 h 5626483"/>
              <a:gd name="connsiteX690" fmla="*/ 3450352 w 5324267"/>
              <a:gd name="connsiteY690" fmla="*/ 515293 h 5626483"/>
              <a:gd name="connsiteX691" fmla="*/ 3446970 w 5324267"/>
              <a:gd name="connsiteY691" fmla="*/ 517728 h 5626483"/>
              <a:gd name="connsiteX692" fmla="*/ 3479694 w 5324267"/>
              <a:gd name="connsiteY692" fmla="*/ 520004 h 5626483"/>
              <a:gd name="connsiteX693" fmla="*/ 3450352 w 5324267"/>
              <a:gd name="connsiteY693" fmla="*/ 515293 h 5626483"/>
              <a:gd name="connsiteX694" fmla="*/ 3549258 w 5324267"/>
              <a:gd name="connsiteY694" fmla="*/ 480283 h 5626483"/>
              <a:gd name="connsiteX695" fmla="*/ 3548793 w 5324267"/>
              <a:gd name="connsiteY695" fmla="*/ 483185 h 5626483"/>
              <a:gd name="connsiteX696" fmla="*/ 3539485 w 5324267"/>
              <a:gd name="connsiteY696" fmla="*/ 484667 h 5626483"/>
              <a:gd name="connsiteX697" fmla="*/ 3549258 w 5324267"/>
              <a:gd name="connsiteY697" fmla="*/ 480283 h 5626483"/>
              <a:gd name="connsiteX698" fmla="*/ 3439003 w 5324267"/>
              <a:gd name="connsiteY698" fmla="*/ 462055 h 5626483"/>
              <a:gd name="connsiteX699" fmla="*/ 3431423 w 5324267"/>
              <a:gd name="connsiteY699" fmla="*/ 464343 h 5626483"/>
              <a:gd name="connsiteX700" fmla="*/ 3506762 w 5324267"/>
              <a:gd name="connsiteY700" fmla="*/ 482390 h 5626483"/>
              <a:gd name="connsiteX701" fmla="*/ 3525282 w 5324267"/>
              <a:gd name="connsiteY701" fmla="*/ 479410 h 5626483"/>
              <a:gd name="connsiteX702" fmla="*/ 3481267 w 5324267"/>
              <a:gd name="connsiteY702" fmla="*/ 472344 h 5626483"/>
              <a:gd name="connsiteX703" fmla="*/ 3449475 w 5324267"/>
              <a:gd name="connsiteY703" fmla="*/ 464264 h 5626483"/>
              <a:gd name="connsiteX704" fmla="*/ 3439003 w 5324267"/>
              <a:gd name="connsiteY704" fmla="*/ 462055 h 5626483"/>
              <a:gd name="connsiteX705" fmla="*/ 3402996 w 5324267"/>
              <a:gd name="connsiteY705" fmla="*/ 453923 h 5626483"/>
              <a:gd name="connsiteX706" fmla="*/ 3396233 w 5324267"/>
              <a:gd name="connsiteY706" fmla="*/ 458790 h 5626483"/>
              <a:gd name="connsiteX707" fmla="*/ 3422195 w 5324267"/>
              <a:gd name="connsiteY707" fmla="*/ 465935 h 5626483"/>
              <a:gd name="connsiteX708" fmla="*/ 3408362 w 5324267"/>
              <a:gd name="connsiteY708" fmla="*/ 457761 h 5626483"/>
              <a:gd name="connsiteX709" fmla="*/ 3402996 w 5324267"/>
              <a:gd name="connsiteY709" fmla="*/ 453923 h 5626483"/>
              <a:gd name="connsiteX710" fmla="*/ 3370084 w 5324267"/>
              <a:gd name="connsiteY710" fmla="*/ 451172 h 5626483"/>
              <a:gd name="connsiteX711" fmla="*/ 3363992 w 5324267"/>
              <a:gd name="connsiteY711" fmla="*/ 453517 h 5626483"/>
              <a:gd name="connsiteX712" fmla="*/ 3379128 w 5324267"/>
              <a:gd name="connsiteY712" fmla="*/ 452972 h 5626483"/>
              <a:gd name="connsiteX713" fmla="*/ 3370084 w 5324267"/>
              <a:gd name="connsiteY713" fmla="*/ 451172 h 5626483"/>
              <a:gd name="connsiteX714" fmla="*/ 3344124 w 5324267"/>
              <a:gd name="connsiteY714" fmla="*/ 444029 h 5626483"/>
              <a:gd name="connsiteX715" fmla="*/ 3338031 w 5324267"/>
              <a:gd name="connsiteY715" fmla="*/ 446376 h 5626483"/>
              <a:gd name="connsiteX716" fmla="*/ 3353168 w 5324267"/>
              <a:gd name="connsiteY716" fmla="*/ 445829 h 5626483"/>
              <a:gd name="connsiteX717" fmla="*/ 3344124 w 5324267"/>
              <a:gd name="connsiteY717" fmla="*/ 444029 h 5626483"/>
              <a:gd name="connsiteX718" fmla="*/ 2811956 w 5324267"/>
              <a:gd name="connsiteY718" fmla="*/ 424913 h 5626483"/>
              <a:gd name="connsiteX719" fmla="*/ 2802184 w 5324267"/>
              <a:gd name="connsiteY719" fmla="*/ 429298 h 5626483"/>
              <a:gd name="connsiteX720" fmla="*/ 2811956 w 5324267"/>
              <a:gd name="connsiteY720" fmla="*/ 424913 h 5626483"/>
              <a:gd name="connsiteX721" fmla="*/ 2775045 w 5324267"/>
              <a:gd name="connsiteY721" fmla="*/ 411607 h 5626483"/>
              <a:gd name="connsiteX722" fmla="*/ 2755719 w 5324267"/>
              <a:gd name="connsiteY722" fmla="*/ 418863 h 5626483"/>
              <a:gd name="connsiteX723" fmla="*/ 2778672 w 5324267"/>
              <a:gd name="connsiteY723" fmla="*/ 425523 h 5626483"/>
              <a:gd name="connsiteX724" fmla="*/ 2788924 w 5324267"/>
              <a:gd name="connsiteY724" fmla="*/ 418144 h 5626483"/>
              <a:gd name="connsiteX725" fmla="*/ 2801611 w 5324267"/>
              <a:gd name="connsiteY725" fmla="*/ 414227 h 5626483"/>
              <a:gd name="connsiteX726" fmla="*/ 2775045 w 5324267"/>
              <a:gd name="connsiteY726" fmla="*/ 411607 h 5626483"/>
              <a:gd name="connsiteX727" fmla="*/ 2741598 w 5324267"/>
              <a:gd name="connsiteY727" fmla="*/ 411590 h 5626483"/>
              <a:gd name="connsiteX728" fmla="*/ 2732317 w 5324267"/>
              <a:gd name="connsiteY728" fmla="*/ 415009 h 5626483"/>
              <a:gd name="connsiteX729" fmla="*/ 2750370 w 5324267"/>
              <a:gd name="connsiteY729" fmla="*/ 414931 h 5626483"/>
              <a:gd name="connsiteX730" fmla="*/ 2741598 w 5324267"/>
              <a:gd name="connsiteY730" fmla="*/ 411590 h 5626483"/>
              <a:gd name="connsiteX731" fmla="*/ 2709442 w 5324267"/>
              <a:gd name="connsiteY731" fmla="*/ 408383 h 5626483"/>
              <a:gd name="connsiteX732" fmla="*/ 2702961 w 5324267"/>
              <a:gd name="connsiteY732" fmla="*/ 410393 h 5626483"/>
              <a:gd name="connsiteX733" fmla="*/ 2714717 w 5324267"/>
              <a:gd name="connsiteY733" fmla="*/ 412280 h 5626483"/>
              <a:gd name="connsiteX734" fmla="*/ 2720410 w 5324267"/>
              <a:gd name="connsiteY734" fmla="*/ 410242 h 5626483"/>
              <a:gd name="connsiteX735" fmla="*/ 2709442 w 5324267"/>
              <a:gd name="connsiteY735" fmla="*/ 408383 h 5626483"/>
              <a:gd name="connsiteX736" fmla="*/ 2989740 w 5324267"/>
              <a:gd name="connsiteY736" fmla="*/ 405395 h 5626483"/>
              <a:gd name="connsiteX737" fmla="*/ 2980290 w 5324267"/>
              <a:gd name="connsiteY737" fmla="*/ 406902 h 5626483"/>
              <a:gd name="connsiteX738" fmla="*/ 2997878 w 5324267"/>
              <a:gd name="connsiteY738" fmla="*/ 409727 h 5626483"/>
              <a:gd name="connsiteX739" fmla="*/ 2989740 w 5324267"/>
              <a:gd name="connsiteY739" fmla="*/ 405395 h 5626483"/>
              <a:gd name="connsiteX740" fmla="*/ 2601039 w 5324267"/>
              <a:gd name="connsiteY740" fmla="*/ 387420 h 5626483"/>
              <a:gd name="connsiteX741" fmla="*/ 2586072 w 5324267"/>
              <a:gd name="connsiteY741" fmla="*/ 388558 h 5626483"/>
              <a:gd name="connsiteX742" fmla="*/ 2647207 w 5324267"/>
              <a:gd name="connsiteY742" fmla="*/ 401348 h 5626483"/>
              <a:gd name="connsiteX743" fmla="*/ 2664606 w 5324267"/>
              <a:gd name="connsiteY743" fmla="*/ 404657 h 5626483"/>
              <a:gd name="connsiteX744" fmla="*/ 2666888 w 5324267"/>
              <a:gd name="connsiteY744" fmla="*/ 401365 h 5626483"/>
              <a:gd name="connsiteX745" fmla="*/ 2668174 w 5324267"/>
              <a:gd name="connsiteY745" fmla="*/ 401737 h 5626483"/>
              <a:gd name="connsiteX746" fmla="*/ 2668640 w 5324267"/>
              <a:gd name="connsiteY746" fmla="*/ 398835 h 5626483"/>
              <a:gd name="connsiteX747" fmla="*/ 2666888 w 5324267"/>
              <a:gd name="connsiteY747" fmla="*/ 401365 h 5626483"/>
              <a:gd name="connsiteX748" fmla="*/ 2645129 w 5324267"/>
              <a:gd name="connsiteY748" fmla="*/ 395061 h 5626483"/>
              <a:gd name="connsiteX749" fmla="*/ 2629992 w 5324267"/>
              <a:gd name="connsiteY749" fmla="*/ 395608 h 5626483"/>
              <a:gd name="connsiteX750" fmla="*/ 2627541 w 5324267"/>
              <a:gd name="connsiteY750" fmla="*/ 392238 h 5626483"/>
              <a:gd name="connsiteX751" fmla="*/ 2621711 w 5324267"/>
              <a:gd name="connsiteY751" fmla="*/ 391302 h 5626483"/>
              <a:gd name="connsiteX752" fmla="*/ 2601039 w 5324267"/>
              <a:gd name="connsiteY752" fmla="*/ 387420 h 5626483"/>
              <a:gd name="connsiteX753" fmla="*/ 2560295 w 5324267"/>
              <a:gd name="connsiteY753" fmla="*/ 381370 h 5626483"/>
              <a:gd name="connsiteX754" fmla="*/ 2553815 w 5324267"/>
              <a:gd name="connsiteY754" fmla="*/ 383380 h 5626483"/>
              <a:gd name="connsiteX755" fmla="*/ 2565570 w 5324267"/>
              <a:gd name="connsiteY755" fmla="*/ 385267 h 5626483"/>
              <a:gd name="connsiteX756" fmla="*/ 2571263 w 5324267"/>
              <a:gd name="connsiteY756" fmla="*/ 383228 h 5626483"/>
              <a:gd name="connsiteX757" fmla="*/ 2560295 w 5324267"/>
              <a:gd name="connsiteY757" fmla="*/ 381370 h 5626483"/>
              <a:gd name="connsiteX758" fmla="*/ 2540075 w 5324267"/>
              <a:gd name="connsiteY758" fmla="*/ 375221 h 5626483"/>
              <a:gd name="connsiteX759" fmla="*/ 2539144 w 5324267"/>
              <a:gd name="connsiteY759" fmla="*/ 381025 h 5626483"/>
              <a:gd name="connsiteX760" fmla="*/ 2544975 w 5324267"/>
              <a:gd name="connsiteY760" fmla="*/ 381961 h 5626483"/>
              <a:gd name="connsiteX761" fmla="*/ 2545906 w 5324267"/>
              <a:gd name="connsiteY761" fmla="*/ 376157 h 5626483"/>
              <a:gd name="connsiteX762" fmla="*/ 2540075 w 5324267"/>
              <a:gd name="connsiteY762" fmla="*/ 375221 h 5626483"/>
              <a:gd name="connsiteX763" fmla="*/ 817223 w 5324267"/>
              <a:gd name="connsiteY763" fmla="*/ 0 h 5626483"/>
              <a:gd name="connsiteX764" fmla="*/ 2975301 w 5324267"/>
              <a:gd name="connsiteY764" fmla="*/ 362725 h 5626483"/>
              <a:gd name="connsiteX765" fmla="*/ 2980089 w 5324267"/>
              <a:gd name="connsiteY765" fmla="*/ 365489 h 5626483"/>
              <a:gd name="connsiteX766" fmla="*/ 2983205 w 5324267"/>
              <a:gd name="connsiteY766" fmla="*/ 364054 h 5626483"/>
              <a:gd name="connsiteX767" fmla="*/ 3055460 w 5324267"/>
              <a:gd name="connsiteY767" fmla="*/ 376198 h 5626483"/>
              <a:gd name="connsiteX768" fmla="*/ 3059370 w 5324267"/>
              <a:gd name="connsiteY768" fmla="*/ 378216 h 5626483"/>
              <a:gd name="connsiteX769" fmla="*/ 3084657 w 5324267"/>
              <a:gd name="connsiteY769" fmla="*/ 382046 h 5626483"/>
              <a:gd name="connsiteX770" fmla="*/ 3090898 w 5324267"/>
              <a:gd name="connsiteY770" fmla="*/ 382155 h 5626483"/>
              <a:gd name="connsiteX771" fmla="*/ 3124059 w 5324267"/>
              <a:gd name="connsiteY771" fmla="*/ 387728 h 5626483"/>
              <a:gd name="connsiteX772" fmla="*/ 3135176 w 5324267"/>
              <a:gd name="connsiteY772" fmla="*/ 393359 h 5626483"/>
              <a:gd name="connsiteX773" fmla="*/ 3147397 w 5324267"/>
              <a:gd name="connsiteY773" fmla="*/ 392346 h 5626483"/>
              <a:gd name="connsiteX774" fmla="*/ 3155772 w 5324267"/>
              <a:gd name="connsiteY774" fmla="*/ 396666 h 5626483"/>
              <a:gd name="connsiteX775" fmla="*/ 3167994 w 5324267"/>
              <a:gd name="connsiteY775" fmla="*/ 395652 h 5626483"/>
              <a:gd name="connsiteX776" fmla="*/ 3181733 w 5324267"/>
              <a:gd name="connsiteY776" fmla="*/ 403810 h 5626483"/>
              <a:gd name="connsiteX777" fmla="*/ 3196404 w 5324267"/>
              <a:gd name="connsiteY777" fmla="*/ 406165 h 5626483"/>
              <a:gd name="connsiteX778" fmla="*/ 3211076 w 5324267"/>
              <a:gd name="connsiteY778" fmla="*/ 408520 h 5626483"/>
              <a:gd name="connsiteX779" fmla="*/ 3214457 w 5324267"/>
              <a:gd name="connsiteY779" fmla="*/ 406087 h 5626483"/>
              <a:gd name="connsiteX780" fmla="*/ 3219822 w 5324267"/>
              <a:gd name="connsiteY780" fmla="*/ 409924 h 5626483"/>
              <a:gd name="connsiteX781" fmla="*/ 3226118 w 5324267"/>
              <a:gd name="connsiteY781" fmla="*/ 407958 h 5626483"/>
              <a:gd name="connsiteX782" fmla="*/ 3228568 w 5324267"/>
              <a:gd name="connsiteY782" fmla="*/ 411328 h 5626483"/>
              <a:gd name="connsiteX783" fmla="*/ 3234399 w 5324267"/>
              <a:gd name="connsiteY783" fmla="*/ 412264 h 5626483"/>
              <a:gd name="connsiteX784" fmla="*/ 3246620 w 5324267"/>
              <a:gd name="connsiteY784" fmla="*/ 411250 h 5626483"/>
              <a:gd name="connsiteX785" fmla="*/ 3280862 w 5324267"/>
              <a:gd name="connsiteY785" fmla="*/ 422699 h 5626483"/>
              <a:gd name="connsiteX786" fmla="*/ 3286692 w 5324267"/>
              <a:gd name="connsiteY786" fmla="*/ 423635 h 5626483"/>
              <a:gd name="connsiteX787" fmla="*/ 3377169 w 5324267"/>
              <a:gd name="connsiteY787" fmla="*/ 441136 h 5626483"/>
              <a:gd name="connsiteX788" fmla="*/ 3385544 w 5324267"/>
              <a:gd name="connsiteY788" fmla="*/ 445456 h 5626483"/>
              <a:gd name="connsiteX789" fmla="*/ 3423727 w 5324267"/>
              <a:gd name="connsiteY789" fmla="*/ 451585 h 5626483"/>
              <a:gd name="connsiteX790" fmla="*/ 3435017 w 5324267"/>
              <a:gd name="connsiteY790" fmla="*/ 456375 h 5626483"/>
              <a:gd name="connsiteX791" fmla="*/ 3444323 w 5324267"/>
              <a:gd name="connsiteY791" fmla="*/ 454892 h 5626483"/>
              <a:gd name="connsiteX792" fmla="*/ 3455613 w 5324267"/>
              <a:gd name="connsiteY792" fmla="*/ 459681 h 5626483"/>
              <a:gd name="connsiteX793" fmla="*/ 3490319 w 5324267"/>
              <a:gd name="connsiteY793" fmla="*/ 468229 h 5626483"/>
              <a:gd name="connsiteX794" fmla="*/ 3502542 w 5324267"/>
              <a:gd name="connsiteY794" fmla="*/ 467214 h 5626483"/>
              <a:gd name="connsiteX795" fmla="*/ 3526425 w 5324267"/>
              <a:gd name="connsiteY795" fmla="*/ 468071 h 5626483"/>
              <a:gd name="connsiteX796" fmla="*/ 3534799 w 5324267"/>
              <a:gd name="connsiteY796" fmla="*/ 472392 h 5626483"/>
              <a:gd name="connsiteX797" fmla="*/ 3538181 w 5324267"/>
              <a:gd name="connsiteY797" fmla="*/ 469959 h 5626483"/>
              <a:gd name="connsiteX798" fmla="*/ 3564142 w 5324267"/>
              <a:gd name="connsiteY798" fmla="*/ 477103 h 5626483"/>
              <a:gd name="connsiteX799" fmla="*/ 3578347 w 5324267"/>
              <a:gd name="connsiteY799" fmla="*/ 482359 h 5626483"/>
              <a:gd name="connsiteX800" fmla="*/ 3586722 w 5324267"/>
              <a:gd name="connsiteY800" fmla="*/ 486679 h 5626483"/>
              <a:gd name="connsiteX801" fmla="*/ 3592552 w 5324267"/>
              <a:gd name="connsiteY801" fmla="*/ 487615 h 5626483"/>
              <a:gd name="connsiteX802" fmla="*/ 3597452 w 5324267"/>
              <a:gd name="connsiteY802" fmla="*/ 494355 h 5626483"/>
              <a:gd name="connsiteX803" fmla="*/ 3643915 w 5324267"/>
              <a:gd name="connsiteY803" fmla="*/ 504790 h 5626483"/>
              <a:gd name="connsiteX804" fmla="*/ 3687929 w 5324267"/>
              <a:gd name="connsiteY804" fmla="*/ 511856 h 5626483"/>
              <a:gd name="connsiteX805" fmla="*/ 3690378 w 5324267"/>
              <a:gd name="connsiteY805" fmla="*/ 515225 h 5626483"/>
              <a:gd name="connsiteX806" fmla="*/ 3699685 w 5324267"/>
              <a:gd name="connsiteY806" fmla="*/ 513743 h 5626483"/>
              <a:gd name="connsiteX807" fmla="*/ 3725645 w 5324267"/>
              <a:gd name="connsiteY807" fmla="*/ 520887 h 5626483"/>
              <a:gd name="connsiteX808" fmla="*/ 3769659 w 5324267"/>
              <a:gd name="connsiteY808" fmla="*/ 527952 h 5626483"/>
              <a:gd name="connsiteX809" fmla="*/ 3778034 w 5324267"/>
              <a:gd name="connsiteY809" fmla="*/ 532273 h 5626483"/>
              <a:gd name="connsiteX810" fmla="*/ 3819598 w 5324267"/>
              <a:gd name="connsiteY810" fmla="*/ 535968 h 5626483"/>
              <a:gd name="connsiteX811" fmla="*/ 3837184 w 5324267"/>
              <a:gd name="connsiteY811" fmla="*/ 538791 h 5626483"/>
              <a:gd name="connsiteX812" fmla="*/ 3842549 w 5324267"/>
              <a:gd name="connsiteY812" fmla="*/ 542629 h 5626483"/>
              <a:gd name="connsiteX813" fmla="*/ 3845930 w 5324267"/>
              <a:gd name="connsiteY813" fmla="*/ 540195 h 5626483"/>
              <a:gd name="connsiteX814" fmla="*/ 3851760 w 5324267"/>
              <a:gd name="connsiteY814" fmla="*/ 541131 h 5626483"/>
              <a:gd name="connsiteX815" fmla="*/ 3863052 w 5324267"/>
              <a:gd name="connsiteY815" fmla="*/ 545920 h 5626483"/>
              <a:gd name="connsiteX816" fmla="*/ 3889944 w 5324267"/>
              <a:gd name="connsiteY816" fmla="*/ 547260 h 5626483"/>
              <a:gd name="connsiteX817" fmla="*/ 3901233 w 5324267"/>
              <a:gd name="connsiteY817" fmla="*/ 552049 h 5626483"/>
              <a:gd name="connsiteX818" fmla="*/ 3915905 w 5324267"/>
              <a:gd name="connsiteY818" fmla="*/ 554403 h 5626483"/>
              <a:gd name="connsiteX819" fmla="*/ 3942332 w 5324267"/>
              <a:gd name="connsiteY819" fmla="*/ 558647 h 5626483"/>
              <a:gd name="connsiteX820" fmla="*/ 4062617 w 5324267"/>
              <a:gd name="connsiteY820" fmla="*/ 577955 h 5626483"/>
              <a:gd name="connsiteX821" fmla="*/ 4070992 w 5324267"/>
              <a:gd name="connsiteY821" fmla="*/ 582276 h 5626483"/>
              <a:gd name="connsiteX822" fmla="*/ 4074373 w 5324267"/>
              <a:gd name="connsiteY822" fmla="*/ 579842 h 5626483"/>
              <a:gd name="connsiteX823" fmla="*/ 4076822 w 5324267"/>
              <a:gd name="connsiteY823" fmla="*/ 583212 h 5626483"/>
              <a:gd name="connsiteX824" fmla="*/ 4091959 w 5324267"/>
              <a:gd name="connsiteY824" fmla="*/ 582665 h 5626483"/>
              <a:gd name="connsiteX825" fmla="*/ 4130047 w 5324267"/>
              <a:gd name="connsiteY825" fmla="*/ 588780 h 5626483"/>
              <a:gd name="connsiteX826" fmla="*/ 4138422 w 5324267"/>
              <a:gd name="connsiteY826" fmla="*/ 593101 h 5626483"/>
              <a:gd name="connsiteX827" fmla="*/ 4323223 w 5324267"/>
              <a:gd name="connsiteY827" fmla="*/ 622766 h 5626483"/>
              <a:gd name="connsiteX828" fmla="*/ 4334512 w 5324267"/>
              <a:gd name="connsiteY828" fmla="*/ 627554 h 5626483"/>
              <a:gd name="connsiteX829" fmla="*/ 4346735 w 5324267"/>
              <a:gd name="connsiteY829" fmla="*/ 626540 h 5626483"/>
              <a:gd name="connsiteX830" fmla="*/ 4364320 w 5324267"/>
              <a:gd name="connsiteY830" fmla="*/ 629363 h 5626483"/>
              <a:gd name="connsiteX831" fmla="*/ 4366770 w 5324267"/>
              <a:gd name="connsiteY831" fmla="*/ 632733 h 5626483"/>
              <a:gd name="connsiteX832" fmla="*/ 4410783 w 5324267"/>
              <a:gd name="connsiteY832" fmla="*/ 639798 h 5626483"/>
              <a:gd name="connsiteX833" fmla="*/ 4601881 w 5324267"/>
              <a:gd name="connsiteY833" fmla="*/ 667496 h 5626483"/>
              <a:gd name="connsiteX834" fmla="*/ 4627376 w 5324267"/>
              <a:gd name="connsiteY834" fmla="*/ 677542 h 5626483"/>
              <a:gd name="connsiteX835" fmla="*/ 4459697 w 5324267"/>
              <a:gd name="connsiteY835" fmla="*/ 653602 h 5626483"/>
              <a:gd name="connsiteX836" fmla="*/ 4445026 w 5324267"/>
              <a:gd name="connsiteY836" fmla="*/ 651247 h 5626483"/>
              <a:gd name="connsiteX837" fmla="*/ 4439194 w 5324267"/>
              <a:gd name="connsiteY837" fmla="*/ 650311 h 5626483"/>
              <a:gd name="connsiteX838" fmla="*/ 4298408 w 5324267"/>
              <a:gd name="connsiteY838" fmla="*/ 627711 h 5626483"/>
              <a:gd name="connsiteX839" fmla="*/ 4154705 w 5324267"/>
              <a:gd name="connsiteY839" fmla="*/ 604643 h 5626483"/>
              <a:gd name="connsiteX840" fmla="*/ 4142484 w 5324267"/>
              <a:gd name="connsiteY840" fmla="*/ 605658 h 5626483"/>
              <a:gd name="connsiteX841" fmla="*/ 4134109 w 5324267"/>
              <a:gd name="connsiteY841" fmla="*/ 601337 h 5626483"/>
              <a:gd name="connsiteX842" fmla="*/ 4124803 w 5324267"/>
              <a:gd name="connsiteY842" fmla="*/ 602820 h 5626483"/>
              <a:gd name="connsiteX843" fmla="*/ 4122354 w 5324267"/>
              <a:gd name="connsiteY843" fmla="*/ 599450 h 5626483"/>
              <a:gd name="connsiteX844" fmla="*/ 4116523 w 5324267"/>
              <a:gd name="connsiteY844" fmla="*/ 598514 h 5626483"/>
              <a:gd name="connsiteX845" fmla="*/ 4034421 w 5324267"/>
              <a:gd name="connsiteY845" fmla="*/ 585335 h 5626483"/>
              <a:gd name="connsiteX846" fmla="*/ 4031971 w 5324267"/>
              <a:gd name="connsiteY846" fmla="*/ 581965 h 5626483"/>
              <a:gd name="connsiteX847" fmla="*/ 4016834 w 5324267"/>
              <a:gd name="connsiteY847" fmla="*/ 582512 h 5626483"/>
              <a:gd name="connsiteX848" fmla="*/ 4005544 w 5324267"/>
              <a:gd name="connsiteY848" fmla="*/ 577723 h 5626483"/>
              <a:gd name="connsiteX849" fmla="*/ 3938113 w 5324267"/>
              <a:gd name="connsiteY849" fmla="*/ 566898 h 5626483"/>
              <a:gd name="connsiteX850" fmla="*/ 3925892 w 5324267"/>
              <a:gd name="connsiteY850" fmla="*/ 567913 h 5626483"/>
              <a:gd name="connsiteX851" fmla="*/ 3914602 w 5324267"/>
              <a:gd name="connsiteY851" fmla="*/ 563124 h 5626483"/>
              <a:gd name="connsiteX852" fmla="*/ 3870122 w 5324267"/>
              <a:gd name="connsiteY852" fmla="*/ 558961 h 5626483"/>
              <a:gd name="connsiteX853" fmla="*/ 3861376 w 5324267"/>
              <a:gd name="connsiteY853" fmla="*/ 557557 h 5626483"/>
              <a:gd name="connsiteX854" fmla="*/ 3735726 w 5324267"/>
              <a:gd name="connsiteY854" fmla="*/ 534410 h 5626483"/>
              <a:gd name="connsiteX855" fmla="*/ 3733276 w 5324267"/>
              <a:gd name="connsiteY855" fmla="*/ 531041 h 5626483"/>
              <a:gd name="connsiteX856" fmla="*/ 3715223 w 5324267"/>
              <a:gd name="connsiteY856" fmla="*/ 531119 h 5626483"/>
              <a:gd name="connsiteX857" fmla="*/ 3703934 w 5324267"/>
              <a:gd name="connsiteY857" fmla="*/ 526331 h 5626483"/>
              <a:gd name="connsiteX858" fmla="*/ 3621832 w 5324267"/>
              <a:gd name="connsiteY858" fmla="*/ 513152 h 5626483"/>
              <a:gd name="connsiteX859" fmla="*/ 3607161 w 5324267"/>
              <a:gd name="connsiteY859" fmla="*/ 510797 h 5626483"/>
              <a:gd name="connsiteX860" fmla="*/ 3580269 w 5324267"/>
              <a:gd name="connsiteY860" fmla="*/ 509456 h 5626483"/>
              <a:gd name="connsiteX861" fmla="*/ 3577819 w 5324267"/>
              <a:gd name="connsiteY861" fmla="*/ 506087 h 5626483"/>
              <a:gd name="connsiteX862" fmla="*/ 3557317 w 5324267"/>
              <a:gd name="connsiteY862" fmla="*/ 502796 h 5626483"/>
              <a:gd name="connsiteX863" fmla="*/ 3548011 w 5324267"/>
              <a:gd name="connsiteY863" fmla="*/ 504277 h 5626483"/>
              <a:gd name="connsiteX864" fmla="*/ 3545561 w 5324267"/>
              <a:gd name="connsiteY864" fmla="*/ 500908 h 5626483"/>
              <a:gd name="connsiteX865" fmla="*/ 3542179 w 5324267"/>
              <a:gd name="connsiteY865" fmla="*/ 503341 h 5626483"/>
              <a:gd name="connsiteX866" fmla="*/ 3539730 w 5324267"/>
              <a:gd name="connsiteY866" fmla="*/ 499973 h 5626483"/>
              <a:gd name="connsiteX867" fmla="*/ 3524593 w 5324267"/>
              <a:gd name="connsiteY867" fmla="*/ 500518 h 5626483"/>
              <a:gd name="connsiteX868" fmla="*/ 3509922 w 5324267"/>
              <a:gd name="connsiteY868" fmla="*/ 498163 h 5626483"/>
              <a:gd name="connsiteX869" fmla="*/ 3504090 w 5324267"/>
              <a:gd name="connsiteY869" fmla="*/ 497227 h 5626483"/>
              <a:gd name="connsiteX870" fmla="*/ 3433651 w 5324267"/>
              <a:gd name="connsiteY870" fmla="*/ 485920 h 5626483"/>
              <a:gd name="connsiteX871" fmla="*/ 3431201 w 5324267"/>
              <a:gd name="connsiteY871" fmla="*/ 482551 h 5626483"/>
              <a:gd name="connsiteX872" fmla="*/ 3418979 w 5324267"/>
              <a:gd name="connsiteY872" fmla="*/ 483565 h 5626483"/>
              <a:gd name="connsiteX873" fmla="*/ 3416529 w 5324267"/>
              <a:gd name="connsiteY873" fmla="*/ 480196 h 5626483"/>
              <a:gd name="connsiteX874" fmla="*/ 3413149 w 5324267"/>
              <a:gd name="connsiteY874" fmla="*/ 482629 h 5626483"/>
              <a:gd name="connsiteX875" fmla="*/ 3404774 w 5324267"/>
              <a:gd name="connsiteY875" fmla="*/ 478309 h 5626483"/>
              <a:gd name="connsiteX876" fmla="*/ 3354929 w 5324267"/>
              <a:gd name="connsiteY876" fmla="*/ 470307 h 5626483"/>
              <a:gd name="connsiteX877" fmla="*/ 3337343 w 5324267"/>
              <a:gd name="connsiteY877" fmla="*/ 467484 h 5626483"/>
              <a:gd name="connsiteX878" fmla="*/ 3273293 w 5324267"/>
              <a:gd name="connsiteY878" fmla="*/ 454226 h 5626483"/>
              <a:gd name="connsiteX879" fmla="*/ 3252326 w 5324267"/>
              <a:gd name="connsiteY879" fmla="*/ 453837 h 5626483"/>
              <a:gd name="connsiteX880" fmla="*/ 3241034 w 5324267"/>
              <a:gd name="connsiteY880" fmla="*/ 449048 h 5626483"/>
              <a:gd name="connsiteX881" fmla="*/ 3144261 w 5324267"/>
              <a:gd name="connsiteY881" fmla="*/ 433513 h 5626483"/>
              <a:gd name="connsiteX882" fmla="*/ 3132972 w 5324267"/>
              <a:gd name="connsiteY882" fmla="*/ 428725 h 5626483"/>
              <a:gd name="connsiteX883" fmla="*/ 3120750 w 5324267"/>
              <a:gd name="connsiteY883" fmla="*/ 429739 h 5626483"/>
              <a:gd name="connsiteX884" fmla="*/ 3109461 w 5324267"/>
              <a:gd name="connsiteY884" fmla="*/ 424951 h 5626483"/>
              <a:gd name="connsiteX885" fmla="*/ 3042029 w 5324267"/>
              <a:gd name="connsiteY885" fmla="*/ 414126 h 5626483"/>
              <a:gd name="connsiteX886" fmla="*/ 3039579 w 5324267"/>
              <a:gd name="connsiteY886" fmla="*/ 410756 h 5626483"/>
              <a:gd name="connsiteX887" fmla="*/ 3018612 w 5324267"/>
              <a:gd name="connsiteY887" fmla="*/ 410367 h 5626483"/>
              <a:gd name="connsiteX888" fmla="*/ 3021062 w 5324267"/>
              <a:gd name="connsiteY888" fmla="*/ 413737 h 5626483"/>
              <a:gd name="connsiteX889" fmla="*/ 3032817 w 5324267"/>
              <a:gd name="connsiteY889" fmla="*/ 415624 h 5626483"/>
              <a:gd name="connsiteX890" fmla="*/ 3065076 w 5324267"/>
              <a:gd name="connsiteY890" fmla="*/ 420802 h 5626483"/>
              <a:gd name="connsiteX891" fmla="*/ 3079280 w 5324267"/>
              <a:gd name="connsiteY891" fmla="*/ 426059 h 5626483"/>
              <a:gd name="connsiteX892" fmla="*/ 3117369 w 5324267"/>
              <a:gd name="connsiteY892" fmla="*/ 432173 h 5626483"/>
              <a:gd name="connsiteX893" fmla="*/ 3128659 w 5324267"/>
              <a:gd name="connsiteY893" fmla="*/ 436961 h 5626483"/>
              <a:gd name="connsiteX894" fmla="*/ 3140881 w 5324267"/>
              <a:gd name="connsiteY894" fmla="*/ 435948 h 5626483"/>
              <a:gd name="connsiteX895" fmla="*/ 3143330 w 5324267"/>
              <a:gd name="connsiteY895" fmla="*/ 439316 h 5626483"/>
              <a:gd name="connsiteX896" fmla="*/ 3166842 w 5324267"/>
              <a:gd name="connsiteY896" fmla="*/ 443091 h 5626483"/>
              <a:gd name="connsiteX897" fmla="*/ 3169292 w 5324267"/>
              <a:gd name="connsiteY897" fmla="*/ 446460 h 5626483"/>
              <a:gd name="connsiteX898" fmla="*/ 3178597 w 5324267"/>
              <a:gd name="connsiteY898" fmla="*/ 444977 h 5626483"/>
              <a:gd name="connsiteX899" fmla="*/ 3205490 w 5324267"/>
              <a:gd name="connsiteY899" fmla="*/ 446319 h 5626483"/>
              <a:gd name="connsiteX900" fmla="*/ 3213865 w 5324267"/>
              <a:gd name="connsiteY900" fmla="*/ 450639 h 5626483"/>
              <a:gd name="connsiteX901" fmla="*/ 3280830 w 5324267"/>
              <a:gd name="connsiteY901" fmla="*/ 464365 h 5626483"/>
              <a:gd name="connsiteX902" fmla="*/ 3295967 w 5324267"/>
              <a:gd name="connsiteY902" fmla="*/ 463818 h 5626483"/>
              <a:gd name="connsiteX903" fmla="*/ 3301331 w 5324267"/>
              <a:gd name="connsiteY903" fmla="*/ 467656 h 5626483"/>
              <a:gd name="connsiteX904" fmla="*/ 3310173 w 5324267"/>
              <a:gd name="connsiteY904" fmla="*/ 469075 h 5626483"/>
              <a:gd name="connsiteX905" fmla="*/ 3324378 w 5324267"/>
              <a:gd name="connsiteY905" fmla="*/ 474332 h 5626483"/>
              <a:gd name="connsiteX906" fmla="*/ 3365942 w 5324267"/>
              <a:gd name="connsiteY906" fmla="*/ 478027 h 5626483"/>
              <a:gd name="connsiteX907" fmla="*/ 3380147 w 5324267"/>
              <a:gd name="connsiteY907" fmla="*/ 483284 h 5626483"/>
              <a:gd name="connsiteX908" fmla="*/ 3403659 w 5324267"/>
              <a:gd name="connsiteY908" fmla="*/ 487059 h 5626483"/>
              <a:gd name="connsiteX909" fmla="*/ 3406108 w 5324267"/>
              <a:gd name="connsiteY909" fmla="*/ 490428 h 5626483"/>
              <a:gd name="connsiteX910" fmla="*/ 3421244 w 5324267"/>
              <a:gd name="connsiteY910" fmla="*/ 489881 h 5626483"/>
              <a:gd name="connsiteX911" fmla="*/ 3432536 w 5324267"/>
              <a:gd name="connsiteY911" fmla="*/ 494671 h 5626483"/>
              <a:gd name="connsiteX912" fmla="*/ 3464793 w 5324267"/>
              <a:gd name="connsiteY912" fmla="*/ 499849 h 5626483"/>
              <a:gd name="connsiteX913" fmla="*/ 3476083 w 5324267"/>
              <a:gd name="connsiteY913" fmla="*/ 504638 h 5626483"/>
              <a:gd name="connsiteX914" fmla="*/ 3491220 w 5324267"/>
              <a:gd name="connsiteY914" fmla="*/ 504090 h 5626483"/>
              <a:gd name="connsiteX915" fmla="*/ 3493669 w 5324267"/>
              <a:gd name="connsiteY915" fmla="*/ 507461 h 5626483"/>
              <a:gd name="connsiteX916" fmla="*/ 3520563 w 5324267"/>
              <a:gd name="connsiteY916" fmla="*/ 508801 h 5626483"/>
              <a:gd name="connsiteX917" fmla="*/ 3526858 w 5324267"/>
              <a:gd name="connsiteY917" fmla="*/ 506835 h 5626483"/>
              <a:gd name="connsiteX918" fmla="*/ 3550370 w 5324267"/>
              <a:gd name="connsiteY918" fmla="*/ 510609 h 5626483"/>
              <a:gd name="connsiteX919" fmla="*/ 3564110 w 5324267"/>
              <a:gd name="connsiteY919" fmla="*/ 518768 h 5626483"/>
              <a:gd name="connsiteX920" fmla="*/ 3575865 w 5324267"/>
              <a:gd name="connsiteY920" fmla="*/ 520655 h 5626483"/>
              <a:gd name="connsiteX921" fmla="*/ 3581697 w 5324267"/>
              <a:gd name="connsiteY921" fmla="*/ 521591 h 5626483"/>
              <a:gd name="connsiteX922" fmla="*/ 3628625 w 5324267"/>
              <a:gd name="connsiteY922" fmla="*/ 529124 h 5626483"/>
              <a:gd name="connsiteX923" fmla="*/ 3702447 w 5324267"/>
              <a:gd name="connsiteY923" fmla="*/ 537998 h 5626483"/>
              <a:gd name="connsiteX924" fmla="*/ 3713736 w 5324267"/>
              <a:gd name="connsiteY924" fmla="*/ 542787 h 5626483"/>
              <a:gd name="connsiteX925" fmla="*/ 3723043 w 5324267"/>
              <a:gd name="connsiteY925" fmla="*/ 541304 h 5626483"/>
              <a:gd name="connsiteX926" fmla="*/ 3745994 w 5324267"/>
              <a:gd name="connsiteY926" fmla="*/ 547965 h 5626483"/>
              <a:gd name="connsiteX927" fmla="*/ 3869196 w 5324267"/>
              <a:gd name="connsiteY927" fmla="*/ 567742 h 5626483"/>
              <a:gd name="connsiteX928" fmla="*/ 3977724 w 5324267"/>
              <a:gd name="connsiteY928" fmla="*/ 585163 h 5626483"/>
              <a:gd name="connsiteX929" fmla="*/ 3995311 w 5324267"/>
              <a:gd name="connsiteY929" fmla="*/ 587986 h 5626483"/>
              <a:gd name="connsiteX930" fmla="*/ 4045155 w 5324267"/>
              <a:gd name="connsiteY930" fmla="*/ 595988 h 5626483"/>
              <a:gd name="connsiteX931" fmla="*/ 4056446 w 5324267"/>
              <a:gd name="connsiteY931" fmla="*/ 600777 h 5626483"/>
              <a:gd name="connsiteX932" fmla="*/ 4068667 w 5324267"/>
              <a:gd name="connsiteY932" fmla="*/ 599762 h 5626483"/>
              <a:gd name="connsiteX933" fmla="*/ 4082872 w 5324267"/>
              <a:gd name="connsiteY933" fmla="*/ 605019 h 5626483"/>
              <a:gd name="connsiteX934" fmla="*/ 4100459 w 5324267"/>
              <a:gd name="connsiteY934" fmla="*/ 607842 h 5626483"/>
              <a:gd name="connsiteX935" fmla="*/ 4123970 w 5324267"/>
              <a:gd name="connsiteY935" fmla="*/ 611615 h 5626483"/>
              <a:gd name="connsiteX936" fmla="*/ 4176729 w 5324267"/>
              <a:gd name="connsiteY936" fmla="*/ 620085 h 5626483"/>
              <a:gd name="connsiteX937" fmla="*/ 4191401 w 5324267"/>
              <a:gd name="connsiteY937" fmla="*/ 622440 h 5626483"/>
              <a:gd name="connsiteX938" fmla="*/ 4232499 w 5324267"/>
              <a:gd name="connsiteY938" fmla="*/ 629037 h 5626483"/>
              <a:gd name="connsiteX939" fmla="*/ 4240408 w 5324267"/>
              <a:gd name="connsiteY939" fmla="*/ 636260 h 5626483"/>
              <a:gd name="connsiteX940" fmla="*/ 4079119 w 5324267"/>
              <a:gd name="connsiteY940" fmla="*/ 610370 h 5626483"/>
              <a:gd name="connsiteX941" fmla="*/ 4067829 w 5324267"/>
              <a:gd name="connsiteY941" fmla="*/ 605581 h 5626483"/>
              <a:gd name="connsiteX942" fmla="*/ 4055607 w 5324267"/>
              <a:gd name="connsiteY942" fmla="*/ 606595 h 5626483"/>
              <a:gd name="connsiteX943" fmla="*/ 4047232 w 5324267"/>
              <a:gd name="connsiteY943" fmla="*/ 602274 h 5626483"/>
              <a:gd name="connsiteX944" fmla="*/ 4040937 w 5324267"/>
              <a:gd name="connsiteY944" fmla="*/ 604240 h 5626483"/>
              <a:gd name="connsiteX945" fmla="*/ 4020900 w 5324267"/>
              <a:gd name="connsiteY945" fmla="*/ 598047 h 5626483"/>
              <a:gd name="connsiteX946" fmla="*/ 3918202 w 5324267"/>
              <a:gd name="connsiteY946" fmla="*/ 581562 h 5626483"/>
              <a:gd name="connsiteX947" fmla="*/ 3890378 w 5324267"/>
              <a:gd name="connsiteY947" fmla="*/ 586024 h 5626483"/>
              <a:gd name="connsiteX948" fmla="*/ 3916804 w 5324267"/>
              <a:gd name="connsiteY948" fmla="*/ 590266 h 5626483"/>
              <a:gd name="connsiteX949" fmla="*/ 3963734 w 5324267"/>
              <a:gd name="connsiteY949" fmla="*/ 597800 h 5626483"/>
              <a:gd name="connsiteX950" fmla="*/ 3972574 w 5324267"/>
              <a:gd name="connsiteY950" fmla="*/ 599219 h 5626483"/>
              <a:gd name="connsiteX951" fmla="*/ 3990161 w 5324267"/>
              <a:gd name="connsiteY951" fmla="*/ 602042 h 5626483"/>
              <a:gd name="connsiteX952" fmla="*/ 4007281 w 5324267"/>
              <a:gd name="connsiteY952" fmla="*/ 607767 h 5626483"/>
              <a:gd name="connsiteX953" fmla="*/ 3933460 w 5324267"/>
              <a:gd name="connsiteY953" fmla="*/ 598893 h 5626483"/>
              <a:gd name="connsiteX954" fmla="*/ 3918788 w 5324267"/>
              <a:gd name="connsiteY954" fmla="*/ 596538 h 5626483"/>
              <a:gd name="connsiteX955" fmla="*/ 3883616 w 5324267"/>
              <a:gd name="connsiteY955" fmla="*/ 590892 h 5626483"/>
              <a:gd name="connsiteX956" fmla="*/ 3856722 w 5324267"/>
              <a:gd name="connsiteY956" fmla="*/ 589552 h 5626483"/>
              <a:gd name="connsiteX957" fmla="*/ 3855309 w 5324267"/>
              <a:gd name="connsiteY957" fmla="*/ 598350 h 5626483"/>
              <a:gd name="connsiteX958" fmla="*/ 3870914 w 5324267"/>
              <a:gd name="connsiteY958" fmla="*/ 594901 h 5626483"/>
              <a:gd name="connsiteX959" fmla="*/ 3895927 w 5324267"/>
              <a:gd name="connsiteY959" fmla="*/ 607943 h 5626483"/>
              <a:gd name="connsiteX960" fmla="*/ 3909095 w 5324267"/>
              <a:gd name="connsiteY960" fmla="*/ 601030 h 5626483"/>
              <a:gd name="connsiteX961" fmla="*/ 3979536 w 5324267"/>
              <a:gd name="connsiteY961" fmla="*/ 612337 h 5626483"/>
              <a:gd name="connsiteX962" fmla="*/ 3991292 w 5324267"/>
              <a:gd name="connsiteY962" fmla="*/ 614225 h 5626483"/>
              <a:gd name="connsiteX963" fmla="*/ 4011794 w 5324267"/>
              <a:gd name="connsiteY963" fmla="*/ 617516 h 5626483"/>
              <a:gd name="connsiteX964" fmla="*/ 4022047 w 5324267"/>
              <a:gd name="connsiteY964" fmla="*/ 610136 h 5626483"/>
              <a:gd name="connsiteX965" fmla="*/ 4029474 w 5324267"/>
              <a:gd name="connsiteY965" fmla="*/ 620354 h 5626483"/>
              <a:gd name="connsiteX966" fmla="*/ 4064647 w 5324267"/>
              <a:gd name="connsiteY966" fmla="*/ 626000 h 5626483"/>
              <a:gd name="connsiteX967" fmla="*/ 4073488 w 5324267"/>
              <a:gd name="connsiteY967" fmla="*/ 627420 h 5626483"/>
              <a:gd name="connsiteX968" fmla="*/ 4079319 w 5324267"/>
              <a:gd name="connsiteY968" fmla="*/ 628356 h 5626483"/>
              <a:gd name="connsiteX969" fmla="*/ 4119952 w 5324267"/>
              <a:gd name="connsiteY969" fmla="*/ 637855 h 5626483"/>
              <a:gd name="connsiteX970" fmla="*/ 4135554 w 5324267"/>
              <a:gd name="connsiteY970" fmla="*/ 634407 h 5626483"/>
              <a:gd name="connsiteX971" fmla="*/ 4153140 w 5324267"/>
              <a:gd name="connsiteY971" fmla="*/ 637230 h 5626483"/>
              <a:gd name="connsiteX972" fmla="*/ 4139972 w 5324267"/>
              <a:gd name="connsiteY972" fmla="*/ 644141 h 5626483"/>
              <a:gd name="connsiteX973" fmla="*/ 4013856 w 5324267"/>
              <a:gd name="connsiteY973" fmla="*/ 623897 h 5626483"/>
              <a:gd name="connsiteX974" fmla="*/ 4006613 w 5324267"/>
              <a:gd name="connsiteY974" fmla="*/ 631759 h 5626483"/>
              <a:gd name="connsiteX975" fmla="*/ 4008025 w 5324267"/>
              <a:gd name="connsiteY975" fmla="*/ 622961 h 5626483"/>
              <a:gd name="connsiteX976" fmla="*/ 3999186 w 5324267"/>
              <a:gd name="connsiteY976" fmla="*/ 621542 h 5626483"/>
              <a:gd name="connsiteX977" fmla="*/ 3940501 w 5324267"/>
              <a:gd name="connsiteY977" fmla="*/ 612121 h 5626483"/>
              <a:gd name="connsiteX978" fmla="*/ 3940035 w 5324267"/>
              <a:gd name="connsiteY978" fmla="*/ 615023 h 5626483"/>
              <a:gd name="connsiteX979" fmla="*/ 3945865 w 5324267"/>
              <a:gd name="connsiteY979" fmla="*/ 615959 h 5626483"/>
              <a:gd name="connsiteX980" fmla="*/ 3954706 w 5324267"/>
              <a:gd name="connsiteY980" fmla="*/ 617378 h 5626483"/>
              <a:gd name="connsiteX981" fmla="*/ 3965996 w 5324267"/>
              <a:gd name="connsiteY981" fmla="*/ 622167 h 5626483"/>
              <a:gd name="connsiteX982" fmla="*/ 3946996 w 5324267"/>
              <a:gd name="connsiteY982" fmla="*/ 628142 h 5626483"/>
              <a:gd name="connsiteX983" fmla="*/ 3944548 w 5324267"/>
              <a:gd name="connsiteY983" fmla="*/ 624773 h 5626483"/>
              <a:gd name="connsiteX984" fmla="*/ 3915671 w 5324267"/>
              <a:gd name="connsiteY984" fmla="*/ 617161 h 5626483"/>
              <a:gd name="connsiteX985" fmla="*/ 3912290 w 5324267"/>
              <a:gd name="connsiteY985" fmla="*/ 619595 h 5626483"/>
              <a:gd name="connsiteX986" fmla="*/ 3898085 w 5324267"/>
              <a:gd name="connsiteY986" fmla="*/ 614338 h 5626483"/>
              <a:gd name="connsiteX987" fmla="*/ 3894703 w 5324267"/>
              <a:gd name="connsiteY987" fmla="*/ 616771 h 5626483"/>
              <a:gd name="connsiteX988" fmla="*/ 3889338 w 5324267"/>
              <a:gd name="connsiteY988" fmla="*/ 612934 h 5626483"/>
              <a:gd name="connsiteX989" fmla="*/ 3871752 w 5324267"/>
              <a:gd name="connsiteY989" fmla="*/ 610111 h 5626483"/>
              <a:gd name="connsiteX990" fmla="*/ 3836112 w 5324267"/>
              <a:gd name="connsiteY990" fmla="*/ 607366 h 5626483"/>
              <a:gd name="connsiteX991" fmla="*/ 3821906 w 5324267"/>
              <a:gd name="connsiteY991" fmla="*/ 602109 h 5626483"/>
              <a:gd name="connsiteX992" fmla="*/ 3812601 w 5324267"/>
              <a:gd name="connsiteY992" fmla="*/ 603592 h 5626483"/>
              <a:gd name="connsiteX993" fmla="*/ 3807237 w 5324267"/>
              <a:gd name="connsiteY993" fmla="*/ 599754 h 5626483"/>
              <a:gd name="connsiteX994" fmla="*/ 3797930 w 5324267"/>
              <a:gd name="connsiteY994" fmla="*/ 601236 h 5626483"/>
              <a:gd name="connsiteX995" fmla="*/ 3795480 w 5324267"/>
              <a:gd name="connsiteY995" fmla="*/ 597867 h 5626483"/>
              <a:gd name="connsiteX996" fmla="*/ 3789649 w 5324267"/>
              <a:gd name="connsiteY996" fmla="*/ 596931 h 5626483"/>
              <a:gd name="connsiteX997" fmla="*/ 3672280 w 5324267"/>
              <a:gd name="connsiteY997" fmla="*/ 578091 h 5626483"/>
              <a:gd name="connsiteX998" fmla="*/ 3662974 w 5324267"/>
              <a:gd name="connsiteY998" fmla="*/ 579573 h 5626483"/>
              <a:gd name="connsiteX999" fmla="*/ 3651684 w 5324267"/>
              <a:gd name="connsiteY999" fmla="*/ 574784 h 5626483"/>
              <a:gd name="connsiteX1000" fmla="*/ 3628172 w 5324267"/>
              <a:gd name="connsiteY1000" fmla="*/ 571010 h 5626483"/>
              <a:gd name="connsiteX1001" fmla="*/ 3616882 w 5324267"/>
              <a:gd name="connsiteY1001" fmla="*/ 566222 h 5626483"/>
              <a:gd name="connsiteX1002" fmla="*/ 3604661 w 5324267"/>
              <a:gd name="connsiteY1002" fmla="*/ 567235 h 5626483"/>
              <a:gd name="connsiteX1003" fmla="*/ 3590455 w 5324267"/>
              <a:gd name="connsiteY1003" fmla="*/ 561980 h 5626483"/>
              <a:gd name="connsiteX1004" fmla="*/ 3587074 w 5324267"/>
              <a:gd name="connsiteY1004" fmla="*/ 564413 h 5626483"/>
              <a:gd name="connsiteX1005" fmla="*/ 3531770 w 5324267"/>
              <a:gd name="connsiteY1005" fmla="*/ 552559 h 5626483"/>
              <a:gd name="connsiteX1006" fmla="*/ 3516634 w 5324267"/>
              <a:gd name="connsiteY1006" fmla="*/ 553105 h 5626483"/>
              <a:gd name="connsiteX1007" fmla="*/ 3511269 w 5324267"/>
              <a:gd name="connsiteY1007" fmla="*/ 549269 h 5626483"/>
              <a:gd name="connsiteX1008" fmla="*/ 3501962 w 5324267"/>
              <a:gd name="connsiteY1008" fmla="*/ 550750 h 5626483"/>
              <a:gd name="connsiteX1009" fmla="*/ 3493682 w 5324267"/>
              <a:gd name="connsiteY1009" fmla="*/ 546445 h 5626483"/>
              <a:gd name="connsiteX1010" fmla="*/ 3479011 w 5324267"/>
              <a:gd name="connsiteY1010" fmla="*/ 544091 h 5626483"/>
              <a:gd name="connsiteX1011" fmla="*/ 3473179 w 5324267"/>
              <a:gd name="connsiteY1011" fmla="*/ 543154 h 5626483"/>
              <a:gd name="connsiteX1012" fmla="*/ 3385152 w 5324267"/>
              <a:gd name="connsiteY1012" fmla="*/ 529024 h 5626483"/>
              <a:gd name="connsiteX1013" fmla="*/ 3373863 w 5324267"/>
              <a:gd name="connsiteY1013" fmla="*/ 524235 h 5626483"/>
              <a:gd name="connsiteX1014" fmla="*/ 3364556 w 5324267"/>
              <a:gd name="connsiteY1014" fmla="*/ 525718 h 5626483"/>
              <a:gd name="connsiteX1015" fmla="*/ 3356182 w 5324267"/>
              <a:gd name="connsiteY1015" fmla="*/ 521397 h 5626483"/>
              <a:gd name="connsiteX1016" fmla="*/ 3346875 w 5324267"/>
              <a:gd name="connsiteY1016" fmla="*/ 522879 h 5626483"/>
              <a:gd name="connsiteX1017" fmla="*/ 3338501 w 5324267"/>
              <a:gd name="connsiteY1017" fmla="*/ 518559 h 5626483"/>
              <a:gd name="connsiteX1018" fmla="*/ 3326280 w 5324267"/>
              <a:gd name="connsiteY1018" fmla="*/ 519574 h 5626483"/>
              <a:gd name="connsiteX1019" fmla="*/ 3323831 w 5324267"/>
              <a:gd name="connsiteY1019" fmla="*/ 516204 h 5626483"/>
              <a:gd name="connsiteX1020" fmla="*/ 3291106 w 5324267"/>
              <a:gd name="connsiteY1020" fmla="*/ 513927 h 5626483"/>
              <a:gd name="connsiteX1021" fmla="*/ 3276901 w 5324267"/>
              <a:gd name="connsiteY1021" fmla="*/ 508670 h 5626483"/>
              <a:gd name="connsiteX1022" fmla="*/ 3150786 w 5324267"/>
              <a:gd name="connsiteY1022" fmla="*/ 488426 h 5626483"/>
              <a:gd name="connsiteX1023" fmla="*/ 3142411 w 5324267"/>
              <a:gd name="connsiteY1023" fmla="*/ 484105 h 5626483"/>
              <a:gd name="connsiteX1024" fmla="*/ 3086641 w 5324267"/>
              <a:gd name="connsiteY1024" fmla="*/ 475152 h 5626483"/>
              <a:gd name="connsiteX1025" fmla="*/ 3074421 w 5324267"/>
              <a:gd name="connsiteY1025" fmla="*/ 476167 h 5626483"/>
              <a:gd name="connsiteX1026" fmla="*/ 3071970 w 5324267"/>
              <a:gd name="connsiteY1026" fmla="*/ 472797 h 5626483"/>
              <a:gd name="connsiteX1027" fmla="*/ 3065675 w 5324267"/>
              <a:gd name="connsiteY1027" fmla="*/ 474763 h 5626483"/>
              <a:gd name="connsiteX1028" fmla="*/ 3040659 w 5324267"/>
              <a:gd name="connsiteY1028" fmla="*/ 461722 h 5626483"/>
              <a:gd name="connsiteX1029" fmla="*/ 2981508 w 5324267"/>
              <a:gd name="connsiteY1029" fmla="*/ 455203 h 5626483"/>
              <a:gd name="connsiteX1030" fmla="*/ 2950664 w 5324267"/>
              <a:gd name="connsiteY1030" fmla="*/ 441227 h 5626483"/>
              <a:gd name="connsiteX1031" fmla="*/ 2932611 w 5324267"/>
              <a:gd name="connsiteY1031" fmla="*/ 441306 h 5626483"/>
              <a:gd name="connsiteX1032" fmla="*/ 2924237 w 5324267"/>
              <a:gd name="connsiteY1032" fmla="*/ 436985 h 5626483"/>
              <a:gd name="connsiteX1033" fmla="*/ 2920856 w 5324267"/>
              <a:gd name="connsiteY1033" fmla="*/ 439418 h 5626483"/>
              <a:gd name="connsiteX1034" fmla="*/ 2915490 w 5324267"/>
              <a:gd name="connsiteY1034" fmla="*/ 435581 h 5626483"/>
              <a:gd name="connsiteX1035" fmla="*/ 2906651 w 5324267"/>
              <a:gd name="connsiteY1035" fmla="*/ 434162 h 5626483"/>
              <a:gd name="connsiteX1036" fmla="*/ 2862637 w 5324267"/>
              <a:gd name="connsiteY1036" fmla="*/ 427096 h 5626483"/>
              <a:gd name="connsiteX1037" fmla="*/ 2859256 w 5324267"/>
              <a:gd name="connsiteY1037" fmla="*/ 429530 h 5626483"/>
              <a:gd name="connsiteX1038" fmla="*/ 2847966 w 5324267"/>
              <a:gd name="connsiteY1038" fmla="*/ 424741 h 5626483"/>
              <a:gd name="connsiteX1039" fmla="*/ 2832829 w 5324267"/>
              <a:gd name="connsiteY1039" fmla="*/ 425288 h 5626483"/>
              <a:gd name="connsiteX1040" fmla="*/ 2818158 w 5324267"/>
              <a:gd name="connsiteY1040" fmla="*/ 422933 h 5626483"/>
              <a:gd name="connsiteX1041" fmla="*/ 2825585 w 5324267"/>
              <a:gd name="connsiteY1041" fmla="*/ 433150 h 5626483"/>
              <a:gd name="connsiteX1042" fmla="*/ 2875430 w 5324267"/>
              <a:gd name="connsiteY1042" fmla="*/ 441152 h 5626483"/>
              <a:gd name="connsiteX1043" fmla="*/ 2881260 w 5324267"/>
              <a:gd name="connsiteY1043" fmla="*/ 442088 h 5626483"/>
              <a:gd name="connsiteX1044" fmla="*/ 2887092 w 5324267"/>
              <a:gd name="connsiteY1044" fmla="*/ 443024 h 5626483"/>
              <a:gd name="connsiteX1045" fmla="*/ 2898381 w 5324267"/>
              <a:gd name="connsiteY1045" fmla="*/ 447812 h 5626483"/>
              <a:gd name="connsiteX1046" fmla="*/ 2913053 w 5324267"/>
              <a:gd name="connsiteY1046" fmla="*/ 450168 h 5626483"/>
              <a:gd name="connsiteX1047" fmla="*/ 2936565 w 5324267"/>
              <a:gd name="connsiteY1047" fmla="*/ 453942 h 5626483"/>
              <a:gd name="connsiteX1048" fmla="*/ 2983492 w 5324267"/>
              <a:gd name="connsiteY1048" fmla="*/ 461475 h 5626483"/>
              <a:gd name="connsiteX1049" fmla="*/ 2997698 w 5324267"/>
              <a:gd name="connsiteY1049" fmla="*/ 466732 h 5626483"/>
              <a:gd name="connsiteX1050" fmla="*/ 3007952 w 5324267"/>
              <a:gd name="connsiteY1050" fmla="*/ 459352 h 5626483"/>
              <a:gd name="connsiteX1051" fmla="*/ 3012369 w 5324267"/>
              <a:gd name="connsiteY1051" fmla="*/ 469087 h 5626483"/>
              <a:gd name="connsiteX1052" fmla="*/ 3027041 w 5324267"/>
              <a:gd name="connsiteY1052" fmla="*/ 471442 h 5626483"/>
              <a:gd name="connsiteX1053" fmla="*/ 3035881 w 5324267"/>
              <a:gd name="connsiteY1053" fmla="*/ 472861 h 5626483"/>
              <a:gd name="connsiteX1054" fmla="*/ 3088641 w 5324267"/>
              <a:gd name="connsiteY1054" fmla="*/ 481330 h 5626483"/>
              <a:gd name="connsiteX1055" fmla="*/ 3097016 w 5324267"/>
              <a:gd name="connsiteY1055" fmla="*/ 485651 h 5626483"/>
              <a:gd name="connsiteX1056" fmla="*/ 3164447 w 5324267"/>
              <a:gd name="connsiteY1056" fmla="*/ 496476 h 5626483"/>
              <a:gd name="connsiteX1057" fmla="*/ 3182033 w 5324267"/>
              <a:gd name="connsiteY1057" fmla="*/ 499299 h 5626483"/>
              <a:gd name="connsiteX1058" fmla="*/ 3184483 w 5324267"/>
              <a:gd name="connsiteY1058" fmla="*/ 502668 h 5626483"/>
              <a:gd name="connsiteX1059" fmla="*/ 3243167 w 5324267"/>
              <a:gd name="connsiteY1059" fmla="*/ 512088 h 5626483"/>
              <a:gd name="connsiteX1060" fmla="*/ 3257838 w 5324267"/>
              <a:gd name="connsiteY1060" fmla="*/ 514443 h 5626483"/>
              <a:gd name="connsiteX1061" fmla="*/ 3339940 w 5324267"/>
              <a:gd name="connsiteY1061" fmla="*/ 527622 h 5626483"/>
              <a:gd name="connsiteX1062" fmla="*/ 3342390 w 5324267"/>
              <a:gd name="connsiteY1062" fmla="*/ 530992 h 5626483"/>
              <a:gd name="connsiteX1063" fmla="*/ 3360443 w 5324267"/>
              <a:gd name="connsiteY1063" fmla="*/ 530912 h 5626483"/>
              <a:gd name="connsiteX1064" fmla="*/ 3374648 w 5324267"/>
              <a:gd name="connsiteY1064" fmla="*/ 536170 h 5626483"/>
              <a:gd name="connsiteX1065" fmla="*/ 3389319 w 5324267"/>
              <a:gd name="connsiteY1065" fmla="*/ 538525 h 5626483"/>
              <a:gd name="connsiteX1066" fmla="*/ 3430417 w 5324267"/>
              <a:gd name="connsiteY1066" fmla="*/ 545123 h 5626483"/>
              <a:gd name="connsiteX1067" fmla="*/ 3438792 w 5324267"/>
              <a:gd name="connsiteY1067" fmla="*/ 549444 h 5626483"/>
              <a:gd name="connsiteX1068" fmla="*/ 3453464 w 5324267"/>
              <a:gd name="connsiteY1068" fmla="*/ 551799 h 5626483"/>
              <a:gd name="connsiteX1069" fmla="*/ 3471049 w 5324267"/>
              <a:gd name="connsiteY1069" fmla="*/ 554622 h 5626483"/>
              <a:gd name="connsiteX1070" fmla="*/ 3512148 w 5324267"/>
              <a:gd name="connsiteY1070" fmla="*/ 561219 h 5626483"/>
              <a:gd name="connsiteX1071" fmla="*/ 3521454 w 5324267"/>
              <a:gd name="connsiteY1071" fmla="*/ 559736 h 5626483"/>
              <a:gd name="connsiteX1072" fmla="*/ 3532744 w 5324267"/>
              <a:gd name="connsiteY1072" fmla="*/ 564525 h 5626483"/>
              <a:gd name="connsiteX1073" fmla="*/ 3582588 w 5324267"/>
              <a:gd name="connsiteY1073" fmla="*/ 572526 h 5626483"/>
              <a:gd name="connsiteX1074" fmla="*/ 3599709 w 5324267"/>
              <a:gd name="connsiteY1074" fmla="*/ 578251 h 5626483"/>
              <a:gd name="connsiteX1075" fmla="*/ 3603090 w 5324267"/>
              <a:gd name="connsiteY1075" fmla="*/ 575816 h 5626483"/>
              <a:gd name="connsiteX1076" fmla="*/ 3608456 w 5324267"/>
              <a:gd name="connsiteY1076" fmla="*/ 579655 h 5626483"/>
              <a:gd name="connsiteX1077" fmla="*/ 3626508 w 5324267"/>
              <a:gd name="connsiteY1077" fmla="*/ 579577 h 5626483"/>
              <a:gd name="connsiteX1078" fmla="*/ 3637797 w 5324267"/>
              <a:gd name="connsiteY1078" fmla="*/ 584365 h 5626483"/>
              <a:gd name="connsiteX1079" fmla="*/ 3644094 w 5324267"/>
              <a:gd name="connsiteY1079" fmla="*/ 582400 h 5626483"/>
              <a:gd name="connsiteX1080" fmla="*/ 3652375 w 5324267"/>
              <a:gd name="connsiteY1080" fmla="*/ 586706 h 5626483"/>
              <a:gd name="connsiteX1081" fmla="*/ 3655755 w 5324267"/>
              <a:gd name="connsiteY1081" fmla="*/ 584271 h 5626483"/>
              <a:gd name="connsiteX1082" fmla="*/ 3658206 w 5324267"/>
              <a:gd name="connsiteY1082" fmla="*/ 587641 h 5626483"/>
              <a:gd name="connsiteX1083" fmla="*/ 3667512 w 5324267"/>
              <a:gd name="connsiteY1083" fmla="*/ 586159 h 5626483"/>
              <a:gd name="connsiteX1084" fmla="*/ 3681718 w 5324267"/>
              <a:gd name="connsiteY1084" fmla="*/ 591416 h 5626483"/>
              <a:gd name="connsiteX1085" fmla="*/ 3685098 w 5324267"/>
              <a:gd name="connsiteY1085" fmla="*/ 588982 h 5626483"/>
              <a:gd name="connsiteX1086" fmla="*/ 3705134 w 5324267"/>
              <a:gd name="connsiteY1086" fmla="*/ 595175 h 5626483"/>
              <a:gd name="connsiteX1087" fmla="*/ 3834166 w 5324267"/>
              <a:gd name="connsiteY1087" fmla="*/ 615887 h 5626483"/>
              <a:gd name="connsiteX1088" fmla="*/ 3963197 w 5324267"/>
              <a:gd name="connsiteY1088" fmla="*/ 636600 h 5626483"/>
              <a:gd name="connsiteX1089" fmla="*/ 3974486 w 5324267"/>
              <a:gd name="connsiteY1089" fmla="*/ 641389 h 5626483"/>
              <a:gd name="connsiteX1090" fmla="*/ 3986708 w 5324267"/>
              <a:gd name="connsiteY1090" fmla="*/ 640374 h 5626483"/>
              <a:gd name="connsiteX1091" fmla="*/ 4015585 w 5324267"/>
              <a:gd name="connsiteY1091" fmla="*/ 647986 h 5626483"/>
              <a:gd name="connsiteX1092" fmla="*/ 4048308 w 5324267"/>
              <a:gd name="connsiteY1092" fmla="*/ 650262 h 5626483"/>
              <a:gd name="connsiteX1093" fmla="*/ 4118748 w 5324267"/>
              <a:gd name="connsiteY1093" fmla="*/ 661570 h 5626483"/>
              <a:gd name="connsiteX1094" fmla="*/ 4135404 w 5324267"/>
              <a:gd name="connsiteY1094" fmla="*/ 670197 h 5626483"/>
              <a:gd name="connsiteX1095" fmla="*/ 4059133 w 5324267"/>
              <a:gd name="connsiteY1095" fmla="*/ 657953 h 5626483"/>
              <a:gd name="connsiteX1096" fmla="*/ 4049827 w 5324267"/>
              <a:gd name="connsiteY1096" fmla="*/ 659436 h 5626483"/>
              <a:gd name="connsiteX1097" fmla="*/ 4041452 w 5324267"/>
              <a:gd name="connsiteY1097" fmla="*/ 655115 h 5626483"/>
              <a:gd name="connsiteX1098" fmla="*/ 4014559 w 5324267"/>
              <a:gd name="connsiteY1098" fmla="*/ 653775 h 5626483"/>
              <a:gd name="connsiteX1099" fmla="*/ 3985683 w 5324267"/>
              <a:gd name="connsiteY1099" fmla="*/ 646163 h 5626483"/>
              <a:gd name="connsiteX1100" fmla="*/ 3965181 w 5324267"/>
              <a:gd name="connsiteY1100" fmla="*/ 642872 h 5626483"/>
              <a:gd name="connsiteX1101" fmla="*/ 3941669 w 5324267"/>
              <a:gd name="connsiteY1101" fmla="*/ 639098 h 5626483"/>
              <a:gd name="connsiteX1102" fmla="*/ 3917692 w 5324267"/>
              <a:gd name="connsiteY1102" fmla="*/ 638225 h 5626483"/>
              <a:gd name="connsiteX1103" fmla="*/ 3906402 w 5324267"/>
              <a:gd name="connsiteY1103" fmla="*/ 633436 h 5626483"/>
              <a:gd name="connsiteX1104" fmla="*/ 3897096 w 5324267"/>
              <a:gd name="connsiteY1104" fmla="*/ 634919 h 5626483"/>
              <a:gd name="connsiteX1105" fmla="*/ 3888721 w 5324267"/>
              <a:gd name="connsiteY1105" fmla="*/ 630598 h 5626483"/>
              <a:gd name="connsiteX1106" fmla="*/ 3879415 w 5324267"/>
              <a:gd name="connsiteY1106" fmla="*/ 632081 h 5626483"/>
              <a:gd name="connsiteX1107" fmla="*/ 3871041 w 5324267"/>
              <a:gd name="connsiteY1107" fmla="*/ 627760 h 5626483"/>
              <a:gd name="connsiteX1108" fmla="*/ 3867659 w 5324267"/>
              <a:gd name="connsiteY1108" fmla="*/ 630194 h 5626483"/>
              <a:gd name="connsiteX1109" fmla="*/ 3844147 w 5324267"/>
              <a:gd name="connsiteY1109" fmla="*/ 626419 h 5626483"/>
              <a:gd name="connsiteX1110" fmla="*/ 3832392 w 5324267"/>
              <a:gd name="connsiteY1110" fmla="*/ 624533 h 5626483"/>
              <a:gd name="connsiteX1111" fmla="*/ 3826561 w 5324267"/>
              <a:gd name="connsiteY1111" fmla="*/ 623596 h 5626483"/>
              <a:gd name="connsiteX1112" fmla="*/ 3814805 w 5324267"/>
              <a:gd name="connsiteY1112" fmla="*/ 621709 h 5626483"/>
              <a:gd name="connsiteX1113" fmla="*/ 3806431 w 5324267"/>
              <a:gd name="connsiteY1113" fmla="*/ 617389 h 5626483"/>
              <a:gd name="connsiteX1114" fmla="*/ 3803050 w 5324267"/>
              <a:gd name="connsiteY1114" fmla="*/ 619822 h 5626483"/>
              <a:gd name="connsiteX1115" fmla="*/ 3790829 w 5324267"/>
              <a:gd name="connsiteY1115" fmla="*/ 620837 h 5626483"/>
              <a:gd name="connsiteX1116" fmla="*/ 3916478 w 5324267"/>
              <a:gd name="connsiteY1116" fmla="*/ 643983 h 5626483"/>
              <a:gd name="connsiteX1117" fmla="*/ 3934065 w 5324267"/>
              <a:gd name="connsiteY1117" fmla="*/ 646806 h 5626483"/>
              <a:gd name="connsiteX1118" fmla="*/ 3960492 w 5324267"/>
              <a:gd name="connsiteY1118" fmla="*/ 651048 h 5626483"/>
              <a:gd name="connsiteX1119" fmla="*/ 4022092 w 5324267"/>
              <a:gd name="connsiteY1119" fmla="*/ 660936 h 5626483"/>
              <a:gd name="connsiteX1120" fmla="*/ 4039213 w 5324267"/>
              <a:gd name="connsiteY1120" fmla="*/ 666661 h 5626483"/>
              <a:gd name="connsiteX1121" fmla="*/ 3991818 w 5324267"/>
              <a:gd name="connsiteY1121" fmla="*/ 662030 h 5626483"/>
              <a:gd name="connsiteX1122" fmla="*/ 3977613 w 5324267"/>
              <a:gd name="connsiteY1122" fmla="*/ 656773 h 5626483"/>
              <a:gd name="connsiteX1123" fmla="*/ 3959560 w 5324267"/>
              <a:gd name="connsiteY1123" fmla="*/ 656852 h 5626483"/>
              <a:gd name="connsiteX1124" fmla="*/ 3945355 w 5324267"/>
              <a:gd name="connsiteY1124" fmla="*/ 651595 h 5626483"/>
              <a:gd name="connsiteX1125" fmla="*/ 3941973 w 5324267"/>
              <a:gd name="connsiteY1125" fmla="*/ 654029 h 5626483"/>
              <a:gd name="connsiteX1126" fmla="*/ 3898425 w 5324267"/>
              <a:gd name="connsiteY1126" fmla="*/ 644061 h 5626483"/>
              <a:gd name="connsiteX1127" fmla="*/ 3882823 w 5324267"/>
              <a:gd name="connsiteY1127" fmla="*/ 647510 h 5626483"/>
              <a:gd name="connsiteX1128" fmla="*/ 3905869 w 5324267"/>
              <a:gd name="connsiteY1128" fmla="*/ 654186 h 5626483"/>
              <a:gd name="connsiteX1129" fmla="*/ 3906335 w 5324267"/>
              <a:gd name="connsiteY1129" fmla="*/ 651284 h 5626483"/>
              <a:gd name="connsiteX1130" fmla="*/ 3935211 w 5324267"/>
              <a:gd name="connsiteY1130" fmla="*/ 658896 h 5626483"/>
              <a:gd name="connsiteX1131" fmla="*/ 3953263 w 5324267"/>
              <a:gd name="connsiteY1131" fmla="*/ 658817 h 5626483"/>
              <a:gd name="connsiteX1132" fmla="*/ 3961638 w 5324267"/>
              <a:gd name="connsiteY1132" fmla="*/ 663138 h 5626483"/>
              <a:gd name="connsiteX1133" fmla="*/ 3970944 w 5324267"/>
              <a:gd name="connsiteY1133" fmla="*/ 661656 h 5626483"/>
              <a:gd name="connsiteX1134" fmla="*/ 3996906 w 5324267"/>
              <a:gd name="connsiteY1134" fmla="*/ 668800 h 5626483"/>
              <a:gd name="connsiteX1135" fmla="*/ 4081923 w 5324267"/>
              <a:gd name="connsiteY1135" fmla="*/ 682447 h 5626483"/>
              <a:gd name="connsiteX1136" fmla="*/ 4096594 w 5324267"/>
              <a:gd name="connsiteY1136" fmla="*/ 684802 h 5626483"/>
              <a:gd name="connsiteX1137" fmla="*/ 4105434 w 5324267"/>
              <a:gd name="connsiteY1137" fmla="*/ 686221 h 5626483"/>
              <a:gd name="connsiteX1138" fmla="*/ 4120105 w 5324267"/>
              <a:gd name="connsiteY1138" fmla="*/ 688576 h 5626483"/>
              <a:gd name="connsiteX1139" fmla="*/ 4125936 w 5324267"/>
              <a:gd name="connsiteY1139" fmla="*/ 689512 h 5626483"/>
              <a:gd name="connsiteX1140" fmla="*/ 4199293 w 5324267"/>
              <a:gd name="connsiteY1140" fmla="*/ 701288 h 5626483"/>
              <a:gd name="connsiteX1141" fmla="*/ 4213964 w 5324267"/>
              <a:gd name="connsiteY1141" fmla="*/ 703643 h 5626483"/>
              <a:gd name="connsiteX1142" fmla="*/ 4240391 w 5324267"/>
              <a:gd name="connsiteY1142" fmla="*/ 707885 h 5626483"/>
              <a:gd name="connsiteX1143" fmla="*/ 4260427 w 5324267"/>
              <a:gd name="connsiteY1143" fmla="*/ 714078 h 5626483"/>
              <a:gd name="connsiteX1144" fmla="*/ 4242840 w 5324267"/>
              <a:gd name="connsiteY1144" fmla="*/ 711255 h 5626483"/>
              <a:gd name="connsiteX1145" fmla="*/ 4230618 w 5324267"/>
              <a:gd name="connsiteY1145" fmla="*/ 712269 h 5626483"/>
              <a:gd name="connsiteX1146" fmla="*/ 4271251 w 5324267"/>
              <a:gd name="connsiteY1146" fmla="*/ 721769 h 5626483"/>
              <a:gd name="connsiteX1147" fmla="*/ 4283472 w 5324267"/>
              <a:gd name="connsiteY1147" fmla="*/ 720754 h 5626483"/>
              <a:gd name="connsiteX1148" fmla="*/ 4288838 w 5324267"/>
              <a:gd name="connsiteY1148" fmla="*/ 724592 h 5626483"/>
              <a:gd name="connsiteX1149" fmla="*/ 4309805 w 5324267"/>
              <a:gd name="connsiteY1149" fmla="*/ 724981 h 5626483"/>
              <a:gd name="connsiteX1150" fmla="*/ 4324010 w 5324267"/>
              <a:gd name="connsiteY1150" fmla="*/ 730238 h 5626483"/>
              <a:gd name="connsiteX1151" fmla="*/ 4336232 w 5324267"/>
              <a:gd name="connsiteY1151" fmla="*/ 729223 h 5626483"/>
              <a:gd name="connsiteX1152" fmla="*/ 4342063 w 5324267"/>
              <a:gd name="connsiteY1152" fmla="*/ 730159 h 5626483"/>
              <a:gd name="connsiteX1153" fmla="*/ 4344512 w 5324267"/>
              <a:gd name="connsiteY1153" fmla="*/ 733529 h 5626483"/>
              <a:gd name="connsiteX1154" fmla="*/ 4356735 w 5324267"/>
              <a:gd name="connsiteY1154" fmla="*/ 732514 h 5626483"/>
              <a:gd name="connsiteX1155" fmla="*/ 4362099 w 5324267"/>
              <a:gd name="connsiteY1155" fmla="*/ 736351 h 5626483"/>
              <a:gd name="connsiteX1156" fmla="*/ 4385982 w 5324267"/>
              <a:gd name="connsiteY1156" fmla="*/ 737209 h 5626483"/>
              <a:gd name="connsiteX1157" fmla="*/ 4577079 w 5324267"/>
              <a:gd name="connsiteY1157" fmla="*/ 764908 h 5626483"/>
              <a:gd name="connsiteX1158" fmla="*/ 4594200 w 5324267"/>
              <a:gd name="connsiteY1158" fmla="*/ 770633 h 5626483"/>
              <a:gd name="connsiteX1159" fmla="*/ 4598634 w 5324267"/>
              <a:gd name="connsiteY1159" fmla="*/ 780274 h 5626483"/>
              <a:gd name="connsiteX1160" fmla="*/ 4605862 w 5324267"/>
              <a:gd name="connsiteY1160" fmla="*/ 772505 h 5626483"/>
              <a:gd name="connsiteX1161" fmla="*/ 4652326 w 5324267"/>
              <a:gd name="connsiteY1161" fmla="*/ 782940 h 5626483"/>
              <a:gd name="connsiteX1162" fmla="*/ 4680736 w 5324267"/>
              <a:gd name="connsiteY1162" fmla="*/ 793453 h 5626483"/>
              <a:gd name="connsiteX1163" fmla="*/ 4663615 w 5324267"/>
              <a:gd name="connsiteY1163" fmla="*/ 787728 h 5626483"/>
              <a:gd name="connsiteX1164" fmla="*/ 4657318 w 5324267"/>
              <a:gd name="connsiteY1164" fmla="*/ 789694 h 5626483"/>
              <a:gd name="connsiteX1165" fmla="*/ 4651022 w 5324267"/>
              <a:gd name="connsiteY1165" fmla="*/ 791660 h 5626483"/>
              <a:gd name="connsiteX1166" fmla="*/ 4642648 w 5324267"/>
              <a:gd name="connsiteY1166" fmla="*/ 787339 h 5626483"/>
              <a:gd name="connsiteX1167" fmla="*/ 4636351 w 5324267"/>
              <a:gd name="connsiteY1167" fmla="*/ 789304 h 5626483"/>
              <a:gd name="connsiteX1168" fmla="*/ 4630053 w 5324267"/>
              <a:gd name="connsiteY1168" fmla="*/ 791271 h 5626483"/>
              <a:gd name="connsiteX1169" fmla="*/ 4616314 w 5324267"/>
              <a:gd name="connsiteY1169" fmla="*/ 783112 h 5626483"/>
              <a:gd name="connsiteX1170" fmla="*/ 4598263 w 5324267"/>
              <a:gd name="connsiteY1170" fmla="*/ 783191 h 5626483"/>
              <a:gd name="connsiteX1171" fmla="*/ 4583126 w 5324267"/>
              <a:gd name="connsiteY1171" fmla="*/ 783738 h 5626483"/>
              <a:gd name="connsiteX1172" fmla="*/ 4553783 w 5324267"/>
              <a:gd name="connsiteY1172" fmla="*/ 779027 h 5626483"/>
              <a:gd name="connsiteX1173" fmla="*/ 4536196 w 5324267"/>
              <a:gd name="connsiteY1173" fmla="*/ 776204 h 5626483"/>
              <a:gd name="connsiteX1174" fmla="*/ 4501488 w 5324267"/>
              <a:gd name="connsiteY1174" fmla="*/ 767656 h 5626483"/>
              <a:gd name="connsiteX1175" fmla="*/ 4468766 w 5324267"/>
              <a:gd name="connsiteY1175" fmla="*/ 765380 h 5626483"/>
              <a:gd name="connsiteX1176" fmla="*/ 4450713 w 5324267"/>
              <a:gd name="connsiteY1176" fmla="*/ 765459 h 5626483"/>
              <a:gd name="connsiteX1177" fmla="*/ 4439423 w 5324267"/>
              <a:gd name="connsiteY1177" fmla="*/ 760670 h 5626483"/>
              <a:gd name="connsiteX1178" fmla="*/ 4427201 w 5324267"/>
              <a:gd name="connsiteY1178" fmla="*/ 761685 h 5626483"/>
              <a:gd name="connsiteX1179" fmla="*/ 4424752 w 5324267"/>
              <a:gd name="connsiteY1179" fmla="*/ 758315 h 5626483"/>
              <a:gd name="connsiteX1180" fmla="*/ 4409615 w 5324267"/>
              <a:gd name="connsiteY1180" fmla="*/ 758862 h 5626483"/>
              <a:gd name="connsiteX1181" fmla="*/ 4398324 w 5324267"/>
              <a:gd name="connsiteY1181" fmla="*/ 754073 h 5626483"/>
              <a:gd name="connsiteX1182" fmla="*/ 4386103 w 5324267"/>
              <a:gd name="connsiteY1182" fmla="*/ 755087 h 5626483"/>
              <a:gd name="connsiteX1183" fmla="*/ 4353846 w 5324267"/>
              <a:gd name="connsiteY1183" fmla="*/ 749909 h 5626483"/>
              <a:gd name="connsiteX1184" fmla="*/ 4342090 w 5324267"/>
              <a:gd name="connsiteY1184" fmla="*/ 748022 h 5626483"/>
              <a:gd name="connsiteX1185" fmla="*/ 4336259 w 5324267"/>
              <a:gd name="connsiteY1185" fmla="*/ 747086 h 5626483"/>
              <a:gd name="connsiteX1186" fmla="*/ 4312747 w 5324267"/>
              <a:gd name="connsiteY1186" fmla="*/ 743312 h 5626483"/>
              <a:gd name="connsiteX1187" fmla="*/ 4248232 w 5324267"/>
              <a:gd name="connsiteY1187" fmla="*/ 732956 h 5626483"/>
              <a:gd name="connsiteX1188" fmla="*/ 4183716 w 5324267"/>
              <a:gd name="connsiteY1188" fmla="*/ 722599 h 5626483"/>
              <a:gd name="connsiteX1189" fmla="*/ 4169511 w 5324267"/>
              <a:gd name="connsiteY1189" fmla="*/ 717342 h 5626483"/>
              <a:gd name="connsiteX1190" fmla="*/ 4163214 w 5324267"/>
              <a:gd name="connsiteY1190" fmla="*/ 719308 h 5626483"/>
              <a:gd name="connsiteX1191" fmla="*/ 4135856 w 5324267"/>
              <a:gd name="connsiteY1191" fmla="*/ 720870 h 5626483"/>
              <a:gd name="connsiteX1192" fmla="*/ 4147146 w 5324267"/>
              <a:gd name="connsiteY1192" fmla="*/ 725658 h 5626483"/>
              <a:gd name="connsiteX1193" fmla="*/ 4140383 w 5324267"/>
              <a:gd name="connsiteY1193" fmla="*/ 730525 h 5626483"/>
              <a:gd name="connsiteX1194" fmla="*/ 4163429 w 5324267"/>
              <a:gd name="connsiteY1194" fmla="*/ 737201 h 5626483"/>
              <a:gd name="connsiteX1195" fmla="*/ 4195220 w 5324267"/>
              <a:gd name="connsiteY1195" fmla="*/ 745281 h 5626483"/>
              <a:gd name="connsiteX1196" fmla="*/ 4097982 w 5324267"/>
              <a:gd name="connsiteY1196" fmla="*/ 732649 h 5626483"/>
              <a:gd name="connsiteX1197" fmla="*/ 4080395 w 5324267"/>
              <a:gd name="connsiteY1197" fmla="*/ 729826 h 5626483"/>
              <a:gd name="connsiteX1198" fmla="*/ 4056417 w 5324267"/>
              <a:gd name="connsiteY1198" fmla="*/ 728953 h 5626483"/>
              <a:gd name="connsiteX1199" fmla="*/ 4042212 w 5324267"/>
              <a:gd name="connsiteY1199" fmla="*/ 723697 h 5626483"/>
              <a:gd name="connsiteX1200" fmla="*/ 4038831 w 5324267"/>
              <a:gd name="connsiteY1200" fmla="*/ 726130 h 5626483"/>
              <a:gd name="connsiteX1201" fmla="*/ 4033466 w 5324267"/>
              <a:gd name="connsiteY1201" fmla="*/ 722293 h 5626483"/>
              <a:gd name="connsiteX1202" fmla="*/ 4021244 w 5324267"/>
              <a:gd name="connsiteY1202" fmla="*/ 723307 h 5626483"/>
              <a:gd name="connsiteX1203" fmla="*/ 4009954 w 5324267"/>
              <a:gd name="connsiteY1203" fmla="*/ 718518 h 5626483"/>
              <a:gd name="connsiteX1204" fmla="*/ 3953720 w 5324267"/>
              <a:gd name="connsiteY1204" fmla="*/ 712468 h 5626483"/>
              <a:gd name="connsiteX1205" fmla="*/ 3944878 w 5324267"/>
              <a:gd name="connsiteY1205" fmla="*/ 711049 h 5626483"/>
              <a:gd name="connsiteX1206" fmla="*/ 3936039 w 5324267"/>
              <a:gd name="connsiteY1206" fmla="*/ 709630 h 5626483"/>
              <a:gd name="connsiteX1207" fmla="*/ 3932658 w 5324267"/>
              <a:gd name="connsiteY1207" fmla="*/ 712063 h 5626483"/>
              <a:gd name="connsiteX1208" fmla="*/ 4014293 w 5324267"/>
              <a:gd name="connsiteY1208" fmla="*/ 728144 h 5626483"/>
              <a:gd name="connsiteX1209" fmla="*/ 4017675 w 5324267"/>
              <a:gd name="connsiteY1209" fmla="*/ 725710 h 5626483"/>
              <a:gd name="connsiteX1210" fmla="*/ 4035262 w 5324267"/>
              <a:gd name="connsiteY1210" fmla="*/ 728533 h 5626483"/>
              <a:gd name="connsiteX1211" fmla="*/ 4041092 w 5324267"/>
              <a:gd name="connsiteY1211" fmla="*/ 729469 h 5626483"/>
              <a:gd name="connsiteX1212" fmla="*/ 4120280 w 5324267"/>
              <a:gd name="connsiteY1212" fmla="*/ 742180 h 5626483"/>
              <a:gd name="connsiteX1213" fmla="*/ 4143791 w 5324267"/>
              <a:gd name="connsiteY1213" fmla="*/ 745954 h 5626483"/>
              <a:gd name="connsiteX1214" fmla="*/ 4146241 w 5324267"/>
              <a:gd name="connsiteY1214" fmla="*/ 749324 h 5626483"/>
              <a:gd name="connsiteX1215" fmla="*/ 4161378 w 5324267"/>
              <a:gd name="connsiteY1215" fmla="*/ 748778 h 5626483"/>
              <a:gd name="connsiteX1216" fmla="*/ 4172668 w 5324267"/>
              <a:gd name="connsiteY1216" fmla="*/ 753567 h 5626483"/>
              <a:gd name="connsiteX1217" fmla="*/ 4192704 w 5324267"/>
              <a:gd name="connsiteY1217" fmla="*/ 759760 h 5626483"/>
              <a:gd name="connsiteX1218" fmla="*/ 4183397 w 5324267"/>
              <a:gd name="connsiteY1218" fmla="*/ 761242 h 5626483"/>
              <a:gd name="connsiteX1219" fmla="*/ 4198068 w 5324267"/>
              <a:gd name="connsiteY1219" fmla="*/ 763597 h 5626483"/>
              <a:gd name="connsiteX1220" fmla="*/ 4215655 w 5324267"/>
              <a:gd name="connsiteY1220" fmla="*/ 766420 h 5626483"/>
              <a:gd name="connsiteX1221" fmla="*/ 4239633 w 5324267"/>
              <a:gd name="connsiteY1221" fmla="*/ 767293 h 5626483"/>
              <a:gd name="connsiteX1222" fmla="*/ 4250922 w 5324267"/>
              <a:gd name="connsiteY1222" fmla="*/ 772082 h 5626483"/>
              <a:gd name="connsiteX1223" fmla="*/ 4254304 w 5324267"/>
              <a:gd name="connsiteY1223" fmla="*/ 769648 h 5626483"/>
              <a:gd name="connsiteX1224" fmla="*/ 4295868 w 5324267"/>
              <a:gd name="connsiteY1224" fmla="*/ 773343 h 5626483"/>
              <a:gd name="connsiteX1225" fmla="*/ 4312989 w 5324267"/>
              <a:gd name="connsiteY1225" fmla="*/ 779068 h 5626483"/>
              <a:gd name="connsiteX1226" fmla="*/ 4341866 w 5324267"/>
              <a:gd name="connsiteY1226" fmla="*/ 786680 h 5626483"/>
              <a:gd name="connsiteX1227" fmla="*/ 4345246 w 5324267"/>
              <a:gd name="connsiteY1227" fmla="*/ 784246 h 5626483"/>
              <a:gd name="connsiteX1228" fmla="*/ 4360383 w 5324267"/>
              <a:gd name="connsiteY1228" fmla="*/ 783699 h 5626483"/>
              <a:gd name="connsiteX1229" fmla="*/ 4368758 w 5324267"/>
              <a:gd name="connsiteY1229" fmla="*/ 788021 h 5626483"/>
              <a:gd name="connsiteX1230" fmla="*/ 4380047 w 5324267"/>
              <a:gd name="connsiteY1230" fmla="*/ 792809 h 5626483"/>
              <a:gd name="connsiteX1231" fmla="*/ 4386345 w 5324267"/>
              <a:gd name="connsiteY1231" fmla="*/ 790844 h 5626483"/>
              <a:gd name="connsiteX1232" fmla="*/ 4388794 w 5324267"/>
              <a:gd name="connsiteY1232" fmla="*/ 794213 h 5626483"/>
              <a:gd name="connsiteX1233" fmla="*/ 4406846 w 5324267"/>
              <a:gd name="connsiteY1233" fmla="*/ 794135 h 5626483"/>
              <a:gd name="connsiteX1234" fmla="*/ 4412212 w 5324267"/>
              <a:gd name="connsiteY1234" fmla="*/ 797973 h 5626483"/>
              <a:gd name="connsiteX1235" fmla="*/ 4415592 w 5324267"/>
              <a:gd name="connsiteY1235" fmla="*/ 795539 h 5626483"/>
              <a:gd name="connsiteX1236" fmla="*/ 4447385 w 5324267"/>
              <a:gd name="connsiteY1236" fmla="*/ 803619 h 5626483"/>
              <a:gd name="connsiteX1237" fmla="*/ 4456225 w 5324267"/>
              <a:gd name="connsiteY1237" fmla="*/ 805038 h 5626483"/>
              <a:gd name="connsiteX1238" fmla="*/ 4477659 w 5324267"/>
              <a:gd name="connsiteY1238" fmla="*/ 802525 h 5626483"/>
              <a:gd name="connsiteX1239" fmla="*/ 4483024 w 5324267"/>
              <a:gd name="connsiteY1239" fmla="*/ 806363 h 5626483"/>
              <a:gd name="connsiteX1240" fmla="*/ 4494780 w 5324267"/>
              <a:gd name="connsiteY1240" fmla="*/ 808250 h 5626483"/>
              <a:gd name="connsiteX1241" fmla="*/ 4541243 w 5324267"/>
              <a:gd name="connsiteY1241" fmla="*/ 818685 h 5626483"/>
              <a:gd name="connsiteX1242" fmla="*/ 4513403 w 5324267"/>
              <a:gd name="connsiteY1242" fmla="*/ 823242 h 5626483"/>
              <a:gd name="connsiteX1243" fmla="*/ 4522243 w 5324267"/>
              <a:gd name="connsiteY1243" fmla="*/ 824661 h 5626483"/>
              <a:gd name="connsiteX1244" fmla="*/ 4525625 w 5324267"/>
              <a:gd name="connsiteY1244" fmla="*/ 822228 h 5626483"/>
              <a:gd name="connsiteX1245" fmla="*/ 4536915 w 5324267"/>
              <a:gd name="connsiteY1245" fmla="*/ 827015 h 5626483"/>
              <a:gd name="connsiteX1246" fmla="*/ 4546222 w 5324267"/>
              <a:gd name="connsiteY1246" fmla="*/ 825534 h 5626483"/>
              <a:gd name="connsiteX1247" fmla="*/ 4548670 w 5324267"/>
              <a:gd name="connsiteY1247" fmla="*/ 828904 h 5626483"/>
              <a:gd name="connsiteX1248" fmla="*/ 4552052 w 5324267"/>
              <a:gd name="connsiteY1248" fmla="*/ 826470 h 5626483"/>
              <a:gd name="connsiteX1249" fmla="*/ 4560426 w 5324267"/>
              <a:gd name="connsiteY1249" fmla="*/ 830791 h 5626483"/>
              <a:gd name="connsiteX1250" fmla="*/ 4642528 w 5324267"/>
              <a:gd name="connsiteY1250" fmla="*/ 843970 h 5626483"/>
              <a:gd name="connsiteX1251" fmla="*/ 4654750 w 5324267"/>
              <a:gd name="connsiteY1251" fmla="*/ 842955 h 5626483"/>
              <a:gd name="connsiteX1252" fmla="*/ 4663124 w 5324267"/>
              <a:gd name="connsiteY1252" fmla="*/ 847276 h 5626483"/>
              <a:gd name="connsiteX1253" fmla="*/ 4671499 w 5324267"/>
              <a:gd name="connsiteY1253" fmla="*/ 851596 h 5626483"/>
              <a:gd name="connsiteX1254" fmla="*/ 4661727 w 5324267"/>
              <a:gd name="connsiteY1254" fmla="*/ 855981 h 5626483"/>
              <a:gd name="connsiteX1255" fmla="*/ 4654499 w 5324267"/>
              <a:gd name="connsiteY1255" fmla="*/ 863750 h 5626483"/>
              <a:gd name="connsiteX1256" fmla="*/ 4641812 w 5324267"/>
              <a:gd name="connsiteY1256" fmla="*/ 867666 h 5626483"/>
              <a:gd name="connsiteX1257" fmla="*/ 4680460 w 5324267"/>
              <a:gd name="connsiteY1257" fmla="*/ 870894 h 5626483"/>
              <a:gd name="connsiteX1258" fmla="*/ 4689300 w 5324267"/>
              <a:gd name="connsiteY1258" fmla="*/ 872313 h 5626483"/>
              <a:gd name="connsiteX1259" fmla="*/ 4695131 w 5324267"/>
              <a:gd name="connsiteY1259" fmla="*/ 873249 h 5626483"/>
              <a:gd name="connsiteX1260" fmla="*/ 4753815 w 5324267"/>
              <a:gd name="connsiteY1260" fmla="*/ 882669 h 5626483"/>
              <a:gd name="connsiteX1261" fmla="*/ 4773853 w 5324267"/>
              <a:gd name="connsiteY1261" fmla="*/ 888862 h 5626483"/>
              <a:gd name="connsiteX1262" fmla="*/ 4725991 w 5324267"/>
              <a:gd name="connsiteY1262" fmla="*/ 887132 h 5626483"/>
              <a:gd name="connsiteX1263" fmla="*/ 4688369 w 5324267"/>
              <a:gd name="connsiteY1263" fmla="*/ 878116 h 5626483"/>
              <a:gd name="connsiteX1264" fmla="*/ 4658095 w 5324267"/>
              <a:gd name="connsiteY1264" fmla="*/ 879210 h 5626483"/>
              <a:gd name="connsiteX1265" fmla="*/ 4650852 w 5324267"/>
              <a:gd name="connsiteY1265" fmla="*/ 887072 h 5626483"/>
              <a:gd name="connsiteX1266" fmla="*/ 4652264 w 5324267"/>
              <a:gd name="connsiteY1266" fmla="*/ 878274 h 5626483"/>
              <a:gd name="connsiteX1267" fmla="*/ 4626769 w 5324267"/>
              <a:gd name="connsiteY1267" fmla="*/ 868228 h 5626483"/>
              <a:gd name="connsiteX1268" fmla="*/ 4608250 w 5324267"/>
              <a:gd name="connsiteY1268" fmla="*/ 871208 h 5626483"/>
              <a:gd name="connsiteX1269" fmla="*/ 4618595 w 5324267"/>
              <a:gd name="connsiteY1269" fmla="*/ 881894 h 5626483"/>
              <a:gd name="connsiteX1270" fmla="*/ 4607875 w 5324267"/>
              <a:gd name="connsiteY1270" fmla="*/ 892176 h 5626483"/>
              <a:gd name="connsiteX1271" fmla="*/ 4577602 w 5324267"/>
              <a:gd name="connsiteY1271" fmla="*/ 893268 h 5626483"/>
              <a:gd name="connsiteX1272" fmla="*/ 4600646 w 5324267"/>
              <a:gd name="connsiteY1272" fmla="*/ 899944 h 5626483"/>
              <a:gd name="connsiteX1273" fmla="*/ 4622080 w 5324267"/>
              <a:gd name="connsiteY1273" fmla="*/ 897433 h 5626483"/>
              <a:gd name="connsiteX1274" fmla="*/ 4629043 w 5324267"/>
              <a:gd name="connsiteY1274" fmla="*/ 910552 h 5626483"/>
              <a:gd name="connsiteX1275" fmla="*/ 4602150 w 5324267"/>
              <a:gd name="connsiteY1275" fmla="*/ 909212 h 5626483"/>
              <a:gd name="connsiteX1276" fmla="*/ 4578173 w 5324267"/>
              <a:gd name="connsiteY1276" fmla="*/ 908340 h 5626483"/>
              <a:gd name="connsiteX1277" fmla="*/ 4591912 w 5324267"/>
              <a:gd name="connsiteY1277" fmla="*/ 916497 h 5626483"/>
              <a:gd name="connsiteX1278" fmla="*/ 4600753 w 5324267"/>
              <a:gd name="connsiteY1278" fmla="*/ 917916 h 5626483"/>
              <a:gd name="connsiteX1279" fmla="*/ 4615423 w 5324267"/>
              <a:gd name="connsiteY1279" fmla="*/ 920271 h 5626483"/>
              <a:gd name="connsiteX1280" fmla="*/ 4639402 w 5324267"/>
              <a:gd name="connsiteY1280" fmla="*/ 921144 h 5626483"/>
              <a:gd name="connsiteX1281" fmla="*/ 4659437 w 5324267"/>
              <a:gd name="connsiteY1281" fmla="*/ 927337 h 5626483"/>
              <a:gd name="connsiteX1282" fmla="*/ 4662818 w 5324267"/>
              <a:gd name="connsiteY1282" fmla="*/ 924903 h 5626483"/>
              <a:gd name="connsiteX1283" fmla="*/ 4730250 w 5324267"/>
              <a:gd name="connsiteY1283" fmla="*/ 935727 h 5626483"/>
              <a:gd name="connsiteX1284" fmla="*/ 4739556 w 5324267"/>
              <a:gd name="connsiteY1284" fmla="*/ 934246 h 5626483"/>
              <a:gd name="connsiteX1285" fmla="*/ 4798240 w 5324267"/>
              <a:gd name="connsiteY1285" fmla="*/ 943666 h 5626483"/>
              <a:gd name="connsiteX1286" fmla="*/ 4807546 w 5324267"/>
              <a:gd name="connsiteY1286" fmla="*/ 942183 h 5626483"/>
              <a:gd name="connsiteX1287" fmla="*/ 4815921 w 5324267"/>
              <a:gd name="connsiteY1287" fmla="*/ 946504 h 5626483"/>
              <a:gd name="connsiteX1288" fmla="*/ 4819303 w 5324267"/>
              <a:gd name="connsiteY1288" fmla="*/ 944070 h 5626483"/>
              <a:gd name="connsiteX1289" fmla="*/ 4821751 w 5324267"/>
              <a:gd name="connsiteY1289" fmla="*/ 947440 h 5626483"/>
              <a:gd name="connsiteX1290" fmla="*/ 4831058 w 5324267"/>
              <a:gd name="connsiteY1290" fmla="*/ 945957 h 5626483"/>
              <a:gd name="connsiteX1291" fmla="*/ 4948427 w 5324267"/>
              <a:gd name="connsiteY1291" fmla="*/ 964798 h 5626483"/>
              <a:gd name="connsiteX1292" fmla="*/ 4960649 w 5324267"/>
              <a:gd name="connsiteY1292" fmla="*/ 963783 h 5626483"/>
              <a:gd name="connsiteX1293" fmla="*/ 4969024 w 5324267"/>
              <a:gd name="connsiteY1293" fmla="*/ 968104 h 5626483"/>
              <a:gd name="connsiteX1294" fmla="*/ 4972405 w 5324267"/>
              <a:gd name="connsiteY1294" fmla="*/ 965670 h 5626483"/>
              <a:gd name="connsiteX1295" fmla="*/ 4980780 w 5324267"/>
              <a:gd name="connsiteY1295" fmla="*/ 969991 h 5626483"/>
              <a:gd name="connsiteX1296" fmla="*/ 4984160 w 5324267"/>
              <a:gd name="connsiteY1296" fmla="*/ 967557 h 5626483"/>
              <a:gd name="connsiteX1297" fmla="*/ 5042846 w 5324267"/>
              <a:gd name="connsiteY1297" fmla="*/ 976978 h 5626483"/>
              <a:gd name="connsiteX1298" fmla="*/ 5052152 w 5324267"/>
              <a:gd name="connsiteY1298" fmla="*/ 975495 h 5626483"/>
              <a:gd name="connsiteX1299" fmla="*/ 5116667 w 5324267"/>
              <a:gd name="connsiteY1299" fmla="*/ 985851 h 5626483"/>
              <a:gd name="connsiteX1300" fmla="*/ 5125973 w 5324267"/>
              <a:gd name="connsiteY1300" fmla="*/ 984368 h 5626483"/>
              <a:gd name="connsiteX1301" fmla="*/ 5255004 w 5324267"/>
              <a:gd name="connsiteY1301" fmla="*/ 1005081 h 5626483"/>
              <a:gd name="connsiteX1302" fmla="*/ 5281431 w 5324267"/>
              <a:gd name="connsiteY1302" fmla="*/ 1009323 h 5626483"/>
              <a:gd name="connsiteX1303" fmla="*/ 5300430 w 5324267"/>
              <a:gd name="connsiteY1303" fmla="*/ 1003348 h 5626483"/>
              <a:gd name="connsiteX1304" fmla="*/ 5324267 w 5324267"/>
              <a:gd name="connsiteY1304" fmla="*/ 1004089 h 5626483"/>
              <a:gd name="connsiteX1305" fmla="*/ 4605268 w 5324267"/>
              <a:gd name="connsiteY1305" fmla="*/ 5281862 h 5626483"/>
              <a:gd name="connsiteX1306" fmla="*/ 4587400 w 5324267"/>
              <a:gd name="connsiteY1306" fmla="*/ 5291638 h 5626483"/>
              <a:gd name="connsiteX1307" fmla="*/ 4585960 w 5324267"/>
              <a:gd name="connsiteY1307" fmla="*/ 5354455 h 5626483"/>
              <a:gd name="connsiteX1308" fmla="*/ 4592084 w 5324267"/>
              <a:gd name="connsiteY1308" fmla="*/ 5360305 h 5626483"/>
              <a:gd name="connsiteX1309" fmla="*/ 4580084 w 5324267"/>
              <a:gd name="connsiteY1309" fmla="*/ 5431701 h 5626483"/>
              <a:gd name="connsiteX1310" fmla="*/ 4563858 w 5324267"/>
              <a:gd name="connsiteY1310" fmla="*/ 5435087 h 5626483"/>
              <a:gd name="connsiteX1311" fmla="*/ 4572928 w 5324267"/>
              <a:gd name="connsiteY1311" fmla="*/ 5464933 h 5626483"/>
              <a:gd name="connsiteX1312" fmla="*/ 4574323 w 5324267"/>
              <a:gd name="connsiteY1312" fmla="*/ 5465973 h 5626483"/>
              <a:gd name="connsiteX1313" fmla="*/ 4547345 w 5324267"/>
              <a:gd name="connsiteY1313" fmla="*/ 5626483 h 5626483"/>
              <a:gd name="connsiteX1314" fmla="*/ 4449577 w 5324267"/>
              <a:gd name="connsiteY1314" fmla="*/ 5610051 h 5626483"/>
              <a:gd name="connsiteX1315" fmla="*/ 4449519 w 5324267"/>
              <a:gd name="connsiteY1315" fmla="*/ 5609866 h 5626483"/>
              <a:gd name="connsiteX1316" fmla="*/ 4418199 w 5324267"/>
              <a:gd name="connsiteY1316" fmla="*/ 5602744 h 5626483"/>
              <a:gd name="connsiteX1317" fmla="*/ 4417121 w 5324267"/>
              <a:gd name="connsiteY1317" fmla="*/ 5602069 h 5626483"/>
              <a:gd name="connsiteX1318" fmla="*/ 4428037 w 5324267"/>
              <a:gd name="connsiteY1318" fmla="*/ 5576914 h 5626483"/>
              <a:gd name="connsiteX1319" fmla="*/ 4380014 w 5324267"/>
              <a:gd name="connsiteY1319" fmla="*/ 5550478 h 5626483"/>
              <a:gd name="connsiteX1320" fmla="*/ 4387012 w 5324267"/>
              <a:gd name="connsiteY1320" fmla="*/ 5583232 h 5626483"/>
              <a:gd name="connsiteX1321" fmla="*/ 4417121 w 5324267"/>
              <a:gd name="connsiteY1321" fmla="*/ 5602069 h 5626483"/>
              <a:gd name="connsiteX1322" fmla="*/ 4416249 w 5324267"/>
              <a:gd name="connsiteY1322" fmla="*/ 5604077 h 5626483"/>
              <a:gd name="connsiteX1323" fmla="*/ 4418199 w 5324267"/>
              <a:gd name="connsiteY1323" fmla="*/ 5602744 h 5626483"/>
              <a:gd name="connsiteX1324" fmla="*/ 4417740 w 5324267"/>
              <a:gd name="connsiteY1324" fmla="*/ 5604699 h 5626483"/>
              <a:gd name="connsiteX1325" fmla="*/ 4195988 w 5324267"/>
              <a:gd name="connsiteY1325" fmla="*/ 5567428 h 5626483"/>
              <a:gd name="connsiteX1326" fmla="*/ 4194361 w 5324267"/>
              <a:gd name="connsiteY1326" fmla="*/ 5557051 h 5626483"/>
              <a:gd name="connsiteX1327" fmla="*/ 4184080 w 5324267"/>
              <a:gd name="connsiteY1327" fmla="*/ 5525992 h 5626483"/>
              <a:gd name="connsiteX1328" fmla="*/ 4148295 w 5324267"/>
              <a:gd name="connsiteY1328" fmla="*/ 5555858 h 5626483"/>
              <a:gd name="connsiteX1329" fmla="*/ 4147305 w 5324267"/>
              <a:gd name="connsiteY1329" fmla="*/ 5559245 h 5626483"/>
              <a:gd name="connsiteX1330" fmla="*/ 3982940 w 5324267"/>
              <a:gd name="connsiteY1330" fmla="*/ 5531619 h 5626483"/>
              <a:gd name="connsiteX1331" fmla="*/ 3991422 w 5324267"/>
              <a:gd name="connsiteY1331" fmla="*/ 5524045 h 5626483"/>
              <a:gd name="connsiteX1332" fmla="*/ 3990765 w 5324267"/>
              <a:gd name="connsiteY1332" fmla="*/ 5501097 h 5626483"/>
              <a:gd name="connsiteX1333" fmla="*/ 3908189 w 5324267"/>
              <a:gd name="connsiteY1333" fmla="*/ 5519024 h 5626483"/>
              <a:gd name="connsiteX1334" fmla="*/ 3908176 w 5324267"/>
              <a:gd name="connsiteY1334" fmla="*/ 5519053 h 5626483"/>
              <a:gd name="connsiteX1335" fmla="*/ 3699800 w 5324267"/>
              <a:gd name="connsiteY1335" fmla="*/ 5484030 h 5626483"/>
              <a:gd name="connsiteX1336" fmla="*/ 3694332 w 5324267"/>
              <a:gd name="connsiteY1336" fmla="*/ 5472056 h 5626483"/>
              <a:gd name="connsiteX1337" fmla="*/ 3669484 w 5324267"/>
              <a:gd name="connsiteY1337" fmla="*/ 5458226 h 5626483"/>
              <a:gd name="connsiteX1338" fmla="*/ 3652777 w 5324267"/>
              <a:gd name="connsiteY1338" fmla="*/ 5475768 h 5626483"/>
              <a:gd name="connsiteX1339" fmla="*/ 3652728 w 5324267"/>
              <a:gd name="connsiteY1339" fmla="*/ 5476118 h 5626483"/>
              <a:gd name="connsiteX1340" fmla="*/ 0 w 5324267"/>
              <a:gd name="connsiteY1340" fmla="*/ 4862175 h 56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</a:cxnLst>
            <a:rect l="l" t="t" r="r" b="b"/>
            <a:pathLst>
              <a:path w="5324267" h="5626483">
                <a:moveTo>
                  <a:pt x="4289606" y="5480944"/>
                </a:moveTo>
                <a:cubicBezTo>
                  <a:pt x="4281260" y="5480373"/>
                  <a:pt x="4270510" y="5484514"/>
                  <a:pt x="4258794" y="5490755"/>
                </a:cubicBezTo>
                <a:cubicBezTo>
                  <a:pt x="4277050" y="5518160"/>
                  <a:pt x="4288088" y="5526314"/>
                  <a:pt x="4305990" y="5499404"/>
                </a:cubicBezTo>
                <a:cubicBezTo>
                  <a:pt x="4303892" y="5486798"/>
                  <a:pt x="4297951" y="5481515"/>
                  <a:pt x="4289606" y="5480944"/>
                </a:cubicBezTo>
                <a:close/>
                <a:moveTo>
                  <a:pt x="4423284" y="5475604"/>
                </a:moveTo>
                <a:cubicBezTo>
                  <a:pt x="4380702" y="5476094"/>
                  <a:pt x="4383556" y="5495016"/>
                  <a:pt x="4398876" y="5537517"/>
                </a:cubicBezTo>
                <a:cubicBezTo>
                  <a:pt x="4431514" y="5516647"/>
                  <a:pt x="4450486" y="5499260"/>
                  <a:pt x="4423284" y="5475604"/>
                </a:cubicBezTo>
                <a:close/>
                <a:moveTo>
                  <a:pt x="4524236" y="5458565"/>
                </a:moveTo>
                <a:cubicBezTo>
                  <a:pt x="4516102" y="5456639"/>
                  <a:pt x="4504825" y="5461370"/>
                  <a:pt x="4486142" y="5470207"/>
                </a:cubicBezTo>
                <a:cubicBezTo>
                  <a:pt x="4510501" y="5496460"/>
                  <a:pt x="4515749" y="5508973"/>
                  <a:pt x="4543469" y="5486869"/>
                </a:cubicBezTo>
                <a:cubicBezTo>
                  <a:pt x="4537361" y="5469076"/>
                  <a:pt x="4532370" y="5460492"/>
                  <a:pt x="4524236" y="5458565"/>
                </a:cubicBezTo>
                <a:close/>
                <a:moveTo>
                  <a:pt x="4342773" y="5416326"/>
                </a:moveTo>
                <a:cubicBezTo>
                  <a:pt x="4336110" y="5414087"/>
                  <a:pt x="4326609" y="5417488"/>
                  <a:pt x="4311242" y="5424797"/>
                </a:cubicBezTo>
                <a:cubicBezTo>
                  <a:pt x="4325412" y="5455306"/>
                  <a:pt x="4331823" y="5458879"/>
                  <a:pt x="4357268" y="5441683"/>
                </a:cubicBezTo>
                <a:cubicBezTo>
                  <a:pt x="4353259" y="5426440"/>
                  <a:pt x="4349435" y="5418564"/>
                  <a:pt x="4342773" y="5416326"/>
                </a:cubicBezTo>
                <a:close/>
                <a:moveTo>
                  <a:pt x="4161560" y="5409047"/>
                </a:moveTo>
                <a:cubicBezTo>
                  <a:pt x="4149814" y="5412126"/>
                  <a:pt x="4140584" y="5411739"/>
                  <a:pt x="4136757" y="5416170"/>
                </a:cubicBezTo>
                <a:cubicBezTo>
                  <a:pt x="4124751" y="5429849"/>
                  <a:pt x="4114172" y="5428433"/>
                  <a:pt x="4097837" y="5422962"/>
                </a:cubicBezTo>
                <a:cubicBezTo>
                  <a:pt x="4077314" y="5417538"/>
                  <a:pt x="4044966" y="5443247"/>
                  <a:pt x="4063623" y="5465102"/>
                </a:cubicBezTo>
                <a:cubicBezTo>
                  <a:pt x="4075369" y="5470209"/>
                  <a:pt x="4096977" y="5474633"/>
                  <a:pt x="4102240" y="5468437"/>
                </a:cubicBezTo>
                <a:cubicBezTo>
                  <a:pt x="4119283" y="5448526"/>
                  <a:pt x="4133518" y="5469691"/>
                  <a:pt x="4147279" y="5466342"/>
                </a:cubicBezTo>
                <a:cubicBezTo>
                  <a:pt x="4177271" y="5457222"/>
                  <a:pt x="4176777" y="5434340"/>
                  <a:pt x="4161560" y="5409047"/>
                </a:cubicBezTo>
                <a:close/>
                <a:moveTo>
                  <a:pt x="3814543" y="5385242"/>
                </a:moveTo>
                <a:cubicBezTo>
                  <a:pt x="3809518" y="5385818"/>
                  <a:pt x="3804124" y="5390239"/>
                  <a:pt x="3795329" y="5398222"/>
                </a:cubicBezTo>
                <a:cubicBezTo>
                  <a:pt x="3815482" y="5410488"/>
                  <a:pt x="3819852" y="5413742"/>
                  <a:pt x="3831550" y="5395336"/>
                </a:cubicBezTo>
                <a:cubicBezTo>
                  <a:pt x="3824226" y="5387937"/>
                  <a:pt x="3819569" y="5384667"/>
                  <a:pt x="3814543" y="5385242"/>
                </a:cubicBezTo>
                <a:close/>
                <a:moveTo>
                  <a:pt x="3925102" y="5361948"/>
                </a:moveTo>
                <a:cubicBezTo>
                  <a:pt x="3920148" y="5363134"/>
                  <a:pt x="3913961" y="5366035"/>
                  <a:pt x="3905837" y="5371024"/>
                </a:cubicBezTo>
                <a:cubicBezTo>
                  <a:pt x="3926372" y="5392002"/>
                  <a:pt x="3930899" y="5412121"/>
                  <a:pt x="3955408" y="5387527"/>
                </a:cubicBezTo>
                <a:cubicBezTo>
                  <a:pt x="3943728" y="5370269"/>
                  <a:pt x="3939963" y="5358390"/>
                  <a:pt x="3925102" y="5361948"/>
                </a:cubicBezTo>
                <a:close/>
                <a:moveTo>
                  <a:pt x="4220608" y="5331298"/>
                </a:moveTo>
                <a:cubicBezTo>
                  <a:pt x="4212851" y="5328728"/>
                  <a:pt x="4201662" y="5331397"/>
                  <a:pt x="4188055" y="5338221"/>
                </a:cubicBezTo>
                <a:cubicBezTo>
                  <a:pt x="4199258" y="5366163"/>
                  <a:pt x="4214602" y="5378731"/>
                  <a:pt x="4232579" y="5355808"/>
                </a:cubicBezTo>
                <a:cubicBezTo>
                  <a:pt x="4232694" y="5341677"/>
                  <a:pt x="4228366" y="5333868"/>
                  <a:pt x="4220608" y="5331298"/>
                </a:cubicBezTo>
                <a:close/>
                <a:moveTo>
                  <a:pt x="4271612" y="5299159"/>
                </a:moveTo>
                <a:cubicBezTo>
                  <a:pt x="4265156" y="5296807"/>
                  <a:pt x="4257096" y="5299525"/>
                  <a:pt x="4243521" y="5308750"/>
                </a:cubicBezTo>
                <a:cubicBezTo>
                  <a:pt x="4260433" y="5335830"/>
                  <a:pt x="4267239" y="5341336"/>
                  <a:pt x="4290079" y="5319990"/>
                </a:cubicBezTo>
                <a:cubicBezTo>
                  <a:pt x="4282920" y="5308933"/>
                  <a:pt x="4278068" y="5301511"/>
                  <a:pt x="4271612" y="5299159"/>
                </a:cubicBezTo>
                <a:close/>
                <a:moveTo>
                  <a:pt x="4054789" y="5299047"/>
                </a:moveTo>
                <a:cubicBezTo>
                  <a:pt x="4040798" y="5298372"/>
                  <a:pt x="4027631" y="5301441"/>
                  <a:pt x="4019880" y="5309996"/>
                </a:cubicBezTo>
                <a:cubicBezTo>
                  <a:pt x="4016438" y="5341735"/>
                  <a:pt x="4056371" y="5340364"/>
                  <a:pt x="4077487" y="5348686"/>
                </a:cubicBezTo>
                <a:cubicBezTo>
                  <a:pt x="4078104" y="5352174"/>
                  <a:pt x="4078608" y="5355644"/>
                  <a:pt x="4078981" y="5359210"/>
                </a:cubicBezTo>
                <a:cubicBezTo>
                  <a:pt x="4146150" y="5336799"/>
                  <a:pt x="4096761" y="5301073"/>
                  <a:pt x="4054789" y="5299047"/>
                </a:cubicBezTo>
                <a:close/>
                <a:moveTo>
                  <a:pt x="4453230" y="5292585"/>
                </a:moveTo>
                <a:cubicBezTo>
                  <a:pt x="4395727" y="5348517"/>
                  <a:pt x="4395727" y="5348517"/>
                  <a:pt x="4405062" y="5398854"/>
                </a:cubicBezTo>
                <a:cubicBezTo>
                  <a:pt x="4442739" y="5412684"/>
                  <a:pt x="4465020" y="5377803"/>
                  <a:pt x="4494850" y="5367488"/>
                </a:cubicBezTo>
                <a:cubicBezTo>
                  <a:pt x="4510019" y="5338749"/>
                  <a:pt x="4475625" y="5312801"/>
                  <a:pt x="4453230" y="5292585"/>
                </a:cubicBezTo>
                <a:close/>
                <a:moveTo>
                  <a:pt x="4342686" y="5258968"/>
                </a:moveTo>
                <a:cubicBezTo>
                  <a:pt x="4309381" y="5281136"/>
                  <a:pt x="4287184" y="5294630"/>
                  <a:pt x="4319196" y="5320206"/>
                </a:cubicBezTo>
                <a:cubicBezTo>
                  <a:pt x="4360659" y="5323166"/>
                  <a:pt x="4352824" y="5298204"/>
                  <a:pt x="4342686" y="5258968"/>
                </a:cubicBezTo>
                <a:close/>
                <a:moveTo>
                  <a:pt x="4462860" y="5201821"/>
                </a:moveTo>
                <a:cubicBezTo>
                  <a:pt x="4433438" y="5215473"/>
                  <a:pt x="4437566" y="5223251"/>
                  <a:pt x="4449816" y="5245977"/>
                </a:cubicBezTo>
                <a:cubicBezTo>
                  <a:pt x="4480023" y="5237710"/>
                  <a:pt x="4479080" y="5229611"/>
                  <a:pt x="4462860" y="5201821"/>
                </a:cubicBezTo>
                <a:close/>
                <a:moveTo>
                  <a:pt x="4101635" y="5183498"/>
                </a:moveTo>
                <a:cubicBezTo>
                  <a:pt x="4094417" y="5184190"/>
                  <a:pt x="4085345" y="5186838"/>
                  <a:pt x="4073766" y="5191639"/>
                </a:cubicBezTo>
                <a:cubicBezTo>
                  <a:pt x="4094559" y="5222130"/>
                  <a:pt x="4104548" y="5261577"/>
                  <a:pt x="4134095" y="5224790"/>
                </a:cubicBezTo>
                <a:cubicBezTo>
                  <a:pt x="4128246" y="5196952"/>
                  <a:pt x="4123288" y="5181422"/>
                  <a:pt x="4101635" y="5183498"/>
                </a:cubicBezTo>
                <a:close/>
                <a:moveTo>
                  <a:pt x="4574030" y="5158836"/>
                </a:moveTo>
                <a:cubicBezTo>
                  <a:pt x="4564613" y="5160013"/>
                  <a:pt x="4555879" y="5166866"/>
                  <a:pt x="4554707" y="5178845"/>
                </a:cubicBezTo>
                <a:cubicBezTo>
                  <a:pt x="4560891" y="5204718"/>
                  <a:pt x="4562088" y="5232035"/>
                  <a:pt x="4585294" y="5250039"/>
                </a:cubicBezTo>
                <a:cubicBezTo>
                  <a:pt x="4591691" y="5244020"/>
                  <a:pt x="4602985" y="5234907"/>
                  <a:pt x="4602220" y="5233852"/>
                </a:cubicBezTo>
                <a:cubicBezTo>
                  <a:pt x="4589316" y="5213831"/>
                  <a:pt x="4597505" y="5193357"/>
                  <a:pt x="4597447" y="5172883"/>
                </a:cubicBezTo>
                <a:cubicBezTo>
                  <a:pt x="4593546" y="5162158"/>
                  <a:pt x="4583447" y="5157660"/>
                  <a:pt x="4574030" y="5158836"/>
                </a:cubicBezTo>
                <a:close/>
                <a:moveTo>
                  <a:pt x="4273401" y="5149227"/>
                </a:moveTo>
                <a:cubicBezTo>
                  <a:pt x="4268158" y="5151566"/>
                  <a:pt x="4262897" y="5154020"/>
                  <a:pt x="4257768" y="5156377"/>
                </a:cubicBezTo>
                <a:cubicBezTo>
                  <a:pt x="4257594" y="5170149"/>
                  <a:pt x="4257306" y="5183903"/>
                  <a:pt x="4257138" y="5196156"/>
                </a:cubicBezTo>
                <a:cubicBezTo>
                  <a:pt x="4270524" y="5209354"/>
                  <a:pt x="4293101" y="5185979"/>
                  <a:pt x="4294020" y="5179340"/>
                </a:cubicBezTo>
                <a:cubicBezTo>
                  <a:pt x="4293112" y="5168791"/>
                  <a:pt x="4280890" y="5159283"/>
                  <a:pt x="4273401" y="5149227"/>
                </a:cubicBezTo>
                <a:close/>
                <a:moveTo>
                  <a:pt x="4463905" y="5113226"/>
                </a:moveTo>
                <a:cubicBezTo>
                  <a:pt x="4412889" y="5101525"/>
                  <a:pt x="4421449" y="5145661"/>
                  <a:pt x="4441354" y="5184082"/>
                </a:cubicBezTo>
                <a:cubicBezTo>
                  <a:pt x="4478516" y="5164737"/>
                  <a:pt x="4510366" y="5134039"/>
                  <a:pt x="4463905" y="5113226"/>
                </a:cubicBezTo>
                <a:close/>
                <a:moveTo>
                  <a:pt x="4319200" y="5096849"/>
                </a:moveTo>
                <a:cubicBezTo>
                  <a:pt x="4302099" y="5110435"/>
                  <a:pt x="4292021" y="5118453"/>
                  <a:pt x="4281944" y="5126470"/>
                </a:cubicBezTo>
                <a:cubicBezTo>
                  <a:pt x="4300992" y="5151777"/>
                  <a:pt x="4312050" y="5162039"/>
                  <a:pt x="4340600" y="5139830"/>
                </a:cubicBezTo>
                <a:cubicBezTo>
                  <a:pt x="4334851" y="5128292"/>
                  <a:pt x="4329119" y="5116640"/>
                  <a:pt x="4319200" y="5096849"/>
                </a:cubicBezTo>
                <a:close/>
                <a:moveTo>
                  <a:pt x="4047327" y="5093382"/>
                </a:moveTo>
                <a:cubicBezTo>
                  <a:pt x="4040615" y="5092732"/>
                  <a:pt x="4032821" y="5094534"/>
                  <a:pt x="4024852" y="5099460"/>
                </a:cubicBezTo>
                <a:cubicBezTo>
                  <a:pt x="4012599" y="5110997"/>
                  <a:pt x="4020102" y="5122458"/>
                  <a:pt x="4054071" y="5147403"/>
                </a:cubicBezTo>
                <a:cubicBezTo>
                  <a:pt x="4077869" y="5119366"/>
                  <a:pt x="4067464" y="5095335"/>
                  <a:pt x="4047327" y="5093382"/>
                </a:cubicBezTo>
                <a:close/>
                <a:moveTo>
                  <a:pt x="4563376" y="5025770"/>
                </a:moveTo>
                <a:cubicBezTo>
                  <a:pt x="4521631" y="5025464"/>
                  <a:pt x="4503932" y="5081756"/>
                  <a:pt x="4549325" y="5094977"/>
                </a:cubicBezTo>
                <a:cubicBezTo>
                  <a:pt x="4602227" y="5106505"/>
                  <a:pt x="4605181" y="5060774"/>
                  <a:pt x="4582626" y="5029657"/>
                </a:cubicBezTo>
                <a:cubicBezTo>
                  <a:pt x="4575795" y="5027013"/>
                  <a:pt x="4569340" y="5025814"/>
                  <a:pt x="4563376" y="5025770"/>
                </a:cubicBezTo>
                <a:close/>
                <a:moveTo>
                  <a:pt x="4183532" y="5025517"/>
                </a:moveTo>
                <a:cubicBezTo>
                  <a:pt x="4153682" y="5025537"/>
                  <a:pt x="4077026" y="5034512"/>
                  <a:pt x="4122981" y="5074190"/>
                </a:cubicBezTo>
                <a:cubicBezTo>
                  <a:pt x="4160102" y="5087115"/>
                  <a:pt x="4202400" y="5074301"/>
                  <a:pt x="4183532" y="5025517"/>
                </a:cubicBezTo>
                <a:close/>
                <a:moveTo>
                  <a:pt x="4284787" y="5007751"/>
                </a:moveTo>
                <a:cubicBezTo>
                  <a:pt x="4256758" y="5025129"/>
                  <a:pt x="4249542" y="5036399"/>
                  <a:pt x="4275629" y="5053800"/>
                </a:cubicBezTo>
                <a:cubicBezTo>
                  <a:pt x="4302076" y="5051026"/>
                  <a:pt x="4296703" y="5031127"/>
                  <a:pt x="4284787" y="5007751"/>
                </a:cubicBezTo>
                <a:close/>
                <a:moveTo>
                  <a:pt x="4479028" y="4979816"/>
                </a:moveTo>
                <a:cubicBezTo>
                  <a:pt x="4451455" y="4993524"/>
                  <a:pt x="4461168" y="5001237"/>
                  <a:pt x="4473074" y="5019466"/>
                </a:cubicBezTo>
                <a:cubicBezTo>
                  <a:pt x="4497098" y="5015846"/>
                  <a:pt x="4486626" y="4999596"/>
                  <a:pt x="4479028" y="4979816"/>
                </a:cubicBezTo>
                <a:close/>
                <a:moveTo>
                  <a:pt x="4211083" y="4924180"/>
                </a:moveTo>
                <a:cubicBezTo>
                  <a:pt x="4202693" y="4922652"/>
                  <a:pt x="4192277" y="4924791"/>
                  <a:pt x="4181049" y="4932745"/>
                </a:cubicBezTo>
                <a:cubicBezTo>
                  <a:pt x="4186441" y="4946568"/>
                  <a:pt x="4191948" y="4960407"/>
                  <a:pt x="4199158" y="4978956"/>
                </a:cubicBezTo>
                <a:cubicBezTo>
                  <a:pt x="4243193" y="4966355"/>
                  <a:pt x="4236254" y="4928765"/>
                  <a:pt x="4211083" y="4924180"/>
                </a:cubicBezTo>
                <a:close/>
                <a:moveTo>
                  <a:pt x="4632336" y="4918717"/>
                </a:moveTo>
                <a:cubicBezTo>
                  <a:pt x="4618099" y="4925851"/>
                  <a:pt x="4607769" y="4931022"/>
                  <a:pt x="4597552" y="4936211"/>
                </a:cubicBezTo>
                <a:cubicBezTo>
                  <a:pt x="4607988" y="4966840"/>
                  <a:pt x="4620777" y="4962287"/>
                  <a:pt x="4645869" y="4951817"/>
                </a:cubicBezTo>
                <a:cubicBezTo>
                  <a:pt x="4642182" y="4942705"/>
                  <a:pt x="4638397" y="4933461"/>
                  <a:pt x="4632336" y="4918717"/>
                </a:cubicBezTo>
                <a:close/>
                <a:moveTo>
                  <a:pt x="4390795" y="4882176"/>
                </a:moveTo>
                <a:cubicBezTo>
                  <a:pt x="4386375" y="4882787"/>
                  <a:pt x="4381324" y="4885113"/>
                  <a:pt x="4375319" y="4889731"/>
                </a:cubicBezTo>
                <a:cubicBezTo>
                  <a:pt x="4380076" y="4900179"/>
                  <a:pt x="4384947" y="4910645"/>
                  <a:pt x="4391767" y="4925742"/>
                </a:cubicBezTo>
                <a:cubicBezTo>
                  <a:pt x="4405615" y="4917377"/>
                  <a:pt x="4413833" y="4912345"/>
                  <a:pt x="4422164" y="4907329"/>
                </a:cubicBezTo>
                <a:cubicBezTo>
                  <a:pt x="4411624" y="4893933"/>
                  <a:pt x="4404054" y="4880341"/>
                  <a:pt x="4390795" y="4882176"/>
                </a:cubicBezTo>
                <a:close/>
                <a:moveTo>
                  <a:pt x="4967111" y="944561"/>
                </a:moveTo>
                <a:cubicBezTo>
                  <a:pt x="4977478" y="944880"/>
                  <a:pt x="4983389" y="948326"/>
                  <a:pt x="4990156" y="951236"/>
                </a:cubicBezTo>
                <a:cubicBezTo>
                  <a:pt x="4987557" y="965030"/>
                  <a:pt x="4963969" y="956923"/>
                  <a:pt x="4967111" y="944561"/>
                </a:cubicBezTo>
                <a:close/>
                <a:moveTo>
                  <a:pt x="5065012" y="941877"/>
                </a:moveTo>
                <a:cubicBezTo>
                  <a:pt x="5068668" y="942764"/>
                  <a:pt x="5072828" y="944344"/>
                  <a:pt x="5075550" y="943917"/>
                </a:cubicBezTo>
                <a:cubicBezTo>
                  <a:pt x="5071941" y="954380"/>
                  <a:pt x="5060764" y="950089"/>
                  <a:pt x="5057498" y="943996"/>
                </a:cubicBezTo>
                <a:cubicBezTo>
                  <a:pt x="5058205" y="940797"/>
                  <a:pt x="5061357" y="940991"/>
                  <a:pt x="5065012" y="941877"/>
                </a:cubicBezTo>
                <a:close/>
                <a:moveTo>
                  <a:pt x="4982173" y="925855"/>
                </a:moveTo>
                <a:cubicBezTo>
                  <a:pt x="4996599" y="929131"/>
                  <a:pt x="5009144" y="929705"/>
                  <a:pt x="5020726" y="929067"/>
                </a:cubicBezTo>
                <a:cubicBezTo>
                  <a:pt x="5022218" y="936603"/>
                  <a:pt x="4998045" y="932147"/>
                  <a:pt x="5013484" y="936931"/>
                </a:cubicBezTo>
                <a:cubicBezTo>
                  <a:pt x="5005695" y="945186"/>
                  <a:pt x="4989041" y="941360"/>
                  <a:pt x="4973998" y="939521"/>
                </a:cubicBezTo>
                <a:cubicBezTo>
                  <a:pt x="4973184" y="930173"/>
                  <a:pt x="4982893" y="935188"/>
                  <a:pt x="4982173" y="925855"/>
                </a:cubicBezTo>
                <a:close/>
                <a:moveTo>
                  <a:pt x="5063395" y="923638"/>
                </a:moveTo>
                <a:cubicBezTo>
                  <a:pt x="5067378" y="924362"/>
                  <a:pt x="5072292" y="926351"/>
                  <a:pt x="5075444" y="925945"/>
                </a:cubicBezTo>
                <a:cubicBezTo>
                  <a:pt x="5073866" y="933373"/>
                  <a:pt x="5064638" y="930164"/>
                  <a:pt x="5056925" y="928926"/>
                </a:cubicBezTo>
                <a:cubicBezTo>
                  <a:pt x="5056356" y="923457"/>
                  <a:pt x="5059410" y="922915"/>
                  <a:pt x="5063395" y="923638"/>
                </a:cubicBezTo>
                <a:close/>
                <a:moveTo>
                  <a:pt x="4896580" y="915188"/>
                </a:moveTo>
                <a:cubicBezTo>
                  <a:pt x="4901440" y="916160"/>
                  <a:pt x="4942670" y="921338"/>
                  <a:pt x="4922541" y="922332"/>
                </a:cubicBezTo>
                <a:cubicBezTo>
                  <a:pt x="4920285" y="929171"/>
                  <a:pt x="4936246" y="922900"/>
                  <a:pt x="4929969" y="932550"/>
                </a:cubicBezTo>
                <a:cubicBezTo>
                  <a:pt x="4914342" y="927737"/>
                  <a:pt x="4905604" y="932288"/>
                  <a:pt x="4891320" y="929322"/>
                </a:cubicBezTo>
                <a:cubicBezTo>
                  <a:pt x="4894306" y="926345"/>
                  <a:pt x="4896438" y="922079"/>
                  <a:pt x="4896580" y="915188"/>
                </a:cubicBezTo>
                <a:close/>
                <a:moveTo>
                  <a:pt x="4660109" y="903477"/>
                </a:moveTo>
                <a:cubicBezTo>
                  <a:pt x="4663331" y="903982"/>
                  <a:pt x="4666702" y="905219"/>
                  <a:pt x="4669578" y="905633"/>
                </a:cubicBezTo>
                <a:cubicBezTo>
                  <a:pt x="4674201" y="906280"/>
                  <a:pt x="4681368" y="907910"/>
                  <a:pt x="4687164" y="908456"/>
                </a:cubicBezTo>
                <a:cubicBezTo>
                  <a:pt x="4692006" y="908945"/>
                  <a:pt x="4692540" y="906823"/>
                  <a:pt x="4696470" y="906974"/>
                </a:cubicBezTo>
                <a:cubicBezTo>
                  <a:pt x="4716502" y="907788"/>
                  <a:pt x="4738472" y="915155"/>
                  <a:pt x="4758070" y="916862"/>
                </a:cubicBezTo>
                <a:cubicBezTo>
                  <a:pt x="4764056" y="917438"/>
                  <a:pt x="4766406" y="915415"/>
                  <a:pt x="4770293" y="915848"/>
                </a:cubicBezTo>
                <a:cubicBezTo>
                  <a:pt x="4776827" y="916608"/>
                  <a:pt x="4783531" y="924117"/>
                  <a:pt x="4793804" y="919622"/>
                </a:cubicBezTo>
                <a:cubicBezTo>
                  <a:pt x="4796088" y="924020"/>
                  <a:pt x="4800663" y="926771"/>
                  <a:pt x="4804147" y="930307"/>
                </a:cubicBezTo>
                <a:cubicBezTo>
                  <a:pt x="4805316" y="927231"/>
                  <a:pt x="4810294" y="929277"/>
                  <a:pt x="4810909" y="925439"/>
                </a:cubicBezTo>
                <a:cubicBezTo>
                  <a:pt x="4807708" y="924350"/>
                  <a:pt x="4809777" y="922281"/>
                  <a:pt x="4811376" y="922538"/>
                </a:cubicBezTo>
                <a:cubicBezTo>
                  <a:pt x="4837768" y="926390"/>
                  <a:pt x="4858590" y="930693"/>
                  <a:pt x="4878806" y="933362"/>
                </a:cubicBezTo>
                <a:cubicBezTo>
                  <a:pt x="4885231" y="934202"/>
                  <a:pt x="4886611" y="932214"/>
                  <a:pt x="4891028" y="932348"/>
                </a:cubicBezTo>
                <a:cubicBezTo>
                  <a:pt x="4891701" y="932359"/>
                  <a:pt x="4896557" y="932756"/>
                  <a:pt x="4896858" y="933284"/>
                </a:cubicBezTo>
                <a:cubicBezTo>
                  <a:pt x="4899267" y="937511"/>
                  <a:pt x="4898156" y="933012"/>
                  <a:pt x="4902689" y="934220"/>
                </a:cubicBezTo>
                <a:cubicBezTo>
                  <a:pt x="4907772" y="935611"/>
                  <a:pt x="4908509" y="938226"/>
                  <a:pt x="4913980" y="939008"/>
                </a:cubicBezTo>
                <a:cubicBezTo>
                  <a:pt x="4926142" y="940769"/>
                  <a:pt x="4940461" y="935098"/>
                  <a:pt x="4952068" y="945122"/>
                </a:cubicBezTo>
                <a:cubicBezTo>
                  <a:pt x="4947898" y="951270"/>
                  <a:pt x="4933455" y="943287"/>
                  <a:pt x="4925175" y="943782"/>
                </a:cubicBezTo>
                <a:cubicBezTo>
                  <a:pt x="4916083" y="939731"/>
                  <a:pt x="4919584" y="952774"/>
                  <a:pt x="4912007" y="950694"/>
                </a:cubicBezTo>
                <a:cubicBezTo>
                  <a:pt x="4904826" y="949157"/>
                  <a:pt x="4900349" y="949399"/>
                  <a:pt x="4894421" y="947871"/>
                </a:cubicBezTo>
                <a:cubicBezTo>
                  <a:pt x="4889417" y="946588"/>
                  <a:pt x="4884478" y="943106"/>
                  <a:pt x="4880216" y="942614"/>
                </a:cubicBezTo>
                <a:cubicBezTo>
                  <a:pt x="4870077" y="941467"/>
                  <a:pt x="4860547" y="949155"/>
                  <a:pt x="4847026" y="943240"/>
                </a:cubicBezTo>
                <a:cubicBezTo>
                  <a:pt x="4835383" y="941851"/>
                  <a:pt x="4848688" y="938897"/>
                  <a:pt x="4842608" y="933504"/>
                </a:cubicBezTo>
                <a:cubicBezTo>
                  <a:pt x="4835686" y="933353"/>
                  <a:pt x="4831397" y="931225"/>
                  <a:pt x="4828402" y="928247"/>
                </a:cubicBezTo>
                <a:cubicBezTo>
                  <a:pt x="4818226" y="926134"/>
                  <a:pt x="4817216" y="936629"/>
                  <a:pt x="4808938" y="937126"/>
                </a:cubicBezTo>
                <a:cubicBezTo>
                  <a:pt x="4804968" y="933607"/>
                  <a:pt x="4800398" y="938635"/>
                  <a:pt x="4799631" y="938607"/>
                </a:cubicBezTo>
                <a:cubicBezTo>
                  <a:pt x="4794289" y="938230"/>
                  <a:pt x="4793950" y="934335"/>
                  <a:pt x="4788341" y="933819"/>
                </a:cubicBezTo>
                <a:cubicBezTo>
                  <a:pt x="4783015" y="933348"/>
                  <a:pt x="4781698" y="935537"/>
                  <a:pt x="4776120" y="934833"/>
                </a:cubicBezTo>
                <a:cubicBezTo>
                  <a:pt x="4768096" y="933738"/>
                  <a:pt x="4759285" y="929730"/>
                  <a:pt x="4752703" y="931074"/>
                </a:cubicBezTo>
                <a:cubicBezTo>
                  <a:pt x="4742294" y="931612"/>
                  <a:pt x="4750848" y="918583"/>
                  <a:pt x="4739443" y="919921"/>
                </a:cubicBezTo>
                <a:cubicBezTo>
                  <a:pt x="4731858" y="916686"/>
                  <a:pt x="4732729" y="925084"/>
                  <a:pt x="4729191" y="927299"/>
                </a:cubicBezTo>
                <a:cubicBezTo>
                  <a:pt x="4703949" y="927089"/>
                  <a:pt x="4675088" y="921784"/>
                  <a:pt x="4649181" y="920313"/>
                </a:cubicBezTo>
                <a:cubicBezTo>
                  <a:pt x="4651069" y="916968"/>
                  <a:pt x="4653905" y="914927"/>
                  <a:pt x="4658953" y="915930"/>
                </a:cubicBezTo>
                <a:cubicBezTo>
                  <a:pt x="4660460" y="909546"/>
                  <a:pt x="4658011" y="906176"/>
                  <a:pt x="4651525" y="905711"/>
                </a:cubicBezTo>
                <a:cubicBezTo>
                  <a:pt x="4653810" y="903198"/>
                  <a:pt x="4656885" y="902971"/>
                  <a:pt x="4660109" y="903477"/>
                </a:cubicBezTo>
                <a:close/>
                <a:moveTo>
                  <a:pt x="4801142" y="902262"/>
                </a:moveTo>
                <a:cubicBezTo>
                  <a:pt x="4808486" y="900128"/>
                  <a:pt x="4819179" y="907876"/>
                  <a:pt x="4818059" y="917562"/>
                </a:cubicBezTo>
                <a:cubicBezTo>
                  <a:pt x="4809259" y="915286"/>
                  <a:pt x="4808968" y="906885"/>
                  <a:pt x="4795479" y="907984"/>
                </a:cubicBezTo>
                <a:cubicBezTo>
                  <a:pt x="4796620" y="904783"/>
                  <a:pt x="4798695" y="902974"/>
                  <a:pt x="4801142" y="902262"/>
                </a:cubicBezTo>
                <a:close/>
                <a:moveTo>
                  <a:pt x="4475548" y="895610"/>
                </a:moveTo>
                <a:cubicBezTo>
                  <a:pt x="4470027" y="896355"/>
                  <a:pt x="4463175" y="895160"/>
                  <a:pt x="4459945" y="899058"/>
                </a:cubicBezTo>
                <a:cubicBezTo>
                  <a:pt x="4484626" y="902156"/>
                  <a:pt x="4512720" y="909835"/>
                  <a:pt x="4533767" y="907931"/>
                </a:cubicBezTo>
                <a:cubicBezTo>
                  <a:pt x="4543047" y="907212"/>
                  <a:pt x="4544008" y="912647"/>
                  <a:pt x="4550888" y="913656"/>
                </a:cubicBezTo>
                <a:cubicBezTo>
                  <a:pt x="4551739" y="905344"/>
                  <a:pt x="4568554" y="918989"/>
                  <a:pt x="4569405" y="910677"/>
                </a:cubicBezTo>
                <a:cubicBezTo>
                  <a:pt x="4533391" y="907870"/>
                  <a:pt x="4513571" y="894320"/>
                  <a:pt x="4489753" y="900866"/>
                </a:cubicBezTo>
                <a:cubicBezTo>
                  <a:pt x="4486758" y="897890"/>
                  <a:pt x="4482469" y="895761"/>
                  <a:pt x="4475548" y="895610"/>
                </a:cubicBezTo>
                <a:close/>
                <a:moveTo>
                  <a:pt x="4863735" y="895033"/>
                </a:moveTo>
                <a:cubicBezTo>
                  <a:pt x="4891421" y="907063"/>
                  <a:pt x="4913357" y="900214"/>
                  <a:pt x="4936625" y="909710"/>
                </a:cubicBezTo>
                <a:cubicBezTo>
                  <a:pt x="4929759" y="915233"/>
                  <a:pt x="4918878" y="908494"/>
                  <a:pt x="4906818" y="907902"/>
                </a:cubicBezTo>
                <a:cubicBezTo>
                  <a:pt x="4892377" y="907120"/>
                  <a:pt x="4876680" y="912954"/>
                  <a:pt x="4867703" y="907576"/>
                </a:cubicBezTo>
                <a:cubicBezTo>
                  <a:pt x="4860373" y="911777"/>
                  <a:pt x="4854005" y="917188"/>
                  <a:pt x="4839959" y="912148"/>
                </a:cubicBezTo>
                <a:cubicBezTo>
                  <a:pt x="4841428" y="904799"/>
                  <a:pt x="4850670" y="907915"/>
                  <a:pt x="4858476" y="909168"/>
                </a:cubicBezTo>
                <a:cubicBezTo>
                  <a:pt x="4862757" y="907742"/>
                  <a:pt x="4858219" y="901157"/>
                  <a:pt x="4863735" y="895033"/>
                </a:cubicBezTo>
                <a:close/>
                <a:moveTo>
                  <a:pt x="5050324" y="894932"/>
                </a:moveTo>
                <a:cubicBezTo>
                  <a:pt x="5070228" y="900143"/>
                  <a:pt x="5086576" y="898063"/>
                  <a:pt x="5103083" y="903401"/>
                </a:cubicBezTo>
                <a:cubicBezTo>
                  <a:pt x="5107492" y="904781"/>
                  <a:pt x="5112023" y="910213"/>
                  <a:pt x="5116823" y="911560"/>
                </a:cubicBezTo>
                <a:cubicBezTo>
                  <a:pt x="5126800" y="914313"/>
                  <a:pt x="5137648" y="914039"/>
                  <a:pt x="5149081" y="916738"/>
                </a:cubicBezTo>
                <a:cubicBezTo>
                  <a:pt x="5149119" y="920105"/>
                  <a:pt x="5151742" y="918798"/>
                  <a:pt x="5151997" y="917206"/>
                </a:cubicBezTo>
                <a:cubicBezTo>
                  <a:pt x="5158903" y="917451"/>
                  <a:pt x="5153921" y="926252"/>
                  <a:pt x="5159424" y="927425"/>
                </a:cubicBezTo>
                <a:cubicBezTo>
                  <a:pt x="5171854" y="931724"/>
                  <a:pt x="5177851" y="915403"/>
                  <a:pt x="5186782" y="925863"/>
                </a:cubicBezTo>
                <a:cubicBezTo>
                  <a:pt x="5183828" y="935854"/>
                  <a:pt x="5176980" y="939460"/>
                  <a:pt x="5164403" y="934272"/>
                </a:cubicBezTo>
                <a:cubicBezTo>
                  <a:pt x="5158155" y="931733"/>
                  <a:pt x="5159019" y="932352"/>
                  <a:pt x="5146816" y="931449"/>
                </a:cubicBezTo>
                <a:cubicBezTo>
                  <a:pt x="5141851" y="931132"/>
                  <a:pt x="5137080" y="929599"/>
                  <a:pt x="5132145" y="929094"/>
                </a:cubicBezTo>
                <a:cubicBezTo>
                  <a:pt x="5127641" y="939125"/>
                  <a:pt x="5143066" y="934976"/>
                  <a:pt x="5148800" y="937721"/>
                </a:cubicBezTo>
                <a:cubicBezTo>
                  <a:pt x="5149607" y="945915"/>
                  <a:pt x="5135321" y="933348"/>
                  <a:pt x="5136112" y="941637"/>
                </a:cubicBezTo>
                <a:cubicBezTo>
                  <a:pt x="5126738" y="942340"/>
                  <a:pt x="5125857" y="937014"/>
                  <a:pt x="5119101" y="935834"/>
                </a:cubicBezTo>
                <a:cubicBezTo>
                  <a:pt x="5119257" y="928849"/>
                  <a:pt x="5115302" y="922837"/>
                  <a:pt x="5121911" y="918330"/>
                </a:cubicBezTo>
                <a:cubicBezTo>
                  <a:pt x="5123628" y="913036"/>
                  <a:pt x="5112205" y="916292"/>
                  <a:pt x="5110621" y="913541"/>
                </a:cubicBezTo>
                <a:cubicBezTo>
                  <a:pt x="5108276" y="909515"/>
                  <a:pt x="5105782" y="911228"/>
                  <a:pt x="5096416" y="908284"/>
                </a:cubicBezTo>
                <a:cubicBezTo>
                  <a:pt x="5092274" y="907043"/>
                  <a:pt x="5091332" y="904491"/>
                  <a:pt x="5088041" y="903963"/>
                </a:cubicBezTo>
                <a:cubicBezTo>
                  <a:pt x="5081363" y="902891"/>
                  <a:pt x="5068059" y="908245"/>
                  <a:pt x="5061614" y="899721"/>
                </a:cubicBezTo>
                <a:cubicBezTo>
                  <a:pt x="5057698" y="899476"/>
                  <a:pt x="5040284" y="896777"/>
                  <a:pt x="5050324" y="894932"/>
                </a:cubicBezTo>
                <a:close/>
                <a:moveTo>
                  <a:pt x="4437716" y="893366"/>
                </a:moveTo>
                <a:cubicBezTo>
                  <a:pt x="4436294" y="892837"/>
                  <a:pt x="4435431" y="893106"/>
                  <a:pt x="4433517" y="894816"/>
                </a:cubicBezTo>
                <a:cubicBezTo>
                  <a:pt x="4432832" y="895473"/>
                  <a:pt x="4428672" y="893749"/>
                  <a:pt x="4427687" y="893881"/>
                </a:cubicBezTo>
                <a:cubicBezTo>
                  <a:pt x="4407770" y="895963"/>
                  <a:pt x="4448091" y="901379"/>
                  <a:pt x="4445272" y="896703"/>
                </a:cubicBezTo>
                <a:cubicBezTo>
                  <a:pt x="4441120" y="895221"/>
                  <a:pt x="4439139" y="893894"/>
                  <a:pt x="4437716" y="893366"/>
                </a:cubicBezTo>
                <a:close/>
                <a:moveTo>
                  <a:pt x="4933526" y="891162"/>
                </a:moveTo>
                <a:cubicBezTo>
                  <a:pt x="4943253" y="889459"/>
                  <a:pt x="4949374" y="891594"/>
                  <a:pt x="4959953" y="895404"/>
                </a:cubicBezTo>
                <a:cubicBezTo>
                  <a:pt x="4961076" y="906434"/>
                  <a:pt x="4946396" y="895724"/>
                  <a:pt x="4946318" y="905217"/>
                </a:cubicBezTo>
                <a:cubicBezTo>
                  <a:pt x="4939441" y="902385"/>
                  <a:pt x="4931677" y="900274"/>
                  <a:pt x="4933526" y="891162"/>
                </a:cubicBezTo>
                <a:close/>
                <a:moveTo>
                  <a:pt x="4812182" y="889494"/>
                </a:moveTo>
                <a:cubicBezTo>
                  <a:pt x="4817167" y="889766"/>
                  <a:pt x="4822757" y="892199"/>
                  <a:pt x="4824715" y="894722"/>
                </a:cubicBezTo>
                <a:cubicBezTo>
                  <a:pt x="4819668" y="898521"/>
                  <a:pt x="4812266" y="898965"/>
                  <a:pt x="4803283" y="897235"/>
                </a:cubicBezTo>
                <a:cubicBezTo>
                  <a:pt x="4802818" y="891111"/>
                  <a:pt x="4807197" y="889222"/>
                  <a:pt x="4812182" y="889494"/>
                </a:cubicBezTo>
                <a:close/>
                <a:moveTo>
                  <a:pt x="4678109" y="889143"/>
                </a:moveTo>
                <a:cubicBezTo>
                  <a:pt x="4681758" y="891649"/>
                  <a:pt x="4682572" y="896197"/>
                  <a:pt x="4682077" y="901687"/>
                </a:cubicBezTo>
                <a:cubicBezTo>
                  <a:pt x="4672636" y="901611"/>
                  <a:pt x="4671265" y="895726"/>
                  <a:pt x="4665422" y="893060"/>
                </a:cubicBezTo>
                <a:cubicBezTo>
                  <a:pt x="4664615" y="884866"/>
                  <a:pt x="4678901" y="897432"/>
                  <a:pt x="4678109" y="889143"/>
                </a:cubicBezTo>
                <a:close/>
                <a:moveTo>
                  <a:pt x="4978206" y="888323"/>
                </a:moveTo>
                <a:cubicBezTo>
                  <a:pt x="4980754" y="887971"/>
                  <a:pt x="4982693" y="895718"/>
                  <a:pt x="4983836" y="896262"/>
                </a:cubicBezTo>
                <a:cubicBezTo>
                  <a:pt x="4986349" y="897433"/>
                  <a:pt x="4990088" y="896977"/>
                  <a:pt x="4992677" y="897681"/>
                </a:cubicBezTo>
                <a:cubicBezTo>
                  <a:pt x="4997209" y="898888"/>
                  <a:pt x="4997349" y="901023"/>
                  <a:pt x="5001051" y="902002"/>
                </a:cubicBezTo>
                <a:cubicBezTo>
                  <a:pt x="5006227" y="903408"/>
                  <a:pt x="5007784" y="899721"/>
                  <a:pt x="5013272" y="900987"/>
                </a:cubicBezTo>
                <a:cubicBezTo>
                  <a:pt x="5015688" y="901566"/>
                  <a:pt x="5017220" y="905845"/>
                  <a:pt x="5021539" y="905386"/>
                </a:cubicBezTo>
                <a:cubicBezTo>
                  <a:pt x="5021138" y="913291"/>
                  <a:pt x="5014207" y="911986"/>
                  <a:pt x="5008370" y="912298"/>
                </a:cubicBezTo>
                <a:cubicBezTo>
                  <a:pt x="5003185" y="921163"/>
                  <a:pt x="5017508" y="916069"/>
                  <a:pt x="5012323" y="924934"/>
                </a:cubicBezTo>
                <a:cubicBezTo>
                  <a:pt x="4997872" y="920598"/>
                  <a:pt x="4989934" y="927390"/>
                  <a:pt x="4980064" y="919756"/>
                </a:cubicBezTo>
                <a:cubicBezTo>
                  <a:pt x="4981462" y="911050"/>
                  <a:pt x="4994491" y="918231"/>
                  <a:pt x="4999064" y="913781"/>
                </a:cubicBezTo>
                <a:cubicBezTo>
                  <a:pt x="4998843" y="904335"/>
                  <a:pt x="4982763" y="906555"/>
                  <a:pt x="4976964" y="901207"/>
                </a:cubicBezTo>
                <a:cubicBezTo>
                  <a:pt x="4976105" y="894541"/>
                  <a:pt x="4986836" y="893190"/>
                  <a:pt x="4975462" y="891941"/>
                </a:cubicBezTo>
                <a:cubicBezTo>
                  <a:pt x="4976439" y="889457"/>
                  <a:pt x="4977356" y="888440"/>
                  <a:pt x="4978206" y="888323"/>
                </a:cubicBezTo>
                <a:close/>
                <a:moveTo>
                  <a:pt x="4546269" y="885936"/>
                </a:moveTo>
                <a:cubicBezTo>
                  <a:pt x="4541749" y="896059"/>
                  <a:pt x="4558485" y="890969"/>
                  <a:pt x="4559529" y="897089"/>
                </a:cubicBezTo>
                <a:cubicBezTo>
                  <a:pt x="4561351" y="891141"/>
                  <a:pt x="4570889" y="896033"/>
                  <a:pt x="4572696" y="890178"/>
                </a:cubicBezTo>
                <a:cubicBezTo>
                  <a:pt x="4563856" y="888759"/>
                  <a:pt x="4555110" y="887355"/>
                  <a:pt x="4546269" y="885936"/>
                </a:cubicBezTo>
                <a:close/>
                <a:moveTo>
                  <a:pt x="4883861" y="883322"/>
                </a:moveTo>
                <a:cubicBezTo>
                  <a:pt x="4887070" y="883537"/>
                  <a:pt x="4890484" y="885261"/>
                  <a:pt x="4892042" y="887575"/>
                </a:cubicBezTo>
                <a:cubicBezTo>
                  <a:pt x="4891504" y="893922"/>
                  <a:pt x="4881392" y="887209"/>
                  <a:pt x="4876905" y="888122"/>
                </a:cubicBezTo>
                <a:cubicBezTo>
                  <a:pt x="4877646" y="884400"/>
                  <a:pt x="4880651" y="883106"/>
                  <a:pt x="4883861" y="883322"/>
                </a:cubicBezTo>
                <a:close/>
                <a:moveTo>
                  <a:pt x="4447618" y="882101"/>
                </a:moveTo>
                <a:cubicBezTo>
                  <a:pt x="4441075" y="880187"/>
                  <a:pt x="4436415" y="880974"/>
                  <a:pt x="4434929" y="886017"/>
                </a:cubicBezTo>
                <a:cubicBezTo>
                  <a:pt x="4440207" y="886192"/>
                  <a:pt x="4449120" y="891367"/>
                  <a:pt x="4447618" y="882101"/>
                </a:cubicBezTo>
                <a:close/>
                <a:moveTo>
                  <a:pt x="4831706" y="876642"/>
                </a:moveTo>
                <a:cubicBezTo>
                  <a:pt x="4837423" y="876863"/>
                  <a:pt x="4843126" y="877995"/>
                  <a:pt x="4845112" y="880042"/>
                </a:cubicBezTo>
                <a:cubicBezTo>
                  <a:pt x="4841975" y="883955"/>
                  <a:pt x="4834937" y="882729"/>
                  <a:pt x="4829510" y="883490"/>
                </a:cubicBezTo>
                <a:cubicBezTo>
                  <a:pt x="4825151" y="892008"/>
                  <a:pt x="4822244" y="878867"/>
                  <a:pt x="4818220" y="878701"/>
                </a:cubicBezTo>
                <a:cubicBezTo>
                  <a:pt x="4820260" y="877108"/>
                  <a:pt x="4825991" y="876420"/>
                  <a:pt x="4831706" y="876642"/>
                </a:cubicBezTo>
                <a:close/>
                <a:moveTo>
                  <a:pt x="4326939" y="874708"/>
                </a:moveTo>
                <a:cubicBezTo>
                  <a:pt x="4321302" y="874068"/>
                  <a:pt x="4316318" y="875523"/>
                  <a:pt x="4315217" y="881780"/>
                </a:cubicBezTo>
                <a:cubicBezTo>
                  <a:pt x="4327069" y="881858"/>
                  <a:pt x="4338833" y="882498"/>
                  <a:pt x="4350855" y="884524"/>
                </a:cubicBezTo>
                <a:cubicBezTo>
                  <a:pt x="4360542" y="886079"/>
                  <a:pt x="4360360" y="891426"/>
                  <a:pt x="4365527" y="886879"/>
                </a:cubicBezTo>
                <a:cubicBezTo>
                  <a:pt x="4368547" y="884291"/>
                  <a:pt x="4384384" y="890195"/>
                  <a:pt x="4389039" y="890653"/>
                </a:cubicBezTo>
                <a:cubicBezTo>
                  <a:pt x="4392830" y="891070"/>
                  <a:pt x="4404568" y="897275"/>
                  <a:pt x="4404641" y="887205"/>
                </a:cubicBezTo>
                <a:cubicBezTo>
                  <a:pt x="4379930" y="886694"/>
                  <a:pt x="4364491" y="881912"/>
                  <a:pt x="4342575" y="880218"/>
                </a:cubicBezTo>
                <a:cubicBezTo>
                  <a:pt x="4338866" y="878087"/>
                  <a:pt x="4332577" y="875349"/>
                  <a:pt x="4326939" y="874708"/>
                </a:cubicBezTo>
                <a:close/>
                <a:moveTo>
                  <a:pt x="4768819" y="869810"/>
                </a:moveTo>
                <a:cubicBezTo>
                  <a:pt x="4775148" y="870419"/>
                  <a:pt x="4781035" y="873261"/>
                  <a:pt x="4779199" y="878391"/>
                </a:cubicBezTo>
                <a:cubicBezTo>
                  <a:pt x="4769366" y="880749"/>
                  <a:pt x="4766454" y="878457"/>
                  <a:pt x="4755782" y="874632"/>
                </a:cubicBezTo>
                <a:cubicBezTo>
                  <a:pt x="4755717" y="870828"/>
                  <a:pt x="4762489" y="869202"/>
                  <a:pt x="4768819" y="869810"/>
                </a:cubicBezTo>
                <a:close/>
                <a:moveTo>
                  <a:pt x="4811349" y="865130"/>
                </a:moveTo>
                <a:cubicBezTo>
                  <a:pt x="4816834" y="865025"/>
                  <a:pt x="4825667" y="871520"/>
                  <a:pt x="4813707" y="868952"/>
                </a:cubicBezTo>
                <a:cubicBezTo>
                  <a:pt x="4811826" y="868650"/>
                  <a:pt x="4809850" y="868333"/>
                  <a:pt x="4807875" y="868016"/>
                </a:cubicBezTo>
                <a:cubicBezTo>
                  <a:pt x="4808065" y="865933"/>
                  <a:pt x="4809521" y="865164"/>
                  <a:pt x="4811349" y="865130"/>
                </a:cubicBezTo>
                <a:close/>
                <a:moveTo>
                  <a:pt x="4398333" y="864672"/>
                </a:moveTo>
                <a:cubicBezTo>
                  <a:pt x="4394169" y="863944"/>
                  <a:pt x="4390197" y="863906"/>
                  <a:pt x="4386964" y="866316"/>
                </a:cubicBezTo>
                <a:cubicBezTo>
                  <a:pt x="4394085" y="868228"/>
                  <a:pt x="4400559" y="871763"/>
                  <a:pt x="4409915" y="872977"/>
                </a:cubicBezTo>
                <a:cubicBezTo>
                  <a:pt x="4410009" y="872992"/>
                  <a:pt x="4410163" y="870232"/>
                  <a:pt x="4410381" y="870075"/>
                </a:cubicBezTo>
                <a:cubicBezTo>
                  <a:pt x="4417143" y="865208"/>
                  <a:pt x="4436448" y="881365"/>
                  <a:pt x="4440189" y="871884"/>
                </a:cubicBezTo>
                <a:cubicBezTo>
                  <a:pt x="4433224" y="865389"/>
                  <a:pt x="4421782" y="868161"/>
                  <a:pt x="4410847" y="867174"/>
                </a:cubicBezTo>
                <a:cubicBezTo>
                  <a:pt x="4406852" y="866820"/>
                  <a:pt x="4402497" y="865400"/>
                  <a:pt x="4398333" y="864672"/>
                </a:cubicBezTo>
                <a:close/>
                <a:moveTo>
                  <a:pt x="4710710" y="861911"/>
                </a:moveTo>
                <a:cubicBezTo>
                  <a:pt x="4717553" y="862181"/>
                  <a:pt x="4723589" y="865143"/>
                  <a:pt x="4722964" y="872340"/>
                </a:cubicBezTo>
                <a:cubicBezTo>
                  <a:pt x="4713183" y="870770"/>
                  <a:pt x="4703402" y="869200"/>
                  <a:pt x="4693622" y="867630"/>
                </a:cubicBezTo>
                <a:cubicBezTo>
                  <a:pt x="4696219" y="864063"/>
                  <a:pt x="4703867" y="861641"/>
                  <a:pt x="4710710" y="861911"/>
                </a:cubicBezTo>
                <a:close/>
                <a:moveTo>
                  <a:pt x="4369733" y="860669"/>
                </a:moveTo>
                <a:cubicBezTo>
                  <a:pt x="4366747" y="866047"/>
                  <a:pt x="4353490" y="857293"/>
                  <a:pt x="4351216" y="863648"/>
                </a:cubicBezTo>
                <a:cubicBezTo>
                  <a:pt x="4359833" y="862248"/>
                  <a:pt x="4377809" y="874064"/>
                  <a:pt x="4378573" y="862088"/>
                </a:cubicBezTo>
                <a:cubicBezTo>
                  <a:pt x="4375564" y="861605"/>
                  <a:pt x="4372649" y="861137"/>
                  <a:pt x="4369733" y="860669"/>
                </a:cubicBezTo>
                <a:close/>
                <a:moveTo>
                  <a:pt x="4758498" y="857113"/>
                </a:moveTo>
                <a:cubicBezTo>
                  <a:pt x="4765377" y="858121"/>
                  <a:pt x="4766339" y="863556"/>
                  <a:pt x="4775618" y="862838"/>
                </a:cubicBezTo>
                <a:cubicBezTo>
                  <a:pt x="4774897" y="867330"/>
                  <a:pt x="4752857" y="865809"/>
                  <a:pt x="4758498" y="857113"/>
                </a:cubicBezTo>
                <a:close/>
                <a:moveTo>
                  <a:pt x="4592658" y="857089"/>
                </a:moveTo>
                <a:cubicBezTo>
                  <a:pt x="4588487" y="856107"/>
                  <a:pt x="4584818" y="855830"/>
                  <a:pt x="4583681" y="859008"/>
                </a:cubicBezTo>
                <a:cubicBezTo>
                  <a:pt x="4590783" y="862836"/>
                  <a:pt x="4599575" y="866360"/>
                  <a:pt x="4604647" y="859397"/>
                </a:cubicBezTo>
                <a:cubicBezTo>
                  <a:pt x="4601502" y="859756"/>
                  <a:pt x="4596829" y="858070"/>
                  <a:pt x="4592658" y="857089"/>
                </a:cubicBezTo>
                <a:close/>
                <a:moveTo>
                  <a:pt x="4322126" y="855929"/>
                </a:moveTo>
                <a:cubicBezTo>
                  <a:pt x="4317739" y="855624"/>
                  <a:pt x="4314080" y="855961"/>
                  <a:pt x="4313127" y="857536"/>
                </a:cubicBezTo>
                <a:cubicBezTo>
                  <a:pt x="4318032" y="858227"/>
                  <a:pt x="4322893" y="859199"/>
                  <a:pt x="4327798" y="859891"/>
                </a:cubicBezTo>
                <a:cubicBezTo>
                  <a:pt x="4354996" y="863537"/>
                  <a:pt x="4335288" y="856845"/>
                  <a:pt x="4322126" y="855929"/>
                </a:cubicBezTo>
                <a:close/>
                <a:moveTo>
                  <a:pt x="4675128" y="855659"/>
                </a:moveTo>
                <a:cubicBezTo>
                  <a:pt x="4679854" y="855434"/>
                  <a:pt x="4684615" y="856726"/>
                  <a:pt x="4685712" y="860407"/>
                </a:cubicBezTo>
                <a:cubicBezTo>
                  <a:pt x="4686415" y="871658"/>
                  <a:pt x="4666784" y="862937"/>
                  <a:pt x="4664745" y="860018"/>
                </a:cubicBezTo>
                <a:cubicBezTo>
                  <a:pt x="4665707" y="857628"/>
                  <a:pt x="4670401" y="855884"/>
                  <a:pt x="4675128" y="855659"/>
                </a:cubicBezTo>
                <a:close/>
                <a:moveTo>
                  <a:pt x="4806586" y="855242"/>
                </a:moveTo>
                <a:cubicBezTo>
                  <a:pt x="4811118" y="855934"/>
                  <a:pt x="4816143" y="857388"/>
                  <a:pt x="4821511" y="858202"/>
                </a:cubicBezTo>
                <a:cubicBezTo>
                  <a:pt x="4831023" y="859634"/>
                  <a:pt x="4841997" y="861587"/>
                  <a:pt x="4850758" y="862897"/>
                </a:cubicBezTo>
                <a:cubicBezTo>
                  <a:pt x="4850214" y="865690"/>
                  <a:pt x="4846824" y="864570"/>
                  <a:pt x="4844462" y="864863"/>
                </a:cubicBezTo>
                <a:cubicBezTo>
                  <a:pt x="4842581" y="864561"/>
                  <a:pt x="4840606" y="864244"/>
                  <a:pt x="4838631" y="863927"/>
                </a:cubicBezTo>
                <a:cubicBezTo>
                  <a:pt x="4823959" y="861571"/>
                  <a:pt x="4809288" y="859216"/>
                  <a:pt x="4794617" y="856861"/>
                </a:cubicBezTo>
                <a:cubicBezTo>
                  <a:pt x="4798015" y="854623"/>
                  <a:pt x="4802054" y="854551"/>
                  <a:pt x="4806586" y="855242"/>
                </a:cubicBezTo>
                <a:close/>
                <a:moveTo>
                  <a:pt x="4689212" y="849123"/>
                </a:moveTo>
                <a:cubicBezTo>
                  <a:pt x="4691497" y="849310"/>
                  <a:pt x="4694136" y="849998"/>
                  <a:pt x="4696338" y="850111"/>
                </a:cubicBezTo>
                <a:cubicBezTo>
                  <a:pt x="4695792" y="852904"/>
                  <a:pt x="4692402" y="851783"/>
                  <a:pt x="4690040" y="852077"/>
                </a:cubicBezTo>
                <a:cubicBezTo>
                  <a:pt x="4688160" y="851775"/>
                  <a:pt x="4686184" y="851458"/>
                  <a:pt x="4684210" y="851141"/>
                </a:cubicBezTo>
                <a:cubicBezTo>
                  <a:pt x="4684996" y="849251"/>
                  <a:pt x="4686927" y="848937"/>
                  <a:pt x="4689212" y="849123"/>
                </a:cubicBezTo>
                <a:close/>
                <a:moveTo>
                  <a:pt x="4704494" y="848876"/>
                </a:moveTo>
                <a:cubicBezTo>
                  <a:pt x="4706902" y="848902"/>
                  <a:pt x="4709475" y="850300"/>
                  <a:pt x="4711103" y="852481"/>
                </a:cubicBezTo>
                <a:cubicBezTo>
                  <a:pt x="4709532" y="856261"/>
                  <a:pt x="4703375" y="853737"/>
                  <a:pt x="4698881" y="853496"/>
                </a:cubicBezTo>
                <a:cubicBezTo>
                  <a:pt x="4699845" y="850194"/>
                  <a:pt x="4702087" y="848849"/>
                  <a:pt x="4704494" y="848876"/>
                </a:cubicBezTo>
                <a:close/>
                <a:moveTo>
                  <a:pt x="4648557" y="848490"/>
                </a:moveTo>
                <a:cubicBezTo>
                  <a:pt x="4645907" y="848161"/>
                  <a:pt x="4645959" y="850857"/>
                  <a:pt x="4645175" y="850923"/>
                </a:cubicBezTo>
                <a:cubicBezTo>
                  <a:pt x="4640090" y="851355"/>
                  <a:pt x="4631406" y="845353"/>
                  <a:pt x="4632487" y="854840"/>
                </a:cubicBezTo>
                <a:cubicBezTo>
                  <a:pt x="4643935" y="857445"/>
                  <a:pt x="4653076" y="856992"/>
                  <a:pt x="4657397" y="849909"/>
                </a:cubicBezTo>
                <a:cubicBezTo>
                  <a:pt x="4654372" y="849519"/>
                  <a:pt x="4651502" y="848770"/>
                  <a:pt x="4648557" y="848490"/>
                </a:cubicBezTo>
                <a:close/>
                <a:moveTo>
                  <a:pt x="4624593" y="847523"/>
                </a:moveTo>
                <a:cubicBezTo>
                  <a:pt x="4622440" y="850730"/>
                  <a:pt x="4620058" y="852940"/>
                  <a:pt x="4617350" y="855386"/>
                </a:cubicBezTo>
                <a:cubicBezTo>
                  <a:pt x="4614518" y="858005"/>
                  <a:pt x="4610949" y="858007"/>
                  <a:pt x="4610109" y="863248"/>
                </a:cubicBezTo>
                <a:cubicBezTo>
                  <a:pt x="4617842" y="867948"/>
                  <a:pt x="4622430" y="865803"/>
                  <a:pt x="4631091" y="863545"/>
                </a:cubicBezTo>
                <a:cubicBezTo>
                  <a:pt x="4631152" y="856546"/>
                  <a:pt x="4630109" y="850424"/>
                  <a:pt x="4624593" y="847523"/>
                </a:cubicBezTo>
                <a:close/>
                <a:moveTo>
                  <a:pt x="4419121" y="847114"/>
                </a:moveTo>
                <a:cubicBezTo>
                  <a:pt x="4415107" y="846349"/>
                  <a:pt x="4411310" y="846267"/>
                  <a:pt x="4407827" y="848733"/>
                </a:cubicBezTo>
                <a:cubicBezTo>
                  <a:pt x="4411533" y="852689"/>
                  <a:pt x="4417811" y="850240"/>
                  <a:pt x="4422404" y="851073"/>
                </a:cubicBezTo>
                <a:cubicBezTo>
                  <a:pt x="4426621" y="851846"/>
                  <a:pt x="4428175" y="854784"/>
                  <a:pt x="4430779" y="855394"/>
                </a:cubicBezTo>
                <a:cubicBezTo>
                  <a:pt x="4430496" y="855349"/>
                  <a:pt x="4431996" y="852613"/>
                  <a:pt x="4434160" y="852960"/>
                </a:cubicBezTo>
                <a:cubicBezTo>
                  <a:pt x="4435664" y="853202"/>
                  <a:pt x="4437471" y="856372"/>
                  <a:pt x="4436609" y="856330"/>
                </a:cubicBezTo>
                <a:cubicBezTo>
                  <a:pt x="4442015" y="856909"/>
                  <a:pt x="4443797" y="854220"/>
                  <a:pt x="4448831" y="855315"/>
                </a:cubicBezTo>
                <a:cubicBezTo>
                  <a:pt x="4453126" y="856197"/>
                  <a:pt x="4453481" y="859999"/>
                  <a:pt x="4460121" y="860104"/>
                </a:cubicBezTo>
                <a:cubicBezTo>
                  <a:pt x="4460027" y="860089"/>
                  <a:pt x="4461734" y="857867"/>
                  <a:pt x="4463502" y="857670"/>
                </a:cubicBezTo>
                <a:cubicBezTo>
                  <a:pt x="4470544" y="857072"/>
                  <a:pt x="4477522" y="863474"/>
                  <a:pt x="4476190" y="853754"/>
                </a:cubicBezTo>
                <a:cubicBezTo>
                  <a:pt x="4465941" y="847884"/>
                  <a:pt x="4447076" y="850617"/>
                  <a:pt x="4431710" y="849590"/>
                </a:cubicBezTo>
                <a:cubicBezTo>
                  <a:pt x="4427363" y="849325"/>
                  <a:pt x="4423134" y="847878"/>
                  <a:pt x="4419121" y="847114"/>
                </a:cubicBezTo>
                <a:close/>
                <a:moveTo>
                  <a:pt x="4565988" y="838212"/>
                </a:moveTo>
                <a:cubicBezTo>
                  <a:pt x="4549350" y="839093"/>
                  <a:pt x="4579584" y="843659"/>
                  <a:pt x="4586024" y="844405"/>
                </a:cubicBezTo>
                <a:cubicBezTo>
                  <a:pt x="4590001" y="846676"/>
                  <a:pt x="4601722" y="843373"/>
                  <a:pt x="4600229" y="849662"/>
                </a:cubicBezTo>
                <a:cubicBezTo>
                  <a:pt x="4594857" y="849472"/>
                  <a:pt x="4586040" y="844311"/>
                  <a:pt x="4587542" y="853578"/>
                </a:cubicBezTo>
                <a:cubicBezTo>
                  <a:pt x="4600230" y="854462"/>
                  <a:pt x="4610642" y="852101"/>
                  <a:pt x="4618748" y="846681"/>
                </a:cubicBezTo>
                <a:cubicBezTo>
                  <a:pt x="4603926" y="842862"/>
                  <a:pt x="4598673" y="839522"/>
                  <a:pt x="4583574" y="841035"/>
                </a:cubicBezTo>
                <a:cubicBezTo>
                  <a:pt x="4577743" y="840100"/>
                  <a:pt x="4571818" y="839149"/>
                  <a:pt x="4565988" y="838212"/>
                </a:cubicBezTo>
                <a:close/>
                <a:moveTo>
                  <a:pt x="4514336" y="834877"/>
                </a:moveTo>
                <a:cubicBezTo>
                  <a:pt x="4510316" y="836476"/>
                  <a:pt x="4507796" y="840152"/>
                  <a:pt x="4507410" y="846763"/>
                </a:cubicBezTo>
                <a:cubicBezTo>
                  <a:pt x="4506738" y="851552"/>
                  <a:pt x="4515336" y="849668"/>
                  <a:pt x="4515319" y="853986"/>
                </a:cubicBezTo>
                <a:cubicBezTo>
                  <a:pt x="4505539" y="854816"/>
                  <a:pt x="4499062" y="860306"/>
                  <a:pt x="4487479" y="858543"/>
                </a:cubicBezTo>
                <a:cubicBezTo>
                  <a:pt x="4485678" y="858349"/>
                  <a:pt x="4483940" y="858358"/>
                  <a:pt x="4484098" y="860976"/>
                </a:cubicBezTo>
                <a:cubicBezTo>
                  <a:pt x="4495421" y="861353"/>
                  <a:pt x="4502692" y="864729"/>
                  <a:pt x="4506584" y="870539"/>
                </a:cubicBezTo>
                <a:cubicBezTo>
                  <a:pt x="4509177" y="857993"/>
                  <a:pt x="4512503" y="866112"/>
                  <a:pt x="4522187" y="867090"/>
                </a:cubicBezTo>
                <a:cubicBezTo>
                  <a:pt x="4516749" y="873323"/>
                  <a:pt x="4515108" y="871523"/>
                  <a:pt x="4516928" y="881225"/>
                </a:cubicBezTo>
                <a:cubicBezTo>
                  <a:pt x="4505311" y="883872"/>
                  <a:pt x="4493381" y="877060"/>
                  <a:pt x="4484669" y="876047"/>
                </a:cubicBezTo>
                <a:cubicBezTo>
                  <a:pt x="4481739" y="875672"/>
                  <a:pt x="4480908" y="877843"/>
                  <a:pt x="4478373" y="878012"/>
                </a:cubicBezTo>
                <a:cubicBezTo>
                  <a:pt x="4466103" y="878731"/>
                  <a:pt x="4463810" y="873178"/>
                  <a:pt x="4458803" y="868918"/>
                </a:cubicBezTo>
                <a:cubicBezTo>
                  <a:pt x="4461648" y="880032"/>
                  <a:pt x="4448549" y="869096"/>
                  <a:pt x="4448550" y="876297"/>
                </a:cubicBezTo>
                <a:cubicBezTo>
                  <a:pt x="4459550" y="879887"/>
                  <a:pt x="4474051" y="877894"/>
                  <a:pt x="4483722" y="881943"/>
                </a:cubicBezTo>
                <a:cubicBezTo>
                  <a:pt x="4488245" y="883822"/>
                  <a:pt x="4488936" y="890941"/>
                  <a:pt x="4494548" y="889635"/>
                </a:cubicBezTo>
                <a:cubicBezTo>
                  <a:pt x="4495517" y="887197"/>
                  <a:pt x="4495513" y="884220"/>
                  <a:pt x="4498424" y="884112"/>
                </a:cubicBezTo>
                <a:cubicBezTo>
                  <a:pt x="4509965" y="884332"/>
                  <a:pt x="4537540" y="894040"/>
                  <a:pt x="4542903" y="888276"/>
                </a:cubicBezTo>
                <a:cubicBezTo>
                  <a:pt x="4537854" y="882471"/>
                  <a:pt x="4539098" y="887952"/>
                  <a:pt x="4531147" y="886389"/>
                </a:cubicBezTo>
                <a:cubicBezTo>
                  <a:pt x="4528833" y="879776"/>
                  <a:pt x="4534768" y="875255"/>
                  <a:pt x="4528127" y="867948"/>
                </a:cubicBezTo>
                <a:cubicBezTo>
                  <a:pt x="4533108" y="870572"/>
                  <a:pt x="4537592" y="866682"/>
                  <a:pt x="4540349" y="866933"/>
                </a:cubicBezTo>
                <a:cubicBezTo>
                  <a:pt x="4547586" y="867519"/>
                  <a:pt x="4552766" y="871903"/>
                  <a:pt x="4560384" y="873126"/>
                </a:cubicBezTo>
                <a:cubicBezTo>
                  <a:pt x="4559444" y="872975"/>
                  <a:pt x="4562592" y="870792"/>
                  <a:pt x="4563765" y="870692"/>
                </a:cubicBezTo>
                <a:cubicBezTo>
                  <a:pt x="4574814" y="869777"/>
                  <a:pt x="4593076" y="879814"/>
                  <a:pt x="4596490" y="872969"/>
                </a:cubicBezTo>
                <a:cubicBezTo>
                  <a:pt x="4587246" y="867453"/>
                  <a:pt x="4577015" y="868691"/>
                  <a:pt x="4570062" y="868727"/>
                </a:cubicBezTo>
                <a:cubicBezTo>
                  <a:pt x="4561170" y="868836"/>
                  <a:pt x="4546263" y="868554"/>
                  <a:pt x="4547483" y="859149"/>
                </a:cubicBezTo>
                <a:cubicBezTo>
                  <a:pt x="4551654" y="853002"/>
                  <a:pt x="4566095" y="860986"/>
                  <a:pt x="4574375" y="860489"/>
                </a:cubicBezTo>
                <a:cubicBezTo>
                  <a:pt x="4576730" y="847618"/>
                  <a:pt x="4553899" y="854035"/>
                  <a:pt x="4551424" y="853829"/>
                </a:cubicBezTo>
                <a:cubicBezTo>
                  <a:pt x="4547522" y="853491"/>
                  <a:pt x="4547936" y="849716"/>
                  <a:pt x="4543050" y="849508"/>
                </a:cubicBezTo>
                <a:cubicBezTo>
                  <a:pt x="4538836" y="849312"/>
                  <a:pt x="4532382" y="853460"/>
                  <a:pt x="4527913" y="850055"/>
                </a:cubicBezTo>
                <a:cubicBezTo>
                  <a:pt x="4531424" y="841401"/>
                  <a:pt x="4530882" y="844770"/>
                  <a:pt x="4530256" y="835452"/>
                </a:cubicBezTo>
                <a:cubicBezTo>
                  <a:pt x="4523872" y="833755"/>
                  <a:pt x="4518353" y="833278"/>
                  <a:pt x="4514336" y="834877"/>
                </a:cubicBezTo>
                <a:close/>
                <a:moveTo>
                  <a:pt x="4328535" y="833966"/>
                </a:moveTo>
                <a:cubicBezTo>
                  <a:pt x="4325320" y="833114"/>
                  <a:pt x="4322532" y="833506"/>
                  <a:pt x="4319332" y="837505"/>
                </a:cubicBezTo>
                <a:cubicBezTo>
                  <a:pt x="4326659" y="841753"/>
                  <a:pt x="4333790" y="842994"/>
                  <a:pt x="4340302" y="837895"/>
                </a:cubicBezTo>
                <a:cubicBezTo>
                  <a:pt x="4335395" y="836916"/>
                  <a:pt x="4331751" y="834818"/>
                  <a:pt x="4328535" y="833966"/>
                </a:cubicBezTo>
                <a:close/>
                <a:moveTo>
                  <a:pt x="4422391" y="833116"/>
                </a:moveTo>
                <a:cubicBezTo>
                  <a:pt x="4417460" y="840389"/>
                  <a:pt x="4429359" y="840188"/>
                  <a:pt x="4436130" y="841275"/>
                </a:cubicBezTo>
                <a:cubicBezTo>
                  <a:pt x="4442809" y="842347"/>
                  <a:pt x="4454045" y="846262"/>
                  <a:pt x="4451733" y="837826"/>
                </a:cubicBezTo>
                <a:cubicBezTo>
                  <a:pt x="4436904" y="835253"/>
                  <a:pt x="4434407" y="838789"/>
                  <a:pt x="4422391" y="833116"/>
                </a:cubicBezTo>
                <a:close/>
                <a:moveTo>
                  <a:pt x="4640185" y="826119"/>
                </a:moveTo>
                <a:cubicBezTo>
                  <a:pt x="4646955" y="827206"/>
                  <a:pt x="4653821" y="828308"/>
                  <a:pt x="4660687" y="829410"/>
                </a:cubicBezTo>
                <a:cubicBezTo>
                  <a:pt x="4660372" y="831375"/>
                  <a:pt x="4660056" y="833341"/>
                  <a:pt x="4659756" y="835213"/>
                </a:cubicBezTo>
                <a:cubicBezTo>
                  <a:pt x="4652984" y="834126"/>
                  <a:pt x="4646118" y="833024"/>
                  <a:pt x="4639253" y="831922"/>
                </a:cubicBezTo>
                <a:cubicBezTo>
                  <a:pt x="4639554" y="830050"/>
                  <a:pt x="4639869" y="828084"/>
                  <a:pt x="4640185" y="826119"/>
                </a:cubicBezTo>
                <a:close/>
                <a:moveTo>
                  <a:pt x="4619123" y="825714"/>
                </a:moveTo>
                <a:cubicBezTo>
                  <a:pt x="4620625" y="834981"/>
                  <a:pt x="4611698" y="829899"/>
                  <a:pt x="4606435" y="829630"/>
                </a:cubicBezTo>
                <a:cubicBezTo>
                  <a:pt x="4608014" y="824603"/>
                  <a:pt x="4612581" y="823799"/>
                  <a:pt x="4619123" y="825714"/>
                </a:cubicBezTo>
                <a:close/>
                <a:moveTo>
                  <a:pt x="4444049" y="820497"/>
                </a:moveTo>
                <a:cubicBezTo>
                  <a:pt x="4438754" y="820428"/>
                  <a:pt x="4434341" y="820872"/>
                  <a:pt x="4433016" y="822819"/>
                </a:cubicBezTo>
                <a:cubicBezTo>
                  <a:pt x="4445772" y="822082"/>
                  <a:pt x="4458747" y="837415"/>
                  <a:pt x="4465741" y="825095"/>
                </a:cubicBezTo>
                <a:cubicBezTo>
                  <a:pt x="4463588" y="824078"/>
                  <a:pt x="4460018" y="824081"/>
                  <a:pt x="4460375" y="821257"/>
                </a:cubicBezTo>
                <a:cubicBezTo>
                  <a:pt x="4455520" y="821151"/>
                  <a:pt x="4449343" y="820567"/>
                  <a:pt x="4444049" y="820497"/>
                </a:cubicBezTo>
                <a:close/>
                <a:moveTo>
                  <a:pt x="4501606" y="815539"/>
                </a:moveTo>
                <a:cubicBezTo>
                  <a:pt x="4498244" y="815072"/>
                  <a:pt x="4495779" y="815853"/>
                  <a:pt x="4496495" y="821008"/>
                </a:cubicBezTo>
                <a:cubicBezTo>
                  <a:pt x="4503756" y="822654"/>
                  <a:pt x="4510606" y="823850"/>
                  <a:pt x="4512098" y="817560"/>
                </a:cubicBezTo>
                <a:cubicBezTo>
                  <a:pt x="4509226" y="817722"/>
                  <a:pt x="4504967" y="816007"/>
                  <a:pt x="4501606" y="815539"/>
                </a:cubicBezTo>
                <a:close/>
                <a:moveTo>
                  <a:pt x="4476830" y="811898"/>
                </a:moveTo>
                <a:cubicBezTo>
                  <a:pt x="4471158" y="818381"/>
                  <a:pt x="4485416" y="822109"/>
                  <a:pt x="4485204" y="816219"/>
                </a:cubicBezTo>
                <a:cubicBezTo>
                  <a:pt x="4483447" y="815744"/>
                  <a:pt x="4481799" y="815192"/>
                  <a:pt x="4482660" y="812833"/>
                </a:cubicBezTo>
                <a:cubicBezTo>
                  <a:pt x="4480779" y="812532"/>
                  <a:pt x="4478804" y="812215"/>
                  <a:pt x="4476830" y="811898"/>
                </a:cubicBezTo>
                <a:close/>
                <a:moveTo>
                  <a:pt x="4894297" y="810416"/>
                </a:moveTo>
                <a:cubicBezTo>
                  <a:pt x="4897116" y="810137"/>
                  <a:pt x="4900644" y="810848"/>
                  <a:pt x="4904227" y="811663"/>
                </a:cubicBezTo>
                <a:cubicBezTo>
                  <a:pt x="4905653" y="816596"/>
                  <a:pt x="4918642" y="813208"/>
                  <a:pt x="4914586" y="822254"/>
                </a:cubicBezTo>
                <a:cubicBezTo>
                  <a:pt x="4907640" y="818643"/>
                  <a:pt x="4899496" y="815895"/>
                  <a:pt x="4888624" y="815110"/>
                </a:cubicBezTo>
                <a:cubicBezTo>
                  <a:pt x="4889371" y="811966"/>
                  <a:pt x="4891479" y="810696"/>
                  <a:pt x="4894297" y="810416"/>
                </a:cubicBezTo>
                <a:close/>
                <a:moveTo>
                  <a:pt x="4439195" y="806037"/>
                </a:moveTo>
                <a:cubicBezTo>
                  <a:pt x="4434902" y="805960"/>
                  <a:pt x="4430727" y="807329"/>
                  <a:pt x="4429064" y="810183"/>
                </a:cubicBezTo>
                <a:cubicBezTo>
                  <a:pt x="4435352" y="809465"/>
                  <a:pt x="4447758" y="816930"/>
                  <a:pt x="4450031" y="810572"/>
                </a:cubicBezTo>
                <a:cubicBezTo>
                  <a:pt x="4447898" y="807638"/>
                  <a:pt x="4443488" y="806114"/>
                  <a:pt x="4439195" y="806037"/>
                </a:cubicBezTo>
                <a:close/>
                <a:moveTo>
                  <a:pt x="4230419" y="798183"/>
                </a:moveTo>
                <a:cubicBezTo>
                  <a:pt x="4227619" y="799018"/>
                  <a:pt x="4225329" y="800811"/>
                  <a:pt x="4225836" y="801564"/>
                </a:cubicBezTo>
                <a:cubicBezTo>
                  <a:pt x="4227495" y="803847"/>
                  <a:pt x="4238652" y="802854"/>
                  <a:pt x="4238057" y="800549"/>
                </a:cubicBezTo>
                <a:cubicBezTo>
                  <a:pt x="4236527" y="797472"/>
                  <a:pt x="4233217" y="797349"/>
                  <a:pt x="4230419" y="798183"/>
                </a:cubicBezTo>
                <a:close/>
                <a:moveTo>
                  <a:pt x="4505029" y="786467"/>
                </a:moveTo>
                <a:cubicBezTo>
                  <a:pt x="4508979" y="787101"/>
                  <a:pt x="4512834" y="787720"/>
                  <a:pt x="4516785" y="788354"/>
                </a:cubicBezTo>
                <a:cubicBezTo>
                  <a:pt x="4516470" y="790320"/>
                  <a:pt x="4516154" y="792286"/>
                  <a:pt x="4515854" y="794158"/>
                </a:cubicBezTo>
                <a:cubicBezTo>
                  <a:pt x="4511903" y="793524"/>
                  <a:pt x="4508048" y="792905"/>
                  <a:pt x="4504098" y="792270"/>
                </a:cubicBezTo>
                <a:cubicBezTo>
                  <a:pt x="4504399" y="790399"/>
                  <a:pt x="4504714" y="788433"/>
                  <a:pt x="4505029" y="786467"/>
                </a:cubicBezTo>
                <a:close/>
                <a:moveTo>
                  <a:pt x="4291854" y="784822"/>
                </a:moveTo>
                <a:cubicBezTo>
                  <a:pt x="4289635" y="784609"/>
                  <a:pt x="4287457" y="785172"/>
                  <a:pt x="4285267" y="787100"/>
                </a:cubicBezTo>
                <a:cubicBezTo>
                  <a:pt x="4291391" y="789812"/>
                  <a:pt x="4308230" y="797892"/>
                  <a:pt x="4314609" y="791810"/>
                </a:cubicBezTo>
                <a:cubicBezTo>
                  <a:pt x="4305575" y="793096"/>
                  <a:pt x="4298516" y="785465"/>
                  <a:pt x="4291854" y="784822"/>
                </a:cubicBezTo>
                <a:close/>
                <a:moveTo>
                  <a:pt x="4213901" y="775889"/>
                </a:moveTo>
                <a:cubicBezTo>
                  <a:pt x="4213048" y="776247"/>
                  <a:pt x="4213074" y="777097"/>
                  <a:pt x="4214455" y="778711"/>
                </a:cubicBezTo>
                <a:cubicBezTo>
                  <a:pt x="4230796" y="780277"/>
                  <a:pt x="4238322" y="788686"/>
                  <a:pt x="4250095" y="781455"/>
                </a:cubicBezTo>
                <a:cubicBezTo>
                  <a:pt x="4248554" y="776023"/>
                  <a:pt x="4240608" y="779260"/>
                  <a:pt x="4232507" y="778632"/>
                </a:cubicBezTo>
                <a:cubicBezTo>
                  <a:pt x="4228796" y="778324"/>
                  <a:pt x="4222901" y="776730"/>
                  <a:pt x="4218625" y="776020"/>
                </a:cubicBezTo>
                <a:cubicBezTo>
                  <a:pt x="4216487" y="775665"/>
                  <a:pt x="4214754" y="775531"/>
                  <a:pt x="4213901" y="775889"/>
                </a:cubicBezTo>
                <a:close/>
                <a:moveTo>
                  <a:pt x="4197799" y="770083"/>
                </a:moveTo>
                <a:cubicBezTo>
                  <a:pt x="4197326" y="771832"/>
                  <a:pt x="4196773" y="773471"/>
                  <a:pt x="4194418" y="772516"/>
                </a:cubicBezTo>
                <a:cubicBezTo>
                  <a:pt x="4190468" y="771882"/>
                  <a:pt x="4186613" y="771264"/>
                  <a:pt x="4182662" y="770629"/>
                </a:cubicBezTo>
                <a:cubicBezTo>
                  <a:pt x="4161506" y="770210"/>
                  <a:pt x="4212303" y="782493"/>
                  <a:pt x="4197799" y="770083"/>
                </a:cubicBezTo>
                <a:close/>
                <a:moveTo>
                  <a:pt x="4373775" y="766154"/>
                </a:moveTo>
                <a:cubicBezTo>
                  <a:pt x="4376669" y="765934"/>
                  <a:pt x="4379568" y="766952"/>
                  <a:pt x="4381363" y="769592"/>
                </a:cubicBezTo>
                <a:cubicBezTo>
                  <a:pt x="4380811" y="776033"/>
                  <a:pt x="4370713" y="769228"/>
                  <a:pt x="4366226" y="770139"/>
                </a:cubicBezTo>
                <a:cubicBezTo>
                  <a:pt x="4367995" y="767830"/>
                  <a:pt x="4370882" y="766374"/>
                  <a:pt x="4373775" y="766154"/>
                </a:cubicBezTo>
                <a:close/>
                <a:moveTo>
                  <a:pt x="4304080" y="757715"/>
                </a:moveTo>
                <a:cubicBezTo>
                  <a:pt x="4307814" y="757522"/>
                  <a:pt x="4312230" y="758255"/>
                  <a:pt x="4316847" y="759236"/>
                </a:cubicBezTo>
                <a:cubicBezTo>
                  <a:pt x="4317410" y="770753"/>
                  <a:pt x="4302422" y="760760"/>
                  <a:pt x="4295414" y="761749"/>
                </a:cubicBezTo>
                <a:cubicBezTo>
                  <a:pt x="4297297" y="759027"/>
                  <a:pt x="4300347" y="757908"/>
                  <a:pt x="4304080" y="757715"/>
                </a:cubicBezTo>
                <a:close/>
                <a:moveTo>
                  <a:pt x="4258162" y="749816"/>
                </a:moveTo>
                <a:cubicBezTo>
                  <a:pt x="4262140" y="752087"/>
                  <a:pt x="4273860" y="748784"/>
                  <a:pt x="4272368" y="755073"/>
                </a:cubicBezTo>
                <a:cubicBezTo>
                  <a:pt x="4277198" y="756232"/>
                  <a:pt x="4292600" y="748623"/>
                  <a:pt x="4289488" y="760797"/>
                </a:cubicBezTo>
                <a:cubicBezTo>
                  <a:pt x="4281056" y="761653"/>
                  <a:pt x="4275009" y="756649"/>
                  <a:pt x="4269453" y="754605"/>
                </a:cubicBezTo>
                <a:cubicBezTo>
                  <a:pt x="4265074" y="753038"/>
                  <a:pt x="4257867" y="754665"/>
                  <a:pt x="4258162" y="749816"/>
                </a:cubicBezTo>
                <a:close/>
                <a:moveTo>
                  <a:pt x="4242881" y="746964"/>
                </a:moveTo>
                <a:cubicBezTo>
                  <a:pt x="4246360" y="748107"/>
                  <a:pt x="4243531" y="757284"/>
                  <a:pt x="4237195" y="749427"/>
                </a:cubicBezTo>
                <a:cubicBezTo>
                  <a:pt x="4239861" y="747094"/>
                  <a:pt x="4241721" y="746582"/>
                  <a:pt x="4242881" y="746964"/>
                </a:cubicBezTo>
                <a:close/>
                <a:moveTo>
                  <a:pt x="4215936" y="741166"/>
                </a:moveTo>
                <a:cubicBezTo>
                  <a:pt x="4220056" y="740506"/>
                  <a:pt x="4223283" y="742345"/>
                  <a:pt x="4222043" y="750067"/>
                </a:cubicBezTo>
                <a:cubicBezTo>
                  <a:pt x="4216213" y="749131"/>
                  <a:pt x="4210287" y="748180"/>
                  <a:pt x="4204456" y="747244"/>
                </a:cubicBezTo>
                <a:cubicBezTo>
                  <a:pt x="4206798" y="744980"/>
                  <a:pt x="4211814" y="741824"/>
                  <a:pt x="4215936" y="741166"/>
                </a:cubicBezTo>
                <a:close/>
                <a:moveTo>
                  <a:pt x="4157011" y="724169"/>
                </a:moveTo>
                <a:cubicBezTo>
                  <a:pt x="4162484" y="724039"/>
                  <a:pt x="4171378" y="730508"/>
                  <a:pt x="4159405" y="728011"/>
                </a:cubicBezTo>
                <a:cubicBezTo>
                  <a:pt x="4157525" y="727709"/>
                  <a:pt x="4155549" y="727392"/>
                  <a:pt x="4153575" y="727075"/>
                </a:cubicBezTo>
                <a:cubicBezTo>
                  <a:pt x="4153740" y="724989"/>
                  <a:pt x="4155186" y="724213"/>
                  <a:pt x="4157011" y="724169"/>
                </a:cubicBezTo>
                <a:close/>
                <a:moveTo>
                  <a:pt x="4059623" y="711993"/>
                </a:moveTo>
                <a:cubicBezTo>
                  <a:pt x="4058355" y="712078"/>
                  <a:pt x="4055663" y="714430"/>
                  <a:pt x="4056241" y="714427"/>
                </a:cubicBezTo>
                <a:cubicBezTo>
                  <a:pt x="4049900" y="714273"/>
                  <a:pt x="4042927" y="709025"/>
                  <a:pt x="4038189" y="714506"/>
                </a:cubicBezTo>
                <a:cubicBezTo>
                  <a:pt x="4046083" y="721822"/>
                  <a:pt x="4065678" y="720551"/>
                  <a:pt x="4078822" y="724005"/>
                </a:cubicBezTo>
                <a:cubicBezTo>
                  <a:pt x="4080584" y="718431"/>
                  <a:pt x="4075789" y="717661"/>
                  <a:pt x="4074295" y="714348"/>
                </a:cubicBezTo>
                <a:cubicBezTo>
                  <a:pt x="4069457" y="714436"/>
                  <a:pt x="4064412" y="711610"/>
                  <a:pt x="4059623" y="711993"/>
                </a:cubicBezTo>
                <a:close/>
                <a:moveTo>
                  <a:pt x="4304010" y="705940"/>
                </a:moveTo>
                <a:cubicBezTo>
                  <a:pt x="4307164" y="706722"/>
                  <a:pt x="4310812" y="708195"/>
                  <a:pt x="4313055" y="707739"/>
                </a:cubicBezTo>
                <a:cubicBezTo>
                  <a:pt x="4311586" y="715089"/>
                  <a:pt x="4301033" y="712915"/>
                  <a:pt x="4297918" y="708286"/>
                </a:cubicBezTo>
                <a:cubicBezTo>
                  <a:pt x="4298193" y="705066"/>
                  <a:pt x="4300856" y="705157"/>
                  <a:pt x="4304010" y="705940"/>
                </a:cubicBezTo>
                <a:close/>
                <a:moveTo>
                  <a:pt x="3908866" y="705904"/>
                </a:moveTo>
                <a:cubicBezTo>
                  <a:pt x="3906569" y="705715"/>
                  <a:pt x="3904639" y="706029"/>
                  <a:pt x="3903900" y="707927"/>
                </a:cubicBezTo>
                <a:cubicBezTo>
                  <a:pt x="3905780" y="708229"/>
                  <a:pt x="3907754" y="708546"/>
                  <a:pt x="3909730" y="708863"/>
                </a:cubicBezTo>
                <a:cubicBezTo>
                  <a:pt x="3912092" y="708570"/>
                  <a:pt x="3915482" y="709690"/>
                  <a:pt x="3916026" y="706897"/>
                </a:cubicBezTo>
                <a:cubicBezTo>
                  <a:pt x="3913826" y="706784"/>
                  <a:pt x="3911163" y="706093"/>
                  <a:pt x="3908866" y="705904"/>
                </a:cubicBezTo>
                <a:close/>
                <a:moveTo>
                  <a:pt x="4199267" y="704452"/>
                </a:moveTo>
                <a:cubicBezTo>
                  <a:pt x="4193597" y="710935"/>
                  <a:pt x="4207868" y="714570"/>
                  <a:pt x="4207641" y="708773"/>
                </a:cubicBezTo>
                <a:cubicBezTo>
                  <a:pt x="4205885" y="708299"/>
                  <a:pt x="4204238" y="707746"/>
                  <a:pt x="4205098" y="705388"/>
                </a:cubicBezTo>
                <a:cubicBezTo>
                  <a:pt x="4203217" y="705086"/>
                  <a:pt x="4201243" y="704769"/>
                  <a:pt x="4199267" y="704452"/>
                </a:cubicBezTo>
                <a:close/>
                <a:moveTo>
                  <a:pt x="3891667" y="703006"/>
                </a:moveTo>
                <a:cubicBezTo>
                  <a:pt x="3890267" y="702588"/>
                  <a:pt x="3888388" y="702988"/>
                  <a:pt x="3886218" y="705089"/>
                </a:cubicBezTo>
                <a:cubicBezTo>
                  <a:pt x="3895747" y="712884"/>
                  <a:pt x="3895865" y="704260"/>
                  <a:pt x="3891667" y="703006"/>
                </a:cubicBezTo>
                <a:close/>
                <a:moveTo>
                  <a:pt x="3876608" y="700725"/>
                </a:moveTo>
                <a:cubicBezTo>
                  <a:pt x="3874311" y="700536"/>
                  <a:pt x="3872380" y="700850"/>
                  <a:pt x="3871642" y="702748"/>
                </a:cubicBezTo>
                <a:cubicBezTo>
                  <a:pt x="3873522" y="703051"/>
                  <a:pt x="3875496" y="703368"/>
                  <a:pt x="3877471" y="703685"/>
                </a:cubicBezTo>
                <a:cubicBezTo>
                  <a:pt x="3879834" y="703391"/>
                  <a:pt x="3883225" y="704511"/>
                  <a:pt x="3883768" y="701718"/>
                </a:cubicBezTo>
                <a:cubicBezTo>
                  <a:pt x="3881568" y="701606"/>
                  <a:pt x="3878905" y="700914"/>
                  <a:pt x="3876608" y="700725"/>
                </a:cubicBezTo>
                <a:close/>
                <a:moveTo>
                  <a:pt x="3859494" y="698495"/>
                </a:moveTo>
                <a:cubicBezTo>
                  <a:pt x="3857582" y="698836"/>
                  <a:pt x="3856302" y="700047"/>
                  <a:pt x="3856503" y="703296"/>
                </a:cubicBezTo>
                <a:cubicBezTo>
                  <a:pt x="3858384" y="703598"/>
                  <a:pt x="3860360" y="703915"/>
                  <a:pt x="3862335" y="704232"/>
                </a:cubicBezTo>
                <a:cubicBezTo>
                  <a:pt x="3862802" y="701330"/>
                  <a:pt x="3865242" y="701145"/>
                  <a:pt x="3866276" y="698911"/>
                </a:cubicBezTo>
                <a:cubicBezTo>
                  <a:pt x="3863950" y="698683"/>
                  <a:pt x="3861406" y="698154"/>
                  <a:pt x="3859494" y="698495"/>
                </a:cubicBezTo>
                <a:close/>
                <a:moveTo>
                  <a:pt x="3989126" y="695179"/>
                </a:moveTo>
                <a:cubicBezTo>
                  <a:pt x="3986613" y="695208"/>
                  <a:pt x="3986333" y="695908"/>
                  <a:pt x="3992674" y="698173"/>
                </a:cubicBezTo>
                <a:cubicBezTo>
                  <a:pt x="4019967" y="707835"/>
                  <a:pt x="4090438" y="709930"/>
                  <a:pt x="4124714" y="719369"/>
                </a:cubicBezTo>
                <a:cubicBezTo>
                  <a:pt x="4126312" y="719625"/>
                  <a:pt x="4128382" y="717557"/>
                  <a:pt x="4125179" y="716467"/>
                </a:cubicBezTo>
                <a:cubicBezTo>
                  <a:pt x="4112999" y="714224"/>
                  <a:pt x="4103003" y="713387"/>
                  <a:pt x="4092734" y="711259"/>
                </a:cubicBezTo>
                <a:cubicBezTo>
                  <a:pt x="4088343" y="710362"/>
                  <a:pt x="4090266" y="707407"/>
                  <a:pt x="4086902" y="710323"/>
                </a:cubicBezTo>
                <a:cubicBezTo>
                  <a:pt x="4083962" y="713020"/>
                  <a:pt x="4067806" y="704282"/>
                  <a:pt x="4066866" y="704131"/>
                </a:cubicBezTo>
                <a:cubicBezTo>
                  <a:pt x="4063952" y="703663"/>
                  <a:pt x="4063010" y="705912"/>
                  <a:pt x="4060569" y="706096"/>
                </a:cubicBezTo>
                <a:cubicBezTo>
                  <a:pt x="4041728" y="707488"/>
                  <a:pt x="4030295" y="699988"/>
                  <a:pt x="4014107" y="695661"/>
                </a:cubicBezTo>
                <a:cubicBezTo>
                  <a:pt x="4013570" y="702008"/>
                  <a:pt x="4003457" y="695296"/>
                  <a:pt x="3998969" y="696207"/>
                </a:cubicBezTo>
                <a:cubicBezTo>
                  <a:pt x="3996383" y="695792"/>
                  <a:pt x="3991640" y="695150"/>
                  <a:pt x="3989126" y="695179"/>
                </a:cubicBezTo>
                <a:close/>
                <a:moveTo>
                  <a:pt x="3967912" y="690910"/>
                </a:moveTo>
                <a:cubicBezTo>
                  <a:pt x="3964242" y="690033"/>
                  <a:pt x="3961067" y="689835"/>
                  <a:pt x="3960320" y="692980"/>
                </a:cubicBezTo>
                <a:cubicBezTo>
                  <a:pt x="3963330" y="693463"/>
                  <a:pt x="3966246" y="693931"/>
                  <a:pt x="3969161" y="694399"/>
                </a:cubicBezTo>
                <a:cubicBezTo>
                  <a:pt x="3972716" y="694490"/>
                  <a:pt x="3977441" y="696304"/>
                  <a:pt x="3978467" y="692916"/>
                </a:cubicBezTo>
                <a:cubicBezTo>
                  <a:pt x="3975745" y="693344"/>
                  <a:pt x="3971581" y="691787"/>
                  <a:pt x="3967912" y="690910"/>
                </a:cubicBezTo>
                <a:close/>
                <a:moveTo>
                  <a:pt x="3444054" y="688753"/>
                </a:moveTo>
                <a:cubicBezTo>
                  <a:pt x="3440367" y="689466"/>
                  <a:pt x="3441120" y="698859"/>
                  <a:pt x="3449117" y="691861"/>
                </a:cubicBezTo>
                <a:cubicBezTo>
                  <a:pt x="3447005" y="689242"/>
                  <a:pt x="3445283" y="688515"/>
                  <a:pt x="3444054" y="688753"/>
                </a:cubicBezTo>
                <a:close/>
                <a:moveTo>
                  <a:pt x="3796960" y="687437"/>
                </a:moveTo>
                <a:cubicBezTo>
                  <a:pt x="3793304" y="686549"/>
                  <a:pt x="3790152" y="686355"/>
                  <a:pt x="3789445" y="689554"/>
                </a:cubicBezTo>
                <a:cubicBezTo>
                  <a:pt x="3792410" y="695119"/>
                  <a:pt x="3793120" y="691297"/>
                  <a:pt x="3801200" y="691442"/>
                </a:cubicBezTo>
                <a:cubicBezTo>
                  <a:pt x="3808028" y="691577"/>
                  <a:pt x="3819347" y="693778"/>
                  <a:pt x="3807498" y="689476"/>
                </a:cubicBezTo>
                <a:cubicBezTo>
                  <a:pt x="3804776" y="689904"/>
                  <a:pt x="3800616" y="688324"/>
                  <a:pt x="3796960" y="687437"/>
                </a:cubicBezTo>
                <a:close/>
                <a:moveTo>
                  <a:pt x="3945929" y="687381"/>
                </a:moveTo>
                <a:cubicBezTo>
                  <a:pt x="3941770" y="686401"/>
                  <a:pt x="3938128" y="686104"/>
                  <a:pt x="3936998" y="689236"/>
                </a:cubicBezTo>
                <a:cubicBezTo>
                  <a:pt x="3943287" y="688516"/>
                  <a:pt x="3955692" y="695981"/>
                  <a:pt x="3957965" y="689624"/>
                </a:cubicBezTo>
                <a:cubicBezTo>
                  <a:pt x="3954766" y="690023"/>
                  <a:pt x="3950090" y="688361"/>
                  <a:pt x="3945929" y="687381"/>
                </a:cubicBezTo>
                <a:close/>
                <a:moveTo>
                  <a:pt x="3775107" y="683844"/>
                </a:moveTo>
                <a:cubicBezTo>
                  <a:pt x="3772266" y="682836"/>
                  <a:pt x="3768735" y="683349"/>
                  <a:pt x="3768849" y="686247"/>
                </a:cubicBezTo>
                <a:cubicBezTo>
                  <a:pt x="3772595" y="686945"/>
                  <a:pt x="3772386" y="690656"/>
                  <a:pt x="3777224" y="690568"/>
                </a:cubicBezTo>
                <a:cubicBezTo>
                  <a:pt x="3780098" y="687381"/>
                  <a:pt x="3777947" y="684852"/>
                  <a:pt x="3775107" y="683844"/>
                </a:cubicBezTo>
                <a:close/>
                <a:moveTo>
                  <a:pt x="3919574" y="683150"/>
                </a:moveTo>
                <a:cubicBezTo>
                  <a:pt x="3916417" y="682379"/>
                  <a:pt x="3913755" y="682288"/>
                  <a:pt x="3913486" y="685462"/>
                </a:cubicBezTo>
                <a:cubicBezTo>
                  <a:pt x="3916495" y="685945"/>
                  <a:pt x="3919412" y="686413"/>
                  <a:pt x="3922327" y="686881"/>
                </a:cubicBezTo>
                <a:cubicBezTo>
                  <a:pt x="3924689" y="686587"/>
                  <a:pt x="3928078" y="687708"/>
                  <a:pt x="3928623" y="684915"/>
                </a:cubicBezTo>
                <a:cubicBezTo>
                  <a:pt x="3926380" y="685371"/>
                  <a:pt x="3922730" y="683921"/>
                  <a:pt x="3919574" y="683150"/>
                </a:cubicBezTo>
                <a:close/>
                <a:moveTo>
                  <a:pt x="4085477" y="670824"/>
                </a:moveTo>
                <a:cubicBezTo>
                  <a:pt x="4091138" y="672067"/>
                  <a:pt x="4097313" y="674019"/>
                  <a:pt x="4101922" y="673847"/>
                </a:cubicBezTo>
                <a:cubicBezTo>
                  <a:pt x="4113717" y="681501"/>
                  <a:pt x="4092427" y="672899"/>
                  <a:pt x="4089700" y="674862"/>
                </a:cubicBezTo>
                <a:cubicBezTo>
                  <a:pt x="4089482" y="675019"/>
                  <a:pt x="4089423" y="677794"/>
                  <a:pt x="4089235" y="677764"/>
                </a:cubicBezTo>
                <a:cubicBezTo>
                  <a:pt x="4081873" y="677350"/>
                  <a:pt x="4074861" y="675360"/>
                  <a:pt x="4072114" y="672039"/>
                </a:cubicBezTo>
                <a:cubicBezTo>
                  <a:pt x="4074671" y="669040"/>
                  <a:pt x="4079817" y="669579"/>
                  <a:pt x="4085477" y="670824"/>
                </a:cubicBezTo>
                <a:close/>
                <a:moveTo>
                  <a:pt x="3571523" y="651752"/>
                </a:moveTo>
                <a:cubicBezTo>
                  <a:pt x="3569226" y="651564"/>
                  <a:pt x="3567294" y="651877"/>
                  <a:pt x="3566555" y="653775"/>
                </a:cubicBezTo>
                <a:cubicBezTo>
                  <a:pt x="3568436" y="654077"/>
                  <a:pt x="3570410" y="654394"/>
                  <a:pt x="3572387" y="654711"/>
                </a:cubicBezTo>
                <a:cubicBezTo>
                  <a:pt x="3574748" y="654418"/>
                  <a:pt x="3578138" y="655538"/>
                  <a:pt x="3578683" y="652745"/>
                </a:cubicBezTo>
                <a:cubicBezTo>
                  <a:pt x="3576482" y="652632"/>
                  <a:pt x="3573820" y="651941"/>
                  <a:pt x="3571523" y="651752"/>
                </a:cubicBezTo>
                <a:close/>
                <a:moveTo>
                  <a:pt x="4450124" y="636763"/>
                </a:moveTo>
                <a:cubicBezTo>
                  <a:pt x="4453626" y="638082"/>
                  <a:pt x="4457773" y="640043"/>
                  <a:pt x="4459626" y="638420"/>
                </a:cubicBezTo>
                <a:cubicBezTo>
                  <a:pt x="4463206" y="635346"/>
                  <a:pt x="4462094" y="639872"/>
                  <a:pt x="4468466" y="639840"/>
                </a:cubicBezTo>
                <a:cubicBezTo>
                  <a:pt x="4468654" y="639870"/>
                  <a:pt x="4469574" y="637136"/>
                  <a:pt x="4471847" y="637406"/>
                </a:cubicBezTo>
                <a:cubicBezTo>
                  <a:pt x="4480010" y="638236"/>
                  <a:pt x="4498684" y="639697"/>
                  <a:pt x="4509470" y="646422"/>
                </a:cubicBezTo>
                <a:cubicBezTo>
                  <a:pt x="4508924" y="649214"/>
                  <a:pt x="4505536" y="648094"/>
                  <a:pt x="4503173" y="648387"/>
                </a:cubicBezTo>
                <a:cubicBezTo>
                  <a:pt x="4483611" y="645246"/>
                  <a:pt x="4464050" y="642107"/>
                  <a:pt x="4444489" y="638966"/>
                </a:cubicBezTo>
                <a:cubicBezTo>
                  <a:pt x="4443763" y="634769"/>
                  <a:pt x="4446621" y="635444"/>
                  <a:pt x="4450124" y="636763"/>
                </a:cubicBezTo>
                <a:close/>
                <a:moveTo>
                  <a:pt x="3833659" y="636174"/>
                </a:moveTo>
                <a:cubicBezTo>
                  <a:pt x="3829186" y="635492"/>
                  <a:pt x="3825265" y="635583"/>
                  <a:pt x="3821867" y="637821"/>
                </a:cubicBezTo>
                <a:cubicBezTo>
                  <a:pt x="3837478" y="640327"/>
                  <a:pt x="3853184" y="642848"/>
                  <a:pt x="3868796" y="645355"/>
                </a:cubicBezTo>
                <a:cubicBezTo>
                  <a:pt x="3871159" y="645061"/>
                  <a:pt x="3874547" y="646182"/>
                  <a:pt x="3875092" y="643389"/>
                </a:cubicBezTo>
                <a:cubicBezTo>
                  <a:pt x="3867929" y="642335"/>
                  <a:pt x="3856956" y="640381"/>
                  <a:pt x="3848760" y="639162"/>
                </a:cubicBezTo>
                <a:cubicBezTo>
                  <a:pt x="3843157" y="638311"/>
                  <a:pt x="3838132" y="636855"/>
                  <a:pt x="3833659" y="636174"/>
                </a:cubicBezTo>
                <a:close/>
                <a:moveTo>
                  <a:pt x="4054316" y="633272"/>
                </a:moveTo>
                <a:cubicBezTo>
                  <a:pt x="4083233" y="642427"/>
                  <a:pt x="4099951" y="641654"/>
                  <a:pt x="4133503" y="645983"/>
                </a:cubicBezTo>
                <a:cubicBezTo>
                  <a:pt x="4132548" y="648327"/>
                  <a:pt x="4134195" y="648879"/>
                  <a:pt x="4135952" y="649353"/>
                </a:cubicBezTo>
                <a:cubicBezTo>
                  <a:pt x="4141260" y="649341"/>
                  <a:pt x="4141536" y="653034"/>
                  <a:pt x="4138402" y="652723"/>
                </a:cubicBezTo>
                <a:cubicBezTo>
                  <a:pt x="4124672" y="655320"/>
                  <a:pt x="4104099" y="650673"/>
                  <a:pt x="4088092" y="647624"/>
                </a:cubicBezTo>
                <a:cubicBezTo>
                  <a:pt x="4085567" y="647122"/>
                  <a:pt x="4081576" y="647345"/>
                  <a:pt x="4079251" y="646204"/>
                </a:cubicBezTo>
                <a:cubicBezTo>
                  <a:pt x="4078450" y="645787"/>
                  <a:pt x="4075767" y="642668"/>
                  <a:pt x="4076802" y="642835"/>
                </a:cubicBezTo>
                <a:cubicBezTo>
                  <a:pt x="4074356" y="642442"/>
                  <a:pt x="4051328" y="647674"/>
                  <a:pt x="4054316" y="633272"/>
                </a:cubicBezTo>
                <a:close/>
                <a:moveTo>
                  <a:pt x="4383446" y="625724"/>
                </a:moveTo>
                <a:cubicBezTo>
                  <a:pt x="4388930" y="625620"/>
                  <a:pt x="4397763" y="632114"/>
                  <a:pt x="4385804" y="629546"/>
                </a:cubicBezTo>
                <a:cubicBezTo>
                  <a:pt x="4383923" y="629244"/>
                  <a:pt x="4381948" y="628927"/>
                  <a:pt x="4379974" y="628610"/>
                </a:cubicBezTo>
                <a:cubicBezTo>
                  <a:pt x="4380162" y="626528"/>
                  <a:pt x="4381618" y="625760"/>
                  <a:pt x="4383446" y="625724"/>
                </a:cubicBezTo>
                <a:close/>
                <a:moveTo>
                  <a:pt x="3745172" y="609999"/>
                </a:moveTo>
                <a:cubicBezTo>
                  <a:pt x="3743327" y="609690"/>
                  <a:pt x="3741013" y="610248"/>
                  <a:pt x="3738617" y="612552"/>
                </a:cubicBezTo>
                <a:cubicBezTo>
                  <a:pt x="3752017" y="619671"/>
                  <a:pt x="3750708" y="610928"/>
                  <a:pt x="3745172" y="609999"/>
                </a:cubicBezTo>
                <a:close/>
                <a:moveTo>
                  <a:pt x="3902279" y="605424"/>
                </a:moveTo>
                <a:cubicBezTo>
                  <a:pt x="3900463" y="605460"/>
                  <a:pt x="3899024" y="606232"/>
                  <a:pt x="3898859" y="608317"/>
                </a:cubicBezTo>
                <a:cubicBezTo>
                  <a:pt x="3900739" y="608619"/>
                  <a:pt x="3902714" y="608936"/>
                  <a:pt x="3904689" y="609253"/>
                </a:cubicBezTo>
                <a:cubicBezTo>
                  <a:pt x="3916579" y="611811"/>
                  <a:pt x="3907727" y="605313"/>
                  <a:pt x="3902279" y="605424"/>
                </a:cubicBezTo>
                <a:close/>
                <a:moveTo>
                  <a:pt x="3634031" y="589329"/>
                </a:moveTo>
                <a:cubicBezTo>
                  <a:pt x="3632202" y="589372"/>
                  <a:pt x="3630744" y="590147"/>
                  <a:pt x="3630554" y="592229"/>
                </a:cubicBezTo>
                <a:cubicBezTo>
                  <a:pt x="3632435" y="592531"/>
                  <a:pt x="3634411" y="592848"/>
                  <a:pt x="3636385" y="593165"/>
                </a:cubicBezTo>
                <a:cubicBezTo>
                  <a:pt x="3648356" y="595662"/>
                  <a:pt x="3639517" y="589202"/>
                  <a:pt x="3634031" y="589329"/>
                </a:cubicBezTo>
                <a:close/>
                <a:moveTo>
                  <a:pt x="3797092" y="586029"/>
                </a:moveTo>
                <a:cubicBezTo>
                  <a:pt x="3792230" y="594082"/>
                  <a:pt x="3806456" y="593197"/>
                  <a:pt x="3813841" y="594671"/>
                </a:cubicBezTo>
                <a:cubicBezTo>
                  <a:pt x="3822152" y="596389"/>
                  <a:pt x="3839132" y="599978"/>
                  <a:pt x="3831893" y="594592"/>
                </a:cubicBezTo>
                <a:cubicBezTo>
                  <a:pt x="3827326" y="592995"/>
                  <a:pt x="3821650" y="594099"/>
                  <a:pt x="3817222" y="592237"/>
                </a:cubicBezTo>
                <a:cubicBezTo>
                  <a:pt x="3809543" y="588988"/>
                  <a:pt x="3814400" y="591784"/>
                  <a:pt x="3805467" y="590350"/>
                </a:cubicBezTo>
                <a:cubicBezTo>
                  <a:pt x="3801423" y="589701"/>
                  <a:pt x="3799187" y="587998"/>
                  <a:pt x="3797092" y="586029"/>
                </a:cubicBezTo>
                <a:close/>
                <a:moveTo>
                  <a:pt x="3758910" y="579900"/>
                </a:moveTo>
                <a:cubicBezTo>
                  <a:pt x="3748870" y="581745"/>
                  <a:pt x="3766284" y="584444"/>
                  <a:pt x="3770200" y="584689"/>
                </a:cubicBezTo>
                <a:cubicBezTo>
                  <a:pt x="3770009" y="586482"/>
                  <a:pt x="3770021" y="588212"/>
                  <a:pt x="3772649" y="588059"/>
                </a:cubicBezTo>
                <a:cubicBezTo>
                  <a:pt x="3777236" y="578712"/>
                  <a:pt x="3764263" y="582007"/>
                  <a:pt x="3758910" y="579900"/>
                </a:cubicBezTo>
                <a:close/>
                <a:moveTo>
                  <a:pt x="3540432" y="574185"/>
                </a:moveTo>
                <a:cubicBezTo>
                  <a:pt x="3535754" y="573723"/>
                  <a:pt x="3531885" y="574086"/>
                  <a:pt x="3530866" y="576227"/>
                </a:cubicBezTo>
                <a:cubicBezTo>
                  <a:pt x="3544301" y="583280"/>
                  <a:pt x="3573225" y="586387"/>
                  <a:pt x="3589085" y="588549"/>
                </a:cubicBezTo>
                <a:cubicBezTo>
                  <a:pt x="3594837" y="589376"/>
                  <a:pt x="3603241" y="593509"/>
                  <a:pt x="3607137" y="588470"/>
                </a:cubicBezTo>
                <a:cubicBezTo>
                  <a:pt x="3604252" y="587814"/>
                  <a:pt x="3601198" y="587613"/>
                  <a:pt x="3598297" y="587051"/>
                </a:cubicBezTo>
                <a:cubicBezTo>
                  <a:pt x="3596713" y="586700"/>
                  <a:pt x="3595190" y="583575"/>
                  <a:pt x="3595848" y="583681"/>
                </a:cubicBezTo>
                <a:cubicBezTo>
                  <a:pt x="3590220" y="582681"/>
                  <a:pt x="3583953" y="584461"/>
                  <a:pt x="3577795" y="583760"/>
                </a:cubicBezTo>
                <a:cubicBezTo>
                  <a:pt x="3573251" y="583223"/>
                  <a:pt x="3575560" y="579657"/>
                  <a:pt x="3571964" y="582824"/>
                </a:cubicBezTo>
                <a:cubicBezTo>
                  <a:pt x="3571513" y="583231"/>
                  <a:pt x="3566886" y="582009"/>
                  <a:pt x="3566134" y="581888"/>
                </a:cubicBezTo>
                <a:cubicBezTo>
                  <a:pt x="3562481" y="581205"/>
                  <a:pt x="3560397" y="578567"/>
                  <a:pt x="3554844" y="577099"/>
                </a:cubicBezTo>
                <a:cubicBezTo>
                  <a:pt x="3550594" y="575936"/>
                  <a:pt x="3545108" y="574648"/>
                  <a:pt x="3540432" y="574185"/>
                </a:cubicBezTo>
                <a:close/>
                <a:moveTo>
                  <a:pt x="3725289" y="574118"/>
                </a:moveTo>
                <a:cubicBezTo>
                  <a:pt x="3717007" y="572452"/>
                  <a:pt x="3709603" y="571551"/>
                  <a:pt x="3705684" y="574330"/>
                </a:cubicBezTo>
                <a:cubicBezTo>
                  <a:pt x="3720547" y="574892"/>
                  <a:pt x="3742326" y="584053"/>
                  <a:pt x="3750163" y="578494"/>
                </a:cubicBezTo>
                <a:cubicBezTo>
                  <a:pt x="3742732" y="578214"/>
                  <a:pt x="3733572" y="575784"/>
                  <a:pt x="3725289" y="574118"/>
                </a:cubicBezTo>
                <a:close/>
                <a:moveTo>
                  <a:pt x="3871194" y="573920"/>
                </a:moveTo>
                <a:cubicBezTo>
                  <a:pt x="3863720" y="577808"/>
                  <a:pt x="3846749" y="568748"/>
                  <a:pt x="3843370" y="578382"/>
                </a:cubicBezTo>
                <a:cubicBezTo>
                  <a:pt x="3857006" y="578171"/>
                  <a:pt x="3879413" y="590026"/>
                  <a:pt x="3885399" y="579176"/>
                </a:cubicBezTo>
                <a:cubicBezTo>
                  <a:pt x="3881423" y="576906"/>
                  <a:pt x="3869702" y="580209"/>
                  <a:pt x="3871194" y="573920"/>
                </a:cubicBezTo>
                <a:close/>
                <a:moveTo>
                  <a:pt x="3519482" y="571422"/>
                </a:moveTo>
                <a:cubicBezTo>
                  <a:pt x="3513812" y="577906"/>
                  <a:pt x="3528083" y="581541"/>
                  <a:pt x="3527857" y="575743"/>
                </a:cubicBezTo>
                <a:cubicBezTo>
                  <a:pt x="3526101" y="575270"/>
                  <a:pt x="3524546" y="574732"/>
                  <a:pt x="3525313" y="572358"/>
                </a:cubicBezTo>
                <a:cubicBezTo>
                  <a:pt x="3523432" y="572057"/>
                  <a:pt x="3521457" y="571740"/>
                  <a:pt x="3519482" y="571422"/>
                </a:cubicBezTo>
                <a:close/>
                <a:moveTo>
                  <a:pt x="3662226" y="564305"/>
                </a:moveTo>
                <a:cubicBezTo>
                  <a:pt x="3658747" y="564145"/>
                  <a:pt x="3656016" y="564631"/>
                  <a:pt x="3655745" y="566316"/>
                </a:cubicBezTo>
                <a:cubicBezTo>
                  <a:pt x="3659709" y="566855"/>
                  <a:pt x="3663630" y="567677"/>
                  <a:pt x="3667500" y="568203"/>
                </a:cubicBezTo>
                <a:cubicBezTo>
                  <a:pt x="3682388" y="570113"/>
                  <a:pt x="3679720" y="567956"/>
                  <a:pt x="3673194" y="566164"/>
                </a:cubicBezTo>
                <a:cubicBezTo>
                  <a:pt x="3669932" y="565268"/>
                  <a:pt x="3665705" y="564463"/>
                  <a:pt x="3662226" y="564305"/>
                </a:cubicBezTo>
                <a:close/>
                <a:moveTo>
                  <a:pt x="3462399" y="561420"/>
                </a:moveTo>
                <a:cubicBezTo>
                  <a:pt x="3456247" y="560599"/>
                  <a:pt x="3451414" y="561264"/>
                  <a:pt x="3451214" y="566416"/>
                </a:cubicBezTo>
                <a:cubicBezTo>
                  <a:pt x="3455195" y="566864"/>
                  <a:pt x="3457398" y="568753"/>
                  <a:pt x="3459495" y="570722"/>
                </a:cubicBezTo>
                <a:cubicBezTo>
                  <a:pt x="3460547" y="566570"/>
                  <a:pt x="3464716" y="569447"/>
                  <a:pt x="3468800" y="569239"/>
                </a:cubicBezTo>
                <a:cubicBezTo>
                  <a:pt x="3480962" y="568599"/>
                  <a:pt x="3484423" y="571075"/>
                  <a:pt x="3495227" y="573481"/>
                </a:cubicBezTo>
                <a:cubicBezTo>
                  <a:pt x="3500622" y="574731"/>
                  <a:pt x="3512841" y="580342"/>
                  <a:pt x="3513745" y="570500"/>
                </a:cubicBezTo>
                <a:cubicBezTo>
                  <a:pt x="3505157" y="569314"/>
                  <a:pt x="3492818" y="566854"/>
                  <a:pt x="3481488" y="565323"/>
                </a:cubicBezTo>
                <a:cubicBezTo>
                  <a:pt x="3476018" y="564541"/>
                  <a:pt x="3468550" y="562238"/>
                  <a:pt x="3462399" y="561420"/>
                </a:cubicBezTo>
                <a:close/>
                <a:moveTo>
                  <a:pt x="3644604" y="561071"/>
                </a:moveTo>
                <a:cubicBezTo>
                  <a:pt x="3642779" y="561114"/>
                  <a:pt x="3641334" y="561890"/>
                  <a:pt x="3641168" y="563976"/>
                </a:cubicBezTo>
                <a:cubicBezTo>
                  <a:pt x="3643049" y="564278"/>
                  <a:pt x="3645024" y="564595"/>
                  <a:pt x="3646998" y="564912"/>
                </a:cubicBezTo>
                <a:cubicBezTo>
                  <a:pt x="3658970" y="567410"/>
                  <a:pt x="3650078" y="560941"/>
                  <a:pt x="3644604" y="561071"/>
                </a:cubicBezTo>
                <a:close/>
                <a:moveTo>
                  <a:pt x="3701053" y="557949"/>
                </a:moveTo>
                <a:cubicBezTo>
                  <a:pt x="3696554" y="557432"/>
                  <a:pt x="3692265" y="558159"/>
                  <a:pt x="3689508" y="562709"/>
                </a:cubicBezTo>
                <a:cubicBezTo>
                  <a:pt x="3711426" y="566803"/>
                  <a:pt x="3734849" y="569315"/>
                  <a:pt x="3748194" y="572129"/>
                </a:cubicBezTo>
                <a:cubicBezTo>
                  <a:pt x="3749965" y="572510"/>
                  <a:pt x="3751020" y="575560"/>
                  <a:pt x="3750643" y="575500"/>
                </a:cubicBezTo>
                <a:cubicBezTo>
                  <a:pt x="3753434" y="576140"/>
                  <a:pt x="3754728" y="572890"/>
                  <a:pt x="3756940" y="573534"/>
                </a:cubicBezTo>
                <a:cubicBezTo>
                  <a:pt x="3762022" y="574925"/>
                  <a:pt x="3765315" y="577855"/>
                  <a:pt x="3771145" y="578790"/>
                </a:cubicBezTo>
                <a:cubicBezTo>
                  <a:pt x="3785519" y="581194"/>
                  <a:pt x="3800257" y="579527"/>
                  <a:pt x="3815624" y="582954"/>
                </a:cubicBezTo>
                <a:cubicBezTo>
                  <a:pt x="3826993" y="585452"/>
                  <a:pt x="3843824" y="594778"/>
                  <a:pt x="3850798" y="588599"/>
                </a:cubicBezTo>
                <a:cubicBezTo>
                  <a:pt x="3853916" y="589005"/>
                  <a:pt x="3853750" y="585234"/>
                  <a:pt x="3848348" y="585230"/>
                </a:cubicBezTo>
                <a:cubicBezTo>
                  <a:pt x="3837475" y="577245"/>
                  <a:pt x="3823411" y="581324"/>
                  <a:pt x="3810166" y="579101"/>
                </a:cubicBezTo>
                <a:cubicBezTo>
                  <a:pt x="3798785" y="577274"/>
                  <a:pt x="3788462" y="571872"/>
                  <a:pt x="3778373" y="571021"/>
                </a:cubicBezTo>
                <a:cubicBezTo>
                  <a:pt x="3775804" y="570801"/>
                  <a:pt x="3775680" y="573374"/>
                  <a:pt x="3774992" y="573454"/>
                </a:cubicBezTo>
                <a:cubicBezTo>
                  <a:pt x="3772145" y="573766"/>
                  <a:pt x="3771884" y="569980"/>
                  <a:pt x="3769627" y="569617"/>
                </a:cubicBezTo>
                <a:cubicBezTo>
                  <a:pt x="3748121" y="565973"/>
                  <a:pt x="3731753" y="562769"/>
                  <a:pt x="3713857" y="560664"/>
                </a:cubicBezTo>
                <a:cubicBezTo>
                  <a:pt x="3710261" y="560232"/>
                  <a:pt x="3705552" y="558468"/>
                  <a:pt x="3701053" y="557949"/>
                </a:cubicBezTo>
                <a:close/>
                <a:moveTo>
                  <a:pt x="3435680" y="557562"/>
                </a:moveTo>
                <a:cubicBezTo>
                  <a:pt x="3432010" y="556685"/>
                  <a:pt x="3428834" y="556487"/>
                  <a:pt x="3428088" y="559632"/>
                </a:cubicBezTo>
                <a:cubicBezTo>
                  <a:pt x="3431099" y="560115"/>
                  <a:pt x="3434014" y="560583"/>
                  <a:pt x="3436928" y="561051"/>
                </a:cubicBezTo>
                <a:cubicBezTo>
                  <a:pt x="3440485" y="561142"/>
                  <a:pt x="3445210" y="562957"/>
                  <a:pt x="3446235" y="559568"/>
                </a:cubicBezTo>
                <a:cubicBezTo>
                  <a:pt x="3443513" y="559996"/>
                  <a:pt x="3439350" y="558440"/>
                  <a:pt x="3435680" y="557562"/>
                </a:cubicBezTo>
                <a:close/>
                <a:moveTo>
                  <a:pt x="3746066" y="555122"/>
                </a:moveTo>
                <a:cubicBezTo>
                  <a:pt x="3742165" y="555001"/>
                  <a:pt x="3738568" y="555775"/>
                  <a:pt x="3735307" y="558060"/>
                </a:cubicBezTo>
                <a:cubicBezTo>
                  <a:pt x="3748613" y="564709"/>
                  <a:pt x="3763926" y="560060"/>
                  <a:pt x="3775845" y="567544"/>
                </a:cubicBezTo>
                <a:cubicBezTo>
                  <a:pt x="3775039" y="559349"/>
                  <a:pt x="3789324" y="571915"/>
                  <a:pt x="3788532" y="563626"/>
                </a:cubicBezTo>
                <a:cubicBezTo>
                  <a:pt x="3772212" y="563887"/>
                  <a:pt x="3757769" y="555484"/>
                  <a:pt x="3746066" y="555122"/>
                </a:cubicBezTo>
                <a:close/>
                <a:moveTo>
                  <a:pt x="3635137" y="545052"/>
                </a:moveTo>
                <a:cubicBezTo>
                  <a:pt x="3629385" y="544224"/>
                  <a:pt x="3626516" y="545877"/>
                  <a:pt x="3622916" y="546067"/>
                </a:cubicBezTo>
                <a:cubicBezTo>
                  <a:pt x="3618454" y="546214"/>
                  <a:pt x="3612232" y="542910"/>
                  <a:pt x="3610695" y="547081"/>
                </a:cubicBezTo>
                <a:cubicBezTo>
                  <a:pt x="3626401" y="549602"/>
                  <a:pt x="3642011" y="552108"/>
                  <a:pt x="3657623" y="554614"/>
                </a:cubicBezTo>
                <a:cubicBezTo>
                  <a:pt x="3661142" y="556139"/>
                  <a:pt x="3675850" y="557060"/>
                  <a:pt x="3666928" y="553132"/>
                </a:cubicBezTo>
                <a:cubicBezTo>
                  <a:pt x="3654722" y="554053"/>
                  <a:pt x="3645433" y="546416"/>
                  <a:pt x="3635137" y="545052"/>
                </a:cubicBezTo>
                <a:close/>
                <a:moveTo>
                  <a:pt x="3356629" y="542879"/>
                </a:moveTo>
                <a:cubicBezTo>
                  <a:pt x="3352822" y="541740"/>
                  <a:pt x="3349926" y="542044"/>
                  <a:pt x="3348887" y="547014"/>
                </a:cubicBezTo>
                <a:cubicBezTo>
                  <a:pt x="3374540" y="550075"/>
                  <a:pt x="3397028" y="555414"/>
                  <a:pt x="3418862" y="561223"/>
                </a:cubicBezTo>
                <a:cubicBezTo>
                  <a:pt x="3421569" y="551576"/>
                  <a:pt x="3407696" y="553862"/>
                  <a:pt x="3399198" y="552114"/>
                </a:cubicBezTo>
                <a:cubicBezTo>
                  <a:pt x="3390338" y="550211"/>
                  <a:pt x="3377646" y="548750"/>
                  <a:pt x="3369855" y="547403"/>
                </a:cubicBezTo>
                <a:cubicBezTo>
                  <a:pt x="3365160" y="546601"/>
                  <a:pt x="3360439" y="544019"/>
                  <a:pt x="3356629" y="542879"/>
                </a:cubicBezTo>
                <a:close/>
                <a:moveTo>
                  <a:pt x="3636131" y="538738"/>
                </a:moveTo>
                <a:cubicBezTo>
                  <a:pt x="3634308" y="538769"/>
                  <a:pt x="3632865" y="539527"/>
                  <a:pt x="3632703" y="541589"/>
                </a:cubicBezTo>
                <a:cubicBezTo>
                  <a:pt x="3634584" y="541891"/>
                  <a:pt x="3636558" y="542208"/>
                  <a:pt x="3638534" y="542525"/>
                </a:cubicBezTo>
                <a:cubicBezTo>
                  <a:pt x="3650493" y="545093"/>
                  <a:pt x="3641599" y="538642"/>
                  <a:pt x="3636131" y="538738"/>
                </a:cubicBezTo>
                <a:close/>
                <a:moveTo>
                  <a:pt x="3286998" y="531186"/>
                </a:moveTo>
                <a:cubicBezTo>
                  <a:pt x="3284701" y="530998"/>
                  <a:pt x="3282770" y="531312"/>
                  <a:pt x="3282031" y="533210"/>
                </a:cubicBezTo>
                <a:cubicBezTo>
                  <a:pt x="3283912" y="533511"/>
                  <a:pt x="3285886" y="533828"/>
                  <a:pt x="3287862" y="534146"/>
                </a:cubicBezTo>
                <a:cubicBezTo>
                  <a:pt x="3290225" y="533852"/>
                  <a:pt x="3293614" y="534973"/>
                  <a:pt x="3294158" y="532180"/>
                </a:cubicBezTo>
                <a:cubicBezTo>
                  <a:pt x="3291959" y="532067"/>
                  <a:pt x="3289296" y="531375"/>
                  <a:pt x="3286998" y="531186"/>
                </a:cubicBezTo>
                <a:close/>
                <a:moveTo>
                  <a:pt x="3541452" y="530110"/>
                </a:moveTo>
                <a:cubicBezTo>
                  <a:pt x="3538291" y="539588"/>
                  <a:pt x="3550031" y="536768"/>
                  <a:pt x="3558109" y="538736"/>
                </a:cubicBezTo>
                <a:cubicBezTo>
                  <a:pt x="3565902" y="540660"/>
                  <a:pt x="3577289" y="538840"/>
                  <a:pt x="3578143" y="544929"/>
                </a:cubicBezTo>
                <a:cubicBezTo>
                  <a:pt x="3577091" y="549081"/>
                  <a:pt x="3572922" y="546204"/>
                  <a:pt x="3568839" y="546412"/>
                </a:cubicBezTo>
                <a:cubicBezTo>
                  <a:pt x="3563593" y="546626"/>
                  <a:pt x="3561677" y="547759"/>
                  <a:pt x="3556615" y="547427"/>
                </a:cubicBezTo>
                <a:cubicBezTo>
                  <a:pt x="3551071" y="547113"/>
                  <a:pt x="3548149" y="543091"/>
                  <a:pt x="3545327" y="542638"/>
                </a:cubicBezTo>
                <a:cubicBezTo>
                  <a:pt x="3546361" y="542804"/>
                  <a:pt x="3542930" y="544942"/>
                  <a:pt x="3541944" y="545072"/>
                </a:cubicBezTo>
                <a:cubicBezTo>
                  <a:pt x="3526663" y="547131"/>
                  <a:pt x="3516617" y="529772"/>
                  <a:pt x="3503762" y="538942"/>
                </a:cubicBezTo>
                <a:cubicBezTo>
                  <a:pt x="3513751" y="545827"/>
                  <a:pt x="3525991" y="545295"/>
                  <a:pt x="3538550" y="547599"/>
                </a:cubicBezTo>
                <a:cubicBezTo>
                  <a:pt x="3552344" y="550005"/>
                  <a:pt x="3566457" y="553423"/>
                  <a:pt x="3579647" y="554197"/>
                </a:cubicBezTo>
                <a:cubicBezTo>
                  <a:pt x="3585082" y="554589"/>
                  <a:pt x="3586790" y="552367"/>
                  <a:pt x="3591868" y="553182"/>
                </a:cubicBezTo>
                <a:cubicBezTo>
                  <a:pt x="3595442" y="553755"/>
                  <a:pt x="3597701" y="556518"/>
                  <a:pt x="3603158" y="557971"/>
                </a:cubicBezTo>
                <a:cubicBezTo>
                  <a:pt x="3611112" y="560111"/>
                  <a:pt x="3618970" y="559836"/>
                  <a:pt x="3626670" y="561745"/>
                </a:cubicBezTo>
                <a:cubicBezTo>
                  <a:pt x="3628268" y="562001"/>
                  <a:pt x="3630337" y="559933"/>
                  <a:pt x="3627135" y="558843"/>
                </a:cubicBezTo>
                <a:cubicBezTo>
                  <a:pt x="3612690" y="555084"/>
                  <a:pt x="3609538" y="556690"/>
                  <a:pt x="3601175" y="551699"/>
                </a:cubicBezTo>
                <a:cubicBezTo>
                  <a:pt x="3604539" y="546958"/>
                  <a:pt x="3612414" y="544189"/>
                  <a:pt x="3603054" y="539999"/>
                </a:cubicBezTo>
                <a:cubicBezTo>
                  <a:pt x="3599048" y="545117"/>
                  <a:pt x="3590484" y="540765"/>
                  <a:pt x="3585000" y="540078"/>
                </a:cubicBezTo>
                <a:cubicBezTo>
                  <a:pt x="3567699" y="537876"/>
                  <a:pt x="3551944" y="532659"/>
                  <a:pt x="3541452" y="530110"/>
                </a:cubicBezTo>
                <a:close/>
                <a:moveTo>
                  <a:pt x="3469150" y="529653"/>
                </a:moveTo>
                <a:cubicBezTo>
                  <a:pt x="3464884" y="528740"/>
                  <a:pt x="3459850" y="529444"/>
                  <a:pt x="3459749" y="531876"/>
                </a:cubicBezTo>
                <a:cubicBezTo>
                  <a:pt x="3468415" y="530771"/>
                  <a:pt x="3466705" y="537217"/>
                  <a:pt x="3473954" y="537133"/>
                </a:cubicBezTo>
                <a:cubicBezTo>
                  <a:pt x="3476918" y="533097"/>
                  <a:pt x="3473417" y="530566"/>
                  <a:pt x="3469150" y="529653"/>
                </a:cubicBezTo>
                <a:close/>
                <a:moveTo>
                  <a:pt x="3504546" y="523464"/>
                </a:moveTo>
                <a:cubicBezTo>
                  <a:pt x="3497777" y="522138"/>
                  <a:pt x="3490855" y="521987"/>
                  <a:pt x="3487960" y="524403"/>
                </a:cubicBezTo>
                <a:cubicBezTo>
                  <a:pt x="3496213" y="527072"/>
                  <a:pt x="3506765" y="529246"/>
                  <a:pt x="3513921" y="531547"/>
                </a:cubicBezTo>
                <a:cubicBezTo>
                  <a:pt x="3522174" y="534216"/>
                  <a:pt x="3535999" y="536435"/>
                  <a:pt x="3537898" y="532419"/>
                </a:cubicBezTo>
                <a:cubicBezTo>
                  <a:pt x="3533265" y="525819"/>
                  <a:pt x="3527232" y="529746"/>
                  <a:pt x="3520217" y="529580"/>
                </a:cubicBezTo>
                <a:cubicBezTo>
                  <a:pt x="3517931" y="527294"/>
                  <a:pt x="3511315" y="524792"/>
                  <a:pt x="3504546" y="523464"/>
                </a:cubicBezTo>
                <a:close/>
                <a:moveTo>
                  <a:pt x="3450352" y="515293"/>
                </a:moveTo>
                <a:cubicBezTo>
                  <a:pt x="3447279" y="514607"/>
                  <a:pt x="3442697" y="515505"/>
                  <a:pt x="3446970" y="517728"/>
                </a:cubicBezTo>
                <a:cubicBezTo>
                  <a:pt x="3459727" y="516990"/>
                  <a:pt x="3472592" y="532402"/>
                  <a:pt x="3479694" y="520004"/>
                </a:cubicBezTo>
                <a:cubicBezTo>
                  <a:pt x="3470411" y="522545"/>
                  <a:pt x="3464839" y="515794"/>
                  <a:pt x="3450352" y="515293"/>
                </a:cubicBezTo>
                <a:close/>
                <a:moveTo>
                  <a:pt x="3549258" y="480283"/>
                </a:moveTo>
                <a:cubicBezTo>
                  <a:pt x="3549092" y="481312"/>
                  <a:pt x="3548942" y="482248"/>
                  <a:pt x="3548793" y="483185"/>
                </a:cubicBezTo>
                <a:cubicBezTo>
                  <a:pt x="3543043" y="480533"/>
                  <a:pt x="3525340" y="481436"/>
                  <a:pt x="3539485" y="484667"/>
                </a:cubicBezTo>
                <a:cubicBezTo>
                  <a:pt x="3545098" y="488160"/>
                  <a:pt x="3558136" y="485068"/>
                  <a:pt x="3549258" y="480283"/>
                </a:cubicBezTo>
                <a:close/>
                <a:moveTo>
                  <a:pt x="3439003" y="462055"/>
                </a:moveTo>
                <a:cubicBezTo>
                  <a:pt x="3435589" y="461532"/>
                  <a:pt x="3432659" y="461757"/>
                  <a:pt x="3431423" y="464343"/>
                </a:cubicBezTo>
                <a:cubicBezTo>
                  <a:pt x="3449613" y="475424"/>
                  <a:pt x="3488435" y="471574"/>
                  <a:pt x="3506762" y="482390"/>
                </a:cubicBezTo>
                <a:cubicBezTo>
                  <a:pt x="3507616" y="474077"/>
                  <a:pt x="3524430" y="487723"/>
                  <a:pt x="3525282" y="479410"/>
                </a:cubicBezTo>
                <a:cubicBezTo>
                  <a:pt x="3511131" y="470801"/>
                  <a:pt x="3493143" y="473483"/>
                  <a:pt x="3481267" y="472344"/>
                </a:cubicBezTo>
                <a:cubicBezTo>
                  <a:pt x="3473070" y="466324"/>
                  <a:pt x="3461370" y="465886"/>
                  <a:pt x="3449475" y="464264"/>
                </a:cubicBezTo>
                <a:cubicBezTo>
                  <a:pt x="3446310" y="463852"/>
                  <a:pt x="3442416" y="462580"/>
                  <a:pt x="3439003" y="462055"/>
                </a:cubicBezTo>
                <a:close/>
                <a:moveTo>
                  <a:pt x="3402996" y="453923"/>
                </a:moveTo>
                <a:cubicBezTo>
                  <a:pt x="3402323" y="453911"/>
                  <a:pt x="3397502" y="458706"/>
                  <a:pt x="3396233" y="458790"/>
                </a:cubicBezTo>
                <a:cubicBezTo>
                  <a:pt x="3407105" y="459576"/>
                  <a:pt x="3415250" y="462323"/>
                  <a:pt x="3422195" y="465935"/>
                </a:cubicBezTo>
                <a:cubicBezTo>
                  <a:pt x="3426301" y="457184"/>
                  <a:pt x="3412172" y="458661"/>
                  <a:pt x="3408362" y="457761"/>
                </a:cubicBezTo>
                <a:cubicBezTo>
                  <a:pt x="3406778" y="457410"/>
                  <a:pt x="3407631" y="453899"/>
                  <a:pt x="3402996" y="453923"/>
                </a:cubicBezTo>
                <a:close/>
                <a:moveTo>
                  <a:pt x="3370084" y="451172"/>
                </a:moveTo>
                <a:cubicBezTo>
                  <a:pt x="3366931" y="450390"/>
                  <a:pt x="3364267" y="450298"/>
                  <a:pt x="3363992" y="453517"/>
                </a:cubicBezTo>
                <a:cubicBezTo>
                  <a:pt x="3367566" y="458892"/>
                  <a:pt x="3375590" y="457589"/>
                  <a:pt x="3379128" y="452972"/>
                </a:cubicBezTo>
                <a:cubicBezTo>
                  <a:pt x="3376885" y="453427"/>
                  <a:pt x="3373238" y="451954"/>
                  <a:pt x="3370084" y="451172"/>
                </a:cubicBezTo>
                <a:close/>
                <a:moveTo>
                  <a:pt x="3344124" y="444029"/>
                </a:moveTo>
                <a:cubicBezTo>
                  <a:pt x="3340970" y="443247"/>
                  <a:pt x="3338307" y="443155"/>
                  <a:pt x="3338031" y="446376"/>
                </a:cubicBezTo>
                <a:cubicBezTo>
                  <a:pt x="3344746" y="448414"/>
                  <a:pt x="3349720" y="454685"/>
                  <a:pt x="3353168" y="445829"/>
                </a:cubicBezTo>
                <a:cubicBezTo>
                  <a:pt x="3350924" y="446285"/>
                  <a:pt x="3347278" y="444812"/>
                  <a:pt x="3344124" y="444029"/>
                </a:cubicBezTo>
                <a:close/>
                <a:moveTo>
                  <a:pt x="2811956" y="424913"/>
                </a:moveTo>
                <a:cubicBezTo>
                  <a:pt x="2806907" y="423911"/>
                  <a:pt x="2804072" y="425953"/>
                  <a:pt x="2802184" y="429298"/>
                </a:cubicBezTo>
                <a:cubicBezTo>
                  <a:pt x="2806837" y="429757"/>
                  <a:pt x="2812280" y="431302"/>
                  <a:pt x="2811956" y="424913"/>
                </a:cubicBezTo>
                <a:close/>
                <a:moveTo>
                  <a:pt x="2775045" y="411607"/>
                </a:moveTo>
                <a:cubicBezTo>
                  <a:pt x="2767040" y="411894"/>
                  <a:pt x="2760243" y="413828"/>
                  <a:pt x="2755719" y="418863"/>
                </a:cubicBezTo>
                <a:cubicBezTo>
                  <a:pt x="2767177" y="418397"/>
                  <a:pt x="2769162" y="424669"/>
                  <a:pt x="2778672" y="425523"/>
                </a:cubicBezTo>
                <a:cubicBezTo>
                  <a:pt x="2782067" y="422997"/>
                  <a:pt x="2785449" y="420563"/>
                  <a:pt x="2788924" y="418144"/>
                </a:cubicBezTo>
                <a:cubicBezTo>
                  <a:pt x="2795467" y="420058"/>
                  <a:pt x="2800126" y="419270"/>
                  <a:pt x="2801611" y="414227"/>
                </a:cubicBezTo>
                <a:cubicBezTo>
                  <a:pt x="2792262" y="412679"/>
                  <a:pt x="2783050" y="411320"/>
                  <a:pt x="2775045" y="411607"/>
                </a:cubicBezTo>
                <a:close/>
                <a:moveTo>
                  <a:pt x="2741598" y="411590"/>
                </a:moveTo>
                <a:cubicBezTo>
                  <a:pt x="2738129" y="411862"/>
                  <a:pt x="2734576" y="413260"/>
                  <a:pt x="2732317" y="415009"/>
                </a:cubicBezTo>
                <a:cubicBezTo>
                  <a:pt x="2737762" y="414155"/>
                  <a:pt x="2748957" y="421329"/>
                  <a:pt x="2750370" y="414931"/>
                </a:cubicBezTo>
                <a:cubicBezTo>
                  <a:pt x="2748450" y="412175"/>
                  <a:pt x="2745065" y="411319"/>
                  <a:pt x="2741598" y="411590"/>
                </a:cubicBezTo>
                <a:close/>
                <a:moveTo>
                  <a:pt x="2709442" y="408383"/>
                </a:moveTo>
                <a:cubicBezTo>
                  <a:pt x="2705962" y="408222"/>
                  <a:pt x="2703231" y="408709"/>
                  <a:pt x="2702961" y="410393"/>
                </a:cubicBezTo>
                <a:cubicBezTo>
                  <a:pt x="2706846" y="410824"/>
                  <a:pt x="2710751" y="411740"/>
                  <a:pt x="2714717" y="412280"/>
                </a:cubicBezTo>
                <a:cubicBezTo>
                  <a:pt x="2729604" y="414190"/>
                  <a:pt x="2726935" y="412034"/>
                  <a:pt x="2720410" y="410242"/>
                </a:cubicBezTo>
                <a:cubicBezTo>
                  <a:pt x="2717147" y="409346"/>
                  <a:pt x="2712920" y="408542"/>
                  <a:pt x="2709442" y="408383"/>
                </a:cubicBezTo>
                <a:close/>
                <a:moveTo>
                  <a:pt x="2989740" y="405395"/>
                </a:moveTo>
                <a:cubicBezTo>
                  <a:pt x="2984953" y="405047"/>
                  <a:pt x="2981070" y="405347"/>
                  <a:pt x="2980290" y="406902"/>
                </a:cubicBezTo>
                <a:cubicBezTo>
                  <a:pt x="2986606" y="407821"/>
                  <a:pt x="2992392" y="409038"/>
                  <a:pt x="2997878" y="409727"/>
                </a:cubicBezTo>
                <a:cubicBezTo>
                  <a:pt x="3026602" y="413329"/>
                  <a:pt x="3004102" y="406441"/>
                  <a:pt x="2989740" y="405395"/>
                </a:cubicBezTo>
                <a:close/>
                <a:moveTo>
                  <a:pt x="2601039" y="387420"/>
                </a:moveTo>
                <a:cubicBezTo>
                  <a:pt x="2593966" y="386560"/>
                  <a:pt x="2587844" y="386537"/>
                  <a:pt x="2586072" y="388558"/>
                </a:cubicBezTo>
                <a:cubicBezTo>
                  <a:pt x="2608757" y="392679"/>
                  <a:pt x="2625411" y="398906"/>
                  <a:pt x="2647207" y="401348"/>
                </a:cubicBezTo>
                <a:cubicBezTo>
                  <a:pt x="2651751" y="401885"/>
                  <a:pt x="2659292" y="404033"/>
                  <a:pt x="2664606" y="404657"/>
                </a:cubicBezTo>
                <a:lnTo>
                  <a:pt x="2666888" y="401365"/>
                </a:lnTo>
                <a:lnTo>
                  <a:pt x="2668174" y="401737"/>
                </a:lnTo>
                <a:cubicBezTo>
                  <a:pt x="2668325" y="400801"/>
                  <a:pt x="2668475" y="399865"/>
                  <a:pt x="2668640" y="398835"/>
                </a:cubicBezTo>
                <a:lnTo>
                  <a:pt x="2666888" y="401365"/>
                </a:lnTo>
                <a:lnTo>
                  <a:pt x="2645129" y="395061"/>
                </a:lnTo>
                <a:cubicBezTo>
                  <a:pt x="2640565" y="394041"/>
                  <a:pt x="2634679" y="396457"/>
                  <a:pt x="2629992" y="395608"/>
                </a:cubicBezTo>
                <a:cubicBezTo>
                  <a:pt x="2630744" y="395729"/>
                  <a:pt x="2628719" y="392716"/>
                  <a:pt x="2627541" y="392238"/>
                </a:cubicBezTo>
                <a:cubicBezTo>
                  <a:pt x="2625829" y="391483"/>
                  <a:pt x="2623483" y="391683"/>
                  <a:pt x="2621711" y="391302"/>
                </a:cubicBezTo>
                <a:cubicBezTo>
                  <a:pt x="2616137" y="389976"/>
                  <a:pt x="2608112" y="388279"/>
                  <a:pt x="2601039" y="387420"/>
                </a:cubicBezTo>
                <a:close/>
                <a:moveTo>
                  <a:pt x="2560295" y="381370"/>
                </a:moveTo>
                <a:cubicBezTo>
                  <a:pt x="2556816" y="381209"/>
                  <a:pt x="2554085" y="381695"/>
                  <a:pt x="2553815" y="383380"/>
                </a:cubicBezTo>
                <a:cubicBezTo>
                  <a:pt x="2557779" y="383920"/>
                  <a:pt x="2561590" y="384820"/>
                  <a:pt x="2565570" y="385267"/>
                </a:cubicBezTo>
                <a:cubicBezTo>
                  <a:pt x="2580458" y="387177"/>
                  <a:pt x="2577789" y="385020"/>
                  <a:pt x="2571263" y="383228"/>
                </a:cubicBezTo>
                <a:cubicBezTo>
                  <a:pt x="2568001" y="382332"/>
                  <a:pt x="2563774" y="381529"/>
                  <a:pt x="2560295" y="381370"/>
                </a:cubicBezTo>
                <a:close/>
                <a:moveTo>
                  <a:pt x="2540075" y="375221"/>
                </a:moveTo>
                <a:cubicBezTo>
                  <a:pt x="2539775" y="377093"/>
                  <a:pt x="2539460" y="379059"/>
                  <a:pt x="2539144" y="381025"/>
                </a:cubicBezTo>
                <a:cubicBezTo>
                  <a:pt x="2541024" y="381327"/>
                  <a:pt x="2543000" y="381644"/>
                  <a:pt x="2544975" y="381961"/>
                </a:cubicBezTo>
                <a:cubicBezTo>
                  <a:pt x="2545275" y="380089"/>
                  <a:pt x="2545591" y="378123"/>
                  <a:pt x="2545906" y="376157"/>
                </a:cubicBezTo>
                <a:cubicBezTo>
                  <a:pt x="2544025" y="375855"/>
                  <a:pt x="2542051" y="375538"/>
                  <a:pt x="2540075" y="375221"/>
                </a:cubicBezTo>
                <a:close/>
                <a:moveTo>
                  <a:pt x="817223" y="0"/>
                </a:moveTo>
                <a:lnTo>
                  <a:pt x="2975301" y="362725"/>
                </a:lnTo>
                <a:lnTo>
                  <a:pt x="2980089" y="365489"/>
                </a:lnTo>
                <a:lnTo>
                  <a:pt x="2983205" y="364054"/>
                </a:lnTo>
                <a:lnTo>
                  <a:pt x="3055460" y="376198"/>
                </a:lnTo>
                <a:lnTo>
                  <a:pt x="3059370" y="378216"/>
                </a:lnTo>
                <a:cubicBezTo>
                  <a:pt x="3066994" y="380303"/>
                  <a:pt x="3076333" y="381466"/>
                  <a:pt x="3084657" y="382046"/>
                </a:cubicBezTo>
                <a:lnTo>
                  <a:pt x="3090898" y="382155"/>
                </a:lnTo>
                <a:lnTo>
                  <a:pt x="3124059" y="387728"/>
                </a:lnTo>
                <a:lnTo>
                  <a:pt x="3135176" y="393359"/>
                </a:lnTo>
                <a:cubicBezTo>
                  <a:pt x="3138501" y="394279"/>
                  <a:pt x="3141740" y="391533"/>
                  <a:pt x="3147397" y="392346"/>
                </a:cubicBezTo>
                <a:cubicBezTo>
                  <a:pt x="3151174" y="392856"/>
                  <a:pt x="3151070" y="395911"/>
                  <a:pt x="3155772" y="396666"/>
                </a:cubicBezTo>
                <a:cubicBezTo>
                  <a:pt x="3159910" y="397330"/>
                  <a:pt x="3161659" y="394251"/>
                  <a:pt x="3167994" y="395652"/>
                </a:cubicBezTo>
                <a:cubicBezTo>
                  <a:pt x="3173121" y="396763"/>
                  <a:pt x="3177230" y="402416"/>
                  <a:pt x="3181733" y="403810"/>
                </a:cubicBezTo>
                <a:cubicBezTo>
                  <a:pt x="3190928" y="406630"/>
                  <a:pt x="3192769" y="401165"/>
                  <a:pt x="3196404" y="406165"/>
                </a:cubicBezTo>
                <a:cubicBezTo>
                  <a:pt x="3197590" y="407796"/>
                  <a:pt x="3208897" y="408267"/>
                  <a:pt x="3211076" y="408520"/>
                </a:cubicBezTo>
                <a:cubicBezTo>
                  <a:pt x="3212877" y="408713"/>
                  <a:pt x="3214833" y="406147"/>
                  <a:pt x="3214457" y="406087"/>
                </a:cubicBezTo>
                <a:cubicBezTo>
                  <a:pt x="3217401" y="406368"/>
                  <a:pt x="3217377" y="409532"/>
                  <a:pt x="3219822" y="409924"/>
                </a:cubicBezTo>
                <a:cubicBezTo>
                  <a:pt x="3222737" y="410392"/>
                  <a:pt x="3223768" y="407581"/>
                  <a:pt x="3226118" y="407958"/>
                </a:cubicBezTo>
                <a:cubicBezTo>
                  <a:pt x="3225273" y="407823"/>
                  <a:pt x="3227485" y="410867"/>
                  <a:pt x="3228568" y="411328"/>
                </a:cubicBezTo>
                <a:cubicBezTo>
                  <a:pt x="3230107" y="411959"/>
                  <a:pt x="3232692" y="412086"/>
                  <a:pt x="3234399" y="412264"/>
                </a:cubicBezTo>
                <a:cubicBezTo>
                  <a:pt x="3238285" y="412697"/>
                  <a:pt x="3240794" y="410890"/>
                  <a:pt x="3246620" y="411250"/>
                </a:cubicBezTo>
                <a:cubicBezTo>
                  <a:pt x="3260779" y="411987"/>
                  <a:pt x="3277614" y="417090"/>
                  <a:pt x="3280862" y="422699"/>
                </a:cubicBezTo>
                <a:cubicBezTo>
                  <a:pt x="3281399" y="423554"/>
                  <a:pt x="3285718" y="423095"/>
                  <a:pt x="3286692" y="423635"/>
                </a:cubicBezTo>
                <a:cubicBezTo>
                  <a:pt x="3308698" y="436194"/>
                  <a:pt x="3348398" y="432869"/>
                  <a:pt x="3377169" y="441136"/>
                </a:cubicBezTo>
                <a:cubicBezTo>
                  <a:pt x="3380950" y="442223"/>
                  <a:pt x="3380887" y="444420"/>
                  <a:pt x="3385544" y="445456"/>
                </a:cubicBezTo>
                <a:cubicBezTo>
                  <a:pt x="3398041" y="448134"/>
                  <a:pt x="3411632" y="448204"/>
                  <a:pt x="3423727" y="451585"/>
                </a:cubicBezTo>
                <a:cubicBezTo>
                  <a:pt x="3428997" y="453008"/>
                  <a:pt x="3429890" y="455263"/>
                  <a:pt x="3435017" y="456375"/>
                </a:cubicBezTo>
                <a:cubicBezTo>
                  <a:pt x="3438748" y="457165"/>
                  <a:pt x="3439571" y="453841"/>
                  <a:pt x="3444323" y="454892"/>
                </a:cubicBezTo>
                <a:cubicBezTo>
                  <a:pt x="3448336" y="455728"/>
                  <a:pt x="3449654" y="458341"/>
                  <a:pt x="3455613" y="459681"/>
                </a:cubicBezTo>
                <a:cubicBezTo>
                  <a:pt x="3467343" y="462332"/>
                  <a:pt x="3480030" y="460815"/>
                  <a:pt x="3490319" y="468229"/>
                </a:cubicBezTo>
                <a:cubicBezTo>
                  <a:pt x="3495521" y="461670"/>
                  <a:pt x="3501101" y="464774"/>
                  <a:pt x="3502542" y="467214"/>
                </a:cubicBezTo>
                <a:cubicBezTo>
                  <a:pt x="3505710" y="472715"/>
                  <a:pt x="3528776" y="468449"/>
                  <a:pt x="3526425" y="468071"/>
                </a:cubicBezTo>
                <a:cubicBezTo>
                  <a:pt x="3530280" y="468690"/>
                  <a:pt x="3529849" y="471982"/>
                  <a:pt x="3534799" y="472392"/>
                </a:cubicBezTo>
                <a:cubicBezTo>
                  <a:pt x="3534314" y="472411"/>
                  <a:pt x="3536710" y="470106"/>
                  <a:pt x="3538181" y="469959"/>
                </a:cubicBezTo>
                <a:cubicBezTo>
                  <a:pt x="3550308" y="468929"/>
                  <a:pt x="3560797" y="475702"/>
                  <a:pt x="3564142" y="477103"/>
                </a:cubicBezTo>
                <a:cubicBezTo>
                  <a:pt x="3571741" y="480243"/>
                  <a:pt x="3575725" y="481266"/>
                  <a:pt x="3578347" y="482359"/>
                </a:cubicBezTo>
                <a:cubicBezTo>
                  <a:pt x="3582053" y="483915"/>
                  <a:pt x="3584288" y="485617"/>
                  <a:pt x="3586722" y="486679"/>
                </a:cubicBezTo>
                <a:cubicBezTo>
                  <a:pt x="3588260" y="487311"/>
                  <a:pt x="3591263" y="486641"/>
                  <a:pt x="3592552" y="487615"/>
                </a:cubicBezTo>
                <a:cubicBezTo>
                  <a:pt x="3594095" y="488823"/>
                  <a:pt x="3590843" y="496463"/>
                  <a:pt x="3597452" y="494355"/>
                </a:cubicBezTo>
                <a:cubicBezTo>
                  <a:pt x="3614771" y="494639"/>
                  <a:pt x="3635383" y="502653"/>
                  <a:pt x="3643915" y="504790"/>
                </a:cubicBezTo>
                <a:cubicBezTo>
                  <a:pt x="3655788" y="507752"/>
                  <a:pt x="3679633" y="510044"/>
                  <a:pt x="3687929" y="511856"/>
                </a:cubicBezTo>
                <a:cubicBezTo>
                  <a:pt x="3689418" y="512191"/>
                  <a:pt x="3691130" y="515346"/>
                  <a:pt x="3690378" y="515225"/>
                </a:cubicBezTo>
                <a:cubicBezTo>
                  <a:pt x="3694798" y="515935"/>
                  <a:pt x="3696772" y="513851"/>
                  <a:pt x="3699685" y="513743"/>
                </a:cubicBezTo>
                <a:cubicBezTo>
                  <a:pt x="3712365" y="513474"/>
                  <a:pt x="3719168" y="519174"/>
                  <a:pt x="3725645" y="520887"/>
                </a:cubicBezTo>
                <a:cubicBezTo>
                  <a:pt x="3740264" y="524769"/>
                  <a:pt x="3754638" y="524773"/>
                  <a:pt x="3769659" y="527952"/>
                </a:cubicBezTo>
                <a:cubicBezTo>
                  <a:pt x="3773203" y="528713"/>
                  <a:pt x="3773703" y="531001"/>
                  <a:pt x="3778034" y="532273"/>
                </a:cubicBezTo>
                <a:cubicBezTo>
                  <a:pt x="3792687" y="536545"/>
                  <a:pt x="3812513" y="535023"/>
                  <a:pt x="3819598" y="535968"/>
                </a:cubicBezTo>
                <a:cubicBezTo>
                  <a:pt x="3824894" y="536625"/>
                  <a:pt x="3830630" y="537547"/>
                  <a:pt x="3837184" y="538791"/>
                </a:cubicBezTo>
                <a:cubicBezTo>
                  <a:pt x="3839990" y="539338"/>
                  <a:pt x="3840198" y="542252"/>
                  <a:pt x="3842549" y="542629"/>
                </a:cubicBezTo>
                <a:cubicBezTo>
                  <a:pt x="3841702" y="542493"/>
                  <a:pt x="3844757" y="540293"/>
                  <a:pt x="3845930" y="540195"/>
                </a:cubicBezTo>
                <a:cubicBezTo>
                  <a:pt x="3847589" y="540078"/>
                  <a:pt x="3850084" y="540766"/>
                  <a:pt x="3851760" y="541131"/>
                </a:cubicBezTo>
                <a:cubicBezTo>
                  <a:pt x="3855508" y="541829"/>
                  <a:pt x="3857295" y="544516"/>
                  <a:pt x="3863052" y="545920"/>
                </a:cubicBezTo>
                <a:cubicBezTo>
                  <a:pt x="3872414" y="548287"/>
                  <a:pt x="3880633" y="545766"/>
                  <a:pt x="3889944" y="547260"/>
                </a:cubicBezTo>
                <a:cubicBezTo>
                  <a:pt x="3893518" y="547834"/>
                  <a:pt x="3895666" y="550676"/>
                  <a:pt x="3901233" y="552049"/>
                </a:cubicBezTo>
                <a:cubicBezTo>
                  <a:pt x="3905687" y="553148"/>
                  <a:pt x="3911394" y="554257"/>
                  <a:pt x="3915905" y="554403"/>
                </a:cubicBezTo>
                <a:cubicBezTo>
                  <a:pt x="3927337" y="554703"/>
                  <a:pt x="3932686" y="556234"/>
                  <a:pt x="3942332" y="558647"/>
                </a:cubicBezTo>
                <a:cubicBezTo>
                  <a:pt x="3978608" y="567638"/>
                  <a:pt x="4022729" y="569823"/>
                  <a:pt x="4062617" y="577955"/>
                </a:cubicBezTo>
                <a:cubicBezTo>
                  <a:pt x="4066724" y="578806"/>
                  <a:pt x="4068482" y="581681"/>
                  <a:pt x="4070992" y="582276"/>
                </a:cubicBezTo>
                <a:cubicBezTo>
                  <a:pt x="4070709" y="582231"/>
                  <a:pt x="4072210" y="579495"/>
                  <a:pt x="4074373" y="579842"/>
                </a:cubicBezTo>
                <a:cubicBezTo>
                  <a:pt x="4076159" y="580129"/>
                  <a:pt x="4077386" y="583303"/>
                  <a:pt x="4076822" y="583212"/>
                </a:cubicBezTo>
                <a:cubicBezTo>
                  <a:pt x="4081994" y="584042"/>
                  <a:pt x="4087573" y="582345"/>
                  <a:pt x="4091959" y="582665"/>
                </a:cubicBezTo>
                <a:cubicBezTo>
                  <a:pt x="4104647" y="583550"/>
                  <a:pt x="4118236" y="585443"/>
                  <a:pt x="4130047" y="588780"/>
                </a:cubicBezTo>
                <a:cubicBezTo>
                  <a:pt x="4133829" y="589867"/>
                  <a:pt x="4133656" y="592142"/>
                  <a:pt x="4138422" y="593101"/>
                </a:cubicBezTo>
                <a:cubicBezTo>
                  <a:pt x="4197785" y="605510"/>
                  <a:pt x="4263728" y="606974"/>
                  <a:pt x="4323223" y="622766"/>
                </a:cubicBezTo>
                <a:cubicBezTo>
                  <a:pt x="4328508" y="624094"/>
                  <a:pt x="4329434" y="626739"/>
                  <a:pt x="4334512" y="627554"/>
                </a:cubicBezTo>
                <a:cubicBezTo>
                  <a:pt x="4338650" y="628219"/>
                  <a:pt x="4340478" y="625247"/>
                  <a:pt x="4346735" y="626540"/>
                </a:cubicBezTo>
                <a:cubicBezTo>
                  <a:pt x="4355421" y="628318"/>
                  <a:pt x="4358454" y="634662"/>
                  <a:pt x="4364320" y="629363"/>
                </a:cubicBezTo>
                <a:cubicBezTo>
                  <a:pt x="4366125" y="627732"/>
                  <a:pt x="4367522" y="632853"/>
                  <a:pt x="4366770" y="632733"/>
                </a:cubicBezTo>
                <a:cubicBezTo>
                  <a:pt x="4382950" y="635905"/>
                  <a:pt x="4396410" y="637394"/>
                  <a:pt x="4410783" y="639798"/>
                </a:cubicBezTo>
                <a:cubicBezTo>
                  <a:pt x="4471007" y="649848"/>
                  <a:pt x="4551215" y="667621"/>
                  <a:pt x="4601881" y="667496"/>
                </a:cubicBezTo>
                <a:cubicBezTo>
                  <a:pt x="4610180" y="667484"/>
                  <a:pt x="4622231" y="666923"/>
                  <a:pt x="4627376" y="677542"/>
                </a:cubicBezTo>
                <a:cubicBezTo>
                  <a:pt x="4569917" y="677921"/>
                  <a:pt x="4515600" y="656911"/>
                  <a:pt x="4459697" y="653602"/>
                </a:cubicBezTo>
                <a:cubicBezTo>
                  <a:pt x="4449766" y="652968"/>
                  <a:pt x="4450805" y="653711"/>
                  <a:pt x="4445026" y="651247"/>
                </a:cubicBezTo>
                <a:cubicBezTo>
                  <a:pt x="4443408" y="650506"/>
                  <a:pt x="4440966" y="650691"/>
                  <a:pt x="4439194" y="650311"/>
                </a:cubicBezTo>
                <a:cubicBezTo>
                  <a:pt x="4393660" y="640697"/>
                  <a:pt x="4346090" y="635365"/>
                  <a:pt x="4298408" y="627711"/>
                </a:cubicBezTo>
                <a:cubicBezTo>
                  <a:pt x="4249691" y="619891"/>
                  <a:pt x="4200192" y="607337"/>
                  <a:pt x="4154705" y="604643"/>
                </a:cubicBezTo>
                <a:cubicBezTo>
                  <a:pt x="4149270" y="604251"/>
                  <a:pt x="4147562" y="606473"/>
                  <a:pt x="4142484" y="605658"/>
                </a:cubicBezTo>
                <a:cubicBezTo>
                  <a:pt x="4138613" y="605133"/>
                  <a:pt x="4138936" y="601919"/>
                  <a:pt x="4134109" y="601337"/>
                </a:cubicBezTo>
                <a:cubicBezTo>
                  <a:pt x="4130223" y="600906"/>
                  <a:pt x="4129649" y="603886"/>
                  <a:pt x="4124803" y="602820"/>
                </a:cubicBezTo>
                <a:cubicBezTo>
                  <a:pt x="4125353" y="603004"/>
                  <a:pt x="4123610" y="600037"/>
                  <a:pt x="4122354" y="599450"/>
                </a:cubicBezTo>
                <a:cubicBezTo>
                  <a:pt x="4120735" y="598710"/>
                  <a:pt x="4118295" y="598895"/>
                  <a:pt x="4116523" y="598514"/>
                </a:cubicBezTo>
                <a:cubicBezTo>
                  <a:pt x="4090306" y="592962"/>
                  <a:pt x="4054569" y="589625"/>
                  <a:pt x="4034421" y="585335"/>
                </a:cubicBezTo>
                <a:cubicBezTo>
                  <a:pt x="4032837" y="584984"/>
                  <a:pt x="4031313" y="581859"/>
                  <a:pt x="4031971" y="581965"/>
                </a:cubicBezTo>
                <a:cubicBezTo>
                  <a:pt x="4026720" y="581027"/>
                  <a:pt x="4021507" y="583454"/>
                  <a:pt x="4016834" y="582512"/>
                </a:cubicBezTo>
                <a:cubicBezTo>
                  <a:pt x="4013008" y="581705"/>
                  <a:pt x="4011394" y="579142"/>
                  <a:pt x="4005544" y="577723"/>
                </a:cubicBezTo>
                <a:cubicBezTo>
                  <a:pt x="3983793" y="572599"/>
                  <a:pt x="3960466" y="568278"/>
                  <a:pt x="3938113" y="566898"/>
                </a:cubicBezTo>
                <a:cubicBezTo>
                  <a:pt x="3932662" y="566600"/>
                  <a:pt x="3930970" y="568728"/>
                  <a:pt x="3925892" y="567913"/>
                </a:cubicBezTo>
                <a:cubicBezTo>
                  <a:pt x="3922317" y="567339"/>
                  <a:pt x="3920060" y="564577"/>
                  <a:pt x="3914602" y="563124"/>
                </a:cubicBezTo>
                <a:cubicBezTo>
                  <a:pt x="3897474" y="558647"/>
                  <a:pt x="3880354" y="560123"/>
                  <a:pt x="3870122" y="558961"/>
                </a:cubicBezTo>
                <a:cubicBezTo>
                  <a:pt x="3867380" y="558617"/>
                  <a:pt x="3864043" y="558370"/>
                  <a:pt x="3861376" y="557557"/>
                </a:cubicBezTo>
                <a:cubicBezTo>
                  <a:pt x="3826800" y="547590"/>
                  <a:pt x="3769297" y="541624"/>
                  <a:pt x="3735726" y="534410"/>
                </a:cubicBezTo>
                <a:cubicBezTo>
                  <a:pt x="3734142" y="534061"/>
                  <a:pt x="3732617" y="530936"/>
                  <a:pt x="3733276" y="531041"/>
                </a:cubicBezTo>
                <a:cubicBezTo>
                  <a:pt x="3726520" y="529861"/>
                  <a:pt x="3721762" y="532457"/>
                  <a:pt x="3715223" y="531119"/>
                </a:cubicBezTo>
                <a:cubicBezTo>
                  <a:pt x="3709705" y="530042"/>
                  <a:pt x="3709016" y="527722"/>
                  <a:pt x="3703934" y="526331"/>
                </a:cubicBezTo>
                <a:cubicBezTo>
                  <a:pt x="3679324" y="519787"/>
                  <a:pt x="3647397" y="514951"/>
                  <a:pt x="3621832" y="513152"/>
                </a:cubicBezTo>
                <a:cubicBezTo>
                  <a:pt x="3611524" y="512457"/>
                  <a:pt x="3613785" y="513396"/>
                  <a:pt x="3607161" y="510797"/>
                </a:cubicBezTo>
                <a:cubicBezTo>
                  <a:pt x="3595905" y="506397"/>
                  <a:pt x="3588168" y="510724"/>
                  <a:pt x="3580269" y="509456"/>
                </a:cubicBezTo>
                <a:cubicBezTo>
                  <a:pt x="3581302" y="509621"/>
                  <a:pt x="3578714" y="506518"/>
                  <a:pt x="3577819" y="506087"/>
                </a:cubicBezTo>
                <a:cubicBezTo>
                  <a:pt x="3571645" y="503079"/>
                  <a:pt x="3561827" y="502943"/>
                  <a:pt x="3557317" y="502796"/>
                </a:cubicBezTo>
                <a:cubicBezTo>
                  <a:pt x="3553668" y="502690"/>
                  <a:pt x="3550095" y="504517"/>
                  <a:pt x="3548011" y="504277"/>
                </a:cubicBezTo>
                <a:cubicBezTo>
                  <a:pt x="3547446" y="504187"/>
                  <a:pt x="3548754" y="500845"/>
                  <a:pt x="3545561" y="500908"/>
                </a:cubicBezTo>
                <a:cubicBezTo>
                  <a:pt x="3544308" y="500899"/>
                  <a:pt x="3545584" y="504368"/>
                  <a:pt x="3542179" y="503341"/>
                </a:cubicBezTo>
                <a:cubicBezTo>
                  <a:pt x="3542274" y="503356"/>
                  <a:pt x="3541347" y="500712"/>
                  <a:pt x="3539730" y="499973"/>
                </a:cubicBezTo>
                <a:cubicBezTo>
                  <a:pt x="3531972" y="496615"/>
                  <a:pt x="3530306" y="500380"/>
                  <a:pt x="3524593" y="500518"/>
                </a:cubicBezTo>
                <a:cubicBezTo>
                  <a:pt x="3514794" y="500866"/>
                  <a:pt x="3511205" y="500386"/>
                  <a:pt x="3509922" y="498163"/>
                </a:cubicBezTo>
                <a:cubicBezTo>
                  <a:pt x="3509541" y="497527"/>
                  <a:pt x="3504922" y="497457"/>
                  <a:pt x="3504090" y="497227"/>
                </a:cubicBezTo>
                <a:cubicBezTo>
                  <a:pt x="3482505" y="491074"/>
                  <a:pt x="3451274" y="489709"/>
                  <a:pt x="3433651" y="485920"/>
                </a:cubicBezTo>
                <a:cubicBezTo>
                  <a:pt x="3431973" y="485555"/>
                  <a:pt x="3430731" y="482475"/>
                  <a:pt x="3431201" y="482551"/>
                </a:cubicBezTo>
                <a:cubicBezTo>
                  <a:pt x="3425697" y="481379"/>
                  <a:pt x="3424212" y="484021"/>
                  <a:pt x="3418979" y="483565"/>
                </a:cubicBezTo>
                <a:cubicBezTo>
                  <a:pt x="3416127" y="483299"/>
                  <a:pt x="3417173" y="480394"/>
                  <a:pt x="3416529" y="480196"/>
                </a:cubicBezTo>
                <a:cubicBezTo>
                  <a:pt x="3414803" y="479534"/>
                  <a:pt x="3412238" y="482291"/>
                  <a:pt x="3413149" y="482629"/>
                </a:cubicBezTo>
                <a:cubicBezTo>
                  <a:pt x="3409397" y="481355"/>
                  <a:pt x="3409556" y="479172"/>
                  <a:pt x="3404774" y="478309"/>
                </a:cubicBezTo>
                <a:cubicBezTo>
                  <a:pt x="3387262" y="475018"/>
                  <a:pt x="3368618" y="473369"/>
                  <a:pt x="3354929" y="470307"/>
                </a:cubicBezTo>
                <a:cubicBezTo>
                  <a:pt x="3342369" y="467426"/>
                  <a:pt x="3344148" y="466560"/>
                  <a:pt x="3337343" y="467484"/>
                </a:cubicBezTo>
                <a:cubicBezTo>
                  <a:pt x="3316240" y="470338"/>
                  <a:pt x="3285444" y="456657"/>
                  <a:pt x="3273293" y="454226"/>
                </a:cubicBezTo>
                <a:cubicBezTo>
                  <a:pt x="3266379" y="452828"/>
                  <a:pt x="3258814" y="454879"/>
                  <a:pt x="3252326" y="453837"/>
                </a:cubicBezTo>
                <a:cubicBezTo>
                  <a:pt x="3248657" y="453248"/>
                  <a:pt x="3246712" y="450343"/>
                  <a:pt x="3241034" y="449048"/>
                </a:cubicBezTo>
                <a:cubicBezTo>
                  <a:pt x="3211583" y="442015"/>
                  <a:pt x="3174519" y="441539"/>
                  <a:pt x="3144261" y="433513"/>
                </a:cubicBezTo>
                <a:cubicBezTo>
                  <a:pt x="3138977" y="432185"/>
                  <a:pt x="3138050" y="429540"/>
                  <a:pt x="3132972" y="428725"/>
                </a:cubicBezTo>
                <a:cubicBezTo>
                  <a:pt x="3128834" y="428060"/>
                  <a:pt x="3127006" y="431031"/>
                  <a:pt x="3120750" y="429739"/>
                </a:cubicBezTo>
                <a:cubicBezTo>
                  <a:pt x="3116925" y="428932"/>
                  <a:pt x="3115310" y="426370"/>
                  <a:pt x="3109461" y="424951"/>
                </a:cubicBezTo>
                <a:cubicBezTo>
                  <a:pt x="3088179" y="419902"/>
                  <a:pt x="3058729" y="417671"/>
                  <a:pt x="3042029" y="414126"/>
                </a:cubicBezTo>
                <a:cubicBezTo>
                  <a:pt x="3040540" y="413791"/>
                  <a:pt x="3038828" y="410636"/>
                  <a:pt x="3039579" y="410756"/>
                </a:cubicBezTo>
                <a:cubicBezTo>
                  <a:pt x="3032996" y="409699"/>
                  <a:pt x="3025057" y="414090"/>
                  <a:pt x="3018612" y="410367"/>
                </a:cubicBezTo>
                <a:cubicBezTo>
                  <a:pt x="3015493" y="409963"/>
                  <a:pt x="3015660" y="413734"/>
                  <a:pt x="3021062" y="413737"/>
                </a:cubicBezTo>
                <a:cubicBezTo>
                  <a:pt x="3025011" y="414371"/>
                  <a:pt x="3028867" y="414990"/>
                  <a:pt x="3032817" y="415624"/>
                </a:cubicBezTo>
                <a:cubicBezTo>
                  <a:pt x="3042036" y="424305"/>
                  <a:pt x="3053537" y="418758"/>
                  <a:pt x="3065076" y="420802"/>
                </a:cubicBezTo>
                <a:cubicBezTo>
                  <a:pt x="3069574" y="421620"/>
                  <a:pt x="3074732" y="424944"/>
                  <a:pt x="3079280" y="426059"/>
                </a:cubicBezTo>
                <a:cubicBezTo>
                  <a:pt x="3091247" y="429035"/>
                  <a:pt x="3104631" y="428592"/>
                  <a:pt x="3117369" y="432173"/>
                </a:cubicBezTo>
                <a:cubicBezTo>
                  <a:pt x="3122640" y="433595"/>
                  <a:pt x="3123531" y="435850"/>
                  <a:pt x="3128659" y="436961"/>
                </a:cubicBezTo>
                <a:cubicBezTo>
                  <a:pt x="3134163" y="438133"/>
                  <a:pt x="3135643" y="434914"/>
                  <a:pt x="3140881" y="435948"/>
                </a:cubicBezTo>
                <a:cubicBezTo>
                  <a:pt x="3140237" y="435748"/>
                  <a:pt x="3142059" y="438825"/>
                  <a:pt x="3143330" y="439316"/>
                </a:cubicBezTo>
                <a:cubicBezTo>
                  <a:pt x="3151008" y="442565"/>
                  <a:pt x="3163231" y="441551"/>
                  <a:pt x="3166842" y="443091"/>
                </a:cubicBezTo>
                <a:cubicBezTo>
                  <a:pt x="3167469" y="443384"/>
                  <a:pt x="3170608" y="446672"/>
                  <a:pt x="3169292" y="446460"/>
                </a:cubicBezTo>
                <a:cubicBezTo>
                  <a:pt x="3173132" y="447173"/>
                  <a:pt x="3173861" y="443833"/>
                  <a:pt x="3178597" y="444977"/>
                </a:cubicBezTo>
                <a:cubicBezTo>
                  <a:pt x="3189841" y="447647"/>
                  <a:pt x="3196821" y="451648"/>
                  <a:pt x="3205490" y="446319"/>
                </a:cubicBezTo>
                <a:cubicBezTo>
                  <a:pt x="3205066" y="450763"/>
                  <a:pt x="3210269" y="449006"/>
                  <a:pt x="3213865" y="450639"/>
                </a:cubicBezTo>
                <a:cubicBezTo>
                  <a:pt x="3228424" y="457298"/>
                  <a:pt x="3260483" y="463115"/>
                  <a:pt x="3280830" y="464365"/>
                </a:cubicBezTo>
                <a:cubicBezTo>
                  <a:pt x="3286846" y="464754"/>
                  <a:pt x="3290165" y="462695"/>
                  <a:pt x="3295967" y="463818"/>
                </a:cubicBezTo>
                <a:cubicBezTo>
                  <a:pt x="3298867" y="464380"/>
                  <a:pt x="3298977" y="466702"/>
                  <a:pt x="3301331" y="467656"/>
                </a:cubicBezTo>
                <a:cubicBezTo>
                  <a:pt x="3304063" y="468671"/>
                  <a:pt x="3307425" y="468154"/>
                  <a:pt x="3310173" y="469075"/>
                </a:cubicBezTo>
                <a:cubicBezTo>
                  <a:pt x="3315398" y="470779"/>
                  <a:pt x="3320206" y="473279"/>
                  <a:pt x="3324378" y="474332"/>
                </a:cubicBezTo>
                <a:cubicBezTo>
                  <a:pt x="3341002" y="478345"/>
                  <a:pt x="3356176" y="476364"/>
                  <a:pt x="3365942" y="478027"/>
                </a:cubicBezTo>
                <a:cubicBezTo>
                  <a:pt x="3370455" y="478752"/>
                  <a:pt x="3375441" y="481953"/>
                  <a:pt x="3380147" y="483284"/>
                </a:cubicBezTo>
                <a:cubicBezTo>
                  <a:pt x="3388901" y="485842"/>
                  <a:pt x="3398155" y="485887"/>
                  <a:pt x="3403659" y="487059"/>
                </a:cubicBezTo>
                <a:cubicBezTo>
                  <a:pt x="3405149" y="487394"/>
                  <a:pt x="3406860" y="490549"/>
                  <a:pt x="3406108" y="490428"/>
                </a:cubicBezTo>
                <a:cubicBezTo>
                  <a:pt x="3411656" y="491319"/>
                  <a:pt x="3416118" y="488770"/>
                  <a:pt x="3421244" y="489881"/>
                </a:cubicBezTo>
                <a:cubicBezTo>
                  <a:pt x="3425071" y="490688"/>
                  <a:pt x="3426888" y="493188"/>
                  <a:pt x="3432536" y="494671"/>
                </a:cubicBezTo>
                <a:cubicBezTo>
                  <a:pt x="3442542" y="497237"/>
                  <a:pt x="3455523" y="497497"/>
                  <a:pt x="3464793" y="499849"/>
                </a:cubicBezTo>
                <a:cubicBezTo>
                  <a:pt x="3468965" y="500902"/>
                  <a:pt x="3469920" y="503360"/>
                  <a:pt x="3476083" y="504638"/>
                </a:cubicBezTo>
                <a:cubicBezTo>
                  <a:pt x="3480661" y="505565"/>
                  <a:pt x="3486517" y="503336"/>
                  <a:pt x="3491220" y="504090"/>
                </a:cubicBezTo>
                <a:cubicBezTo>
                  <a:pt x="3490373" y="503954"/>
                  <a:pt x="3492586" y="506998"/>
                  <a:pt x="3493669" y="507461"/>
                </a:cubicBezTo>
                <a:cubicBezTo>
                  <a:pt x="3503955" y="511896"/>
                  <a:pt x="3517238" y="510284"/>
                  <a:pt x="3520563" y="508801"/>
                </a:cubicBezTo>
                <a:cubicBezTo>
                  <a:pt x="3523575" y="507461"/>
                  <a:pt x="3521912" y="507001"/>
                  <a:pt x="3526858" y="506835"/>
                </a:cubicBezTo>
                <a:cubicBezTo>
                  <a:pt x="3534811" y="506575"/>
                  <a:pt x="3543904" y="508227"/>
                  <a:pt x="3550370" y="510609"/>
                </a:cubicBezTo>
                <a:cubicBezTo>
                  <a:pt x="3554388" y="512023"/>
                  <a:pt x="3558745" y="517331"/>
                  <a:pt x="3564110" y="518768"/>
                </a:cubicBezTo>
                <a:cubicBezTo>
                  <a:pt x="3573365" y="521214"/>
                  <a:pt x="3572159" y="514300"/>
                  <a:pt x="3575865" y="520655"/>
                </a:cubicBezTo>
                <a:cubicBezTo>
                  <a:pt x="3576246" y="521293"/>
                  <a:pt x="3580865" y="521362"/>
                  <a:pt x="3581697" y="521591"/>
                </a:cubicBezTo>
                <a:cubicBezTo>
                  <a:pt x="3601258" y="527132"/>
                  <a:pt x="3618879" y="530344"/>
                  <a:pt x="3628625" y="529124"/>
                </a:cubicBezTo>
                <a:cubicBezTo>
                  <a:pt x="3647039" y="526800"/>
                  <a:pt x="3680330" y="532144"/>
                  <a:pt x="3702447" y="537998"/>
                </a:cubicBezTo>
                <a:cubicBezTo>
                  <a:pt x="3707717" y="539420"/>
                  <a:pt x="3708644" y="542066"/>
                  <a:pt x="3713736" y="542787"/>
                </a:cubicBezTo>
                <a:cubicBezTo>
                  <a:pt x="3717217" y="543346"/>
                  <a:pt x="3718627" y="541172"/>
                  <a:pt x="3723043" y="541304"/>
                </a:cubicBezTo>
                <a:cubicBezTo>
                  <a:pt x="3735054" y="541600"/>
                  <a:pt x="3739329" y="546223"/>
                  <a:pt x="3745994" y="547965"/>
                </a:cubicBezTo>
                <a:cubicBezTo>
                  <a:pt x="3783467" y="557917"/>
                  <a:pt x="3826028" y="560812"/>
                  <a:pt x="3869196" y="567742"/>
                </a:cubicBezTo>
                <a:cubicBezTo>
                  <a:pt x="3904933" y="573478"/>
                  <a:pt x="3946850" y="578575"/>
                  <a:pt x="3977724" y="585163"/>
                </a:cubicBezTo>
                <a:cubicBezTo>
                  <a:pt x="3990126" y="587827"/>
                  <a:pt x="3988848" y="588582"/>
                  <a:pt x="3995311" y="587986"/>
                </a:cubicBezTo>
                <a:cubicBezTo>
                  <a:pt x="4010380" y="586661"/>
                  <a:pt x="4033031" y="592793"/>
                  <a:pt x="4045155" y="595988"/>
                </a:cubicBezTo>
                <a:cubicBezTo>
                  <a:pt x="4050426" y="597410"/>
                  <a:pt x="4051367" y="599961"/>
                  <a:pt x="4056446" y="600777"/>
                </a:cubicBezTo>
                <a:cubicBezTo>
                  <a:pt x="4060488" y="601425"/>
                  <a:pt x="4062490" y="598578"/>
                  <a:pt x="4068667" y="599762"/>
                </a:cubicBezTo>
                <a:cubicBezTo>
                  <a:pt x="4073825" y="600686"/>
                  <a:pt x="4078339" y="603811"/>
                  <a:pt x="4082872" y="605019"/>
                </a:cubicBezTo>
                <a:cubicBezTo>
                  <a:pt x="4088236" y="606456"/>
                  <a:pt x="4094899" y="607621"/>
                  <a:pt x="4100459" y="607842"/>
                </a:cubicBezTo>
                <a:cubicBezTo>
                  <a:pt x="4112079" y="608171"/>
                  <a:pt x="4113651" y="609191"/>
                  <a:pt x="4123970" y="611615"/>
                </a:cubicBezTo>
                <a:cubicBezTo>
                  <a:pt x="4140609" y="615535"/>
                  <a:pt x="4162774" y="616885"/>
                  <a:pt x="4176729" y="620085"/>
                </a:cubicBezTo>
                <a:cubicBezTo>
                  <a:pt x="4186970" y="622401"/>
                  <a:pt x="4188599" y="624871"/>
                  <a:pt x="4191401" y="622440"/>
                </a:cubicBezTo>
                <a:cubicBezTo>
                  <a:pt x="4198701" y="616026"/>
                  <a:pt x="4226034" y="633857"/>
                  <a:pt x="4232499" y="629037"/>
                </a:cubicBezTo>
                <a:cubicBezTo>
                  <a:pt x="4237062" y="630058"/>
                  <a:pt x="4242826" y="630215"/>
                  <a:pt x="4240408" y="636260"/>
                </a:cubicBezTo>
                <a:cubicBezTo>
                  <a:pt x="4184943" y="623611"/>
                  <a:pt x="4127885" y="623285"/>
                  <a:pt x="4079119" y="610370"/>
                </a:cubicBezTo>
                <a:cubicBezTo>
                  <a:pt x="4073849" y="608947"/>
                  <a:pt x="4072893" y="606489"/>
                  <a:pt x="4067829" y="605581"/>
                </a:cubicBezTo>
                <a:cubicBezTo>
                  <a:pt x="4062296" y="604596"/>
                  <a:pt x="4060720" y="607800"/>
                  <a:pt x="4055607" y="606595"/>
                </a:cubicBezTo>
                <a:cubicBezTo>
                  <a:pt x="4051797" y="605695"/>
                  <a:pt x="4052075" y="602763"/>
                  <a:pt x="4047232" y="602274"/>
                </a:cubicBezTo>
                <a:cubicBezTo>
                  <a:pt x="4044288" y="601993"/>
                  <a:pt x="4043471" y="604071"/>
                  <a:pt x="4040937" y="604240"/>
                </a:cubicBezTo>
                <a:cubicBezTo>
                  <a:pt x="4030137" y="604811"/>
                  <a:pt x="4027096" y="599712"/>
                  <a:pt x="4020900" y="598047"/>
                </a:cubicBezTo>
                <a:cubicBezTo>
                  <a:pt x="3990643" y="590021"/>
                  <a:pt x="3946983" y="584357"/>
                  <a:pt x="3918202" y="581562"/>
                </a:cubicBezTo>
                <a:cubicBezTo>
                  <a:pt x="3910900" y="580774"/>
                  <a:pt x="3893617" y="571855"/>
                  <a:pt x="3890378" y="586024"/>
                </a:cubicBezTo>
                <a:cubicBezTo>
                  <a:pt x="3906463" y="589183"/>
                  <a:pt x="3907784" y="589971"/>
                  <a:pt x="3916804" y="590266"/>
                </a:cubicBezTo>
                <a:cubicBezTo>
                  <a:pt x="3931495" y="590704"/>
                  <a:pt x="3953880" y="594874"/>
                  <a:pt x="3963734" y="597800"/>
                </a:cubicBezTo>
                <a:cubicBezTo>
                  <a:pt x="3969256" y="599455"/>
                  <a:pt x="3970084" y="601507"/>
                  <a:pt x="3972574" y="599219"/>
                </a:cubicBezTo>
                <a:cubicBezTo>
                  <a:pt x="3974597" y="597432"/>
                  <a:pt x="3988844" y="601829"/>
                  <a:pt x="3990161" y="602042"/>
                </a:cubicBezTo>
                <a:cubicBezTo>
                  <a:pt x="3996085" y="602993"/>
                  <a:pt x="4003669" y="601426"/>
                  <a:pt x="4007281" y="607767"/>
                </a:cubicBezTo>
                <a:cubicBezTo>
                  <a:pt x="3982868" y="607208"/>
                  <a:pt x="3957333" y="605222"/>
                  <a:pt x="3933460" y="598893"/>
                </a:cubicBezTo>
                <a:cubicBezTo>
                  <a:pt x="3923735" y="596372"/>
                  <a:pt x="3925047" y="596006"/>
                  <a:pt x="3918788" y="596538"/>
                </a:cubicBezTo>
                <a:cubicBezTo>
                  <a:pt x="3907146" y="597550"/>
                  <a:pt x="3894367" y="592425"/>
                  <a:pt x="3883616" y="590892"/>
                </a:cubicBezTo>
                <a:cubicBezTo>
                  <a:pt x="3873819" y="589416"/>
                  <a:pt x="3859648" y="584548"/>
                  <a:pt x="3856722" y="589552"/>
                </a:cubicBezTo>
                <a:cubicBezTo>
                  <a:pt x="3865176" y="593980"/>
                  <a:pt x="3859704" y="595023"/>
                  <a:pt x="3855309" y="598350"/>
                </a:cubicBezTo>
                <a:cubicBezTo>
                  <a:pt x="3862377" y="608414"/>
                  <a:pt x="3861561" y="591865"/>
                  <a:pt x="3870914" y="594901"/>
                </a:cubicBezTo>
                <a:cubicBezTo>
                  <a:pt x="3886050" y="594356"/>
                  <a:pt x="3883845" y="606290"/>
                  <a:pt x="3895927" y="607943"/>
                </a:cubicBezTo>
                <a:cubicBezTo>
                  <a:pt x="3896327" y="600037"/>
                  <a:pt x="3903258" y="601342"/>
                  <a:pt x="3909095" y="601030"/>
                </a:cubicBezTo>
                <a:cubicBezTo>
                  <a:pt x="3933777" y="606529"/>
                  <a:pt x="3960759" y="607308"/>
                  <a:pt x="3979536" y="612337"/>
                </a:cubicBezTo>
                <a:cubicBezTo>
                  <a:pt x="3989622" y="615013"/>
                  <a:pt x="3984344" y="614839"/>
                  <a:pt x="3991292" y="614225"/>
                </a:cubicBezTo>
                <a:cubicBezTo>
                  <a:pt x="3999413" y="613513"/>
                  <a:pt x="4005064" y="617972"/>
                  <a:pt x="4011794" y="617516"/>
                </a:cubicBezTo>
                <a:cubicBezTo>
                  <a:pt x="4018430" y="619446"/>
                  <a:pt x="4016453" y="609527"/>
                  <a:pt x="4022047" y="610136"/>
                </a:cubicBezTo>
                <a:cubicBezTo>
                  <a:pt x="4020554" y="616427"/>
                  <a:pt x="4022989" y="619890"/>
                  <a:pt x="4029474" y="620354"/>
                </a:cubicBezTo>
                <a:cubicBezTo>
                  <a:pt x="4042587" y="621595"/>
                  <a:pt x="4055533" y="625690"/>
                  <a:pt x="4064647" y="626000"/>
                </a:cubicBezTo>
                <a:cubicBezTo>
                  <a:pt x="4070411" y="626158"/>
                  <a:pt x="4071839" y="624467"/>
                  <a:pt x="4073488" y="627420"/>
                </a:cubicBezTo>
                <a:cubicBezTo>
                  <a:pt x="4073868" y="628057"/>
                  <a:pt x="4078487" y="628127"/>
                  <a:pt x="4079319" y="628356"/>
                </a:cubicBezTo>
                <a:cubicBezTo>
                  <a:pt x="4095006" y="632795"/>
                  <a:pt x="4112798" y="631330"/>
                  <a:pt x="4119952" y="637855"/>
                </a:cubicBezTo>
                <a:cubicBezTo>
                  <a:pt x="4122016" y="635209"/>
                  <a:pt x="4130484" y="634745"/>
                  <a:pt x="4135554" y="634407"/>
                </a:cubicBezTo>
                <a:cubicBezTo>
                  <a:pt x="4140907" y="634114"/>
                  <a:pt x="4152211" y="631608"/>
                  <a:pt x="4153140" y="637230"/>
                </a:cubicBezTo>
                <a:cubicBezTo>
                  <a:pt x="4151332" y="643085"/>
                  <a:pt x="4144293" y="641858"/>
                  <a:pt x="4139972" y="644141"/>
                </a:cubicBezTo>
                <a:cubicBezTo>
                  <a:pt x="4097933" y="637393"/>
                  <a:pt x="4055896" y="630645"/>
                  <a:pt x="4013856" y="623897"/>
                </a:cubicBezTo>
                <a:cubicBezTo>
                  <a:pt x="4012838" y="628438"/>
                  <a:pt x="4012689" y="634175"/>
                  <a:pt x="4006613" y="631759"/>
                </a:cubicBezTo>
                <a:cubicBezTo>
                  <a:pt x="4007640" y="628371"/>
                  <a:pt x="4012947" y="625959"/>
                  <a:pt x="4008025" y="622961"/>
                </a:cubicBezTo>
                <a:cubicBezTo>
                  <a:pt x="4006006" y="627726"/>
                  <a:pt x="4004275" y="621686"/>
                  <a:pt x="3999186" y="621542"/>
                </a:cubicBezTo>
                <a:cubicBezTo>
                  <a:pt x="3979624" y="618402"/>
                  <a:pt x="3960063" y="615262"/>
                  <a:pt x="3940501" y="612121"/>
                </a:cubicBezTo>
                <a:cubicBezTo>
                  <a:pt x="3935622" y="610666"/>
                  <a:pt x="3932733" y="614235"/>
                  <a:pt x="3940035" y="615023"/>
                </a:cubicBezTo>
                <a:cubicBezTo>
                  <a:pt x="3941916" y="615325"/>
                  <a:pt x="3943890" y="615642"/>
                  <a:pt x="3945865" y="615959"/>
                </a:cubicBezTo>
                <a:cubicBezTo>
                  <a:pt x="3948875" y="616442"/>
                  <a:pt x="3951791" y="616910"/>
                  <a:pt x="3954706" y="617378"/>
                </a:cubicBezTo>
                <a:cubicBezTo>
                  <a:pt x="3959052" y="618556"/>
                  <a:pt x="3965687" y="618085"/>
                  <a:pt x="3965996" y="622167"/>
                </a:cubicBezTo>
                <a:cubicBezTo>
                  <a:pt x="3960336" y="625579"/>
                  <a:pt x="3953403" y="628499"/>
                  <a:pt x="3946996" y="628142"/>
                </a:cubicBezTo>
                <a:cubicBezTo>
                  <a:pt x="3943645" y="627988"/>
                  <a:pt x="3945774" y="625546"/>
                  <a:pt x="3944548" y="624773"/>
                </a:cubicBezTo>
                <a:cubicBezTo>
                  <a:pt x="3932722" y="617306"/>
                  <a:pt x="3920645" y="625833"/>
                  <a:pt x="3915671" y="617161"/>
                </a:cubicBezTo>
                <a:cubicBezTo>
                  <a:pt x="3914546" y="615155"/>
                  <a:pt x="3911364" y="619350"/>
                  <a:pt x="3912290" y="619595"/>
                </a:cubicBezTo>
                <a:cubicBezTo>
                  <a:pt x="3907192" y="618296"/>
                  <a:pt x="3902192" y="615189"/>
                  <a:pt x="3898085" y="614338"/>
                </a:cubicBezTo>
                <a:cubicBezTo>
                  <a:pt x="3894901" y="613731"/>
                  <a:pt x="3896001" y="616500"/>
                  <a:pt x="3894703" y="616771"/>
                </a:cubicBezTo>
                <a:cubicBezTo>
                  <a:pt x="3891811" y="617363"/>
                  <a:pt x="3889715" y="612994"/>
                  <a:pt x="3889338" y="612934"/>
                </a:cubicBezTo>
                <a:cubicBezTo>
                  <a:pt x="3877398" y="611593"/>
                  <a:pt x="3877296" y="612826"/>
                  <a:pt x="3871752" y="610111"/>
                </a:cubicBezTo>
                <a:cubicBezTo>
                  <a:pt x="3858870" y="603818"/>
                  <a:pt x="3842241" y="608254"/>
                  <a:pt x="3836112" y="607366"/>
                </a:cubicBezTo>
                <a:cubicBezTo>
                  <a:pt x="3830925" y="606630"/>
                  <a:pt x="3827346" y="603079"/>
                  <a:pt x="3821906" y="602109"/>
                </a:cubicBezTo>
                <a:cubicBezTo>
                  <a:pt x="3818160" y="601413"/>
                  <a:pt x="3817318" y="604252"/>
                  <a:pt x="3812601" y="603592"/>
                </a:cubicBezTo>
                <a:cubicBezTo>
                  <a:pt x="3809577" y="603203"/>
                  <a:pt x="3809651" y="600334"/>
                  <a:pt x="3807237" y="599754"/>
                </a:cubicBezTo>
                <a:cubicBezTo>
                  <a:pt x="3803518" y="598870"/>
                  <a:pt x="3802651" y="602475"/>
                  <a:pt x="3797930" y="601236"/>
                </a:cubicBezTo>
                <a:cubicBezTo>
                  <a:pt x="3798197" y="601376"/>
                  <a:pt x="3797018" y="598499"/>
                  <a:pt x="3795480" y="597867"/>
                </a:cubicBezTo>
                <a:cubicBezTo>
                  <a:pt x="3793863" y="597127"/>
                  <a:pt x="3791420" y="597312"/>
                  <a:pt x="3789649" y="596931"/>
                </a:cubicBezTo>
                <a:cubicBezTo>
                  <a:pt x="3752287" y="589302"/>
                  <a:pt x="3710048" y="580793"/>
                  <a:pt x="3672280" y="578091"/>
                </a:cubicBezTo>
                <a:cubicBezTo>
                  <a:pt x="3668567" y="577783"/>
                  <a:pt x="3665043" y="579905"/>
                  <a:pt x="3662974" y="579573"/>
                </a:cubicBezTo>
                <a:cubicBezTo>
                  <a:pt x="3659400" y="579000"/>
                  <a:pt x="3657142" y="576237"/>
                  <a:pt x="3651684" y="574784"/>
                </a:cubicBezTo>
                <a:cubicBezTo>
                  <a:pt x="3643355" y="572583"/>
                  <a:pt x="3635120" y="572798"/>
                  <a:pt x="3628172" y="571010"/>
                </a:cubicBezTo>
                <a:cubicBezTo>
                  <a:pt x="3622887" y="569682"/>
                  <a:pt x="3622040" y="567145"/>
                  <a:pt x="3616882" y="566222"/>
                </a:cubicBezTo>
                <a:cubicBezTo>
                  <a:pt x="3613042" y="565509"/>
                  <a:pt x="3610616" y="567999"/>
                  <a:pt x="3604661" y="567235"/>
                </a:cubicBezTo>
                <a:cubicBezTo>
                  <a:pt x="3599740" y="566639"/>
                  <a:pt x="3594891" y="562596"/>
                  <a:pt x="3590455" y="561980"/>
                </a:cubicBezTo>
                <a:cubicBezTo>
                  <a:pt x="3591302" y="562116"/>
                  <a:pt x="3588341" y="564329"/>
                  <a:pt x="3587074" y="564413"/>
                </a:cubicBezTo>
                <a:cubicBezTo>
                  <a:pt x="3566825" y="566155"/>
                  <a:pt x="3542917" y="554637"/>
                  <a:pt x="3531770" y="552559"/>
                </a:cubicBezTo>
                <a:cubicBezTo>
                  <a:pt x="3522787" y="550829"/>
                  <a:pt x="3520128" y="553571"/>
                  <a:pt x="3516634" y="553105"/>
                </a:cubicBezTo>
                <a:cubicBezTo>
                  <a:pt x="3513703" y="552731"/>
                  <a:pt x="3513669" y="549942"/>
                  <a:pt x="3511269" y="549269"/>
                </a:cubicBezTo>
                <a:cubicBezTo>
                  <a:pt x="3507127" y="548027"/>
                  <a:pt x="3504299" y="551222"/>
                  <a:pt x="3501962" y="550750"/>
                </a:cubicBezTo>
                <a:cubicBezTo>
                  <a:pt x="3498230" y="549960"/>
                  <a:pt x="3498538" y="546840"/>
                  <a:pt x="3493682" y="546445"/>
                </a:cubicBezTo>
                <a:cubicBezTo>
                  <a:pt x="3483766" y="545718"/>
                  <a:pt x="3484884" y="546569"/>
                  <a:pt x="3479011" y="544091"/>
                </a:cubicBezTo>
                <a:cubicBezTo>
                  <a:pt x="3477393" y="543351"/>
                  <a:pt x="3474952" y="543534"/>
                  <a:pt x="3473179" y="543154"/>
                </a:cubicBezTo>
                <a:cubicBezTo>
                  <a:pt x="3444345" y="537086"/>
                  <a:pt x="3412085" y="536131"/>
                  <a:pt x="3385152" y="529024"/>
                </a:cubicBezTo>
                <a:cubicBezTo>
                  <a:pt x="3379883" y="527602"/>
                  <a:pt x="3379006" y="525252"/>
                  <a:pt x="3373863" y="524235"/>
                </a:cubicBezTo>
                <a:cubicBezTo>
                  <a:pt x="3369755" y="523383"/>
                  <a:pt x="3367002" y="526110"/>
                  <a:pt x="3364556" y="525718"/>
                </a:cubicBezTo>
                <a:cubicBezTo>
                  <a:pt x="3360700" y="525099"/>
                  <a:pt x="3361133" y="521807"/>
                  <a:pt x="3356182" y="521397"/>
                </a:cubicBezTo>
                <a:cubicBezTo>
                  <a:pt x="3352281" y="521058"/>
                  <a:pt x="3351672" y="523650"/>
                  <a:pt x="3346875" y="522879"/>
                </a:cubicBezTo>
                <a:cubicBezTo>
                  <a:pt x="3343115" y="522276"/>
                  <a:pt x="3343079" y="519485"/>
                  <a:pt x="3338501" y="518559"/>
                </a:cubicBezTo>
                <a:cubicBezTo>
                  <a:pt x="3332983" y="517480"/>
                  <a:pt x="3331517" y="520606"/>
                  <a:pt x="3326280" y="519574"/>
                </a:cubicBezTo>
                <a:cubicBezTo>
                  <a:pt x="3326923" y="519772"/>
                  <a:pt x="3325087" y="516789"/>
                  <a:pt x="3323831" y="516204"/>
                </a:cubicBezTo>
                <a:cubicBezTo>
                  <a:pt x="3310750" y="510550"/>
                  <a:pt x="3298992" y="515288"/>
                  <a:pt x="3291106" y="513927"/>
                </a:cubicBezTo>
                <a:cubicBezTo>
                  <a:pt x="3286043" y="513018"/>
                  <a:pt x="3282092" y="509984"/>
                  <a:pt x="3276901" y="508670"/>
                </a:cubicBezTo>
                <a:cubicBezTo>
                  <a:pt x="3236814" y="498779"/>
                  <a:pt x="3189612" y="499555"/>
                  <a:pt x="3150786" y="488426"/>
                </a:cubicBezTo>
                <a:cubicBezTo>
                  <a:pt x="3147005" y="487339"/>
                  <a:pt x="3147178" y="485061"/>
                  <a:pt x="3142411" y="484105"/>
                </a:cubicBezTo>
                <a:cubicBezTo>
                  <a:pt x="3124489" y="480364"/>
                  <a:pt x="3103935" y="476200"/>
                  <a:pt x="3086641" y="475152"/>
                </a:cubicBezTo>
                <a:cubicBezTo>
                  <a:pt x="3081098" y="474839"/>
                  <a:pt x="3079668" y="476530"/>
                  <a:pt x="3074421" y="476167"/>
                </a:cubicBezTo>
                <a:cubicBezTo>
                  <a:pt x="3075281" y="476209"/>
                  <a:pt x="3073445" y="473226"/>
                  <a:pt x="3071970" y="472797"/>
                </a:cubicBezTo>
                <a:cubicBezTo>
                  <a:pt x="3069210" y="471970"/>
                  <a:pt x="3068071" y="474859"/>
                  <a:pt x="3065675" y="474763"/>
                </a:cubicBezTo>
                <a:cubicBezTo>
                  <a:pt x="3061997" y="468220"/>
                  <a:pt x="3050166" y="464400"/>
                  <a:pt x="3040659" y="461722"/>
                </a:cubicBezTo>
                <a:cubicBezTo>
                  <a:pt x="3021740" y="456380"/>
                  <a:pt x="2997038" y="454623"/>
                  <a:pt x="2981508" y="455203"/>
                </a:cubicBezTo>
                <a:cubicBezTo>
                  <a:pt x="2973216" y="446767"/>
                  <a:pt x="2961250" y="443790"/>
                  <a:pt x="2950664" y="441227"/>
                </a:cubicBezTo>
                <a:cubicBezTo>
                  <a:pt x="2944438" y="439747"/>
                  <a:pt x="2938878" y="441927"/>
                  <a:pt x="2932611" y="441306"/>
                </a:cubicBezTo>
                <a:cubicBezTo>
                  <a:pt x="2928146" y="440876"/>
                  <a:pt x="2926935" y="437609"/>
                  <a:pt x="2924237" y="436985"/>
                </a:cubicBezTo>
                <a:cubicBezTo>
                  <a:pt x="2921085" y="436190"/>
                  <a:pt x="2922153" y="439147"/>
                  <a:pt x="2920856" y="439418"/>
                </a:cubicBezTo>
                <a:cubicBezTo>
                  <a:pt x="2917760" y="440073"/>
                  <a:pt x="2916243" y="435701"/>
                  <a:pt x="2915490" y="435581"/>
                </a:cubicBezTo>
                <a:cubicBezTo>
                  <a:pt x="2909155" y="434180"/>
                  <a:pt x="2909179" y="437639"/>
                  <a:pt x="2906651" y="434162"/>
                </a:cubicBezTo>
                <a:cubicBezTo>
                  <a:pt x="2904438" y="431117"/>
                  <a:pt x="2862246" y="427130"/>
                  <a:pt x="2862637" y="427096"/>
                </a:cubicBezTo>
                <a:cubicBezTo>
                  <a:pt x="2861855" y="427162"/>
                  <a:pt x="2858018" y="429427"/>
                  <a:pt x="2859256" y="429530"/>
                </a:cubicBezTo>
                <a:cubicBezTo>
                  <a:pt x="2855181" y="429068"/>
                  <a:pt x="2854357" y="425191"/>
                  <a:pt x="2847966" y="424741"/>
                </a:cubicBezTo>
                <a:cubicBezTo>
                  <a:pt x="2842342" y="424318"/>
                  <a:pt x="2837892" y="426196"/>
                  <a:pt x="2832829" y="425288"/>
                </a:cubicBezTo>
                <a:cubicBezTo>
                  <a:pt x="2827468" y="424427"/>
                  <a:pt x="2824277" y="415465"/>
                  <a:pt x="2818158" y="422933"/>
                </a:cubicBezTo>
                <a:cubicBezTo>
                  <a:pt x="2832287" y="423856"/>
                  <a:pt x="2820863" y="427111"/>
                  <a:pt x="2825585" y="433150"/>
                </a:cubicBezTo>
                <a:cubicBezTo>
                  <a:pt x="2843112" y="436348"/>
                  <a:pt x="2861586" y="438449"/>
                  <a:pt x="2875430" y="441152"/>
                </a:cubicBezTo>
                <a:cubicBezTo>
                  <a:pt x="2879819" y="442049"/>
                  <a:pt x="2877899" y="445005"/>
                  <a:pt x="2881260" y="442088"/>
                </a:cubicBezTo>
                <a:cubicBezTo>
                  <a:pt x="2881618" y="441665"/>
                  <a:pt x="2886448" y="442824"/>
                  <a:pt x="2887092" y="443024"/>
                </a:cubicBezTo>
                <a:cubicBezTo>
                  <a:pt x="2891342" y="444186"/>
                  <a:pt x="2892001" y="446692"/>
                  <a:pt x="2898381" y="447812"/>
                </a:cubicBezTo>
                <a:cubicBezTo>
                  <a:pt x="2903163" y="448676"/>
                  <a:pt x="2908181" y="449865"/>
                  <a:pt x="2913053" y="450168"/>
                </a:cubicBezTo>
                <a:cubicBezTo>
                  <a:pt x="2926978" y="451154"/>
                  <a:pt x="2925320" y="451273"/>
                  <a:pt x="2936565" y="453942"/>
                </a:cubicBezTo>
                <a:cubicBezTo>
                  <a:pt x="2950693" y="457266"/>
                  <a:pt x="2972204" y="459086"/>
                  <a:pt x="2983492" y="461475"/>
                </a:cubicBezTo>
                <a:cubicBezTo>
                  <a:pt x="2988808" y="462616"/>
                  <a:pt x="2997400" y="466780"/>
                  <a:pt x="2997698" y="466732"/>
                </a:cubicBezTo>
                <a:cubicBezTo>
                  <a:pt x="2999263" y="466599"/>
                  <a:pt x="3004602" y="457374"/>
                  <a:pt x="3007952" y="459352"/>
                </a:cubicBezTo>
                <a:cubicBezTo>
                  <a:pt x="3007497" y="463984"/>
                  <a:pt x="3005953" y="469401"/>
                  <a:pt x="3012369" y="469087"/>
                </a:cubicBezTo>
                <a:cubicBezTo>
                  <a:pt x="3021153" y="466656"/>
                  <a:pt x="3023191" y="469575"/>
                  <a:pt x="3027041" y="471442"/>
                </a:cubicBezTo>
                <a:cubicBezTo>
                  <a:pt x="3029460" y="472598"/>
                  <a:pt x="3033372" y="472266"/>
                  <a:pt x="3035881" y="472861"/>
                </a:cubicBezTo>
                <a:cubicBezTo>
                  <a:pt x="3054806" y="476955"/>
                  <a:pt x="3071471" y="477710"/>
                  <a:pt x="3088641" y="481330"/>
                </a:cubicBezTo>
                <a:cubicBezTo>
                  <a:pt x="3092279" y="482106"/>
                  <a:pt x="3092561" y="484551"/>
                  <a:pt x="3097016" y="485651"/>
                </a:cubicBezTo>
                <a:cubicBezTo>
                  <a:pt x="3118894" y="491179"/>
                  <a:pt x="3142499" y="490167"/>
                  <a:pt x="3164447" y="496476"/>
                </a:cubicBezTo>
                <a:cubicBezTo>
                  <a:pt x="3171364" y="498450"/>
                  <a:pt x="3176150" y="504692"/>
                  <a:pt x="3182033" y="499299"/>
                </a:cubicBezTo>
                <a:cubicBezTo>
                  <a:pt x="3183837" y="497668"/>
                  <a:pt x="3185235" y="502788"/>
                  <a:pt x="3184483" y="502668"/>
                </a:cubicBezTo>
                <a:cubicBezTo>
                  <a:pt x="3205786" y="506376"/>
                  <a:pt x="3223869" y="510911"/>
                  <a:pt x="3243167" y="512088"/>
                </a:cubicBezTo>
                <a:cubicBezTo>
                  <a:pt x="3253207" y="512644"/>
                  <a:pt x="3252059" y="511980"/>
                  <a:pt x="3257838" y="514443"/>
                </a:cubicBezTo>
                <a:cubicBezTo>
                  <a:pt x="3279335" y="523559"/>
                  <a:pt x="3321015" y="523528"/>
                  <a:pt x="3339940" y="527622"/>
                </a:cubicBezTo>
                <a:cubicBezTo>
                  <a:pt x="3341525" y="527973"/>
                  <a:pt x="3343048" y="531098"/>
                  <a:pt x="3342390" y="530992"/>
                </a:cubicBezTo>
                <a:cubicBezTo>
                  <a:pt x="3348864" y="532128"/>
                  <a:pt x="3354092" y="529606"/>
                  <a:pt x="3360443" y="530912"/>
                </a:cubicBezTo>
                <a:cubicBezTo>
                  <a:pt x="3365490" y="531916"/>
                  <a:pt x="3369441" y="534951"/>
                  <a:pt x="3374648" y="536170"/>
                </a:cubicBezTo>
                <a:cubicBezTo>
                  <a:pt x="3385531" y="538686"/>
                  <a:pt x="3386817" y="534283"/>
                  <a:pt x="3389319" y="538525"/>
                </a:cubicBezTo>
                <a:cubicBezTo>
                  <a:pt x="3392360" y="543623"/>
                  <a:pt x="3426513" y="544208"/>
                  <a:pt x="3430417" y="545123"/>
                </a:cubicBezTo>
                <a:cubicBezTo>
                  <a:pt x="3434227" y="546023"/>
                  <a:pt x="3434119" y="548502"/>
                  <a:pt x="3438792" y="549444"/>
                </a:cubicBezTo>
                <a:cubicBezTo>
                  <a:pt x="3443558" y="550401"/>
                  <a:pt x="3448621" y="551310"/>
                  <a:pt x="3453464" y="551799"/>
                </a:cubicBezTo>
                <a:cubicBezTo>
                  <a:pt x="3466076" y="553152"/>
                  <a:pt x="3465098" y="552035"/>
                  <a:pt x="3471049" y="554622"/>
                </a:cubicBezTo>
                <a:cubicBezTo>
                  <a:pt x="3482795" y="559580"/>
                  <a:pt x="3502296" y="560694"/>
                  <a:pt x="3512148" y="561219"/>
                </a:cubicBezTo>
                <a:cubicBezTo>
                  <a:pt x="3515875" y="561434"/>
                  <a:pt x="3519479" y="559419"/>
                  <a:pt x="3521454" y="559736"/>
                </a:cubicBezTo>
                <a:cubicBezTo>
                  <a:pt x="3525122" y="560325"/>
                  <a:pt x="3527082" y="563136"/>
                  <a:pt x="3532744" y="564525"/>
                </a:cubicBezTo>
                <a:cubicBezTo>
                  <a:pt x="3549288" y="568430"/>
                  <a:pt x="3566855" y="568369"/>
                  <a:pt x="3582588" y="572526"/>
                </a:cubicBezTo>
                <a:cubicBezTo>
                  <a:pt x="3588329" y="574024"/>
                  <a:pt x="3596294" y="577896"/>
                  <a:pt x="3599709" y="578251"/>
                </a:cubicBezTo>
                <a:cubicBezTo>
                  <a:pt x="3601982" y="578520"/>
                  <a:pt x="3602902" y="575787"/>
                  <a:pt x="3603090" y="575816"/>
                </a:cubicBezTo>
                <a:cubicBezTo>
                  <a:pt x="3605502" y="575821"/>
                  <a:pt x="3608456" y="579655"/>
                  <a:pt x="3608456" y="579655"/>
                </a:cubicBezTo>
                <a:cubicBezTo>
                  <a:pt x="3614752" y="580090"/>
                  <a:pt x="3619924" y="578520"/>
                  <a:pt x="3626508" y="579577"/>
                </a:cubicBezTo>
                <a:cubicBezTo>
                  <a:pt x="3632071" y="580373"/>
                  <a:pt x="3632685" y="583161"/>
                  <a:pt x="3637797" y="584365"/>
                </a:cubicBezTo>
                <a:cubicBezTo>
                  <a:pt x="3640669" y="585114"/>
                  <a:pt x="3641619" y="582195"/>
                  <a:pt x="3644094" y="582400"/>
                </a:cubicBezTo>
                <a:cubicBezTo>
                  <a:pt x="3647807" y="582707"/>
                  <a:pt x="3647642" y="586138"/>
                  <a:pt x="3652375" y="586706"/>
                </a:cubicBezTo>
                <a:cubicBezTo>
                  <a:pt x="3654835" y="587004"/>
                  <a:pt x="3655270" y="584290"/>
                  <a:pt x="3655755" y="584271"/>
                </a:cubicBezTo>
                <a:cubicBezTo>
                  <a:pt x="3657603" y="584184"/>
                  <a:pt x="3659176" y="587605"/>
                  <a:pt x="3658206" y="587641"/>
                </a:cubicBezTo>
                <a:cubicBezTo>
                  <a:pt x="3662166" y="587605"/>
                  <a:pt x="3662701" y="585483"/>
                  <a:pt x="3667512" y="586159"/>
                </a:cubicBezTo>
                <a:cubicBezTo>
                  <a:pt x="3672433" y="586757"/>
                  <a:pt x="3676797" y="590818"/>
                  <a:pt x="3681718" y="591416"/>
                </a:cubicBezTo>
                <a:cubicBezTo>
                  <a:pt x="3680855" y="591374"/>
                  <a:pt x="3684019" y="589097"/>
                  <a:pt x="3685098" y="588982"/>
                </a:cubicBezTo>
                <a:cubicBezTo>
                  <a:pt x="3695360" y="587557"/>
                  <a:pt x="3699488" y="593692"/>
                  <a:pt x="3705134" y="595175"/>
                </a:cubicBezTo>
                <a:cubicBezTo>
                  <a:pt x="3744285" y="605492"/>
                  <a:pt x="3789400" y="608701"/>
                  <a:pt x="3834166" y="615887"/>
                </a:cubicBezTo>
                <a:cubicBezTo>
                  <a:pt x="3876111" y="622620"/>
                  <a:pt x="3922666" y="625869"/>
                  <a:pt x="3963197" y="636600"/>
                </a:cubicBezTo>
                <a:cubicBezTo>
                  <a:pt x="3968467" y="638022"/>
                  <a:pt x="3969329" y="640465"/>
                  <a:pt x="3974486" y="641389"/>
                </a:cubicBezTo>
                <a:cubicBezTo>
                  <a:pt x="3977857" y="642026"/>
                  <a:pt x="3981163" y="640060"/>
                  <a:pt x="3986708" y="640374"/>
                </a:cubicBezTo>
                <a:cubicBezTo>
                  <a:pt x="4000194" y="641099"/>
                  <a:pt x="4009246" y="646008"/>
                  <a:pt x="4015585" y="647986"/>
                </a:cubicBezTo>
                <a:cubicBezTo>
                  <a:pt x="4028906" y="652141"/>
                  <a:pt x="4041883" y="649423"/>
                  <a:pt x="4048308" y="650262"/>
                </a:cubicBezTo>
                <a:cubicBezTo>
                  <a:pt x="4072801" y="653330"/>
                  <a:pt x="4098253" y="657032"/>
                  <a:pt x="4118748" y="661570"/>
                </a:cubicBezTo>
                <a:cubicBezTo>
                  <a:pt x="4122762" y="662407"/>
                  <a:pt x="4137181" y="659728"/>
                  <a:pt x="4135404" y="670197"/>
                </a:cubicBezTo>
                <a:cubicBezTo>
                  <a:pt x="4109459" y="667760"/>
                  <a:pt x="4084415" y="659708"/>
                  <a:pt x="4059133" y="657953"/>
                </a:cubicBezTo>
                <a:cubicBezTo>
                  <a:pt x="4055420" y="657645"/>
                  <a:pt x="4051896" y="659768"/>
                  <a:pt x="4049827" y="659436"/>
                </a:cubicBezTo>
                <a:cubicBezTo>
                  <a:pt x="4046347" y="658878"/>
                  <a:pt x="4045594" y="656356"/>
                  <a:pt x="4041452" y="655115"/>
                </a:cubicBezTo>
                <a:cubicBezTo>
                  <a:pt x="4029388" y="651546"/>
                  <a:pt x="4022538" y="655151"/>
                  <a:pt x="4014559" y="653775"/>
                </a:cubicBezTo>
                <a:cubicBezTo>
                  <a:pt x="4004793" y="652111"/>
                  <a:pt x="3994478" y="647862"/>
                  <a:pt x="3985683" y="646163"/>
                </a:cubicBezTo>
                <a:cubicBezTo>
                  <a:pt x="3978848" y="644873"/>
                  <a:pt x="3971432" y="643587"/>
                  <a:pt x="3965181" y="642872"/>
                </a:cubicBezTo>
                <a:cubicBezTo>
                  <a:pt x="3950389" y="641265"/>
                  <a:pt x="3948546" y="641929"/>
                  <a:pt x="3941669" y="639098"/>
                </a:cubicBezTo>
                <a:cubicBezTo>
                  <a:pt x="3930632" y="634542"/>
                  <a:pt x="3924102" y="639158"/>
                  <a:pt x="3917692" y="638225"/>
                </a:cubicBezTo>
                <a:cubicBezTo>
                  <a:pt x="3912128" y="637427"/>
                  <a:pt x="3911638" y="634468"/>
                  <a:pt x="3906402" y="633436"/>
                </a:cubicBezTo>
                <a:cubicBezTo>
                  <a:pt x="3902279" y="632678"/>
                  <a:pt x="3899542" y="635312"/>
                  <a:pt x="3897096" y="634919"/>
                </a:cubicBezTo>
                <a:cubicBezTo>
                  <a:pt x="3893334" y="634315"/>
                  <a:pt x="3893518" y="631368"/>
                  <a:pt x="3888721" y="630598"/>
                </a:cubicBezTo>
                <a:cubicBezTo>
                  <a:pt x="3884865" y="629979"/>
                  <a:pt x="3884182" y="633037"/>
                  <a:pt x="3879415" y="632081"/>
                </a:cubicBezTo>
                <a:cubicBezTo>
                  <a:pt x="3875589" y="631274"/>
                  <a:pt x="3875882" y="628248"/>
                  <a:pt x="3871041" y="627760"/>
                </a:cubicBezTo>
                <a:cubicBezTo>
                  <a:pt x="3871620" y="627757"/>
                  <a:pt x="3869036" y="630030"/>
                  <a:pt x="3867659" y="630194"/>
                </a:cubicBezTo>
                <a:cubicBezTo>
                  <a:pt x="3860916" y="630743"/>
                  <a:pt x="3846047" y="627205"/>
                  <a:pt x="3844147" y="626419"/>
                </a:cubicBezTo>
                <a:cubicBezTo>
                  <a:pt x="3836564" y="623186"/>
                  <a:pt x="3841417" y="625404"/>
                  <a:pt x="3832392" y="624533"/>
                </a:cubicBezTo>
                <a:cubicBezTo>
                  <a:pt x="3830779" y="624369"/>
                  <a:pt x="3828100" y="624227"/>
                  <a:pt x="3826561" y="623596"/>
                </a:cubicBezTo>
                <a:cubicBezTo>
                  <a:pt x="3818882" y="620347"/>
                  <a:pt x="3823740" y="623144"/>
                  <a:pt x="3814805" y="621709"/>
                </a:cubicBezTo>
                <a:cubicBezTo>
                  <a:pt x="3810856" y="621074"/>
                  <a:pt x="3808704" y="617657"/>
                  <a:pt x="3806431" y="617389"/>
                </a:cubicBezTo>
                <a:cubicBezTo>
                  <a:pt x="3806149" y="617343"/>
                  <a:pt x="3805683" y="620245"/>
                  <a:pt x="3803050" y="619822"/>
                </a:cubicBezTo>
                <a:cubicBezTo>
                  <a:pt x="3798253" y="619052"/>
                  <a:pt x="3793380" y="611549"/>
                  <a:pt x="3790829" y="620837"/>
                </a:cubicBezTo>
                <a:cubicBezTo>
                  <a:pt x="3835376" y="628179"/>
                  <a:pt x="3886258" y="634523"/>
                  <a:pt x="3916478" y="643983"/>
                </a:cubicBezTo>
                <a:cubicBezTo>
                  <a:pt x="3921892" y="645717"/>
                  <a:pt x="3927831" y="646574"/>
                  <a:pt x="3934065" y="646806"/>
                </a:cubicBezTo>
                <a:cubicBezTo>
                  <a:pt x="3945293" y="647168"/>
                  <a:pt x="3951207" y="648790"/>
                  <a:pt x="3960492" y="651048"/>
                </a:cubicBezTo>
                <a:cubicBezTo>
                  <a:pt x="3981366" y="656224"/>
                  <a:pt x="4004769" y="657675"/>
                  <a:pt x="4022092" y="660936"/>
                </a:cubicBezTo>
                <a:cubicBezTo>
                  <a:pt x="4027720" y="661936"/>
                  <a:pt x="4035535" y="660119"/>
                  <a:pt x="4039213" y="666661"/>
                </a:cubicBezTo>
                <a:cubicBezTo>
                  <a:pt x="4022093" y="663337"/>
                  <a:pt x="4007378" y="666064"/>
                  <a:pt x="3991818" y="662030"/>
                </a:cubicBezTo>
                <a:cubicBezTo>
                  <a:pt x="3987003" y="660777"/>
                  <a:pt x="3983161" y="657662"/>
                  <a:pt x="3977613" y="656773"/>
                </a:cubicBezTo>
                <a:cubicBezTo>
                  <a:pt x="3972361" y="655835"/>
                  <a:pt x="3964872" y="657417"/>
                  <a:pt x="3959560" y="656852"/>
                </a:cubicBezTo>
                <a:cubicBezTo>
                  <a:pt x="3954233" y="656380"/>
                  <a:pt x="3950918" y="652392"/>
                  <a:pt x="3945355" y="651595"/>
                </a:cubicBezTo>
                <a:cubicBezTo>
                  <a:pt x="3946107" y="651715"/>
                  <a:pt x="3943241" y="653944"/>
                  <a:pt x="3941973" y="654029"/>
                </a:cubicBezTo>
                <a:cubicBezTo>
                  <a:pt x="3926810" y="655339"/>
                  <a:pt x="3911186" y="648702"/>
                  <a:pt x="3898425" y="644061"/>
                </a:cubicBezTo>
                <a:cubicBezTo>
                  <a:pt x="3898451" y="652323"/>
                  <a:pt x="3882814" y="639154"/>
                  <a:pt x="3882823" y="647510"/>
                </a:cubicBezTo>
                <a:cubicBezTo>
                  <a:pt x="3891312" y="645705"/>
                  <a:pt x="3897266" y="653093"/>
                  <a:pt x="3905869" y="654186"/>
                </a:cubicBezTo>
                <a:cubicBezTo>
                  <a:pt x="3905963" y="654201"/>
                  <a:pt x="3906210" y="651457"/>
                  <a:pt x="3906335" y="651284"/>
                </a:cubicBezTo>
                <a:cubicBezTo>
                  <a:pt x="3911721" y="646580"/>
                  <a:pt x="3933706" y="658655"/>
                  <a:pt x="3935211" y="658896"/>
                </a:cubicBezTo>
                <a:cubicBezTo>
                  <a:pt x="3940854" y="659802"/>
                  <a:pt x="3947749" y="658316"/>
                  <a:pt x="3953263" y="658817"/>
                </a:cubicBezTo>
                <a:cubicBezTo>
                  <a:pt x="3956976" y="659126"/>
                  <a:pt x="3956920" y="662477"/>
                  <a:pt x="3961638" y="663138"/>
                </a:cubicBezTo>
                <a:cubicBezTo>
                  <a:pt x="3965023" y="663682"/>
                  <a:pt x="3966606" y="661632"/>
                  <a:pt x="3970944" y="661656"/>
                </a:cubicBezTo>
                <a:cubicBezTo>
                  <a:pt x="3983753" y="661791"/>
                  <a:pt x="3990240" y="667057"/>
                  <a:pt x="3996906" y="668800"/>
                </a:cubicBezTo>
                <a:cubicBezTo>
                  <a:pt x="4022080" y="675434"/>
                  <a:pt x="4054744" y="680484"/>
                  <a:pt x="4081923" y="682447"/>
                </a:cubicBezTo>
                <a:cubicBezTo>
                  <a:pt x="4092230" y="683142"/>
                  <a:pt x="4089968" y="682202"/>
                  <a:pt x="4096594" y="684802"/>
                </a:cubicBezTo>
                <a:cubicBezTo>
                  <a:pt x="4099231" y="685802"/>
                  <a:pt x="4102722" y="685690"/>
                  <a:pt x="4105434" y="686221"/>
                </a:cubicBezTo>
                <a:cubicBezTo>
                  <a:pt x="4116268" y="688440"/>
                  <a:pt x="4117760" y="684551"/>
                  <a:pt x="4120105" y="688576"/>
                </a:cubicBezTo>
                <a:cubicBezTo>
                  <a:pt x="4120470" y="689307"/>
                  <a:pt x="4125011" y="689267"/>
                  <a:pt x="4125936" y="689512"/>
                </a:cubicBezTo>
                <a:cubicBezTo>
                  <a:pt x="4147527" y="696242"/>
                  <a:pt x="4180276" y="700155"/>
                  <a:pt x="4199293" y="701288"/>
                </a:cubicBezTo>
                <a:cubicBezTo>
                  <a:pt x="4209223" y="701922"/>
                  <a:pt x="4208091" y="701164"/>
                  <a:pt x="4213964" y="703643"/>
                </a:cubicBezTo>
                <a:cubicBezTo>
                  <a:pt x="4222458" y="707214"/>
                  <a:pt x="4232412" y="706507"/>
                  <a:pt x="4240391" y="707885"/>
                </a:cubicBezTo>
                <a:cubicBezTo>
                  <a:pt x="4246394" y="708945"/>
                  <a:pt x="4256532" y="707692"/>
                  <a:pt x="4260427" y="714078"/>
                </a:cubicBezTo>
                <a:cubicBezTo>
                  <a:pt x="4254596" y="713142"/>
                  <a:pt x="4248670" y="712191"/>
                  <a:pt x="4242840" y="711255"/>
                </a:cubicBezTo>
                <a:cubicBezTo>
                  <a:pt x="4239043" y="710261"/>
                  <a:pt x="4221661" y="707375"/>
                  <a:pt x="4230618" y="712269"/>
                </a:cubicBezTo>
                <a:cubicBezTo>
                  <a:pt x="4243856" y="713338"/>
                  <a:pt x="4257768" y="719219"/>
                  <a:pt x="4271251" y="721769"/>
                </a:cubicBezTo>
                <a:cubicBezTo>
                  <a:pt x="4276582" y="722816"/>
                  <a:pt x="4280637" y="720394"/>
                  <a:pt x="4283472" y="720754"/>
                </a:cubicBezTo>
                <a:cubicBezTo>
                  <a:pt x="4286403" y="721128"/>
                  <a:pt x="4286561" y="723745"/>
                  <a:pt x="4288838" y="724592"/>
                </a:cubicBezTo>
                <a:cubicBezTo>
                  <a:pt x="4299277" y="728668"/>
                  <a:pt x="4303251" y="723736"/>
                  <a:pt x="4309805" y="724981"/>
                </a:cubicBezTo>
                <a:cubicBezTo>
                  <a:pt x="4315324" y="726058"/>
                  <a:pt x="4318823" y="729500"/>
                  <a:pt x="4324010" y="730238"/>
                </a:cubicBezTo>
                <a:cubicBezTo>
                  <a:pt x="4327976" y="730778"/>
                  <a:pt x="4330168" y="728537"/>
                  <a:pt x="4336232" y="729223"/>
                </a:cubicBezTo>
                <a:cubicBezTo>
                  <a:pt x="4337940" y="729401"/>
                  <a:pt x="4340525" y="729527"/>
                  <a:pt x="4342063" y="730159"/>
                </a:cubicBezTo>
                <a:cubicBezTo>
                  <a:pt x="4342958" y="730590"/>
                  <a:pt x="4345438" y="733773"/>
                  <a:pt x="4344512" y="733529"/>
                </a:cubicBezTo>
                <a:cubicBezTo>
                  <a:pt x="4349986" y="734888"/>
                  <a:pt x="4351528" y="731294"/>
                  <a:pt x="4356735" y="732514"/>
                </a:cubicBezTo>
                <a:cubicBezTo>
                  <a:pt x="4359619" y="733169"/>
                  <a:pt x="4359745" y="735398"/>
                  <a:pt x="4362099" y="736351"/>
                </a:cubicBezTo>
                <a:cubicBezTo>
                  <a:pt x="4372870" y="740768"/>
                  <a:pt x="4379670" y="736867"/>
                  <a:pt x="4385982" y="737209"/>
                </a:cubicBezTo>
                <a:cubicBezTo>
                  <a:pt x="4446272" y="740838"/>
                  <a:pt x="4510626" y="764226"/>
                  <a:pt x="4577079" y="764908"/>
                </a:cubicBezTo>
                <a:cubicBezTo>
                  <a:pt x="4576419" y="771427"/>
                  <a:pt x="4589298" y="768118"/>
                  <a:pt x="4594200" y="770633"/>
                </a:cubicBezTo>
                <a:cubicBezTo>
                  <a:pt x="4593747" y="775265"/>
                  <a:pt x="4592107" y="780666"/>
                  <a:pt x="4598634" y="780274"/>
                </a:cubicBezTo>
                <a:cubicBezTo>
                  <a:pt x="4603430" y="781044"/>
                  <a:pt x="4601525" y="772481"/>
                  <a:pt x="4605862" y="772505"/>
                </a:cubicBezTo>
                <a:cubicBezTo>
                  <a:pt x="4621255" y="772767"/>
                  <a:pt x="4637771" y="779259"/>
                  <a:pt x="4652326" y="782940"/>
                </a:cubicBezTo>
                <a:cubicBezTo>
                  <a:pt x="4663822" y="785841"/>
                  <a:pt x="4682320" y="782378"/>
                  <a:pt x="4680736" y="793453"/>
                </a:cubicBezTo>
                <a:cubicBezTo>
                  <a:pt x="4674219" y="797400"/>
                  <a:pt x="4670213" y="788692"/>
                  <a:pt x="4663615" y="787728"/>
                </a:cubicBezTo>
                <a:cubicBezTo>
                  <a:pt x="4665511" y="787937"/>
                  <a:pt x="4657616" y="789646"/>
                  <a:pt x="4657318" y="789694"/>
                </a:cubicBezTo>
                <a:cubicBezTo>
                  <a:pt x="4654693" y="790425"/>
                  <a:pt x="4655852" y="792819"/>
                  <a:pt x="4651022" y="791660"/>
                </a:cubicBezTo>
                <a:cubicBezTo>
                  <a:pt x="4647197" y="790853"/>
                  <a:pt x="4647429" y="788203"/>
                  <a:pt x="4642648" y="787339"/>
                </a:cubicBezTo>
                <a:cubicBezTo>
                  <a:pt x="4642083" y="787249"/>
                  <a:pt x="4639361" y="792188"/>
                  <a:pt x="4636351" y="789304"/>
                </a:cubicBezTo>
                <a:cubicBezTo>
                  <a:pt x="4635331" y="791445"/>
                  <a:pt x="4633364" y="792282"/>
                  <a:pt x="4630053" y="791271"/>
                </a:cubicBezTo>
                <a:cubicBezTo>
                  <a:pt x="4620665" y="792068"/>
                  <a:pt x="4625689" y="782409"/>
                  <a:pt x="4616314" y="783112"/>
                </a:cubicBezTo>
                <a:cubicBezTo>
                  <a:pt x="4612170" y="788496"/>
                  <a:pt x="4603634" y="783381"/>
                  <a:pt x="4598263" y="783191"/>
                </a:cubicBezTo>
                <a:cubicBezTo>
                  <a:pt x="4593860" y="782964"/>
                  <a:pt x="4587952" y="784320"/>
                  <a:pt x="4583126" y="783738"/>
                </a:cubicBezTo>
                <a:cubicBezTo>
                  <a:pt x="4574037" y="782663"/>
                  <a:pt x="4563729" y="781968"/>
                  <a:pt x="4553783" y="779027"/>
                </a:cubicBezTo>
                <a:cubicBezTo>
                  <a:pt x="4544024" y="776117"/>
                  <a:pt x="4542816" y="775827"/>
                  <a:pt x="4536196" y="776204"/>
                </a:cubicBezTo>
                <a:cubicBezTo>
                  <a:pt x="4518290" y="777170"/>
                  <a:pt x="4506923" y="774673"/>
                  <a:pt x="4501488" y="767656"/>
                </a:cubicBezTo>
                <a:cubicBezTo>
                  <a:pt x="4494329" y="776204"/>
                  <a:pt x="4476416" y="766992"/>
                  <a:pt x="4468766" y="765380"/>
                </a:cubicBezTo>
                <a:cubicBezTo>
                  <a:pt x="4463074" y="764179"/>
                  <a:pt x="4457436" y="766249"/>
                  <a:pt x="4450713" y="765459"/>
                </a:cubicBezTo>
                <a:cubicBezTo>
                  <a:pt x="4446827" y="765026"/>
                  <a:pt x="4445566" y="761464"/>
                  <a:pt x="4439423" y="760670"/>
                </a:cubicBezTo>
                <a:cubicBezTo>
                  <a:pt x="4435175" y="760084"/>
                  <a:pt x="4433536" y="763085"/>
                  <a:pt x="4427201" y="761685"/>
                </a:cubicBezTo>
                <a:cubicBezTo>
                  <a:pt x="4424959" y="761228"/>
                  <a:pt x="4424940" y="758345"/>
                  <a:pt x="4424752" y="758315"/>
                </a:cubicBezTo>
                <a:cubicBezTo>
                  <a:pt x="4419338" y="756582"/>
                  <a:pt x="4412752" y="759748"/>
                  <a:pt x="4409615" y="758862"/>
                </a:cubicBezTo>
                <a:cubicBezTo>
                  <a:pt x="4405364" y="757699"/>
                  <a:pt x="4404736" y="755005"/>
                  <a:pt x="4398324" y="754073"/>
                </a:cubicBezTo>
                <a:cubicBezTo>
                  <a:pt x="4394468" y="753453"/>
                  <a:pt x="4392073" y="755757"/>
                  <a:pt x="4386103" y="755087"/>
                </a:cubicBezTo>
                <a:cubicBezTo>
                  <a:pt x="4375871" y="753925"/>
                  <a:pt x="4364009" y="750292"/>
                  <a:pt x="4353846" y="749909"/>
                </a:cubicBezTo>
                <a:cubicBezTo>
                  <a:pt x="4344918" y="749628"/>
                  <a:pt x="4344973" y="752902"/>
                  <a:pt x="4342090" y="748022"/>
                </a:cubicBezTo>
                <a:cubicBezTo>
                  <a:pt x="4341724" y="747291"/>
                  <a:pt x="4337169" y="747424"/>
                  <a:pt x="4336259" y="747086"/>
                </a:cubicBezTo>
                <a:cubicBezTo>
                  <a:pt x="4324235" y="742659"/>
                  <a:pt x="4323415" y="744161"/>
                  <a:pt x="4312747" y="743312"/>
                </a:cubicBezTo>
                <a:cubicBezTo>
                  <a:pt x="4293118" y="741793"/>
                  <a:pt x="4269956" y="736443"/>
                  <a:pt x="4248232" y="732956"/>
                </a:cubicBezTo>
                <a:cubicBezTo>
                  <a:pt x="4224062" y="729076"/>
                  <a:pt x="4200092" y="726956"/>
                  <a:pt x="4183716" y="722599"/>
                </a:cubicBezTo>
                <a:cubicBezTo>
                  <a:pt x="4178713" y="721316"/>
                  <a:pt x="4173787" y="717741"/>
                  <a:pt x="4169511" y="717342"/>
                </a:cubicBezTo>
                <a:cubicBezTo>
                  <a:pt x="4166565" y="717062"/>
                  <a:pt x="4165749" y="719139"/>
                  <a:pt x="4163214" y="719308"/>
                </a:cubicBezTo>
                <a:cubicBezTo>
                  <a:pt x="4149755" y="720220"/>
                  <a:pt x="4140429" y="716418"/>
                  <a:pt x="4135856" y="720870"/>
                </a:cubicBezTo>
                <a:cubicBezTo>
                  <a:pt x="4138266" y="718471"/>
                  <a:pt x="4147291" y="724146"/>
                  <a:pt x="4147146" y="725658"/>
                </a:cubicBezTo>
                <a:cubicBezTo>
                  <a:pt x="4147116" y="725845"/>
                  <a:pt x="4137308" y="725039"/>
                  <a:pt x="4140383" y="730525"/>
                </a:cubicBezTo>
                <a:cubicBezTo>
                  <a:pt x="4147812" y="729318"/>
                  <a:pt x="4156198" y="735368"/>
                  <a:pt x="4163429" y="737201"/>
                </a:cubicBezTo>
                <a:cubicBezTo>
                  <a:pt x="4176054" y="740284"/>
                  <a:pt x="4190303" y="738059"/>
                  <a:pt x="4195220" y="745281"/>
                </a:cubicBezTo>
                <a:cubicBezTo>
                  <a:pt x="4163909" y="743232"/>
                  <a:pt x="4132740" y="734868"/>
                  <a:pt x="4097982" y="732649"/>
                </a:cubicBezTo>
                <a:cubicBezTo>
                  <a:pt x="4087001" y="731942"/>
                  <a:pt x="4089323" y="732507"/>
                  <a:pt x="4080395" y="729826"/>
                </a:cubicBezTo>
                <a:cubicBezTo>
                  <a:pt x="4068707" y="726317"/>
                  <a:pt x="4063204" y="729947"/>
                  <a:pt x="4056417" y="728953"/>
                </a:cubicBezTo>
                <a:cubicBezTo>
                  <a:pt x="4052265" y="728381"/>
                  <a:pt x="4046494" y="724671"/>
                  <a:pt x="4042212" y="723697"/>
                </a:cubicBezTo>
                <a:cubicBezTo>
                  <a:pt x="4039248" y="722932"/>
                  <a:pt x="4039722" y="725985"/>
                  <a:pt x="4038831" y="726130"/>
                </a:cubicBezTo>
                <a:cubicBezTo>
                  <a:pt x="4035890" y="726426"/>
                  <a:pt x="4035754" y="722467"/>
                  <a:pt x="4033466" y="722293"/>
                </a:cubicBezTo>
                <a:cubicBezTo>
                  <a:pt x="4028030" y="721899"/>
                  <a:pt x="4026308" y="724215"/>
                  <a:pt x="4021244" y="723307"/>
                </a:cubicBezTo>
                <a:cubicBezTo>
                  <a:pt x="4017497" y="722610"/>
                  <a:pt x="4015711" y="719922"/>
                  <a:pt x="4009954" y="718518"/>
                </a:cubicBezTo>
                <a:cubicBezTo>
                  <a:pt x="3992955" y="714446"/>
                  <a:pt x="3963586" y="710499"/>
                  <a:pt x="3953720" y="712468"/>
                </a:cubicBezTo>
                <a:cubicBezTo>
                  <a:pt x="3950710" y="711985"/>
                  <a:pt x="3947794" y="711517"/>
                  <a:pt x="3944878" y="711049"/>
                </a:cubicBezTo>
                <a:cubicBezTo>
                  <a:pt x="3941870" y="710566"/>
                  <a:pt x="3938955" y="710098"/>
                  <a:pt x="3936039" y="709630"/>
                </a:cubicBezTo>
                <a:cubicBezTo>
                  <a:pt x="3923636" y="706966"/>
                  <a:pt x="3921184" y="710221"/>
                  <a:pt x="3932658" y="712063"/>
                </a:cubicBezTo>
                <a:cubicBezTo>
                  <a:pt x="3949116" y="714704"/>
                  <a:pt x="4010079" y="720746"/>
                  <a:pt x="4014293" y="728144"/>
                </a:cubicBezTo>
                <a:cubicBezTo>
                  <a:pt x="4015419" y="730149"/>
                  <a:pt x="4018601" y="725955"/>
                  <a:pt x="4017675" y="725710"/>
                </a:cubicBezTo>
                <a:cubicBezTo>
                  <a:pt x="4028514" y="728506"/>
                  <a:pt x="4029691" y="728984"/>
                  <a:pt x="4035262" y="728533"/>
                </a:cubicBezTo>
                <a:cubicBezTo>
                  <a:pt x="4037030" y="728337"/>
                  <a:pt x="4039291" y="729276"/>
                  <a:pt x="4041092" y="729469"/>
                </a:cubicBezTo>
                <a:cubicBezTo>
                  <a:pt x="4067730" y="732401"/>
                  <a:pt x="4108750" y="743691"/>
                  <a:pt x="4120280" y="742180"/>
                </a:cubicBezTo>
                <a:cubicBezTo>
                  <a:pt x="4127178" y="741272"/>
                  <a:pt x="4139457" y="744107"/>
                  <a:pt x="4143791" y="745954"/>
                </a:cubicBezTo>
                <a:cubicBezTo>
                  <a:pt x="4144419" y="746248"/>
                  <a:pt x="4147558" y="749536"/>
                  <a:pt x="4146241" y="749324"/>
                </a:cubicBezTo>
                <a:cubicBezTo>
                  <a:pt x="4151962" y="750339"/>
                  <a:pt x="4155779" y="747591"/>
                  <a:pt x="4161378" y="748778"/>
                </a:cubicBezTo>
                <a:cubicBezTo>
                  <a:pt x="4165297" y="749599"/>
                  <a:pt x="4166709" y="752226"/>
                  <a:pt x="4172668" y="753567"/>
                </a:cubicBezTo>
                <a:cubicBezTo>
                  <a:pt x="4178642" y="754814"/>
                  <a:pt x="4192367" y="751641"/>
                  <a:pt x="4192704" y="759760"/>
                </a:cubicBezTo>
                <a:cubicBezTo>
                  <a:pt x="4189149" y="759669"/>
                  <a:pt x="4184424" y="757854"/>
                  <a:pt x="4183397" y="761242"/>
                </a:cubicBezTo>
                <a:cubicBezTo>
                  <a:pt x="4188333" y="761747"/>
                  <a:pt x="4193104" y="763279"/>
                  <a:pt x="4198068" y="763597"/>
                </a:cubicBezTo>
                <a:cubicBezTo>
                  <a:pt x="4210177" y="764485"/>
                  <a:pt x="4209406" y="763881"/>
                  <a:pt x="4215655" y="766420"/>
                </a:cubicBezTo>
                <a:cubicBezTo>
                  <a:pt x="4226613" y="770868"/>
                  <a:pt x="4233257" y="766749"/>
                  <a:pt x="4239633" y="767293"/>
                </a:cubicBezTo>
                <a:cubicBezTo>
                  <a:pt x="4245256" y="767715"/>
                  <a:pt x="4245641" y="771330"/>
                  <a:pt x="4250922" y="772082"/>
                </a:cubicBezTo>
                <a:cubicBezTo>
                  <a:pt x="4250077" y="771946"/>
                  <a:pt x="4253035" y="769733"/>
                  <a:pt x="4254304" y="769648"/>
                </a:cubicBezTo>
                <a:cubicBezTo>
                  <a:pt x="4271517" y="768187"/>
                  <a:pt x="4282132" y="779588"/>
                  <a:pt x="4295868" y="773343"/>
                </a:cubicBezTo>
                <a:cubicBezTo>
                  <a:pt x="4300342" y="782127"/>
                  <a:pt x="4308027" y="779328"/>
                  <a:pt x="4312989" y="779068"/>
                </a:cubicBezTo>
                <a:cubicBezTo>
                  <a:pt x="4326512" y="778359"/>
                  <a:pt x="4336163" y="786149"/>
                  <a:pt x="4341866" y="786680"/>
                </a:cubicBezTo>
                <a:cubicBezTo>
                  <a:pt x="4341380" y="786698"/>
                  <a:pt x="4343776" y="784394"/>
                  <a:pt x="4345246" y="784246"/>
                </a:cubicBezTo>
                <a:cubicBezTo>
                  <a:pt x="4353367" y="783533"/>
                  <a:pt x="4356574" y="787601"/>
                  <a:pt x="4360383" y="783699"/>
                </a:cubicBezTo>
                <a:cubicBezTo>
                  <a:pt x="4360084" y="787972"/>
                  <a:pt x="4364942" y="786544"/>
                  <a:pt x="4368758" y="788021"/>
                </a:cubicBezTo>
                <a:cubicBezTo>
                  <a:pt x="4373672" y="789866"/>
                  <a:pt x="4375139" y="791541"/>
                  <a:pt x="4380047" y="792809"/>
                </a:cubicBezTo>
                <a:cubicBezTo>
                  <a:pt x="4382918" y="793559"/>
                  <a:pt x="4383899" y="790451"/>
                  <a:pt x="4386345" y="790844"/>
                </a:cubicBezTo>
                <a:cubicBezTo>
                  <a:pt x="4385497" y="790708"/>
                  <a:pt x="4387710" y="793752"/>
                  <a:pt x="4388794" y="794213"/>
                </a:cubicBezTo>
                <a:cubicBezTo>
                  <a:pt x="4397556" y="797924"/>
                  <a:pt x="4400722" y="793824"/>
                  <a:pt x="4406846" y="794135"/>
                </a:cubicBezTo>
                <a:cubicBezTo>
                  <a:pt x="4409822" y="794228"/>
                  <a:pt x="4409766" y="797580"/>
                  <a:pt x="4412212" y="797973"/>
                </a:cubicBezTo>
                <a:cubicBezTo>
                  <a:pt x="4411364" y="797836"/>
                  <a:pt x="4414418" y="795639"/>
                  <a:pt x="4415592" y="795539"/>
                </a:cubicBezTo>
                <a:cubicBezTo>
                  <a:pt x="4428894" y="794409"/>
                  <a:pt x="4443115" y="801973"/>
                  <a:pt x="4447385" y="803619"/>
                </a:cubicBezTo>
                <a:cubicBezTo>
                  <a:pt x="4449927" y="804603"/>
                  <a:pt x="4453592" y="804615"/>
                  <a:pt x="4456225" y="805038"/>
                </a:cubicBezTo>
                <a:cubicBezTo>
                  <a:pt x="4462917" y="806016"/>
                  <a:pt x="4470892" y="802015"/>
                  <a:pt x="4477659" y="802525"/>
                </a:cubicBezTo>
                <a:cubicBezTo>
                  <a:pt x="4480431" y="802682"/>
                  <a:pt x="4480857" y="805439"/>
                  <a:pt x="4483024" y="806363"/>
                </a:cubicBezTo>
                <a:cubicBezTo>
                  <a:pt x="4486290" y="807656"/>
                  <a:pt x="4491285" y="807785"/>
                  <a:pt x="4494780" y="808250"/>
                </a:cubicBezTo>
                <a:cubicBezTo>
                  <a:pt x="4507175" y="809760"/>
                  <a:pt x="4539038" y="805369"/>
                  <a:pt x="4541243" y="818685"/>
                </a:cubicBezTo>
                <a:cubicBezTo>
                  <a:pt x="4534766" y="824175"/>
                  <a:pt x="4515202" y="811432"/>
                  <a:pt x="4513403" y="823242"/>
                </a:cubicBezTo>
                <a:cubicBezTo>
                  <a:pt x="4516427" y="823632"/>
                  <a:pt x="4519298" y="824379"/>
                  <a:pt x="4522243" y="824661"/>
                </a:cubicBezTo>
                <a:cubicBezTo>
                  <a:pt x="4523951" y="824839"/>
                  <a:pt x="4526095" y="822303"/>
                  <a:pt x="4525625" y="822228"/>
                </a:cubicBezTo>
                <a:cubicBezTo>
                  <a:pt x="4531203" y="822931"/>
                  <a:pt x="4531588" y="826545"/>
                  <a:pt x="4536915" y="827015"/>
                </a:cubicBezTo>
                <a:cubicBezTo>
                  <a:pt x="4540816" y="827354"/>
                  <a:pt x="4541425" y="824764"/>
                  <a:pt x="4546222" y="825534"/>
                </a:cubicBezTo>
                <a:cubicBezTo>
                  <a:pt x="4548853" y="825956"/>
                  <a:pt x="4548122" y="828719"/>
                  <a:pt x="4548670" y="828904"/>
                </a:cubicBezTo>
                <a:cubicBezTo>
                  <a:pt x="4550397" y="829565"/>
                  <a:pt x="4552963" y="826807"/>
                  <a:pt x="4552052" y="826470"/>
                </a:cubicBezTo>
                <a:cubicBezTo>
                  <a:pt x="4555802" y="827743"/>
                  <a:pt x="4555769" y="829754"/>
                  <a:pt x="4560426" y="830791"/>
                </a:cubicBezTo>
                <a:cubicBezTo>
                  <a:pt x="4584890" y="836445"/>
                  <a:pt x="4618965" y="844123"/>
                  <a:pt x="4642528" y="843970"/>
                </a:cubicBezTo>
                <a:cubicBezTo>
                  <a:pt x="4647069" y="843930"/>
                  <a:pt x="4648306" y="841632"/>
                  <a:pt x="4654750" y="842955"/>
                </a:cubicBezTo>
                <a:cubicBezTo>
                  <a:pt x="4657932" y="843561"/>
                  <a:pt x="4659404" y="845814"/>
                  <a:pt x="4663124" y="847276"/>
                </a:cubicBezTo>
                <a:cubicBezTo>
                  <a:pt x="4666390" y="848568"/>
                  <a:pt x="4671709" y="847886"/>
                  <a:pt x="4671499" y="851596"/>
                </a:cubicBezTo>
                <a:cubicBezTo>
                  <a:pt x="4667715" y="852334"/>
                  <a:pt x="4664406" y="853723"/>
                  <a:pt x="4661727" y="855981"/>
                </a:cubicBezTo>
                <a:cubicBezTo>
                  <a:pt x="4659282" y="857989"/>
                  <a:pt x="4657053" y="861664"/>
                  <a:pt x="4654499" y="863750"/>
                </a:cubicBezTo>
                <a:cubicBezTo>
                  <a:pt x="4649221" y="863575"/>
                  <a:pt x="4640308" y="858399"/>
                  <a:pt x="4641812" y="867666"/>
                </a:cubicBezTo>
                <a:cubicBezTo>
                  <a:pt x="4654342" y="870734"/>
                  <a:pt x="4669321" y="867570"/>
                  <a:pt x="4680460" y="870894"/>
                </a:cubicBezTo>
                <a:cubicBezTo>
                  <a:pt x="4685983" y="872549"/>
                  <a:pt x="4686811" y="874602"/>
                  <a:pt x="4689300" y="872313"/>
                </a:cubicBezTo>
                <a:cubicBezTo>
                  <a:pt x="4689876" y="871733"/>
                  <a:pt x="4694270" y="873206"/>
                  <a:pt x="4695131" y="873249"/>
                </a:cubicBezTo>
                <a:cubicBezTo>
                  <a:pt x="4715425" y="873627"/>
                  <a:pt x="4736947" y="879577"/>
                  <a:pt x="4753815" y="882669"/>
                </a:cubicBezTo>
                <a:cubicBezTo>
                  <a:pt x="4761137" y="883940"/>
                  <a:pt x="4768641" y="882264"/>
                  <a:pt x="4773853" y="888862"/>
                </a:cubicBezTo>
                <a:cubicBezTo>
                  <a:pt x="4759049" y="885525"/>
                  <a:pt x="4734162" y="886716"/>
                  <a:pt x="4725991" y="887132"/>
                </a:cubicBezTo>
                <a:cubicBezTo>
                  <a:pt x="4708853" y="888125"/>
                  <a:pt x="4695342" y="888165"/>
                  <a:pt x="4688369" y="878116"/>
                </a:cubicBezTo>
                <a:cubicBezTo>
                  <a:pt x="4683502" y="885592"/>
                  <a:pt x="4669441" y="880647"/>
                  <a:pt x="4658095" y="879210"/>
                </a:cubicBezTo>
                <a:cubicBezTo>
                  <a:pt x="4657077" y="883751"/>
                  <a:pt x="4656942" y="889395"/>
                  <a:pt x="4650852" y="887072"/>
                </a:cubicBezTo>
                <a:cubicBezTo>
                  <a:pt x="4646063" y="885056"/>
                  <a:pt x="4652126" y="883341"/>
                  <a:pt x="4652264" y="878274"/>
                </a:cubicBezTo>
                <a:cubicBezTo>
                  <a:pt x="4637504" y="881281"/>
                  <a:pt x="4638326" y="873156"/>
                  <a:pt x="4626769" y="868228"/>
                </a:cubicBezTo>
                <a:cubicBezTo>
                  <a:pt x="4622533" y="871773"/>
                  <a:pt x="4615819" y="872136"/>
                  <a:pt x="4608250" y="871208"/>
                </a:cubicBezTo>
                <a:cubicBezTo>
                  <a:pt x="4601700" y="881967"/>
                  <a:pt x="4620782" y="874276"/>
                  <a:pt x="4618595" y="881894"/>
                </a:cubicBezTo>
                <a:cubicBezTo>
                  <a:pt x="4607778" y="875356"/>
                  <a:pt x="4615531" y="894365"/>
                  <a:pt x="4607875" y="892176"/>
                </a:cubicBezTo>
                <a:cubicBezTo>
                  <a:pt x="4592403" y="891804"/>
                  <a:pt x="4583016" y="885977"/>
                  <a:pt x="4577602" y="893268"/>
                </a:cubicBezTo>
                <a:cubicBezTo>
                  <a:pt x="4587968" y="893589"/>
                  <a:pt x="4593879" y="897034"/>
                  <a:pt x="4600646" y="899944"/>
                </a:cubicBezTo>
                <a:cubicBezTo>
                  <a:pt x="4605600" y="896131"/>
                  <a:pt x="4613003" y="895687"/>
                  <a:pt x="4622080" y="897433"/>
                </a:cubicBezTo>
                <a:cubicBezTo>
                  <a:pt x="4622402" y="903245"/>
                  <a:pt x="4633084" y="901600"/>
                  <a:pt x="4629043" y="910552"/>
                </a:cubicBezTo>
                <a:cubicBezTo>
                  <a:pt x="4625573" y="920749"/>
                  <a:pt x="4608511" y="912250"/>
                  <a:pt x="4602150" y="909212"/>
                </a:cubicBezTo>
                <a:cubicBezTo>
                  <a:pt x="4594909" y="910450"/>
                  <a:pt x="4583907" y="915885"/>
                  <a:pt x="4578173" y="908340"/>
                </a:cubicBezTo>
                <a:cubicBezTo>
                  <a:pt x="4575986" y="918358"/>
                  <a:pt x="4587131" y="915635"/>
                  <a:pt x="4591912" y="916497"/>
                </a:cubicBezTo>
                <a:cubicBezTo>
                  <a:pt x="4594719" y="917044"/>
                  <a:pt x="4597887" y="917745"/>
                  <a:pt x="4600753" y="917916"/>
                </a:cubicBezTo>
                <a:cubicBezTo>
                  <a:pt x="4611075" y="918517"/>
                  <a:pt x="4608799" y="917672"/>
                  <a:pt x="4615423" y="920271"/>
                </a:cubicBezTo>
                <a:cubicBezTo>
                  <a:pt x="4625596" y="924210"/>
                  <a:pt x="4632224" y="920184"/>
                  <a:pt x="4639402" y="921144"/>
                </a:cubicBezTo>
                <a:cubicBezTo>
                  <a:pt x="4646390" y="922074"/>
                  <a:pt x="4652289" y="926189"/>
                  <a:pt x="4659437" y="927337"/>
                </a:cubicBezTo>
                <a:cubicBezTo>
                  <a:pt x="4658591" y="927201"/>
                  <a:pt x="4661645" y="925003"/>
                  <a:pt x="4662818" y="924903"/>
                </a:cubicBezTo>
                <a:cubicBezTo>
                  <a:pt x="4684038" y="923125"/>
                  <a:pt x="4710501" y="934956"/>
                  <a:pt x="4730250" y="935727"/>
                </a:cubicBezTo>
                <a:cubicBezTo>
                  <a:pt x="4734180" y="935878"/>
                  <a:pt x="4734729" y="933662"/>
                  <a:pt x="4739556" y="934246"/>
                </a:cubicBezTo>
                <a:cubicBezTo>
                  <a:pt x="4759268" y="936450"/>
                  <a:pt x="4777735" y="942198"/>
                  <a:pt x="4798240" y="943666"/>
                </a:cubicBezTo>
                <a:cubicBezTo>
                  <a:pt x="4802142" y="944003"/>
                  <a:pt x="4805274" y="941915"/>
                  <a:pt x="4807546" y="942183"/>
                </a:cubicBezTo>
                <a:cubicBezTo>
                  <a:pt x="4811056" y="942553"/>
                  <a:pt x="4811655" y="945434"/>
                  <a:pt x="4815921" y="946504"/>
                </a:cubicBezTo>
                <a:cubicBezTo>
                  <a:pt x="4818697" y="947237"/>
                  <a:pt x="4818629" y="944058"/>
                  <a:pt x="4819303" y="944070"/>
                </a:cubicBezTo>
                <a:cubicBezTo>
                  <a:pt x="4821149" y="943983"/>
                  <a:pt x="4822722" y="947403"/>
                  <a:pt x="4821751" y="947440"/>
                </a:cubicBezTo>
                <a:cubicBezTo>
                  <a:pt x="4825714" y="947403"/>
                  <a:pt x="4826231" y="945374"/>
                  <a:pt x="4831058" y="945957"/>
                </a:cubicBezTo>
                <a:cubicBezTo>
                  <a:pt x="4869842" y="950743"/>
                  <a:pt x="4910396" y="962532"/>
                  <a:pt x="4948427" y="964798"/>
                </a:cubicBezTo>
                <a:cubicBezTo>
                  <a:pt x="4953972" y="965112"/>
                  <a:pt x="4955446" y="963139"/>
                  <a:pt x="4960649" y="963783"/>
                </a:cubicBezTo>
                <a:cubicBezTo>
                  <a:pt x="4964535" y="964213"/>
                  <a:pt x="4964167" y="967708"/>
                  <a:pt x="4969024" y="968104"/>
                </a:cubicBezTo>
                <a:cubicBezTo>
                  <a:pt x="4968538" y="968122"/>
                  <a:pt x="4970935" y="965818"/>
                  <a:pt x="4972405" y="965670"/>
                </a:cubicBezTo>
                <a:cubicBezTo>
                  <a:pt x="4976520" y="965274"/>
                  <a:pt x="4978745" y="970048"/>
                  <a:pt x="4980780" y="969991"/>
                </a:cubicBezTo>
                <a:cubicBezTo>
                  <a:pt x="4981656" y="969939"/>
                  <a:pt x="4981294" y="967385"/>
                  <a:pt x="4984160" y="967557"/>
                </a:cubicBezTo>
                <a:cubicBezTo>
                  <a:pt x="5004915" y="968680"/>
                  <a:pt x="5023227" y="974789"/>
                  <a:pt x="5042846" y="976978"/>
                </a:cubicBezTo>
                <a:cubicBezTo>
                  <a:pt x="5046543" y="977379"/>
                  <a:pt x="5047577" y="975144"/>
                  <a:pt x="5052152" y="975495"/>
                </a:cubicBezTo>
                <a:cubicBezTo>
                  <a:pt x="5073425" y="976989"/>
                  <a:pt x="5094913" y="984952"/>
                  <a:pt x="5116667" y="985851"/>
                </a:cubicBezTo>
                <a:cubicBezTo>
                  <a:pt x="5120598" y="986002"/>
                  <a:pt x="5121147" y="983786"/>
                  <a:pt x="5125973" y="984368"/>
                </a:cubicBezTo>
                <a:cubicBezTo>
                  <a:pt x="5168610" y="989196"/>
                  <a:pt x="5212571" y="1002590"/>
                  <a:pt x="5255004" y="1005081"/>
                </a:cubicBezTo>
                <a:cubicBezTo>
                  <a:pt x="5266094" y="1005709"/>
                  <a:pt x="5271664" y="1005259"/>
                  <a:pt x="5281431" y="1009323"/>
                </a:cubicBezTo>
                <a:cubicBezTo>
                  <a:pt x="5287900" y="1007481"/>
                  <a:pt x="5293961" y="1005190"/>
                  <a:pt x="5300430" y="1003348"/>
                </a:cubicBezTo>
                <a:lnTo>
                  <a:pt x="5324267" y="1004089"/>
                </a:lnTo>
                <a:lnTo>
                  <a:pt x="4605268" y="5281862"/>
                </a:lnTo>
                <a:lnTo>
                  <a:pt x="4587400" y="5291638"/>
                </a:lnTo>
                <a:cubicBezTo>
                  <a:pt x="4569502" y="5306275"/>
                  <a:pt x="4561213" y="5330509"/>
                  <a:pt x="4585960" y="5354455"/>
                </a:cubicBezTo>
                <a:lnTo>
                  <a:pt x="4592084" y="5360305"/>
                </a:lnTo>
                <a:lnTo>
                  <a:pt x="4580084" y="5431701"/>
                </a:lnTo>
                <a:lnTo>
                  <a:pt x="4563858" y="5435087"/>
                </a:lnTo>
                <a:cubicBezTo>
                  <a:pt x="4562401" y="5448892"/>
                  <a:pt x="4566632" y="5458067"/>
                  <a:pt x="4572928" y="5464933"/>
                </a:cubicBezTo>
                <a:lnTo>
                  <a:pt x="4574323" y="5465973"/>
                </a:lnTo>
                <a:lnTo>
                  <a:pt x="4547345" y="5626483"/>
                </a:lnTo>
                <a:lnTo>
                  <a:pt x="4449577" y="5610051"/>
                </a:lnTo>
                <a:lnTo>
                  <a:pt x="4449519" y="5609866"/>
                </a:lnTo>
                <a:cubicBezTo>
                  <a:pt x="4442144" y="5601305"/>
                  <a:pt x="4428000" y="5596496"/>
                  <a:pt x="4418199" y="5602744"/>
                </a:cubicBezTo>
                <a:lnTo>
                  <a:pt x="4417121" y="5602069"/>
                </a:lnTo>
                <a:lnTo>
                  <a:pt x="4428037" y="5576914"/>
                </a:lnTo>
                <a:cubicBezTo>
                  <a:pt x="4430935" y="5548884"/>
                  <a:pt x="4409102" y="5523705"/>
                  <a:pt x="4380014" y="5550478"/>
                </a:cubicBezTo>
                <a:cubicBezTo>
                  <a:pt x="4375206" y="5563059"/>
                  <a:pt x="4379094" y="5574249"/>
                  <a:pt x="4387012" y="5583232"/>
                </a:cubicBezTo>
                <a:lnTo>
                  <a:pt x="4417121" y="5602069"/>
                </a:lnTo>
                <a:lnTo>
                  <a:pt x="4416249" y="5604077"/>
                </a:lnTo>
                <a:cubicBezTo>
                  <a:pt x="4416249" y="5604077"/>
                  <a:pt x="4418199" y="5602744"/>
                  <a:pt x="4418199" y="5602744"/>
                </a:cubicBezTo>
                <a:lnTo>
                  <a:pt x="4417740" y="5604699"/>
                </a:lnTo>
                <a:lnTo>
                  <a:pt x="4195988" y="5567428"/>
                </a:lnTo>
                <a:lnTo>
                  <a:pt x="4194361" y="5557051"/>
                </a:lnTo>
                <a:cubicBezTo>
                  <a:pt x="4191620" y="5548569"/>
                  <a:pt x="4187745" y="5538609"/>
                  <a:pt x="4184080" y="5525992"/>
                </a:cubicBezTo>
                <a:cubicBezTo>
                  <a:pt x="4165120" y="5534933"/>
                  <a:pt x="4153860" y="5545602"/>
                  <a:pt x="4148295" y="5555858"/>
                </a:cubicBezTo>
                <a:lnTo>
                  <a:pt x="4147305" y="5559245"/>
                </a:lnTo>
                <a:lnTo>
                  <a:pt x="3982940" y="5531619"/>
                </a:lnTo>
                <a:lnTo>
                  <a:pt x="3991422" y="5524045"/>
                </a:lnTo>
                <a:cubicBezTo>
                  <a:pt x="3994324" y="5518112"/>
                  <a:pt x="3994561" y="5510635"/>
                  <a:pt x="3990765" y="5501097"/>
                </a:cubicBezTo>
                <a:cubicBezTo>
                  <a:pt x="3965099" y="5503233"/>
                  <a:pt x="3920855" y="5507266"/>
                  <a:pt x="3908189" y="5519024"/>
                </a:cubicBezTo>
                <a:lnTo>
                  <a:pt x="3908176" y="5519053"/>
                </a:lnTo>
                <a:lnTo>
                  <a:pt x="3699800" y="5484030"/>
                </a:lnTo>
                <a:lnTo>
                  <a:pt x="3694332" y="5472056"/>
                </a:lnTo>
                <a:cubicBezTo>
                  <a:pt x="3688256" y="5465197"/>
                  <a:pt x="3679860" y="5460020"/>
                  <a:pt x="3669484" y="5458226"/>
                </a:cubicBezTo>
                <a:cubicBezTo>
                  <a:pt x="3661546" y="5461841"/>
                  <a:pt x="3656051" y="5468212"/>
                  <a:pt x="3652777" y="5475768"/>
                </a:cubicBezTo>
                <a:lnTo>
                  <a:pt x="3652728" y="5476118"/>
                </a:lnTo>
                <a:lnTo>
                  <a:pt x="0" y="48621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93FA-9F93-617A-4FD8-1C470F33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75C1F-25F6-860D-B469-B44FDF612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0B3D0-D86A-04A5-E17B-8D069504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6037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BC611-07EB-A8B5-EA7C-5B5483DD7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321159">
            <a:off x="2211773" y="3904045"/>
            <a:ext cx="2095500" cy="2438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2952F8-78EC-9157-12DB-63AF5B8B84AF}"/>
              </a:ext>
            </a:extLst>
          </p:cNvPr>
          <p:cNvSpPr/>
          <p:nvPr userDrawn="1"/>
        </p:nvSpPr>
        <p:spPr>
          <a:xfrm flipV="1">
            <a:off x="0" y="-1"/>
            <a:ext cx="12192000" cy="50928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375424-F258-C31B-7EA1-F51D7920EA83}"/>
              </a:ext>
            </a:extLst>
          </p:cNvPr>
          <p:cNvSpPr/>
          <p:nvPr userDrawn="1"/>
        </p:nvSpPr>
        <p:spPr>
          <a:xfrm>
            <a:off x="5804986" y="3161846"/>
            <a:ext cx="5485440" cy="333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2F170298-B443-2FEB-8D7D-9C0ECC1100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603" t="71705" r="14517"/>
          <a:stretch/>
        </p:blipFill>
        <p:spPr>
          <a:xfrm rot="16200000">
            <a:off x="-1997188" y="1991701"/>
            <a:ext cx="4708436" cy="71406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1AEFBE66-2EDA-3DF8-D117-0009AAE12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351" r="7430" b="77155"/>
          <a:stretch/>
        </p:blipFill>
        <p:spPr>
          <a:xfrm rot="16200000">
            <a:off x="9463780" y="2163498"/>
            <a:ext cx="5092863" cy="375951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78234A89-6D2F-C051-2755-71AB3DDE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021D7E9-27DF-48C6-4C77-504B8CE764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374" y="0"/>
            <a:ext cx="12196099" cy="4702949"/>
          </a:xfrm>
          <a:custGeom>
            <a:avLst/>
            <a:gdLst>
              <a:gd name="connsiteX0" fmla="*/ 54965 w 12196099"/>
              <a:gd name="connsiteY0" fmla="*/ 4576423 h 4702949"/>
              <a:gd name="connsiteX1" fmla="*/ 57757 w 12196099"/>
              <a:gd name="connsiteY1" fmla="*/ 4702949 h 4702949"/>
              <a:gd name="connsiteX2" fmla="*/ 43906 w 12196099"/>
              <a:gd name="connsiteY2" fmla="*/ 4702949 h 4702949"/>
              <a:gd name="connsiteX3" fmla="*/ 12178462 w 12196099"/>
              <a:gd name="connsiteY3" fmla="*/ 4532818 h 4702949"/>
              <a:gd name="connsiteX4" fmla="*/ 12174419 w 12196099"/>
              <a:gd name="connsiteY4" fmla="*/ 4542274 h 4702949"/>
              <a:gd name="connsiteX5" fmla="*/ 12180802 w 12196099"/>
              <a:gd name="connsiteY5" fmla="*/ 4547432 h 4702949"/>
              <a:gd name="connsiteX6" fmla="*/ 12183781 w 12196099"/>
              <a:gd name="connsiteY6" fmla="*/ 4537116 h 4702949"/>
              <a:gd name="connsiteX7" fmla="*/ 12178462 w 12196099"/>
              <a:gd name="connsiteY7" fmla="*/ 4532818 h 4702949"/>
              <a:gd name="connsiteX8" fmla="*/ 298833 w 12196099"/>
              <a:gd name="connsiteY8" fmla="*/ 4517370 h 4702949"/>
              <a:gd name="connsiteX9" fmla="*/ 292336 w 12196099"/>
              <a:gd name="connsiteY9" fmla="*/ 4553962 h 4702949"/>
              <a:gd name="connsiteX10" fmla="*/ 292836 w 12196099"/>
              <a:gd name="connsiteY10" fmla="*/ 4552701 h 4702949"/>
              <a:gd name="connsiteX11" fmla="*/ 12061010 w 12196099"/>
              <a:gd name="connsiteY11" fmla="*/ 4388185 h 4702949"/>
              <a:gd name="connsiteX12" fmla="*/ 12054414 w 12196099"/>
              <a:gd name="connsiteY12" fmla="*/ 4421926 h 4702949"/>
              <a:gd name="connsiteX13" fmla="*/ 12095267 w 12196099"/>
              <a:gd name="connsiteY13" fmla="*/ 4453517 h 4702949"/>
              <a:gd name="connsiteX14" fmla="*/ 12061010 w 12196099"/>
              <a:gd name="connsiteY14" fmla="*/ 4388185 h 4702949"/>
              <a:gd name="connsiteX15" fmla="*/ 12051435 w 12196099"/>
              <a:gd name="connsiteY15" fmla="*/ 4254728 h 4702949"/>
              <a:gd name="connsiteX16" fmla="*/ 12065053 w 12196099"/>
              <a:gd name="connsiteY16" fmla="*/ 4312968 h 4702949"/>
              <a:gd name="connsiteX17" fmla="*/ 12051435 w 12196099"/>
              <a:gd name="connsiteY17" fmla="*/ 4254728 h 4702949"/>
              <a:gd name="connsiteX18" fmla="*/ 12023136 w 12196099"/>
              <a:gd name="connsiteY18" fmla="*/ 4137173 h 4702949"/>
              <a:gd name="connsiteX19" fmla="*/ 12034413 w 12196099"/>
              <a:gd name="connsiteY19" fmla="*/ 4199282 h 4702949"/>
              <a:gd name="connsiteX20" fmla="*/ 12023136 w 12196099"/>
              <a:gd name="connsiteY20" fmla="*/ 4137173 h 4702949"/>
              <a:gd name="connsiteX21" fmla="*/ 12117183 w 12196099"/>
              <a:gd name="connsiteY21" fmla="*/ 4110740 h 4702949"/>
              <a:gd name="connsiteX22" fmla="*/ 12130375 w 12196099"/>
              <a:gd name="connsiteY22" fmla="*/ 4113318 h 4702949"/>
              <a:gd name="connsiteX23" fmla="*/ 12119098 w 12196099"/>
              <a:gd name="connsiteY23" fmla="*/ 4122345 h 4702949"/>
              <a:gd name="connsiteX24" fmla="*/ 12119098 w 12196099"/>
              <a:gd name="connsiteY24" fmla="*/ 4121915 h 4702949"/>
              <a:gd name="connsiteX25" fmla="*/ 12110799 w 12196099"/>
              <a:gd name="connsiteY25" fmla="*/ 4115468 h 4702949"/>
              <a:gd name="connsiteX26" fmla="*/ 12117183 w 12196099"/>
              <a:gd name="connsiteY26" fmla="*/ 4110740 h 4702949"/>
              <a:gd name="connsiteX27" fmla="*/ 12021434 w 12196099"/>
              <a:gd name="connsiteY27" fmla="*/ 4053789 h 4702949"/>
              <a:gd name="connsiteX28" fmla="*/ 12011859 w 12196099"/>
              <a:gd name="connsiteY28" fmla="*/ 4055938 h 4702949"/>
              <a:gd name="connsiteX29" fmla="*/ 12020157 w 12196099"/>
              <a:gd name="connsiteY29" fmla="*/ 4108591 h 4702949"/>
              <a:gd name="connsiteX30" fmla="*/ 12030370 w 12196099"/>
              <a:gd name="connsiteY30" fmla="*/ 4106871 h 4702949"/>
              <a:gd name="connsiteX31" fmla="*/ 12021434 w 12196099"/>
              <a:gd name="connsiteY31" fmla="*/ 4053789 h 4702949"/>
              <a:gd name="connsiteX32" fmla="*/ 12101863 w 12196099"/>
              <a:gd name="connsiteY32" fmla="*/ 4033158 h 4702949"/>
              <a:gd name="connsiteX33" fmla="*/ 12110374 w 12196099"/>
              <a:gd name="connsiteY33" fmla="*/ 4039390 h 4702949"/>
              <a:gd name="connsiteX34" fmla="*/ 12101012 w 12196099"/>
              <a:gd name="connsiteY34" fmla="*/ 4048631 h 4702949"/>
              <a:gd name="connsiteX35" fmla="*/ 12092501 w 12196099"/>
              <a:gd name="connsiteY35" fmla="*/ 4039820 h 4702949"/>
              <a:gd name="connsiteX36" fmla="*/ 12101863 w 12196099"/>
              <a:gd name="connsiteY36" fmla="*/ 4033158 h 4702949"/>
              <a:gd name="connsiteX37" fmla="*/ 12009518 w 12196099"/>
              <a:gd name="connsiteY37" fmla="*/ 3967396 h 4702949"/>
              <a:gd name="connsiteX38" fmla="*/ 12004412 w 12196099"/>
              <a:gd name="connsiteY38" fmla="*/ 3977927 h 4702949"/>
              <a:gd name="connsiteX39" fmla="*/ 12012923 w 12196099"/>
              <a:gd name="connsiteY39" fmla="*/ 3985019 h 4702949"/>
              <a:gd name="connsiteX40" fmla="*/ 12020157 w 12196099"/>
              <a:gd name="connsiteY40" fmla="*/ 3973414 h 4702949"/>
              <a:gd name="connsiteX41" fmla="*/ 12009093 w 12196099"/>
              <a:gd name="connsiteY41" fmla="*/ 3968471 h 4702949"/>
              <a:gd name="connsiteX42" fmla="*/ 12076968 w 12196099"/>
              <a:gd name="connsiteY42" fmla="*/ 3931722 h 4702949"/>
              <a:gd name="connsiteX43" fmla="*/ 12055691 w 12196099"/>
              <a:gd name="connsiteY43" fmla="*/ 3957081 h 4702949"/>
              <a:gd name="connsiteX44" fmla="*/ 12009306 w 12196099"/>
              <a:gd name="connsiteY44" fmla="*/ 3841031 h 4702949"/>
              <a:gd name="connsiteX45" fmla="*/ 11998667 w 12196099"/>
              <a:gd name="connsiteY45" fmla="*/ 3843395 h 4702949"/>
              <a:gd name="connsiteX46" fmla="*/ 12005476 w 12196099"/>
              <a:gd name="connsiteY46" fmla="*/ 3870688 h 4702949"/>
              <a:gd name="connsiteX47" fmla="*/ 12016753 w 12196099"/>
              <a:gd name="connsiteY47" fmla="*/ 3867894 h 4702949"/>
              <a:gd name="connsiteX48" fmla="*/ 12009306 w 12196099"/>
              <a:gd name="connsiteY48" fmla="*/ 3841031 h 4702949"/>
              <a:gd name="connsiteX49" fmla="*/ 12174206 w 12196099"/>
              <a:gd name="connsiteY49" fmla="*/ 3812448 h 4702949"/>
              <a:gd name="connsiteX50" fmla="*/ 12173774 w 12196099"/>
              <a:gd name="connsiteY50" fmla="*/ 3813221 h 4702949"/>
              <a:gd name="connsiteX51" fmla="*/ 12172717 w 12196099"/>
              <a:gd name="connsiteY51" fmla="*/ 3813093 h 4702949"/>
              <a:gd name="connsiteX52" fmla="*/ 12172717 w 12196099"/>
              <a:gd name="connsiteY52" fmla="*/ 3812630 h 4702949"/>
              <a:gd name="connsiteX53" fmla="*/ 12173142 w 12196099"/>
              <a:gd name="connsiteY53" fmla="*/ 3812878 h 4702949"/>
              <a:gd name="connsiteX54" fmla="*/ 12194375 w 12196099"/>
              <a:gd name="connsiteY54" fmla="*/ 3807180 h 4702949"/>
              <a:gd name="connsiteX55" fmla="*/ 12194375 w 12196099"/>
              <a:gd name="connsiteY55" fmla="*/ 3873195 h 4702949"/>
              <a:gd name="connsiteX56" fmla="*/ 12151014 w 12196099"/>
              <a:gd name="connsiteY56" fmla="*/ 3853925 h 4702949"/>
              <a:gd name="connsiteX57" fmla="*/ 12173774 w 12196099"/>
              <a:gd name="connsiteY57" fmla="*/ 3813221 h 4702949"/>
              <a:gd name="connsiteX58" fmla="*/ 12190298 w 12196099"/>
              <a:gd name="connsiteY58" fmla="*/ 3815215 h 4702949"/>
              <a:gd name="connsiteX59" fmla="*/ 404275 w 12196099"/>
              <a:gd name="connsiteY59" fmla="*/ 3796112 h 4702949"/>
              <a:gd name="connsiteX60" fmla="*/ 402276 w 12196099"/>
              <a:gd name="connsiteY60" fmla="*/ 3836995 h 4702949"/>
              <a:gd name="connsiteX61" fmla="*/ 12010582 w 12196099"/>
              <a:gd name="connsiteY61" fmla="*/ 3795040 h 4702949"/>
              <a:gd name="connsiteX62" fmla="*/ 11999944 w 12196099"/>
              <a:gd name="connsiteY62" fmla="*/ 3796975 h 4702949"/>
              <a:gd name="connsiteX63" fmla="*/ 12002922 w 12196099"/>
              <a:gd name="connsiteY63" fmla="*/ 3806860 h 4702949"/>
              <a:gd name="connsiteX64" fmla="*/ 12012923 w 12196099"/>
              <a:gd name="connsiteY64" fmla="*/ 3802992 h 4702949"/>
              <a:gd name="connsiteX65" fmla="*/ 12010582 w 12196099"/>
              <a:gd name="connsiteY65" fmla="*/ 3795040 h 4702949"/>
              <a:gd name="connsiteX66" fmla="*/ 12169738 w 12196099"/>
              <a:gd name="connsiteY66" fmla="*/ 3709077 h 4702949"/>
              <a:gd name="connsiteX67" fmla="*/ 12169867 w 12196099"/>
              <a:gd name="connsiteY67" fmla="*/ 3709275 h 4702949"/>
              <a:gd name="connsiteX68" fmla="*/ 12169313 w 12196099"/>
              <a:gd name="connsiteY68" fmla="*/ 3709292 h 4702949"/>
              <a:gd name="connsiteX69" fmla="*/ 12169000 w 12196099"/>
              <a:gd name="connsiteY69" fmla="*/ 3709176 h 4702949"/>
              <a:gd name="connsiteX70" fmla="*/ 12145987 w 12196099"/>
              <a:gd name="connsiteY70" fmla="*/ 3700615 h 4702949"/>
              <a:gd name="connsiteX71" fmla="*/ 12169000 w 12196099"/>
              <a:gd name="connsiteY71" fmla="*/ 3709176 h 4702949"/>
              <a:gd name="connsiteX72" fmla="*/ 12123140 w 12196099"/>
              <a:gd name="connsiteY72" fmla="*/ 3715310 h 4702949"/>
              <a:gd name="connsiteX73" fmla="*/ 12145987 w 12196099"/>
              <a:gd name="connsiteY73" fmla="*/ 3700615 h 4702949"/>
              <a:gd name="connsiteX74" fmla="*/ 201136 w 12196099"/>
              <a:gd name="connsiteY74" fmla="*/ 3699456 h 4702949"/>
              <a:gd name="connsiteX75" fmla="*/ 185394 w 12196099"/>
              <a:gd name="connsiteY75" fmla="*/ 3800402 h 4702949"/>
              <a:gd name="connsiteX76" fmla="*/ 200386 w 12196099"/>
              <a:gd name="connsiteY76" fmla="*/ 3800402 h 4702949"/>
              <a:gd name="connsiteX77" fmla="*/ 209631 w 12196099"/>
              <a:gd name="connsiteY77" fmla="*/ 3699456 h 4702949"/>
              <a:gd name="connsiteX78" fmla="*/ 201136 w 12196099"/>
              <a:gd name="connsiteY78" fmla="*/ 3699456 h 4702949"/>
              <a:gd name="connsiteX79" fmla="*/ 409273 w 12196099"/>
              <a:gd name="connsiteY79" fmla="*/ 3694914 h 4702949"/>
              <a:gd name="connsiteX80" fmla="*/ 406274 w 12196099"/>
              <a:gd name="connsiteY80" fmla="*/ 3755733 h 4702949"/>
              <a:gd name="connsiteX81" fmla="*/ 12194375 w 12196099"/>
              <a:gd name="connsiteY81" fmla="*/ 3680185 h 4702949"/>
              <a:gd name="connsiteX82" fmla="*/ 12194375 w 12196099"/>
              <a:gd name="connsiteY82" fmla="*/ 3746678 h 4702949"/>
              <a:gd name="connsiteX83" fmla="*/ 12169867 w 12196099"/>
              <a:gd name="connsiteY83" fmla="*/ 3709275 h 4702949"/>
              <a:gd name="connsiteX84" fmla="*/ 12183828 w 12196099"/>
              <a:gd name="connsiteY84" fmla="*/ 3708832 h 4702949"/>
              <a:gd name="connsiteX85" fmla="*/ 12191441 w 12196099"/>
              <a:gd name="connsiteY85" fmla="*/ 3702066 h 4702949"/>
              <a:gd name="connsiteX86" fmla="*/ 411521 w 12196099"/>
              <a:gd name="connsiteY86" fmla="*/ 3644441 h 4702949"/>
              <a:gd name="connsiteX87" fmla="*/ 392781 w 12196099"/>
              <a:gd name="connsiteY87" fmla="*/ 3669677 h 4702949"/>
              <a:gd name="connsiteX88" fmla="*/ 410272 w 12196099"/>
              <a:gd name="connsiteY88" fmla="*/ 3673715 h 4702949"/>
              <a:gd name="connsiteX89" fmla="*/ 219626 w 12196099"/>
              <a:gd name="connsiteY89" fmla="*/ 3617438 h 4702949"/>
              <a:gd name="connsiteX90" fmla="*/ 200386 w 12196099"/>
              <a:gd name="connsiteY90" fmla="*/ 3623242 h 4702949"/>
              <a:gd name="connsiteX91" fmla="*/ 223374 w 12196099"/>
              <a:gd name="connsiteY91" fmla="*/ 3632832 h 4702949"/>
              <a:gd name="connsiteX92" fmla="*/ 231120 w 12196099"/>
              <a:gd name="connsiteY92" fmla="*/ 3623494 h 4702949"/>
              <a:gd name="connsiteX93" fmla="*/ 219626 w 12196099"/>
              <a:gd name="connsiteY93" fmla="*/ 3617438 h 4702949"/>
              <a:gd name="connsiteX94" fmla="*/ 11997390 w 12196099"/>
              <a:gd name="connsiteY94" fmla="*/ 3583141 h 4702949"/>
              <a:gd name="connsiteX95" fmla="*/ 12008667 w 12196099"/>
              <a:gd name="connsiteY95" fmla="*/ 3644390 h 4702949"/>
              <a:gd name="connsiteX96" fmla="*/ 11997390 w 12196099"/>
              <a:gd name="connsiteY96" fmla="*/ 3583141 h 4702949"/>
              <a:gd name="connsiteX97" fmla="*/ 12103778 w 12196099"/>
              <a:gd name="connsiteY97" fmla="*/ 3567238 h 4702949"/>
              <a:gd name="connsiteX98" fmla="*/ 12113991 w 12196099"/>
              <a:gd name="connsiteY98" fmla="*/ 3574545 h 4702949"/>
              <a:gd name="connsiteX99" fmla="*/ 12106331 w 12196099"/>
              <a:gd name="connsiteY99" fmla="*/ 3585076 h 4702949"/>
              <a:gd name="connsiteX100" fmla="*/ 12095480 w 12196099"/>
              <a:gd name="connsiteY100" fmla="*/ 3574760 h 4702949"/>
              <a:gd name="connsiteX101" fmla="*/ 12103778 w 12196099"/>
              <a:gd name="connsiteY101" fmla="*/ 3567238 h 4702949"/>
              <a:gd name="connsiteX102" fmla="*/ 397529 w 12196099"/>
              <a:gd name="connsiteY102" fmla="*/ 3561413 h 4702949"/>
              <a:gd name="connsiteX103" fmla="*/ 388784 w 12196099"/>
              <a:gd name="connsiteY103" fmla="*/ 3567217 h 4702949"/>
              <a:gd name="connsiteX104" fmla="*/ 412271 w 12196099"/>
              <a:gd name="connsiteY104" fmla="*/ 3633841 h 4702949"/>
              <a:gd name="connsiteX105" fmla="*/ 415020 w 12196099"/>
              <a:gd name="connsiteY105" fmla="*/ 3573021 h 4702949"/>
              <a:gd name="connsiteX106" fmla="*/ 397529 w 12196099"/>
              <a:gd name="connsiteY106" fmla="*/ 3561413 h 4702949"/>
              <a:gd name="connsiteX107" fmla="*/ 12194375 w 12196099"/>
              <a:gd name="connsiteY107" fmla="*/ 3557946 h 4702949"/>
              <a:gd name="connsiteX108" fmla="*/ 12194375 w 12196099"/>
              <a:gd name="connsiteY108" fmla="*/ 3679342 h 4702949"/>
              <a:gd name="connsiteX109" fmla="*/ 12190191 w 12196099"/>
              <a:gd name="connsiteY109" fmla="*/ 3632033 h 4702949"/>
              <a:gd name="connsiteX110" fmla="*/ 12171440 w 12196099"/>
              <a:gd name="connsiteY110" fmla="*/ 3591953 h 4702949"/>
              <a:gd name="connsiteX111" fmla="*/ 12192718 w 12196099"/>
              <a:gd name="connsiteY111" fmla="*/ 3567238 h 4702949"/>
              <a:gd name="connsiteX112" fmla="*/ 278344 w 12196099"/>
              <a:gd name="connsiteY112" fmla="*/ 3539962 h 4702949"/>
              <a:gd name="connsiteX113" fmla="*/ 218626 w 12196099"/>
              <a:gd name="connsiteY113" fmla="*/ 4000779 h 4702949"/>
              <a:gd name="connsiteX114" fmla="*/ 295834 w 12196099"/>
              <a:gd name="connsiteY114" fmla="*/ 3590435 h 4702949"/>
              <a:gd name="connsiteX115" fmla="*/ 292836 w 12196099"/>
              <a:gd name="connsiteY115" fmla="*/ 3539962 h 4702949"/>
              <a:gd name="connsiteX116" fmla="*/ 278344 w 12196099"/>
              <a:gd name="connsiteY116" fmla="*/ 3539962 h 4702949"/>
              <a:gd name="connsiteX117" fmla="*/ 12005263 w 12196099"/>
              <a:gd name="connsiteY117" fmla="*/ 3535002 h 4702949"/>
              <a:gd name="connsiteX118" fmla="*/ 11993348 w 12196099"/>
              <a:gd name="connsiteY118" fmla="*/ 3556493 h 4702949"/>
              <a:gd name="connsiteX119" fmla="*/ 12001433 w 12196099"/>
              <a:gd name="connsiteY119" fmla="*/ 3564444 h 4702949"/>
              <a:gd name="connsiteX120" fmla="*/ 12016327 w 12196099"/>
              <a:gd name="connsiteY120" fmla="*/ 3545103 h 4702949"/>
              <a:gd name="connsiteX121" fmla="*/ 222374 w 12196099"/>
              <a:gd name="connsiteY121" fmla="*/ 3533148 h 4702949"/>
              <a:gd name="connsiteX122" fmla="*/ 217377 w 12196099"/>
              <a:gd name="connsiteY122" fmla="*/ 3556365 h 4702949"/>
              <a:gd name="connsiteX123" fmla="*/ 224373 w 12196099"/>
              <a:gd name="connsiteY123" fmla="*/ 3558132 h 4702949"/>
              <a:gd name="connsiteX124" fmla="*/ 225373 w 12196099"/>
              <a:gd name="connsiteY124" fmla="*/ 3558132 h 4702949"/>
              <a:gd name="connsiteX125" fmla="*/ 230620 w 12196099"/>
              <a:gd name="connsiteY125" fmla="*/ 3535167 h 4702949"/>
              <a:gd name="connsiteX126" fmla="*/ 222374 w 12196099"/>
              <a:gd name="connsiteY126" fmla="*/ 3533148 h 4702949"/>
              <a:gd name="connsiteX127" fmla="*/ 188393 w 12196099"/>
              <a:gd name="connsiteY127" fmla="*/ 3509930 h 4702949"/>
              <a:gd name="connsiteX128" fmla="*/ 180397 w 12196099"/>
              <a:gd name="connsiteY128" fmla="*/ 3511192 h 4702949"/>
              <a:gd name="connsiteX129" fmla="*/ 184395 w 12196099"/>
              <a:gd name="connsiteY129" fmla="*/ 3521791 h 4702949"/>
              <a:gd name="connsiteX130" fmla="*/ 191391 w 12196099"/>
              <a:gd name="connsiteY130" fmla="*/ 3517501 h 4702949"/>
              <a:gd name="connsiteX131" fmla="*/ 188393 w 12196099"/>
              <a:gd name="connsiteY131" fmla="*/ 3509930 h 4702949"/>
              <a:gd name="connsiteX132" fmla="*/ 91945 w 12196099"/>
              <a:gd name="connsiteY132" fmla="*/ 3488732 h 4702949"/>
              <a:gd name="connsiteX133" fmla="*/ 105688 w 12196099"/>
              <a:gd name="connsiteY133" fmla="*/ 3490498 h 4702949"/>
              <a:gd name="connsiteX134" fmla="*/ 98692 w 12196099"/>
              <a:gd name="connsiteY134" fmla="*/ 3531129 h 4702949"/>
              <a:gd name="connsiteX135" fmla="*/ 91945 w 12196099"/>
              <a:gd name="connsiteY135" fmla="*/ 3488732 h 4702949"/>
              <a:gd name="connsiteX136" fmla="*/ 12026842 w 12196099"/>
              <a:gd name="connsiteY136" fmla="*/ 3476446 h 4702949"/>
              <a:gd name="connsiteX137" fmla="*/ 12026503 w 12196099"/>
              <a:gd name="connsiteY137" fmla="*/ 3477923 h 4702949"/>
              <a:gd name="connsiteX138" fmla="*/ 12026175 w 12196099"/>
              <a:gd name="connsiteY138" fmla="*/ 3476585 h 4702949"/>
              <a:gd name="connsiteX139" fmla="*/ 12026966 w 12196099"/>
              <a:gd name="connsiteY139" fmla="*/ 3475903 h 4702949"/>
              <a:gd name="connsiteX140" fmla="*/ 12027392 w 12196099"/>
              <a:gd name="connsiteY140" fmla="*/ 3476332 h 4702949"/>
              <a:gd name="connsiteX141" fmla="*/ 12026842 w 12196099"/>
              <a:gd name="connsiteY141" fmla="*/ 3476446 h 4702949"/>
              <a:gd name="connsiteX142" fmla="*/ 12129524 w 12196099"/>
              <a:gd name="connsiteY142" fmla="*/ 3465372 h 4702949"/>
              <a:gd name="connsiteX143" fmla="*/ 12145694 w 12196099"/>
              <a:gd name="connsiteY143" fmla="*/ 3511792 h 4702949"/>
              <a:gd name="connsiteX144" fmla="*/ 12071223 w 12196099"/>
              <a:gd name="connsiteY144" fmla="*/ 3536292 h 4702949"/>
              <a:gd name="connsiteX145" fmla="*/ 233118 w 12196099"/>
              <a:gd name="connsiteY145" fmla="*/ 3464757 h 4702949"/>
              <a:gd name="connsiteX146" fmla="*/ 229121 w 12196099"/>
              <a:gd name="connsiteY146" fmla="*/ 3493779 h 4702949"/>
              <a:gd name="connsiteX147" fmla="*/ 235617 w 12196099"/>
              <a:gd name="connsiteY147" fmla="*/ 3493779 h 4702949"/>
              <a:gd name="connsiteX148" fmla="*/ 239865 w 12196099"/>
              <a:gd name="connsiteY148" fmla="*/ 3465009 h 4702949"/>
              <a:gd name="connsiteX149" fmla="*/ 233118 w 12196099"/>
              <a:gd name="connsiteY149" fmla="*/ 3464757 h 4702949"/>
              <a:gd name="connsiteX150" fmla="*/ 204884 w 12196099"/>
              <a:gd name="connsiteY150" fmla="*/ 3437502 h 4702949"/>
              <a:gd name="connsiteX151" fmla="*/ 191141 w 12196099"/>
              <a:gd name="connsiteY151" fmla="*/ 3438511 h 4702949"/>
              <a:gd name="connsiteX152" fmla="*/ 191141 w 12196099"/>
              <a:gd name="connsiteY152" fmla="*/ 3481413 h 4702949"/>
              <a:gd name="connsiteX153" fmla="*/ 204884 w 12196099"/>
              <a:gd name="connsiteY153" fmla="*/ 3437502 h 4702949"/>
              <a:gd name="connsiteX154" fmla="*/ 294835 w 12196099"/>
              <a:gd name="connsiteY154" fmla="*/ 3432454 h 4702949"/>
              <a:gd name="connsiteX155" fmla="*/ 294085 w 12196099"/>
              <a:gd name="connsiteY155" fmla="*/ 3432959 h 4702949"/>
              <a:gd name="connsiteX156" fmla="*/ 259354 w 12196099"/>
              <a:gd name="connsiteY156" fmla="*/ 3467785 h 4702949"/>
              <a:gd name="connsiteX157" fmla="*/ 292336 w 12196099"/>
              <a:gd name="connsiteY157" fmla="*/ 3512202 h 4702949"/>
              <a:gd name="connsiteX158" fmla="*/ 307328 w 12196099"/>
              <a:gd name="connsiteY158" fmla="*/ 3438259 h 4702949"/>
              <a:gd name="connsiteX159" fmla="*/ 294835 w 12196099"/>
              <a:gd name="connsiteY159" fmla="*/ 3432454 h 4702949"/>
              <a:gd name="connsiteX160" fmla="*/ 12007816 w 12196099"/>
              <a:gd name="connsiteY160" fmla="*/ 3418737 h 4702949"/>
              <a:gd name="connsiteX161" fmla="*/ 12004625 w 12196099"/>
              <a:gd name="connsiteY161" fmla="*/ 3448824 h 4702949"/>
              <a:gd name="connsiteX162" fmla="*/ 12015902 w 12196099"/>
              <a:gd name="connsiteY162" fmla="*/ 3448179 h 4702949"/>
              <a:gd name="connsiteX163" fmla="*/ 12015902 w 12196099"/>
              <a:gd name="connsiteY163" fmla="*/ 3449039 h 4702949"/>
              <a:gd name="connsiteX164" fmla="*/ 12017391 w 12196099"/>
              <a:gd name="connsiteY164" fmla="*/ 3418737 h 4702949"/>
              <a:gd name="connsiteX165" fmla="*/ 12007816 w 12196099"/>
              <a:gd name="connsiteY165" fmla="*/ 3418737 h 4702949"/>
              <a:gd name="connsiteX166" fmla="*/ 242863 w 12196099"/>
              <a:gd name="connsiteY166" fmla="*/ 3346146 h 4702949"/>
              <a:gd name="connsiteX167" fmla="*/ 234618 w 12196099"/>
              <a:gd name="connsiteY167" fmla="*/ 3390310 h 4702949"/>
              <a:gd name="connsiteX168" fmla="*/ 209631 w 12196099"/>
              <a:gd name="connsiteY168" fmla="*/ 3403937 h 4702949"/>
              <a:gd name="connsiteX169" fmla="*/ 237116 w 12196099"/>
              <a:gd name="connsiteY169" fmla="*/ 3415294 h 4702949"/>
              <a:gd name="connsiteX170" fmla="*/ 242863 w 12196099"/>
              <a:gd name="connsiteY170" fmla="*/ 3346146 h 4702949"/>
              <a:gd name="connsiteX171" fmla="*/ 12177611 w 12196099"/>
              <a:gd name="connsiteY171" fmla="*/ 3320954 h 4702949"/>
              <a:gd name="connsiteX172" fmla="*/ 12194375 w 12196099"/>
              <a:gd name="connsiteY172" fmla="*/ 3320954 h 4702949"/>
              <a:gd name="connsiteX173" fmla="*/ 12194375 w 12196099"/>
              <a:gd name="connsiteY173" fmla="*/ 3334868 h 4702949"/>
              <a:gd name="connsiteX174" fmla="*/ 12190430 w 12196099"/>
              <a:gd name="connsiteY174" fmla="*/ 3333543 h 4702949"/>
              <a:gd name="connsiteX175" fmla="*/ 12177611 w 12196099"/>
              <a:gd name="connsiteY175" fmla="*/ 3320954 h 4702949"/>
              <a:gd name="connsiteX176" fmla="*/ 283423 w 12196099"/>
              <a:gd name="connsiteY176" fmla="*/ 3307293 h 4702949"/>
              <a:gd name="connsiteX177" fmla="*/ 261103 w 12196099"/>
              <a:gd name="connsiteY177" fmla="*/ 3312329 h 4702949"/>
              <a:gd name="connsiteX178" fmla="*/ 282841 w 12196099"/>
              <a:gd name="connsiteY178" fmla="*/ 3415546 h 4702949"/>
              <a:gd name="connsiteX179" fmla="*/ 311076 w 12196099"/>
              <a:gd name="connsiteY179" fmla="*/ 3337565 h 4702949"/>
              <a:gd name="connsiteX180" fmla="*/ 283423 w 12196099"/>
              <a:gd name="connsiteY180" fmla="*/ 3307293 h 4702949"/>
              <a:gd name="connsiteX181" fmla="*/ 12032711 w 12196099"/>
              <a:gd name="connsiteY181" fmla="*/ 3259705 h 4702949"/>
              <a:gd name="connsiteX182" fmla="*/ 12051435 w 12196099"/>
              <a:gd name="connsiteY182" fmla="*/ 3301183 h 4702949"/>
              <a:gd name="connsiteX183" fmla="*/ 12060584 w 12196099"/>
              <a:gd name="connsiteY183" fmla="*/ 3296885 h 4702949"/>
              <a:gd name="connsiteX184" fmla="*/ 12032711 w 12196099"/>
              <a:gd name="connsiteY184" fmla="*/ 3259705 h 4702949"/>
              <a:gd name="connsiteX185" fmla="*/ 276595 w 12196099"/>
              <a:gd name="connsiteY185" fmla="*/ 3238386 h 4702949"/>
              <a:gd name="connsiteX186" fmla="*/ 276595 w 12196099"/>
              <a:gd name="connsiteY186" fmla="*/ 3260090 h 4702949"/>
              <a:gd name="connsiteX187" fmla="*/ 286090 w 12196099"/>
              <a:gd name="connsiteY187" fmla="*/ 3260090 h 4702949"/>
              <a:gd name="connsiteX188" fmla="*/ 288838 w 12196099"/>
              <a:gd name="connsiteY188" fmla="*/ 3238891 h 4702949"/>
              <a:gd name="connsiteX189" fmla="*/ 276595 w 12196099"/>
              <a:gd name="connsiteY189" fmla="*/ 3238386 h 4702949"/>
              <a:gd name="connsiteX190" fmla="*/ 12194375 w 12196099"/>
              <a:gd name="connsiteY190" fmla="*/ 3109424 h 4702949"/>
              <a:gd name="connsiteX191" fmla="*/ 12194375 w 12196099"/>
              <a:gd name="connsiteY191" fmla="*/ 3285709 h 4702949"/>
              <a:gd name="connsiteX192" fmla="*/ 12173142 w 12196099"/>
              <a:gd name="connsiteY192" fmla="*/ 3285709 h 4702949"/>
              <a:gd name="connsiteX193" fmla="*/ 12193143 w 12196099"/>
              <a:gd name="connsiteY193" fmla="*/ 3109700 h 4702949"/>
              <a:gd name="connsiteX194" fmla="*/ 12035809 w 12196099"/>
              <a:gd name="connsiteY194" fmla="*/ 3104862 h 4702949"/>
              <a:gd name="connsiteX195" fmla="*/ 12055451 w 12196099"/>
              <a:gd name="connsiteY195" fmla="*/ 3118726 h 4702949"/>
              <a:gd name="connsiteX196" fmla="*/ 12049520 w 12196099"/>
              <a:gd name="connsiteY196" fmla="*/ 3144730 h 4702949"/>
              <a:gd name="connsiteX197" fmla="*/ 12035477 w 12196099"/>
              <a:gd name="connsiteY197" fmla="*/ 3103897 h 4702949"/>
              <a:gd name="connsiteX198" fmla="*/ 12035809 w 12196099"/>
              <a:gd name="connsiteY198" fmla="*/ 3104862 h 4702949"/>
              <a:gd name="connsiteX199" fmla="*/ 12035256 w 12196099"/>
              <a:gd name="connsiteY199" fmla="*/ 3104472 h 4702949"/>
              <a:gd name="connsiteX200" fmla="*/ 295584 w 12196099"/>
              <a:gd name="connsiteY200" fmla="*/ 3102866 h 4702949"/>
              <a:gd name="connsiteX201" fmla="*/ 277095 w 12196099"/>
              <a:gd name="connsiteY201" fmla="*/ 3159396 h 4702949"/>
              <a:gd name="connsiteX202" fmla="*/ 307078 w 12196099"/>
              <a:gd name="connsiteY202" fmla="*/ 3200027 h 4702949"/>
              <a:gd name="connsiteX203" fmla="*/ 317073 w 12196099"/>
              <a:gd name="connsiteY203" fmla="*/ 3267913 h 4702949"/>
              <a:gd name="connsiteX204" fmla="*/ 325068 w 12196099"/>
              <a:gd name="connsiteY204" fmla="*/ 3235105 h 4702949"/>
              <a:gd name="connsiteX205" fmla="*/ 325068 w 12196099"/>
              <a:gd name="connsiteY205" fmla="*/ 3184632 h 4702949"/>
              <a:gd name="connsiteX206" fmla="*/ 295584 w 12196099"/>
              <a:gd name="connsiteY206" fmla="*/ 3102866 h 4702949"/>
              <a:gd name="connsiteX207" fmla="*/ 12035264 w 12196099"/>
              <a:gd name="connsiteY207" fmla="*/ 2994510 h 4702949"/>
              <a:gd name="connsiteX208" fmla="*/ 12028881 w 12196099"/>
              <a:gd name="connsiteY208" fmla="*/ 3002891 h 4702949"/>
              <a:gd name="connsiteX209" fmla="*/ 12050158 w 12196099"/>
              <a:gd name="connsiteY209" fmla="*/ 3019869 h 4702949"/>
              <a:gd name="connsiteX210" fmla="*/ 12043562 w 12196099"/>
              <a:gd name="connsiteY210" fmla="*/ 3043938 h 4702949"/>
              <a:gd name="connsiteX211" fmla="*/ 12049946 w 12196099"/>
              <a:gd name="connsiteY211" fmla="*/ 3048236 h 4702949"/>
              <a:gd name="connsiteX212" fmla="*/ 12075904 w 12196099"/>
              <a:gd name="connsiteY212" fmla="*/ 3031688 h 4702949"/>
              <a:gd name="connsiteX213" fmla="*/ 12035264 w 12196099"/>
              <a:gd name="connsiteY213" fmla="*/ 2994510 h 4702949"/>
              <a:gd name="connsiteX214" fmla="*/ 317323 w 12196099"/>
              <a:gd name="connsiteY214" fmla="*/ 2941858 h 4702949"/>
              <a:gd name="connsiteX215" fmla="*/ 319571 w 12196099"/>
              <a:gd name="connsiteY215" fmla="*/ 2949429 h 4702949"/>
              <a:gd name="connsiteX216" fmla="*/ 332065 w 12196099"/>
              <a:gd name="connsiteY216" fmla="*/ 2949429 h 4702949"/>
              <a:gd name="connsiteX217" fmla="*/ 329566 w 12196099"/>
              <a:gd name="connsiteY217" fmla="*/ 2941858 h 4702949"/>
              <a:gd name="connsiteX218" fmla="*/ 317323 w 12196099"/>
              <a:gd name="connsiteY218" fmla="*/ 2941858 h 4702949"/>
              <a:gd name="connsiteX219" fmla="*/ 12038243 w 12196099"/>
              <a:gd name="connsiteY219" fmla="*/ 2920366 h 4702949"/>
              <a:gd name="connsiteX220" fmla="*/ 12035051 w 12196099"/>
              <a:gd name="connsiteY220" fmla="*/ 2967001 h 4702949"/>
              <a:gd name="connsiteX221" fmla="*/ 12038243 w 12196099"/>
              <a:gd name="connsiteY221" fmla="*/ 2920366 h 4702949"/>
              <a:gd name="connsiteX222" fmla="*/ 355302 w 12196099"/>
              <a:gd name="connsiteY222" fmla="*/ 2889366 h 4702949"/>
              <a:gd name="connsiteX223" fmla="*/ 381788 w 12196099"/>
              <a:gd name="connsiteY223" fmla="*/ 2955738 h 4702949"/>
              <a:gd name="connsiteX224" fmla="*/ 355302 w 12196099"/>
              <a:gd name="connsiteY224" fmla="*/ 2889366 h 4702949"/>
              <a:gd name="connsiteX225" fmla="*/ 11967389 w 12196099"/>
              <a:gd name="connsiteY225" fmla="*/ 2639052 h 4702949"/>
              <a:gd name="connsiteX226" fmla="*/ 11978353 w 12196099"/>
              <a:gd name="connsiteY226" fmla="*/ 2680143 h 4702949"/>
              <a:gd name="connsiteX227" fmla="*/ 11978666 w 12196099"/>
              <a:gd name="connsiteY227" fmla="*/ 2680315 h 4702949"/>
              <a:gd name="connsiteX228" fmla="*/ 11977389 w 12196099"/>
              <a:gd name="connsiteY228" fmla="*/ 2639052 h 4702949"/>
              <a:gd name="connsiteX229" fmla="*/ 12036966 w 12196099"/>
              <a:gd name="connsiteY229" fmla="*/ 2631101 h 4702949"/>
              <a:gd name="connsiteX230" fmla="*/ 12029094 w 12196099"/>
              <a:gd name="connsiteY230" fmla="*/ 2781536 h 4702949"/>
              <a:gd name="connsiteX231" fmla="*/ 12078458 w 12196099"/>
              <a:gd name="connsiteY231" fmla="*/ 2846008 h 4702949"/>
              <a:gd name="connsiteX232" fmla="*/ 12053137 w 12196099"/>
              <a:gd name="connsiteY232" fmla="*/ 2716204 h 4702949"/>
              <a:gd name="connsiteX233" fmla="*/ 12095692 w 12196099"/>
              <a:gd name="connsiteY233" fmla="*/ 2709327 h 4702949"/>
              <a:gd name="connsiteX234" fmla="*/ 12048244 w 12196099"/>
              <a:gd name="connsiteY234" fmla="*/ 2682034 h 4702949"/>
              <a:gd name="connsiteX235" fmla="*/ 12036966 w 12196099"/>
              <a:gd name="connsiteY235" fmla="*/ 2631101 h 4702949"/>
              <a:gd name="connsiteX236" fmla="*/ 460994 w 12196099"/>
              <a:gd name="connsiteY236" fmla="*/ 2629430 h 4702949"/>
              <a:gd name="connsiteX237" fmla="*/ 458496 w 12196099"/>
              <a:gd name="connsiteY237" fmla="*/ 2679903 h 4702949"/>
              <a:gd name="connsiteX238" fmla="*/ 12166117 w 12196099"/>
              <a:gd name="connsiteY238" fmla="*/ 2568002 h 4702949"/>
              <a:gd name="connsiteX239" fmla="*/ 12153986 w 12196099"/>
              <a:gd name="connsiteY239" fmla="*/ 2569422 h 4702949"/>
              <a:gd name="connsiteX240" fmla="*/ 12147822 w 12196099"/>
              <a:gd name="connsiteY240" fmla="*/ 2575655 h 4702949"/>
              <a:gd name="connsiteX241" fmla="*/ 12172717 w 12196099"/>
              <a:gd name="connsiteY241" fmla="*/ 2589409 h 4702949"/>
              <a:gd name="connsiteX242" fmla="*/ 12175696 w 12196099"/>
              <a:gd name="connsiteY242" fmla="*/ 2575655 h 4702949"/>
              <a:gd name="connsiteX243" fmla="*/ 12166117 w 12196099"/>
              <a:gd name="connsiteY243" fmla="*/ 2568002 h 4702949"/>
              <a:gd name="connsiteX244" fmla="*/ 11929728 w 12196099"/>
              <a:gd name="connsiteY244" fmla="*/ 2562975 h 4702949"/>
              <a:gd name="connsiteX245" fmla="*/ 11929864 w 12196099"/>
              <a:gd name="connsiteY245" fmla="*/ 2563034 h 4702949"/>
              <a:gd name="connsiteX246" fmla="*/ 11921004 w 12196099"/>
              <a:gd name="connsiteY246" fmla="*/ 2569852 h 4702949"/>
              <a:gd name="connsiteX247" fmla="*/ 11930153 w 12196099"/>
              <a:gd name="connsiteY247" fmla="*/ 2579738 h 4702949"/>
              <a:gd name="connsiteX248" fmla="*/ 11947601 w 12196099"/>
              <a:gd name="connsiteY248" fmla="*/ 2570712 h 4702949"/>
              <a:gd name="connsiteX249" fmla="*/ 11929864 w 12196099"/>
              <a:gd name="connsiteY249" fmla="*/ 2563034 h 4702949"/>
              <a:gd name="connsiteX250" fmla="*/ 11929941 w 12196099"/>
              <a:gd name="connsiteY250" fmla="*/ 2562975 h 4702949"/>
              <a:gd name="connsiteX251" fmla="*/ 12055478 w 12196099"/>
              <a:gd name="connsiteY251" fmla="*/ 2551800 h 4702949"/>
              <a:gd name="connsiteX252" fmla="*/ 12027604 w 12196099"/>
              <a:gd name="connsiteY252" fmla="*/ 2560826 h 4702949"/>
              <a:gd name="connsiteX253" fmla="*/ 12054201 w 12196099"/>
              <a:gd name="connsiteY253" fmla="*/ 2570739 h 4702949"/>
              <a:gd name="connsiteX254" fmla="*/ 12075226 w 12196099"/>
              <a:gd name="connsiteY254" fmla="*/ 2565456 h 4702949"/>
              <a:gd name="connsiteX255" fmla="*/ 12075691 w 12196099"/>
              <a:gd name="connsiteY255" fmla="*/ 2565984 h 4702949"/>
              <a:gd name="connsiteX256" fmla="*/ 12075691 w 12196099"/>
              <a:gd name="connsiteY256" fmla="*/ 2565339 h 4702949"/>
              <a:gd name="connsiteX257" fmla="*/ 12075226 w 12196099"/>
              <a:gd name="connsiteY257" fmla="*/ 2565456 h 4702949"/>
              <a:gd name="connsiteX258" fmla="*/ 12066263 w 12196099"/>
              <a:gd name="connsiteY258" fmla="*/ 2555265 h 4702949"/>
              <a:gd name="connsiteX259" fmla="*/ 12055478 w 12196099"/>
              <a:gd name="connsiteY259" fmla="*/ 2551800 h 4702949"/>
              <a:gd name="connsiteX260" fmla="*/ 12005901 w 12196099"/>
              <a:gd name="connsiteY260" fmla="*/ 2508174 h 4702949"/>
              <a:gd name="connsiteX261" fmla="*/ 12005901 w 12196099"/>
              <a:gd name="connsiteY261" fmla="*/ 2508388 h 4702949"/>
              <a:gd name="connsiteX262" fmla="*/ 11994624 w 12196099"/>
              <a:gd name="connsiteY262" fmla="*/ 2579093 h 4702949"/>
              <a:gd name="connsiteX263" fmla="*/ 12005901 w 12196099"/>
              <a:gd name="connsiteY263" fmla="*/ 2508174 h 4702949"/>
              <a:gd name="connsiteX264" fmla="*/ 11930579 w 12196099"/>
              <a:gd name="connsiteY264" fmla="*/ 2506239 h 4702949"/>
              <a:gd name="connsiteX265" fmla="*/ 11928026 w 12196099"/>
              <a:gd name="connsiteY265" fmla="*/ 2516125 h 4702949"/>
              <a:gd name="connsiteX266" fmla="*/ 11944835 w 12196099"/>
              <a:gd name="connsiteY266" fmla="*/ 2521498 h 4702949"/>
              <a:gd name="connsiteX267" fmla="*/ 11946537 w 12196099"/>
              <a:gd name="connsiteY267" fmla="*/ 2511397 h 4702949"/>
              <a:gd name="connsiteX268" fmla="*/ 11930579 w 12196099"/>
              <a:gd name="connsiteY268" fmla="*/ 2506239 h 4702949"/>
              <a:gd name="connsiteX269" fmla="*/ 11970368 w 12196099"/>
              <a:gd name="connsiteY269" fmla="*/ 2436394 h 4702949"/>
              <a:gd name="connsiteX270" fmla="*/ 11958452 w 12196099"/>
              <a:gd name="connsiteY270" fmla="*/ 2460679 h 4702949"/>
              <a:gd name="connsiteX271" fmla="*/ 11970155 w 12196099"/>
              <a:gd name="connsiteY271" fmla="*/ 2573076 h 4702949"/>
              <a:gd name="connsiteX272" fmla="*/ 11979517 w 12196099"/>
              <a:gd name="connsiteY272" fmla="*/ 2571142 h 4702949"/>
              <a:gd name="connsiteX273" fmla="*/ 11979517 w 12196099"/>
              <a:gd name="connsiteY273" fmla="*/ 2438329 h 4702949"/>
              <a:gd name="connsiteX274" fmla="*/ 12009731 w 12196099"/>
              <a:gd name="connsiteY274" fmla="*/ 2392768 h 4702949"/>
              <a:gd name="connsiteX275" fmla="*/ 12003348 w 12196099"/>
              <a:gd name="connsiteY275" fmla="*/ 2481095 h 4702949"/>
              <a:gd name="connsiteX276" fmla="*/ 12038669 w 12196099"/>
              <a:gd name="connsiteY276" fmla="*/ 2461968 h 4702949"/>
              <a:gd name="connsiteX277" fmla="*/ 12009731 w 12196099"/>
              <a:gd name="connsiteY277" fmla="*/ 2392768 h 4702949"/>
              <a:gd name="connsiteX278" fmla="*/ 12157397 w 12196099"/>
              <a:gd name="connsiteY278" fmla="*/ 2392338 h 4702949"/>
              <a:gd name="connsiteX279" fmla="*/ 12150376 w 12196099"/>
              <a:gd name="connsiteY279" fmla="*/ 2413829 h 4702949"/>
              <a:gd name="connsiteX280" fmla="*/ 12160773 w 12196099"/>
              <a:gd name="connsiteY280" fmla="*/ 2415682 h 4702949"/>
              <a:gd name="connsiteX281" fmla="*/ 12160589 w 12196099"/>
              <a:gd name="connsiteY281" fmla="*/ 2416838 h 4702949"/>
              <a:gd name="connsiteX282" fmla="*/ 12161227 w 12196099"/>
              <a:gd name="connsiteY282" fmla="*/ 2415763 h 4702949"/>
              <a:gd name="connsiteX283" fmla="*/ 12160773 w 12196099"/>
              <a:gd name="connsiteY283" fmla="*/ 2415682 h 4702949"/>
              <a:gd name="connsiteX284" fmla="*/ 12164206 w 12196099"/>
              <a:gd name="connsiteY284" fmla="*/ 2394058 h 4702949"/>
              <a:gd name="connsiteX285" fmla="*/ 12157397 w 12196099"/>
              <a:gd name="connsiteY285" fmla="*/ 2392338 h 4702949"/>
              <a:gd name="connsiteX286" fmla="*/ 12063138 w 12196099"/>
              <a:gd name="connsiteY286" fmla="*/ 2392338 h 4702949"/>
              <a:gd name="connsiteX287" fmla="*/ 12063696 w 12196099"/>
              <a:gd name="connsiteY287" fmla="*/ 2392721 h 4702949"/>
              <a:gd name="connsiteX288" fmla="*/ 12055691 w 12196099"/>
              <a:gd name="connsiteY288" fmla="*/ 2398786 h 4702949"/>
              <a:gd name="connsiteX289" fmla="*/ 12063563 w 12196099"/>
              <a:gd name="connsiteY289" fmla="*/ 2406522 h 4702949"/>
              <a:gd name="connsiteX290" fmla="*/ 12074415 w 12196099"/>
              <a:gd name="connsiteY290" fmla="*/ 2400075 h 4702949"/>
              <a:gd name="connsiteX291" fmla="*/ 12063696 w 12196099"/>
              <a:gd name="connsiteY291" fmla="*/ 2392721 h 4702949"/>
              <a:gd name="connsiteX292" fmla="*/ 12064202 w 12196099"/>
              <a:gd name="connsiteY292" fmla="*/ 2392338 h 4702949"/>
              <a:gd name="connsiteX293" fmla="*/ 64960 w 12196099"/>
              <a:gd name="connsiteY293" fmla="*/ 2367224 h 4702949"/>
              <a:gd name="connsiteX294" fmla="*/ 60712 w 12196099"/>
              <a:gd name="connsiteY294" fmla="*/ 2416435 h 4702949"/>
              <a:gd name="connsiteX295" fmla="*/ 58214 w 12196099"/>
              <a:gd name="connsiteY295" fmla="*/ 2529494 h 4702949"/>
              <a:gd name="connsiteX296" fmla="*/ 62711 w 12196099"/>
              <a:gd name="connsiteY296" fmla="*/ 2548169 h 4702949"/>
              <a:gd name="connsiteX297" fmla="*/ 71207 w 12196099"/>
              <a:gd name="connsiteY297" fmla="*/ 2596623 h 4702949"/>
              <a:gd name="connsiteX298" fmla="*/ 80202 w 12196099"/>
              <a:gd name="connsiteY298" fmla="*/ 2653657 h 4702949"/>
              <a:gd name="connsiteX299" fmla="*/ 100441 w 12196099"/>
              <a:gd name="connsiteY299" fmla="*/ 2591828 h 4702949"/>
              <a:gd name="connsiteX300" fmla="*/ 95443 w 12196099"/>
              <a:gd name="connsiteY300" fmla="*/ 2432081 h 4702949"/>
              <a:gd name="connsiteX301" fmla="*/ 64960 w 12196099"/>
              <a:gd name="connsiteY301" fmla="*/ 2367224 h 4702949"/>
              <a:gd name="connsiteX302" fmla="*/ 12014838 w 12196099"/>
              <a:gd name="connsiteY302" fmla="*/ 2305731 h 4702949"/>
              <a:gd name="connsiteX303" fmla="*/ 11999305 w 12196099"/>
              <a:gd name="connsiteY303" fmla="*/ 2339041 h 4702949"/>
              <a:gd name="connsiteX304" fmla="*/ 12015476 w 12196099"/>
              <a:gd name="connsiteY304" fmla="*/ 2365260 h 4702949"/>
              <a:gd name="connsiteX305" fmla="*/ 12067819 w 12196099"/>
              <a:gd name="connsiteY305" fmla="*/ 2359887 h 4702949"/>
              <a:gd name="connsiteX306" fmla="*/ 12034097 w 12196099"/>
              <a:gd name="connsiteY306" fmla="*/ 2326372 h 4702949"/>
              <a:gd name="connsiteX307" fmla="*/ 12031142 w 12196099"/>
              <a:gd name="connsiteY307" fmla="*/ 2310733 h 4702949"/>
              <a:gd name="connsiteX308" fmla="*/ 12031647 w 12196099"/>
              <a:gd name="connsiteY308" fmla="*/ 2310888 h 4702949"/>
              <a:gd name="connsiteX309" fmla="*/ 12031009 w 12196099"/>
              <a:gd name="connsiteY309" fmla="*/ 2310029 h 4702949"/>
              <a:gd name="connsiteX310" fmla="*/ 12031142 w 12196099"/>
              <a:gd name="connsiteY310" fmla="*/ 2310733 h 4702949"/>
              <a:gd name="connsiteX311" fmla="*/ 11946537 w 12196099"/>
              <a:gd name="connsiteY311" fmla="*/ 2263609 h 4702949"/>
              <a:gd name="connsiteX312" fmla="*/ 11955261 w 12196099"/>
              <a:gd name="connsiteY312" fmla="*/ 2406952 h 4702949"/>
              <a:gd name="connsiteX313" fmla="*/ 11965900 w 12196099"/>
              <a:gd name="connsiteY313" fmla="*/ 2406522 h 4702949"/>
              <a:gd name="connsiteX314" fmla="*/ 11965900 w 12196099"/>
              <a:gd name="connsiteY314" fmla="*/ 2406093 h 4702949"/>
              <a:gd name="connsiteX315" fmla="*/ 11971006 w 12196099"/>
              <a:gd name="connsiteY315" fmla="*/ 2281231 h 4702949"/>
              <a:gd name="connsiteX316" fmla="*/ 11946537 w 12196099"/>
              <a:gd name="connsiteY316" fmla="*/ 2263609 h 4702949"/>
              <a:gd name="connsiteX317" fmla="*/ 12052792 w 12196099"/>
              <a:gd name="connsiteY317" fmla="*/ 2222562 h 4702949"/>
              <a:gd name="connsiteX318" fmla="*/ 12035264 w 12196099"/>
              <a:gd name="connsiteY318" fmla="*/ 2226645 h 4702949"/>
              <a:gd name="connsiteX319" fmla="*/ 12039147 w 12196099"/>
              <a:gd name="connsiteY319" fmla="*/ 2244832 h 4702949"/>
              <a:gd name="connsiteX320" fmla="*/ 12055928 w 12196099"/>
              <a:gd name="connsiteY320" fmla="*/ 2248311 h 4702949"/>
              <a:gd name="connsiteX321" fmla="*/ 12055903 w 12196099"/>
              <a:gd name="connsiteY321" fmla="*/ 2248350 h 4702949"/>
              <a:gd name="connsiteX322" fmla="*/ 12056116 w 12196099"/>
              <a:gd name="connsiteY322" fmla="*/ 2248350 h 4702949"/>
              <a:gd name="connsiteX323" fmla="*/ 12055928 w 12196099"/>
              <a:gd name="connsiteY323" fmla="*/ 2248311 h 4702949"/>
              <a:gd name="connsiteX324" fmla="*/ 12063776 w 12196099"/>
              <a:gd name="connsiteY324" fmla="*/ 2235886 h 4702949"/>
              <a:gd name="connsiteX325" fmla="*/ 12052792 w 12196099"/>
              <a:gd name="connsiteY325" fmla="*/ 2222562 h 4702949"/>
              <a:gd name="connsiteX326" fmla="*/ 12009518 w 12196099"/>
              <a:gd name="connsiteY326" fmla="*/ 2218048 h 4702949"/>
              <a:gd name="connsiteX327" fmla="*/ 11948239 w 12196099"/>
              <a:gd name="connsiteY327" fmla="*/ 2221272 h 4702949"/>
              <a:gd name="connsiteX328" fmla="*/ 12009518 w 12196099"/>
              <a:gd name="connsiteY328" fmla="*/ 2218048 h 4702949"/>
              <a:gd name="connsiteX329" fmla="*/ 12018881 w 12196099"/>
              <a:gd name="connsiteY329" fmla="*/ 2177001 h 4702949"/>
              <a:gd name="connsiteX330" fmla="*/ 12007391 w 12196099"/>
              <a:gd name="connsiteY330" fmla="*/ 2186242 h 4702949"/>
              <a:gd name="connsiteX331" fmla="*/ 12020583 w 12196099"/>
              <a:gd name="connsiteY331" fmla="*/ 2198921 h 4702949"/>
              <a:gd name="connsiteX332" fmla="*/ 12037392 w 12196099"/>
              <a:gd name="connsiteY332" fmla="*/ 2189895 h 4702949"/>
              <a:gd name="connsiteX333" fmla="*/ 12018881 w 12196099"/>
              <a:gd name="connsiteY333" fmla="*/ 2177001 h 4702949"/>
              <a:gd name="connsiteX334" fmla="*/ 11948026 w 12196099"/>
              <a:gd name="connsiteY334" fmla="*/ 2080937 h 4702949"/>
              <a:gd name="connsiteX335" fmla="*/ 11968240 w 12196099"/>
              <a:gd name="connsiteY335" fmla="*/ 2149493 h 4702949"/>
              <a:gd name="connsiteX336" fmla="*/ 11976858 w 12196099"/>
              <a:gd name="connsiteY336" fmla="*/ 2000777 h 4702949"/>
              <a:gd name="connsiteX337" fmla="*/ 11945473 w 12196099"/>
              <a:gd name="connsiteY337" fmla="*/ 2025706 h 4702949"/>
              <a:gd name="connsiteX338" fmla="*/ 11945473 w 12196099"/>
              <a:gd name="connsiteY338" fmla="*/ 2026351 h 4702949"/>
              <a:gd name="connsiteX339" fmla="*/ 12028668 w 12196099"/>
              <a:gd name="connsiteY339" fmla="*/ 2019689 h 4702949"/>
              <a:gd name="connsiteX340" fmla="*/ 11976858 w 12196099"/>
              <a:gd name="connsiteY340" fmla="*/ 2000777 h 4702949"/>
              <a:gd name="connsiteX341" fmla="*/ 12012072 w 12196099"/>
              <a:gd name="connsiteY341" fmla="*/ 1921906 h 4702949"/>
              <a:gd name="connsiteX342" fmla="*/ 11994837 w 12196099"/>
              <a:gd name="connsiteY342" fmla="*/ 1928998 h 4702949"/>
              <a:gd name="connsiteX343" fmla="*/ 12014838 w 12196099"/>
              <a:gd name="connsiteY343" fmla="*/ 1955431 h 4702949"/>
              <a:gd name="connsiteX344" fmla="*/ 12024625 w 12196099"/>
              <a:gd name="connsiteY344" fmla="*/ 1955431 h 4702949"/>
              <a:gd name="connsiteX345" fmla="*/ 12018878 w 12196099"/>
              <a:gd name="connsiteY345" fmla="*/ 1925602 h 4702949"/>
              <a:gd name="connsiteX346" fmla="*/ 12012072 w 12196099"/>
              <a:gd name="connsiteY346" fmla="*/ 1922550 h 4702949"/>
              <a:gd name="connsiteX347" fmla="*/ 12061648 w 12196099"/>
              <a:gd name="connsiteY347" fmla="*/ 1904713 h 4702949"/>
              <a:gd name="connsiteX348" fmla="*/ 12061848 w 12196099"/>
              <a:gd name="connsiteY348" fmla="*/ 1904856 h 4702949"/>
              <a:gd name="connsiteX349" fmla="*/ 12058669 w 12196099"/>
              <a:gd name="connsiteY349" fmla="*/ 1906862 h 4702949"/>
              <a:gd name="connsiteX350" fmla="*/ 12052286 w 12196099"/>
              <a:gd name="connsiteY350" fmla="*/ 1969185 h 4702949"/>
              <a:gd name="connsiteX351" fmla="*/ 12066968 w 12196099"/>
              <a:gd name="connsiteY351" fmla="*/ 1983799 h 4702949"/>
              <a:gd name="connsiteX352" fmla="*/ 12075691 w 12196099"/>
              <a:gd name="connsiteY352" fmla="*/ 1980146 h 4702949"/>
              <a:gd name="connsiteX353" fmla="*/ 12067393 w 12196099"/>
              <a:gd name="connsiteY353" fmla="*/ 1908796 h 4702949"/>
              <a:gd name="connsiteX354" fmla="*/ 12061848 w 12196099"/>
              <a:gd name="connsiteY354" fmla="*/ 1904856 h 4702949"/>
              <a:gd name="connsiteX355" fmla="*/ 12062074 w 12196099"/>
              <a:gd name="connsiteY355" fmla="*/ 1904713 h 4702949"/>
              <a:gd name="connsiteX356" fmla="*/ 12059095 w 12196099"/>
              <a:gd name="connsiteY356" fmla="*/ 1841315 h 4702949"/>
              <a:gd name="connsiteX357" fmla="*/ 12057063 w 12196099"/>
              <a:gd name="connsiteY357" fmla="*/ 1865858 h 4702949"/>
              <a:gd name="connsiteX358" fmla="*/ 12065691 w 12196099"/>
              <a:gd name="connsiteY358" fmla="*/ 1871402 h 4702949"/>
              <a:gd name="connsiteX359" fmla="*/ 12078198 w 12196099"/>
              <a:gd name="connsiteY359" fmla="*/ 1850277 h 4702949"/>
              <a:gd name="connsiteX360" fmla="*/ 12072713 w 12196099"/>
              <a:gd name="connsiteY360" fmla="*/ 1841315 h 4702949"/>
              <a:gd name="connsiteX361" fmla="*/ 12059095 w 12196099"/>
              <a:gd name="connsiteY361" fmla="*/ 1841315 h 4702949"/>
              <a:gd name="connsiteX362" fmla="*/ 11953828 w 12196099"/>
              <a:gd name="connsiteY362" fmla="*/ 1829764 h 4702949"/>
              <a:gd name="connsiteX363" fmla="*/ 11932707 w 12196099"/>
              <a:gd name="connsiteY363" fmla="*/ 1842820 h 4702949"/>
              <a:gd name="connsiteX364" fmla="*/ 11965474 w 12196099"/>
              <a:gd name="connsiteY364" fmla="*/ 1905358 h 4702949"/>
              <a:gd name="connsiteX365" fmla="*/ 11939303 w 12196099"/>
              <a:gd name="connsiteY365" fmla="*/ 1902779 h 4702949"/>
              <a:gd name="connsiteX366" fmla="*/ 11937388 w 12196099"/>
              <a:gd name="connsiteY366" fmla="*/ 1945760 h 4702949"/>
              <a:gd name="connsiteX367" fmla="*/ 12022498 w 12196099"/>
              <a:gd name="connsiteY367" fmla="*/ 1904928 h 4702949"/>
              <a:gd name="connsiteX368" fmla="*/ 12022498 w 12196099"/>
              <a:gd name="connsiteY368" fmla="*/ 1842820 h 4702949"/>
              <a:gd name="connsiteX369" fmla="*/ 11953828 w 12196099"/>
              <a:gd name="connsiteY369" fmla="*/ 1829764 h 4702949"/>
              <a:gd name="connsiteX370" fmla="*/ 12150801 w 12196099"/>
              <a:gd name="connsiteY370" fmla="*/ 1817246 h 4702949"/>
              <a:gd name="connsiteX371" fmla="*/ 12148461 w 12196099"/>
              <a:gd name="connsiteY371" fmla="*/ 1867749 h 4702949"/>
              <a:gd name="connsiteX372" fmla="*/ 12156333 w 12196099"/>
              <a:gd name="connsiteY372" fmla="*/ 1870543 h 4702949"/>
              <a:gd name="connsiteX373" fmla="*/ 12150801 w 12196099"/>
              <a:gd name="connsiteY373" fmla="*/ 1817246 h 4702949"/>
              <a:gd name="connsiteX374" fmla="*/ 11978028 w 12196099"/>
              <a:gd name="connsiteY374" fmla="*/ 1793606 h 4702949"/>
              <a:gd name="connsiteX375" fmla="*/ 11978028 w 12196099"/>
              <a:gd name="connsiteY375" fmla="*/ 1800913 h 4702949"/>
              <a:gd name="connsiteX376" fmla="*/ 11985049 w 12196099"/>
              <a:gd name="connsiteY376" fmla="*/ 1804136 h 4702949"/>
              <a:gd name="connsiteX377" fmla="*/ 11989305 w 12196099"/>
              <a:gd name="connsiteY377" fmla="*/ 1797044 h 4702949"/>
              <a:gd name="connsiteX378" fmla="*/ 12185058 w 12196099"/>
              <a:gd name="connsiteY378" fmla="*/ 1714305 h 4702949"/>
              <a:gd name="connsiteX379" fmla="*/ 12178675 w 12196099"/>
              <a:gd name="connsiteY379" fmla="*/ 1718818 h 4702949"/>
              <a:gd name="connsiteX380" fmla="*/ 12181228 w 12196099"/>
              <a:gd name="connsiteY380" fmla="*/ 1725050 h 4702949"/>
              <a:gd name="connsiteX381" fmla="*/ 12191441 w 12196099"/>
              <a:gd name="connsiteY381" fmla="*/ 1719893 h 4702949"/>
              <a:gd name="connsiteX382" fmla="*/ 12185058 w 12196099"/>
              <a:gd name="connsiteY382" fmla="*/ 1714305 h 4702949"/>
              <a:gd name="connsiteX383" fmla="*/ 12069947 w 12196099"/>
              <a:gd name="connsiteY383" fmla="*/ 1707858 h 4702949"/>
              <a:gd name="connsiteX384" fmla="*/ 12065266 w 12196099"/>
              <a:gd name="connsiteY384" fmla="*/ 1717743 h 4702949"/>
              <a:gd name="connsiteX385" fmla="*/ 12074202 w 12196099"/>
              <a:gd name="connsiteY385" fmla="*/ 1727414 h 4702949"/>
              <a:gd name="connsiteX386" fmla="*/ 12078458 w 12196099"/>
              <a:gd name="connsiteY386" fmla="*/ 1715379 h 4702949"/>
              <a:gd name="connsiteX387" fmla="*/ 12078458 w 12196099"/>
              <a:gd name="connsiteY387" fmla="*/ 1714520 h 4702949"/>
              <a:gd name="connsiteX388" fmla="*/ 12069947 w 12196099"/>
              <a:gd name="connsiteY388" fmla="*/ 1707858 h 4702949"/>
              <a:gd name="connsiteX389" fmla="*/ 2375 w 12196099"/>
              <a:gd name="connsiteY389" fmla="*/ 1669935 h 4702949"/>
              <a:gd name="connsiteX390" fmla="*/ 5421 w 12196099"/>
              <a:gd name="connsiteY390" fmla="*/ 1678546 h 4702949"/>
              <a:gd name="connsiteX391" fmla="*/ 2375 w 12196099"/>
              <a:gd name="connsiteY391" fmla="*/ 1691953 h 4702949"/>
              <a:gd name="connsiteX392" fmla="*/ 91945 w 12196099"/>
              <a:gd name="connsiteY392" fmla="*/ 1643442 h 4702949"/>
              <a:gd name="connsiteX393" fmla="*/ 88947 w 12196099"/>
              <a:gd name="connsiteY393" fmla="*/ 1651770 h 4702949"/>
              <a:gd name="connsiteX394" fmla="*/ 112434 w 12196099"/>
              <a:gd name="connsiteY394" fmla="*/ 1661107 h 4702949"/>
              <a:gd name="connsiteX395" fmla="*/ 116932 w 12196099"/>
              <a:gd name="connsiteY395" fmla="*/ 1651265 h 4702949"/>
              <a:gd name="connsiteX396" fmla="*/ 91945 w 12196099"/>
              <a:gd name="connsiteY396" fmla="*/ 1643442 h 4702949"/>
              <a:gd name="connsiteX397" fmla="*/ 12067606 w 12196099"/>
              <a:gd name="connsiteY397" fmla="*/ 1602338 h 4702949"/>
              <a:gd name="connsiteX398" fmla="*/ 12067606 w 12196099"/>
              <a:gd name="connsiteY398" fmla="*/ 1623829 h 4702949"/>
              <a:gd name="connsiteX399" fmla="*/ 12078883 w 12196099"/>
              <a:gd name="connsiteY399" fmla="*/ 1623829 h 4702949"/>
              <a:gd name="connsiteX400" fmla="*/ 12074628 w 12196099"/>
              <a:gd name="connsiteY400" fmla="*/ 1602338 h 4702949"/>
              <a:gd name="connsiteX401" fmla="*/ 12067606 w 12196099"/>
              <a:gd name="connsiteY401" fmla="*/ 1602338 h 4702949"/>
              <a:gd name="connsiteX402" fmla="*/ 11983134 w 12196099"/>
              <a:gd name="connsiteY402" fmla="*/ 1589659 h 4702949"/>
              <a:gd name="connsiteX403" fmla="*/ 11978453 w 12196099"/>
              <a:gd name="connsiteY403" fmla="*/ 1595246 h 4702949"/>
              <a:gd name="connsiteX404" fmla="*/ 11984198 w 12196099"/>
              <a:gd name="connsiteY404" fmla="*/ 1599759 h 4702949"/>
              <a:gd name="connsiteX405" fmla="*/ 11989092 w 12196099"/>
              <a:gd name="connsiteY405" fmla="*/ 1594387 h 4702949"/>
              <a:gd name="connsiteX406" fmla="*/ 11983134 w 12196099"/>
              <a:gd name="connsiteY406" fmla="*/ 1589659 h 4702949"/>
              <a:gd name="connsiteX407" fmla="*/ 6742 w 12196099"/>
              <a:gd name="connsiteY407" fmla="*/ 1555619 h 4702949"/>
              <a:gd name="connsiteX408" fmla="*/ 2375 w 12196099"/>
              <a:gd name="connsiteY408" fmla="*/ 1567032 h 4702949"/>
              <a:gd name="connsiteX409" fmla="*/ 2375 w 12196099"/>
              <a:gd name="connsiteY409" fmla="*/ 1557671 h 4702949"/>
              <a:gd name="connsiteX410" fmla="*/ 52217 w 12196099"/>
              <a:gd name="connsiteY410" fmla="*/ 1550572 h 4702949"/>
              <a:gd name="connsiteX411" fmla="*/ 48719 w 12196099"/>
              <a:gd name="connsiteY411" fmla="*/ 1582370 h 4702949"/>
              <a:gd name="connsiteX412" fmla="*/ 58713 w 12196099"/>
              <a:gd name="connsiteY412" fmla="*/ 1583632 h 4702949"/>
              <a:gd name="connsiteX413" fmla="*/ 64210 w 12196099"/>
              <a:gd name="connsiteY413" fmla="*/ 1552843 h 4702949"/>
              <a:gd name="connsiteX414" fmla="*/ 52217 w 12196099"/>
              <a:gd name="connsiteY414" fmla="*/ 1550572 h 4702949"/>
              <a:gd name="connsiteX415" fmla="*/ 12171866 w 12196099"/>
              <a:gd name="connsiteY415" fmla="*/ 1538725 h 4702949"/>
              <a:gd name="connsiteX416" fmla="*/ 12159312 w 12196099"/>
              <a:gd name="connsiteY416" fmla="*/ 1556993 h 4702949"/>
              <a:gd name="connsiteX417" fmla="*/ 12170589 w 12196099"/>
              <a:gd name="connsiteY417" fmla="*/ 1569027 h 4702949"/>
              <a:gd name="connsiteX418" fmla="*/ 12183781 w 12196099"/>
              <a:gd name="connsiteY418" fmla="*/ 1557207 h 4702949"/>
              <a:gd name="connsiteX419" fmla="*/ 12171866 w 12196099"/>
              <a:gd name="connsiteY419" fmla="*/ 1538725 h 4702949"/>
              <a:gd name="connsiteX420" fmla="*/ 103439 w 12196099"/>
              <a:gd name="connsiteY420" fmla="*/ 1517512 h 4702949"/>
              <a:gd name="connsiteX421" fmla="*/ 126177 w 12196099"/>
              <a:gd name="connsiteY421" fmla="*/ 1574294 h 4702949"/>
              <a:gd name="connsiteX422" fmla="*/ 126177 w 12196099"/>
              <a:gd name="connsiteY422" fmla="*/ 1573537 h 4702949"/>
              <a:gd name="connsiteX423" fmla="*/ 11987815 w 12196099"/>
              <a:gd name="connsiteY423" fmla="*/ 1495099 h 4702949"/>
              <a:gd name="connsiteX424" fmla="*/ 11991220 w 12196099"/>
              <a:gd name="connsiteY424" fmla="*/ 1546462 h 4702949"/>
              <a:gd name="connsiteX425" fmla="*/ 11987815 w 12196099"/>
              <a:gd name="connsiteY425" fmla="*/ 1495744 h 4702949"/>
              <a:gd name="connsiteX426" fmla="*/ 12039307 w 12196099"/>
              <a:gd name="connsiteY426" fmla="*/ 1486718 h 4702949"/>
              <a:gd name="connsiteX427" fmla="*/ 12031009 w 12196099"/>
              <a:gd name="connsiteY427" fmla="*/ 1492520 h 4702949"/>
              <a:gd name="connsiteX428" fmla="*/ 12033136 w 12196099"/>
              <a:gd name="connsiteY428" fmla="*/ 1499182 h 4702949"/>
              <a:gd name="connsiteX429" fmla="*/ 12042286 w 12196099"/>
              <a:gd name="connsiteY429" fmla="*/ 1494884 h 4702949"/>
              <a:gd name="connsiteX430" fmla="*/ 12039307 w 12196099"/>
              <a:gd name="connsiteY430" fmla="*/ 1486718 h 4702949"/>
              <a:gd name="connsiteX431" fmla="*/ 12074202 w 12196099"/>
              <a:gd name="connsiteY431" fmla="*/ 1483924 h 4702949"/>
              <a:gd name="connsiteX432" fmla="*/ 12064414 w 12196099"/>
              <a:gd name="connsiteY432" fmla="*/ 1520243 h 4702949"/>
              <a:gd name="connsiteX433" fmla="*/ 12074202 w 12196099"/>
              <a:gd name="connsiteY433" fmla="*/ 1483924 h 4702949"/>
              <a:gd name="connsiteX434" fmla="*/ 390033 w 12196099"/>
              <a:gd name="connsiteY434" fmla="*/ 1435998 h 4702949"/>
              <a:gd name="connsiteX435" fmla="*/ 379539 w 12196099"/>
              <a:gd name="connsiteY435" fmla="*/ 1438270 h 4702949"/>
              <a:gd name="connsiteX436" fmla="*/ 382537 w 12196099"/>
              <a:gd name="connsiteY436" fmla="*/ 1463506 h 4702949"/>
              <a:gd name="connsiteX437" fmla="*/ 395780 w 12196099"/>
              <a:gd name="connsiteY437" fmla="*/ 1461235 h 4702949"/>
              <a:gd name="connsiteX438" fmla="*/ 12169100 w 12196099"/>
              <a:gd name="connsiteY438" fmla="*/ 1414079 h 4702949"/>
              <a:gd name="connsiteX439" fmla="*/ 12177611 w 12196099"/>
              <a:gd name="connsiteY439" fmla="*/ 1472749 h 4702949"/>
              <a:gd name="connsiteX440" fmla="*/ 11999305 w 12196099"/>
              <a:gd name="connsiteY440" fmla="*/ 1402474 h 4702949"/>
              <a:gd name="connsiteX441" fmla="*/ 11980862 w 12196099"/>
              <a:gd name="connsiteY441" fmla="*/ 1417131 h 4702949"/>
              <a:gd name="connsiteX442" fmla="*/ 11982070 w 12196099"/>
              <a:gd name="connsiteY442" fmla="*/ 1425684 h 4702949"/>
              <a:gd name="connsiteX443" fmla="*/ 12001433 w 12196099"/>
              <a:gd name="connsiteY443" fmla="*/ 1442017 h 4702949"/>
              <a:gd name="connsiteX444" fmla="*/ 12074202 w 12196099"/>
              <a:gd name="connsiteY444" fmla="*/ 1431916 h 4702949"/>
              <a:gd name="connsiteX445" fmla="*/ 12089309 w 12196099"/>
              <a:gd name="connsiteY445" fmla="*/ 1464367 h 4702949"/>
              <a:gd name="connsiteX446" fmla="*/ 12086330 w 12196099"/>
              <a:gd name="connsiteY446" fmla="*/ 1416443 h 4702949"/>
              <a:gd name="connsiteX447" fmla="*/ 11999305 w 12196099"/>
              <a:gd name="connsiteY447" fmla="*/ 1402474 h 4702949"/>
              <a:gd name="connsiteX448" fmla="*/ 11999731 w 12196099"/>
              <a:gd name="connsiteY448" fmla="*/ 1326612 h 4702949"/>
              <a:gd name="connsiteX449" fmla="*/ 11991645 w 12196099"/>
              <a:gd name="connsiteY449" fmla="*/ 1346383 h 4702949"/>
              <a:gd name="connsiteX450" fmla="*/ 12002071 w 12196099"/>
              <a:gd name="connsiteY450" fmla="*/ 1350252 h 4702949"/>
              <a:gd name="connsiteX451" fmla="*/ 12009518 w 12196099"/>
              <a:gd name="connsiteY451" fmla="*/ 1330695 h 4702949"/>
              <a:gd name="connsiteX452" fmla="*/ 11999731 w 12196099"/>
              <a:gd name="connsiteY452" fmla="*/ 1326612 h 4702949"/>
              <a:gd name="connsiteX453" fmla="*/ 45471 w 12196099"/>
              <a:gd name="connsiteY453" fmla="*/ 1317387 h 4702949"/>
              <a:gd name="connsiteX454" fmla="*/ 45221 w 12196099"/>
              <a:gd name="connsiteY454" fmla="*/ 1317892 h 4702949"/>
              <a:gd name="connsiteX455" fmla="*/ 10240 w 12196099"/>
              <a:gd name="connsiteY455" fmla="*/ 1325967 h 4702949"/>
              <a:gd name="connsiteX456" fmla="*/ 45471 w 12196099"/>
              <a:gd name="connsiteY456" fmla="*/ 1317387 h 4702949"/>
              <a:gd name="connsiteX457" fmla="*/ 227122 w 12196099"/>
              <a:gd name="connsiteY457" fmla="*/ 1315368 h 4702949"/>
              <a:gd name="connsiteX458" fmla="*/ 238116 w 12196099"/>
              <a:gd name="connsiteY458" fmla="*/ 1361551 h 4702949"/>
              <a:gd name="connsiteX459" fmla="*/ 238116 w 12196099"/>
              <a:gd name="connsiteY459" fmla="*/ 1419090 h 4702949"/>
              <a:gd name="connsiteX460" fmla="*/ 266850 w 12196099"/>
              <a:gd name="connsiteY460" fmla="*/ 1553600 h 4702949"/>
              <a:gd name="connsiteX461" fmla="*/ 291837 w 12196099"/>
              <a:gd name="connsiteY461" fmla="*/ 1629310 h 4702949"/>
              <a:gd name="connsiteX462" fmla="*/ 313575 w 12196099"/>
              <a:gd name="connsiteY462" fmla="*/ 1586660 h 4702949"/>
              <a:gd name="connsiteX463" fmla="*/ 299582 w 12196099"/>
              <a:gd name="connsiteY463" fmla="*/ 1558900 h 4702949"/>
              <a:gd name="connsiteX464" fmla="*/ 320071 w 12196099"/>
              <a:gd name="connsiteY464" fmla="*/ 1483191 h 4702949"/>
              <a:gd name="connsiteX465" fmla="*/ 299582 w 12196099"/>
              <a:gd name="connsiteY465" fmla="*/ 1416819 h 4702949"/>
              <a:gd name="connsiteX466" fmla="*/ 258355 w 12196099"/>
              <a:gd name="connsiteY466" fmla="*/ 1336062 h 4702949"/>
              <a:gd name="connsiteX467" fmla="*/ 227122 w 12196099"/>
              <a:gd name="connsiteY467" fmla="*/ 1315368 h 4702949"/>
              <a:gd name="connsiteX468" fmla="*/ 12002922 w 12196099"/>
              <a:gd name="connsiteY468" fmla="*/ 1211206 h 4702949"/>
              <a:gd name="connsiteX469" fmla="*/ 11998667 w 12196099"/>
              <a:gd name="connsiteY469" fmla="*/ 1289218 h 4702949"/>
              <a:gd name="connsiteX470" fmla="*/ 12045096 w 12196099"/>
              <a:gd name="connsiteY470" fmla="*/ 1215679 h 4702949"/>
              <a:gd name="connsiteX471" fmla="*/ 12045477 w 12196099"/>
              <a:gd name="connsiteY471" fmla="*/ 1215719 h 4702949"/>
              <a:gd name="connsiteX472" fmla="*/ 12045477 w 12196099"/>
              <a:gd name="connsiteY472" fmla="*/ 1215075 h 4702949"/>
              <a:gd name="connsiteX473" fmla="*/ 12045096 w 12196099"/>
              <a:gd name="connsiteY473" fmla="*/ 1215679 h 4702949"/>
              <a:gd name="connsiteX474" fmla="*/ 12068670 w 12196099"/>
              <a:gd name="connsiteY474" fmla="*/ 1163067 h 4702949"/>
              <a:gd name="connsiteX475" fmla="*/ 12068670 w 12196099"/>
              <a:gd name="connsiteY475" fmla="*/ 1168225 h 4702949"/>
              <a:gd name="connsiteX476" fmla="*/ 12085905 w 12196099"/>
              <a:gd name="connsiteY476" fmla="*/ 1168225 h 4702949"/>
              <a:gd name="connsiteX477" fmla="*/ 12085905 w 12196099"/>
              <a:gd name="connsiteY477" fmla="*/ 1163067 h 4702949"/>
              <a:gd name="connsiteX478" fmla="*/ 12068670 w 12196099"/>
              <a:gd name="connsiteY478" fmla="*/ 1163067 h 4702949"/>
              <a:gd name="connsiteX479" fmla="*/ 12174206 w 12196099"/>
              <a:gd name="connsiteY479" fmla="*/ 1162637 h 4702949"/>
              <a:gd name="connsiteX480" fmla="*/ 12162078 w 12196099"/>
              <a:gd name="connsiteY480" fmla="*/ 1174887 h 4702949"/>
              <a:gd name="connsiteX481" fmla="*/ 12163568 w 12196099"/>
              <a:gd name="connsiteY481" fmla="*/ 1186922 h 4702949"/>
              <a:gd name="connsiteX482" fmla="*/ 12169525 w 12196099"/>
              <a:gd name="connsiteY482" fmla="*/ 1186922 h 4702949"/>
              <a:gd name="connsiteX483" fmla="*/ 12041222 w 12196099"/>
              <a:gd name="connsiteY483" fmla="*/ 1151677 h 4702949"/>
              <a:gd name="connsiteX484" fmla="*/ 12031860 w 12196099"/>
              <a:gd name="connsiteY484" fmla="*/ 1160058 h 4702949"/>
              <a:gd name="connsiteX485" fmla="*/ 12035264 w 12196099"/>
              <a:gd name="connsiteY485" fmla="*/ 1171018 h 4702949"/>
              <a:gd name="connsiteX486" fmla="*/ 12046541 w 12196099"/>
              <a:gd name="connsiteY486" fmla="*/ 1163282 h 4702949"/>
              <a:gd name="connsiteX487" fmla="*/ 12041222 w 12196099"/>
              <a:gd name="connsiteY487" fmla="*/ 1151677 h 4702949"/>
              <a:gd name="connsiteX488" fmla="*/ 54965 w 12196099"/>
              <a:gd name="connsiteY488" fmla="*/ 1089754 h 4702949"/>
              <a:gd name="connsiteX489" fmla="*/ 61962 w 12196099"/>
              <a:gd name="connsiteY489" fmla="*/ 1095559 h 4702949"/>
              <a:gd name="connsiteX490" fmla="*/ 49218 w 12196099"/>
              <a:gd name="connsiteY490" fmla="*/ 1111205 h 4702949"/>
              <a:gd name="connsiteX491" fmla="*/ 42472 w 12196099"/>
              <a:gd name="connsiteY491" fmla="*/ 1105653 h 4702949"/>
              <a:gd name="connsiteX492" fmla="*/ 12120374 w 12196099"/>
              <a:gd name="connsiteY492" fmla="*/ 1033478 h 4702949"/>
              <a:gd name="connsiteX493" fmla="*/ 12120880 w 12196099"/>
              <a:gd name="connsiteY493" fmla="*/ 1033760 h 4702949"/>
              <a:gd name="connsiteX494" fmla="*/ 12112076 w 12196099"/>
              <a:gd name="connsiteY494" fmla="*/ 1038206 h 4702949"/>
              <a:gd name="connsiteX495" fmla="*/ 12119523 w 12196099"/>
              <a:gd name="connsiteY495" fmla="*/ 1047447 h 4702949"/>
              <a:gd name="connsiteX496" fmla="*/ 12135056 w 12196099"/>
              <a:gd name="connsiteY496" fmla="*/ 1041644 h 4702949"/>
              <a:gd name="connsiteX497" fmla="*/ 12120880 w 12196099"/>
              <a:gd name="connsiteY497" fmla="*/ 1033760 h 4702949"/>
              <a:gd name="connsiteX498" fmla="*/ 12121438 w 12196099"/>
              <a:gd name="connsiteY498" fmla="*/ 1033478 h 4702949"/>
              <a:gd name="connsiteX499" fmla="*/ 12089309 w 12196099"/>
              <a:gd name="connsiteY499" fmla="*/ 955896 h 4702949"/>
              <a:gd name="connsiteX500" fmla="*/ 12079947 w 12196099"/>
              <a:gd name="connsiteY500" fmla="*/ 958260 h 4702949"/>
              <a:gd name="connsiteX501" fmla="*/ 12080160 w 12196099"/>
              <a:gd name="connsiteY501" fmla="*/ 958260 h 4702949"/>
              <a:gd name="connsiteX502" fmla="*/ 12086117 w 12196099"/>
              <a:gd name="connsiteY502" fmla="*/ 981470 h 4702949"/>
              <a:gd name="connsiteX503" fmla="*/ 12093139 w 12196099"/>
              <a:gd name="connsiteY503" fmla="*/ 979966 h 4702949"/>
              <a:gd name="connsiteX504" fmla="*/ 12124630 w 12196099"/>
              <a:gd name="connsiteY504" fmla="*/ 947085 h 4702949"/>
              <a:gd name="connsiteX505" fmla="*/ 12121864 w 12196099"/>
              <a:gd name="connsiteY505" fmla="*/ 994364 h 4702949"/>
              <a:gd name="connsiteX506" fmla="*/ 12121864 w 12196099"/>
              <a:gd name="connsiteY506" fmla="*/ 995009 h 4702949"/>
              <a:gd name="connsiteX507" fmla="*/ 12132077 w 12196099"/>
              <a:gd name="connsiteY507" fmla="*/ 993075 h 4702949"/>
              <a:gd name="connsiteX508" fmla="*/ 2375 w 12196099"/>
              <a:gd name="connsiteY508" fmla="*/ 936239 h 4702949"/>
              <a:gd name="connsiteX509" fmla="*/ 55215 w 12196099"/>
              <a:gd name="connsiteY509" fmla="*/ 982247 h 4702949"/>
              <a:gd name="connsiteX510" fmla="*/ 51967 w 12196099"/>
              <a:gd name="connsiteY510" fmla="*/ 991332 h 4702949"/>
              <a:gd name="connsiteX511" fmla="*/ 2375 w 12196099"/>
              <a:gd name="connsiteY511" fmla="*/ 988898 h 4702949"/>
              <a:gd name="connsiteX512" fmla="*/ 12119736 w 12196099"/>
              <a:gd name="connsiteY512" fmla="*/ 875736 h 4702949"/>
              <a:gd name="connsiteX513" fmla="*/ 12113140 w 12196099"/>
              <a:gd name="connsiteY513" fmla="*/ 912270 h 4702949"/>
              <a:gd name="connsiteX514" fmla="*/ 12124417 w 12196099"/>
              <a:gd name="connsiteY514" fmla="*/ 921726 h 4702949"/>
              <a:gd name="connsiteX515" fmla="*/ 12136332 w 12196099"/>
              <a:gd name="connsiteY515" fmla="*/ 913129 h 4702949"/>
              <a:gd name="connsiteX516" fmla="*/ 12131226 w 12196099"/>
              <a:gd name="connsiteY516" fmla="*/ 876380 h 4702949"/>
              <a:gd name="connsiteX517" fmla="*/ 12089735 w 12196099"/>
              <a:gd name="connsiteY517" fmla="*/ 863056 h 4702949"/>
              <a:gd name="connsiteX518" fmla="*/ 12054840 w 12196099"/>
              <a:gd name="connsiteY518" fmla="*/ 866709 h 4702949"/>
              <a:gd name="connsiteX519" fmla="*/ 12030158 w 12196099"/>
              <a:gd name="connsiteY519" fmla="*/ 1100744 h 4702949"/>
              <a:gd name="connsiteX520" fmla="*/ 12033775 w 12196099"/>
              <a:gd name="connsiteY520" fmla="*/ 1128467 h 4702949"/>
              <a:gd name="connsiteX521" fmla="*/ 12055052 w 12196099"/>
              <a:gd name="connsiteY521" fmla="*/ 1109555 h 4702949"/>
              <a:gd name="connsiteX522" fmla="*/ 12075266 w 12196099"/>
              <a:gd name="connsiteY522" fmla="*/ 1051745 h 4702949"/>
              <a:gd name="connsiteX523" fmla="*/ 12060797 w 12196099"/>
              <a:gd name="connsiteY523" fmla="*/ 1015426 h 4702949"/>
              <a:gd name="connsiteX524" fmla="*/ 12089735 w 12196099"/>
              <a:gd name="connsiteY524" fmla="*/ 863056 h 4702949"/>
              <a:gd name="connsiteX525" fmla="*/ 293086 w 12196099"/>
              <a:gd name="connsiteY525" fmla="*/ 823005 h 4702949"/>
              <a:gd name="connsiteX526" fmla="*/ 308078 w 12196099"/>
              <a:gd name="connsiteY526" fmla="*/ 979723 h 4702949"/>
              <a:gd name="connsiteX527" fmla="*/ 308827 w 12196099"/>
              <a:gd name="connsiteY527" fmla="*/ 980733 h 4702949"/>
              <a:gd name="connsiteX528" fmla="*/ 333814 w 12196099"/>
              <a:gd name="connsiteY528" fmla="*/ 999660 h 4702949"/>
              <a:gd name="connsiteX529" fmla="*/ 293086 w 12196099"/>
              <a:gd name="connsiteY529" fmla="*/ 823005 h 4702949"/>
              <a:gd name="connsiteX530" fmla="*/ 12114842 w 12196099"/>
              <a:gd name="connsiteY530" fmla="*/ 731962 h 4702949"/>
              <a:gd name="connsiteX531" fmla="*/ 12102714 w 12196099"/>
              <a:gd name="connsiteY531" fmla="*/ 732392 h 4702949"/>
              <a:gd name="connsiteX532" fmla="*/ 12102714 w 12196099"/>
              <a:gd name="connsiteY532" fmla="*/ 733037 h 4702949"/>
              <a:gd name="connsiteX533" fmla="*/ 12089309 w 12196099"/>
              <a:gd name="connsiteY533" fmla="*/ 831250 h 4702949"/>
              <a:gd name="connsiteX534" fmla="*/ 12121225 w 12196099"/>
              <a:gd name="connsiteY534" fmla="*/ 748725 h 4702949"/>
              <a:gd name="connsiteX535" fmla="*/ 12114842 w 12196099"/>
              <a:gd name="connsiteY535" fmla="*/ 731962 h 4702949"/>
              <a:gd name="connsiteX536" fmla="*/ 12058457 w 12196099"/>
              <a:gd name="connsiteY536" fmla="*/ 730243 h 4702949"/>
              <a:gd name="connsiteX537" fmla="*/ 12058457 w 12196099"/>
              <a:gd name="connsiteY537" fmla="*/ 837697 h 4702949"/>
              <a:gd name="connsiteX538" fmla="*/ 12058457 w 12196099"/>
              <a:gd name="connsiteY538" fmla="*/ 730243 h 4702949"/>
              <a:gd name="connsiteX539" fmla="*/ 32228 w 12196099"/>
              <a:gd name="connsiteY539" fmla="*/ 693037 h 4702949"/>
              <a:gd name="connsiteX540" fmla="*/ 19485 w 12196099"/>
              <a:gd name="connsiteY540" fmla="*/ 733668 h 4702949"/>
              <a:gd name="connsiteX541" fmla="*/ 31728 w 12196099"/>
              <a:gd name="connsiteY541" fmla="*/ 738463 h 4702949"/>
              <a:gd name="connsiteX542" fmla="*/ 58963 w 12196099"/>
              <a:gd name="connsiteY542" fmla="*/ 707422 h 4702949"/>
              <a:gd name="connsiteX543" fmla="*/ 32228 w 12196099"/>
              <a:gd name="connsiteY543" fmla="*/ 693037 h 4702949"/>
              <a:gd name="connsiteX544" fmla="*/ 12123779 w 12196099"/>
              <a:gd name="connsiteY544" fmla="*/ 690700 h 4702949"/>
              <a:gd name="connsiteX545" fmla="*/ 12117608 w 12196099"/>
              <a:gd name="connsiteY545" fmla="*/ 694568 h 4702949"/>
              <a:gd name="connsiteX546" fmla="*/ 12120800 w 12196099"/>
              <a:gd name="connsiteY546" fmla="*/ 703809 h 4702949"/>
              <a:gd name="connsiteX547" fmla="*/ 12132928 w 12196099"/>
              <a:gd name="connsiteY547" fmla="*/ 698866 h 4702949"/>
              <a:gd name="connsiteX548" fmla="*/ 12123779 w 12196099"/>
              <a:gd name="connsiteY548" fmla="*/ 690700 h 4702949"/>
              <a:gd name="connsiteX549" fmla="*/ 12194375 w 12196099"/>
              <a:gd name="connsiteY549" fmla="*/ 622502 h 4702949"/>
              <a:gd name="connsiteX550" fmla="*/ 12194375 w 12196099"/>
              <a:gd name="connsiteY550" fmla="*/ 716677 h 4702949"/>
              <a:gd name="connsiteX551" fmla="*/ 12189952 w 12196099"/>
              <a:gd name="connsiteY551" fmla="*/ 729598 h 4702949"/>
              <a:gd name="connsiteX552" fmla="*/ 12173994 w 12196099"/>
              <a:gd name="connsiteY552" fmla="*/ 701660 h 4702949"/>
              <a:gd name="connsiteX553" fmla="*/ 12193569 w 12196099"/>
              <a:gd name="connsiteY553" fmla="*/ 624509 h 4702949"/>
              <a:gd name="connsiteX554" fmla="*/ 19235 w 12196099"/>
              <a:gd name="connsiteY554" fmla="*/ 556508 h 4702949"/>
              <a:gd name="connsiteX555" fmla="*/ 33977 w 12196099"/>
              <a:gd name="connsiteY555" fmla="*/ 606981 h 4702949"/>
              <a:gd name="connsiteX556" fmla="*/ 33977 w 12196099"/>
              <a:gd name="connsiteY556" fmla="*/ 556508 h 4702949"/>
              <a:gd name="connsiteX557" fmla="*/ 12134417 w 12196099"/>
              <a:gd name="connsiteY557" fmla="*/ 181369 h 4702949"/>
              <a:gd name="connsiteX558" fmla="*/ 12056967 w 12196099"/>
              <a:gd name="connsiteY558" fmla="*/ 714125 h 4702949"/>
              <a:gd name="connsiteX559" fmla="*/ 12083777 w 12196099"/>
              <a:gd name="connsiteY559" fmla="*/ 663837 h 4702949"/>
              <a:gd name="connsiteX560" fmla="*/ 12084628 w 12196099"/>
              <a:gd name="connsiteY560" fmla="*/ 663837 h 4702949"/>
              <a:gd name="connsiteX561" fmla="*/ 12113991 w 12196099"/>
              <a:gd name="connsiteY561" fmla="*/ 397996 h 4702949"/>
              <a:gd name="connsiteX562" fmla="*/ 12147184 w 12196099"/>
              <a:gd name="connsiteY562" fmla="*/ 211026 h 4702949"/>
              <a:gd name="connsiteX563" fmla="*/ 12146120 w 12196099"/>
              <a:gd name="connsiteY563" fmla="*/ 181369 h 4702949"/>
              <a:gd name="connsiteX564" fmla="*/ 12134417 w 12196099"/>
              <a:gd name="connsiteY564" fmla="*/ 181369 h 4702949"/>
              <a:gd name="connsiteX565" fmla="*/ 34466 w 12196099"/>
              <a:gd name="connsiteY565" fmla="*/ 0 h 4702949"/>
              <a:gd name="connsiteX566" fmla="*/ 12194375 w 12196099"/>
              <a:gd name="connsiteY566" fmla="*/ 0 h 4702949"/>
              <a:gd name="connsiteX567" fmla="*/ 12194375 w 12196099"/>
              <a:gd name="connsiteY567" fmla="*/ 437554 h 4702949"/>
              <a:gd name="connsiteX568" fmla="*/ 12178887 w 12196099"/>
              <a:gd name="connsiteY568" fmla="*/ 472354 h 4702949"/>
              <a:gd name="connsiteX569" fmla="*/ 12180802 w 12196099"/>
              <a:gd name="connsiteY569" fmla="*/ 539190 h 4702949"/>
              <a:gd name="connsiteX570" fmla="*/ 12192505 w 12196099"/>
              <a:gd name="connsiteY570" fmla="*/ 557242 h 4702949"/>
              <a:gd name="connsiteX571" fmla="*/ 12157184 w 12196099"/>
              <a:gd name="connsiteY571" fmla="*/ 580882 h 4702949"/>
              <a:gd name="connsiteX572" fmla="*/ 12160376 w 12196099"/>
              <a:gd name="connsiteY572" fmla="*/ 705099 h 4702949"/>
              <a:gd name="connsiteX573" fmla="*/ 12152716 w 12196099"/>
              <a:gd name="connsiteY573" fmla="*/ 751304 h 4702949"/>
              <a:gd name="connsiteX574" fmla="*/ 12149524 w 12196099"/>
              <a:gd name="connsiteY574" fmla="*/ 837267 h 4702949"/>
              <a:gd name="connsiteX575" fmla="*/ 12158887 w 12196099"/>
              <a:gd name="connsiteY575" fmla="*/ 838342 h 4702949"/>
              <a:gd name="connsiteX576" fmla="*/ 12169738 w 12196099"/>
              <a:gd name="connsiteY576" fmla="*/ 776878 h 4702949"/>
              <a:gd name="connsiteX577" fmla="*/ 12167185 w 12196099"/>
              <a:gd name="connsiteY577" fmla="*/ 997158 h 4702949"/>
              <a:gd name="connsiteX578" fmla="*/ 12176653 w 12196099"/>
              <a:gd name="connsiteY578" fmla="*/ 932498 h 4702949"/>
              <a:gd name="connsiteX579" fmla="*/ 12194375 w 12196099"/>
              <a:gd name="connsiteY579" fmla="*/ 886522 h 4702949"/>
              <a:gd name="connsiteX580" fmla="*/ 12194375 w 12196099"/>
              <a:gd name="connsiteY580" fmla="*/ 1309142 h 4702949"/>
              <a:gd name="connsiteX581" fmla="*/ 12157397 w 12196099"/>
              <a:gd name="connsiteY581" fmla="*/ 1296954 h 4702949"/>
              <a:gd name="connsiteX582" fmla="*/ 12157397 w 12196099"/>
              <a:gd name="connsiteY582" fmla="*/ 1344234 h 4702949"/>
              <a:gd name="connsiteX583" fmla="*/ 12193363 w 12196099"/>
              <a:gd name="connsiteY583" fmla="*/ 1324440 h 4702949"/>
              <a:gd name="connsiteX584" fmla="*/ 12194375 w 12196099"/>
              <a:gd name="connsiteY584" fmla="*/ 1321227 h 4702949"/>
              <a:gd name="connsiteX585" fmla="*/ 12194375 w 12196099"/>
              <a:gd name="connsiteY585" fmla="*/ 1909766 h 4702949"/>
              <a:gd name="connsiteX586" fmla="*/ 12189526 w 12196099"/>
              <a:gd name="connsiteY586" fmla="*/ 1902349 h 4702949"/>
              <a:gd name="connsiteX587" fmla="*/ 12186973 w 12196099"/>
              <a:gd name="connsiteY587" fmla="*/ 1915888 h 4702949"/>
              <a:gd name="connsiteX588" fmla="*/ 12186335 w 12196099"/>
              <a:gd name="connsiteY588" fmla="*/ 1915888 h 4702949"/>
              <a:gd name="connsiteX589" fmla="*/ 12190590 w 12196099"/>
              <a:gd name="connsiteY589" fmla="*/ 1922121 h 4702949"/>
              <a:gd name="connsiteX590" fmla="*/ 12194375 w 12196099"/>
              <a:gd name="connsiteY590" fmla="*/ 1917151 h 4702949"/>
              <a:gd name="connsiteX591" fmla="*/ 12194375 w 12196099"/>
              <a:gd name="connsiteY591" fmla="*/ 2127745 h 4702949"/>
              <a:gd name="connsiteX592" fmla="*/ 12157823 w 12196099"/>
              <a:gd name="connsiteY592" fmla="*/ 2100924 h 4702949"/>
              <a:gd name="connsiteX593" fmla="*/ 12165163 w 12196099"/>
              <a:gd name="connsiteY593" fmla="*/ 2134181 h 4702949"/>
              <a:gd name="connsiteX594" fmla="*/ 12194375 w 12196099"/>
              <a:gd name="connsiteY594" fmla="*/ 2136436 h 4702949"/>
              <a:gd name="connsiteX595" fmla="*/ 12194375 w 12196099"/>
              <a:gd name="connsiteY595" fmla="*/ 2233756 h 4702949"/>
              <a:gd name="connsiteX596" fmla="*/ 12188250 w 12196099"/>
              <a:gd name="connsiteY596" fmla="*/ 2235241 h 4702949"/>
              <a:gd name="connsiteX597" fmla="*/ 12192079 w 12196099"/>
              <a:gd name="connsiteY597" fmla="*/ 2241473 h 4702949"/>
              <a:gd name="connsiteX598" fmla="*/ 12194375 w 12196099"/>
              <a:gd name="connsiteY598" fmla="*/ 2241216 h 4702949"/>
              <a:gd name="connsiteX599" fmla="*/ 12194375 w 12196099"/>
              <a:gd name="connsiteY599" fmla="*/ 2355238 h 4702949"/>
              <a:gd name="connsiteX600" fmla="*/ 12184845 w 12196099"/>
              <a:gd name="connsiteY600" fmla="*/ 2392983 h 4702949"/>
              <a:gd name="connsiteX601" fmla="*/ 12186387 w 12196099"/>
              <a:gd name="connsiteY601" fmla="*/ 2410982 h 4702949"/>
              <a:gd name="connsiteX602" fmla="*/ 12194375 w 12196099"/>
              <a:gd name="connsiteY602" fmla="*/ 2412889 h 4702949"/>
              <a:gd name="connsiteX603" fmla="*/ 12194375 w 12196099"/>
              <a:gd name="connsiteY603" fmla="*/ 2668252 h 4702949"/>
              <a:gd name="connsiteX604" fmla="*/ 12169845 w 12196099"/>
              <a:gd name="connsiteY604" fmla="*/ 2654069 h 4702949"/>
              <a:gd name="connsiteX605" fmla="*/ 12146333 w 12196099"/>
              <a:gd name="connsiteY605" fmla="*/ 2662692 h 4702949"/>
              <a:gd name="connsiteX606" fmla="*/ 12166653 w 12196099"/>
              <a:gd name="connsiteY606" fmla="*/ 2675909 h 4702949"/>
              <a:gd name="connsiteX607" fmla="*/ 12194375 w 12196099"/>
              <a:gd name="connsiteY607" fmla="*/ 2669494 h 4702949"/>
              <a:gd name="connsiteX608" fmla="*/ 12194375 w 12196099"/>
              <a:gd name="connsiteY608" fmla="*/ 2756398 h 4702949"/>
              <a:gd name="connsiteX609" fmla="*/ 12179739 w 12196099"/>
              <a:gd name="connsiteY609" fmla="*/ 2745861 h 4702949"/>
              <a:gd name="connsiteX610" fmla="*/ 12172930 w 12196099"/>
              <a:gd name="connsiteY610" fmla="*/ 2754888 h 4702949"/>
              <a:gd name="connsiteX611" fmla="*/ 12194207 w 12196099"/>
              <a:gd name="connsiteY611" fmla="*/ 2769716 h 4702949"/>
              <a:gd name="connsiteX612" fmla="*/ 12194375 w 12196099"/>
              <a:gd name="connsiteY612" fmla="*/ 2769526 h 4702949"/>
              <a:gd name="connsiteX613" fmla="*/ 12194375 w 12196099"/>
              <a:gd name="connsiteY613" fmla="*/ 2820197 h 4702949"/>
              <a:gd name="connsiteX614" fmla="*/ 12176733 w 12196099"/>
              <a:gd name="connsiteY614" fmla="*/ 2827419 h 4702949"/>
              <a:gd name="connsiteX615" fmla="*/ 12168461 w 12196099"/>
              <a:gd name="connsiteY615" fmla="*/ 2845149 h 4702949"/>
              <a:gd name="connsiteX616" fmla="*/ 12194375 w 12196099"/>
              <a:gd name="connsiteY616" fmla="*/ 2846419 h 4702949"/>
              <a:gd name="connsiteX617" fmla="*/ 12194375 w 12196099"/>
              <a:gd name="connsiteY617" fmla="*/ 2973323 h 4702949"/>
              <a:gd name="connsiteX618" fmla="*/ 12189712 w 12196099"/>
              <a:gd name="connsiteY618" fmla="*/ 2967431 h 4702949"/>
              <a:gd name="connsiteX619" fmla="*/ 12157610 w 12196099"/>
              <a:gd name="connsiteY619" fmla="*/ 2973019 h 4702949"/>
              <a:gd name="connsiteX620" fmla="*/ 12135056 w 12196099"/>
              <a:gd name="connsiteY620" fmla="*/ 2986773 h 4702949"/>
              <a:gd name="connsiteX621" fmla="*/ 12167823 w 12196099"/>
              <a:gd name="connsiteY621" fmla="*/ 3019869 h 4702949"/>
              <a:gd name="connsiteX622" fmla="*/ 12192688 w 12196099"/>
              <a:gd name="connsiteY622" fmla="*/ 3031383 h 4702949"/>
              <a:gd name="connsiteX623" fmla="*/ 12194375 w 12196099"/>
              <a:gd name="connsiteY623" fmla="*/ 3030240 h 4702949"/>
              <a:gd name="connsiteX624" fmla="*/ 12194375 w 12196099"/>
              <a:gd name="connsiteY624" fmla="*/ 3070353 h 4702949"/>
              <a:gd name="connsiteX625" fmla="*/ 12168674 w 12196099"/>
              <a:gd name="connsiteY625" fmla="*/ 3060056 h 4702949"/>
              <a:gd name="connsiteX626" fmla="*/ 12126119 w 12196099"/>
              <a:gd name="connsiteY626" fmla="*/ 3104972 h 4702949"/>
              <a:gd name="connsiteX627" fmla="*/ 12108033 w 12196099"/>
              <a:gd name="connsiteY627" fmla="*/ 3078753 h 4702949"/>
              <a:gd name="connsiteX628" fmla="*/ 12080160 w 12196099"/>
              <a:gd name="connsiteY628" fmla="*/ 3146879 h 4702949"/>
              <a:gd name="connsiteX629" fmla="*/ 12076117 w 12196099"/>
              <a:gd name="connsiteY629" fmla="*/ 3109700 h 4702949"/>
              <a:gd name="connsiteX630" fmla="*/ 12028030 w 12196099"/>
              <a:gd name="connsiteY630" fmla="*/ 3084771 h 4702949"/>
              <a:gd name="connsiteX631" fmla="*/ 12035051 w 12196099"/>
              <a:gd name="connsiteY631" fmla="*/ 3104327 h 4702949"/>
              <a:gd name="connsiteX632" fmla="*/ 12035256 w 12196099"/>
              <a:gd name="connsiteY632" fmla="*/ 3104472 h 4702949"/>
              <a:gd name="connsiteX633" fmla="*/ 12015636 w 12196099"/>
              <a:gd name="connsiteY633" fmla="*/ 3155583 h 4702949"/>
              <a:gd name="connsiteX634" fmla="*/ 12028668 w 12196099"/>
              <a:gd name="connsiteY634" fmla="*/ 3209202 h 4702949"/>
              <a:gd name="connsiteX635" fmla="*/ 12071223 w 12196099"/>
              <a:gd name="connsiteY635" fmla="*/ 3212856 h 4702949"/>
              <a:gd name="connsiteX636" fmla="*/ 12104629 w 12196099"/>
              <a:gd name="connsiteY636" fmla="*/ 3169874 h 4702949"/>
              <a:gd name="connsiteX637" fmla="*/ 12166972 w 12196099"/>
              <a:gd name="connsiteY637" fmla="*/ 3156765 h 4702949"/>
              <a:gd name="connsiteX638" fmla="*/ 12155269 w 12196099"/>
              <a:gd name="connsiteY638" fmla="*/ 3193299 h 4702949"/>
              <a:gd name="connsiteX639" fmla="*/ 12145482 w 12196099"/>
              <a:gd name="connsiteY639" fmla="*/ 3237570 h 4702949"/>
              <a:gd name="connsiteX640" fmla="*/ 12124204 w 12196099"/>
              <a:gd name="connsiteY640" fmla="*/ 3265078 h 4702949"/>
              <a:gd name="connsiteX641" fmla="*/ 12156333 w 12196099"/>
              <a:gd name="connsiteY641" fmla="*/ 3292371 h 4702949"/>
              <a:gd name="connsiteX642" fmla="*/ 12151439 w 12196099"/>
              <a:gd name="connsiteY642" fmla="*/ 3309564 h 4702949"/>
              <a:gd name="connsiteX643" fmla="*/ 12142290 w 12196099"/>
              <a:gd name="connsiteY643" fmla="*/ 3334278 h 4702949"/>
              <a:gd name="connsiteX644" fmla="*/ 12082075 w 12196099"/>
              <a:gd name="connsiteY644" fmla="*/ 3334278 h 4702949"/>
              <a:gd name="connsiteX645" fmla="*/ 12019732 w 12196099"/>
              <a:gd name="connsiteY645" fmla="*/ 3304406 h 4702949"/>
              <a:gd name="connsiteX646" fmla="*/ 12074840 w 12196099"/>
              <a:gd name="connsiteY646" fmla="*/ 3388005 h 4702949"/>
              <a:gd name="connsiteX647" fmla="*/ 12108672 w 12196099"/>
              <a:gd name="connsiteY647" fmla="*/ 3365225 h 4702949"/>
              <a:gd name="connsiteX648" fmla="*/ 12193782 w 12196099"/>
              <a:gd name="connsiteY648" fmla="*/ 3451188 h 4702949"/>
              <a:gd name="connsiteX649" fmla="*/ 12186973 w 12196099"/>
              <a:gd name="connsiteY649" fmla="*/ 3429697 h 4702949"/>
              <a:gd name="connsiteX650" fmla="*/ 12184180 w 12196099"/>
              <a:gd name="connsiteY650" fmla="*/ 3402458 h 4702949"/>
              <a:gd name="connsiteX651" fmla="*/ 12194375 w 12196099"/>
              <a:gd name="connsiteY651" fmla="*/ 3389672 h 4702949"/>
              <a:gd name="connsiteX652" fmla="*/ 12194375 w 12196099"/>
              <a:gd name="connsiteY652" fmla="*/ 3496689 h 4702949"/>
              <a:gd name="connsiteX653" fmla="*/ 12191674 w 12196099"/>
              <a:gd name="connsiteY653" fmla="*/ 3494479 h 4702949"/>
              <a:gd name="connsiteX654" fmla="*/ 12182292 w 12196099"/>
              <a:gd name="connsiteY654" fmla="*/ 3474828 h 4702949"/>
              <a:gd name="connsiteX655" fmla="*/ 12142503 w 12196099"/>
              <a:gd name="connsiteY655" fmla="*/ 3438723 h 4702949"/>
              <a:gd name="connsiteX656" fmla="*/ 12033562 w 12196099"/>
              <a:gd name="connsiteY656" fmla="*/ 3403479 h 4702949"/>
              <a:gd name="connsiteX657" fmla="*/ 12025902 w 12196099"/>
              <a:gd name="connsiteY657" fmla="*/ 3475473 h 4702949"/>
              <a:gd name="connsiteX658" fmla="*/ 12026175 w 12196099"/>
              <a:gd name="connsiteY658" fmla="*/ 3476585 h 4702949"/>
              <a:gd name="connsiteX659" fmla="*/ 11995263 w 12196099"/>
              <a:gd name="connsiteY659" fmla="*/ 3482994 h 4702949"/>
              <a:gd name="connsiteX660" fmla="*/ 11988879 w 12196099"/>
              <a:gd name="connsiteY660" fmla="*/ 3501047 h 4702949"/>
              <a:gd name="connsiteX661" fmla="*/ 12003561 w 12196099"/>
              <a:gd name="connsiteY661" fmla="*/ 3513296 h 4702949"/>
              <a:gd name="connsiteX662" fmla="*/ 12020370 w 12196099"/>
              <a:gd name="connsiteY662" fmla="*/ 3504700 h 4702949"/>
              <a:gd name="connsiteX663" fmla="*/ 12026503 w 12196099"/>
              <a:gd name="connsiteY663" fmla="*/ 3477923 h 4702949"/>
              <a:gd name="connsiteX664" fmla="*/ 12052286 w 12196099"/>
              <a:gd name="connsiteY664" fmla="*/ 3582927 h 4702949"/>
              <a:gd name="connsiteX665" fmla="*/ 12068244 w 12196099"/>
              <a:gd name="connsiteY665" fmla="*/ 3585505 h 4702949"/>
              <a:gd name="connsiteX666" fmla="*/ 12070372 w 12196099"/>
              <a:gd name="connsiteY666" fmla="*/ 3700266 h 4702949"/>
              <a:gd name="connsiteX667" fmla="*/ 12080160 w 12196099"/>
              <a:gd name="connsiteY667" fmla="*/ 3772260 h 4702949"/>
              <a:gd name="connsiteX668" fmla="*/ 12122715 w 12196099"/>
              <a:gd name="connsiteY668" fmla="*/ 3779352 h 4702949"/>
              <a:gd name="connsiteX669" fmla="*/ 12172717 w 12196099"/>
              <a:gd name="connsiteY669" fmla="*/ 3768392 h 4702949"/>
              <a:gd name="connsiteX670" fmla="*/ 12172717 w 12196099"/>
              <a:gd name="connsiteY670" fmla="*/ 3812630 h 4702949"/>
              <a:gd name="connsiteX671" fmla="*/ 12152729 w 12196099"/>
              <a:gd name="connsiteY671" fmla="*/ 3800944 h 4702949"/>
              <a:gd name="connsiteX672" fmla="*/ 12084628 w 12196099"/>
              <a:gd name="connsiteY672" fmla="*/ 3809224 h 4702949"/>
              <a:gd name="connsiteX673" fmla="*/ 12097395 w 12196099"/>
              <a:gd name="connsiteY673" fmla="*/ 3889170 h 4702949"/>
              <a:gd name="connsiteX674" fmla="*/ 12097395 w 12196099"/>
              <a:gd name="connsiteY674" fmla="*/ 3919042 h 4702949"/>
              <a:gd name="connsiteX675" fmla="*/ 12093990 w 12196099"/>
              <a:gd name="connsiteY675" fmla="*/ 3962024 h 4702949"/>
              <a:gd name="connsiteX676" fmla="*/ 12123566 w 12196099"/>
              <a:gd name="connsiteY676" fmla="*/ 3985234 h 4702949"/>
              <a:gd name="connsiteX677" fmla="*/ 12187398 w 12196099"/>
              <a:gd name="connsiteY677" fmla="*/ 3932796 h 4702949"/>
              <a:gd name="connsiteX678" fmla="*/ 12166121 w 12196099"/>
              <a:gd name="connsiteY678" fmla="*/ 3876705 h 4702949"/>
              <a:gd name="connsiteX679" fmla="*/ 12194375 w 12196099"/>
              <a:gd name="connsiteY679" fmla="*/ 3881134 h 4702949"/>
              <a:gd name="connsiteX680" fmla="*/ 12194375 w 12196099"/>
              <a:gd name="connsiteY680" fmla="*/ 4164248 h 4702949"/>
              <a:gd name="connsiteX681" fmla="*/ 12186282 w 12196099"/>
              <a:gd name="connsiteY681" fmla="*/ 4163406 h 4702949"/>
              <a:gd name="connsiteX682" fmla="*/ 12165695 w 12196099"/>
              <a:gd name="connsiteY682" fmla="*/ 4117832 h 4702949"/>
              <a:gd name="connsiteX683" fmla="*/ 12159738 w 12196099"/>
              <a:gd name="connsiteY683" fmla="*/ 4076784 h 4702949"/>
              <a:gd name="connsiteX684" fmla="*/ 12190803 w 12196099"/>
              <a:gd name="connsiteY684" fmla="*/ 4023057 h 4702949"/>
              <a:gd name="connsiteX685" fmla="*/ 12101437 w 12196099"/>
              <a:gd name="connsiteY685" fmla="*/ 4004145 h 4702949"/>
              <a:gd name="connsiteX686" fmla="*/ 12068032 w 12196099"/>
              <a:gd name="connsiteY686" fmla="*/ 4008873 h 4702949"/>
              <a:gd name="connsiteX687" fmla="*/ 12035051 w 12196099"/>
              <a:gd name="connsiteY687" fmla="*/ 4017685 h 4702949"/>
              <a:gd name="connsiteX688" fmla="*/ 12055635 w 12196099"/>
              <a:gd name="connsiteY688" fmla="*/ 4081553 h 4702949"/>
              <a:gd name="connsiteX689" fmla="*/ 12052499 w 12196099"/>
              <a:gd name="connsiteY689" fmla="*/ 4086885 h 4702949"/>
              <a:gd name="connsiteX690" fmla="*/ 12072500 w 12196099"/>
              <a:gd name="connsiteY690" fmla="*/ 4174137 h 4702949"/>
              <a:gd name="connsiteX691" fmla="*/ 12093777 w 12196099"/>
              <a:gd name="connsiteY691" fmla="*/ 4361322 h 4702949"/>
              <a:gd name="connsiteX692" fmla="*/ 12113353 w 12196099"/>
              <a:gd name="connsiteY692" fmla="*/ 4436325 h 4702949"/>
              <a:gd name="connsiteX693" fmla="*/ 12152078 w 12196099"/>
              <a:gd name="connsiteY693" fmla="*/ 4471140 h 4702949"/>
              <a:gd name="connsiteX694" fmla="*/ 12181015 w 12196099"/>
              <a:gd name="connsiteY694" fmla="*/ 4491126 h 4702949"/>
              <a:gd name="connsiteX695" fmla="*/ 12194375 w 12196099"/>
              <a:gd name="connsiteY695" fmla="*/ 4503009 h 4702949"/>
              <a:gd name="connsiteX696" fmla="*/ 12194375 w 12196099"/>
              <a:gd name="connsiteY696" fmla="*/ 4702949 h 4702949"/>
              <a:gd name="connsiteX697" fmla="*/ 11292800 w 12196099"/>
              <a:gd name="connsiteY697" fmla="*/ 4702949 h 4702949"/>
              <a:gd name="connsiteX698" fmla="*/ 11292800 w 12196099"/>
              <a:gd name="connsiteY698" fmla="*/ 3161846 h 4702949"/>
              <a:gd name="connsiteX699" fmla="*/ 5807360 w 12196099"/>
              <a:gd name="connsiteY699" fmla="*/ 3161846 h 4702949"/>
              <a:gd name="connsiteX700" fmla="*/ 5807360 w 12196099"/>
              <a:gd name="connsiteY700" fmla="*/ 4702949 h 4702949"/>
              <a:gd name="connsiteX701" fmla="*/ 127411 w 12196099"/>
              <a:gd name="connsiteY701" fmla="*/ 4702949 h 4702949"/>
              <a:gd name="connsiteX702" fmla="*/ 137171 w 12196099"/>
              <a:gd name="connsiteY702" fmla="*/ 4633710 h 4702949"/>
              <a:gd name="connsiteX703" fmla="*/ 134922 w 12196099"/>
              <a:gd name="connsiteY703" fmla="*/ 4553962 h 4702949"/>
              <a:gd name="connsiteX704" fmla="*/ 131174 w 12196099"/>
              <a:gd name="connsiteY704" fmla="*/ 4357875 h 4702949"/>
              <a:gd name="connsiteX705" fmla="*/ 139669 w 12196099"/>
              <a:gd name="connsiteY705" fmla="*/ 4151693 h 4702949"/>
              <a:gd name="connsiteX706" fmla="*/ 141918 w 12196099"/>
              <a:gd name="connsiteY706" fmla="*/ 4132009 h 4702949"/>
              <a:gd name="connsiteX707" fmla="*/ 173651 w 12196099"/>
              <a:gd name="connsiteY707" fmla="*/ 4027782 h 4702949"/>
              <a:gd name="connsiteX708" fmla="*/ 128426 w 12196099"/>
              <a:gd name="connsiteY708" fmla="*/ 3962672 h 4702949"/>
              <a:gd name="connsiteX709" fmla="*/ 137920 w 12196099"/>
              <a:gd name="connsiteY709" fmla="*/ 3894786 h 4702949"/>
              <a:gd name="connsiteX710" fmla="*/ 142917 w 12196099"/>
              <a:gd name="connsiteY710" fmla="*/ 3822862 h 4702949"/>
              <a:gd name="connsiteX711" fmla="*/ 150663 w 12196099"/>
              <a:gd name="connsiteY711" fmla="*/ 3791064 h 4702949"/>
              <a:gd name="connsiteX712" fmla="*/ 100691 w 12196099"/>
              <a:gd name="connsiteY712" fmla="*/ 3811758 h 4702949"/>
              <a:gd name="connsiteX713" fmla="*/ 167154 w 12196099"/>
              <a:gd name="connsiteY713" fmla="*/ 3704251 h 4702949"/>
              <a:gd name="connsiteX714" fmla="*/ 172901 w 12196099"/>
              <a:gd name="connsiteY714" fmla="*/ 3611633 h 4702949"/>
              <a:gd name="connsiteX715" fmla="*/ 175900 w 12196099"/>
              <a:gd name="connsiteY715" fmla="*/ 3550309 h 4702949"/>
              <a:gd name="connsiteX716" fmla="*/ 163656 w 12196099"/>
              <a:gd name="connsiteY716" fmla="*/ 3455672 h 4702949"/>
              <a:gd name="connsiteX717" fmla="*/ 152412 w 12196099"/>
              <a:gd name="connsiteY717" fmla="*/ 3379963 h 4702949"/>
              <a:gd name="connsiteX718" fmla="*/ 117182 w 12196099"/>
              <a:gd name="connsiteY718" fmla="*/ 3299458 h 4702949"/>
              <a:gd name="connsiteX719" fmla="*/ 98192 w 12196099"/>
              <a:gd name="connsiteY719" fmla="*/ 3212897 h 4702949"/>
              <a:gd name="connsiteX720" fmla="*/ 66709 w 12196099"/>
              <a:gd name="connsiteY720" fmla="*/ 3160910 h 4702949"/>
              <a:gd name="connsiteX721" fmla="*/ 59213 w 12196099"/>
              <a:gd name="connsiteY721" fmla="*/ 3098576 h 4702949"/>
              <a:gd name="connsiteX722" fmla="*/ 114933 w 12196099"/>
              <a:gd name="connsiteY722" fmla="*/ 2972394 h 4702949"/>
              <a:gd name="connsiteX723" fmla="*/ 52966 w 12196099"/>
              <a:gd name="connsiteY723" fmla="*/ 2929997 h 4702949"/>
              <a:gd name="connsiteX724" fmla="*/ 33977 w 12196099"/>
              <a:gd name="connsiteY724" fmla="*/ 2958009 h 4702949"/>
              <a:gd name="connsiteX725" fmla="*/ 35476 w 12196099"/>
              <a:gd name="connsiteY725" fmla="*/ 2783373 h 4702949"/>
              <a:gd name="connsiteX726" fmla="*/ 46470 w 12196099"/>
              <a:gd name="connsiteY726" fmla="*/ 2827536 h 4702949"/>
              <a:gd name="connsiteX727" fmla="*/ 91196 w 12196099"/>
              <a:gd name="connsiteY727" fmla="*/ 2782616 h 4702949"/>
              <a:gd name="connsiteX728" fmla="*/ 84699 w 12196099"/>
              <a:gd name="connsiteY728" fmla="*/ 2772269 h 4702949"/>
              <a:gd name="connsiteX729" fmla="*/ 63961 w 12196099"/>
              <a:gd name="connsiteY729" fmla="*/ 2758893 h 4702949"/>
              <a:gd name="connsiteX730" fmla="*/ 32228 w 12196099"/>
              <a:gd name="connsiteY730" fmla="*/ 2698326 h 4702949"/>
              <a:gd name="connsiteX731" fmla="*/ 32228 w 12196099"/>
              <a:gd name="connsiteY731" fmla="*/ 2673089 h 4702949"/>
              <a:gd name="connsiteX732" fmla="*/ 32228 w 12196099"/>
              <a:gd name="connsiteY732" fmla="*/ 2543879 h 4702949"/>
              <a:gd name="connsiteX733" fmla="*/ 32228 w 12196099"/>
              <a:gd name="connsiteY733" fmla="*/ 2524194 h 4702949"/>
              <a:gd name="connsiteX734" fmla="*/ 29479 w 12196099"/>
              <a:gd name="connsiteY734" fmla="*/ 2464132 h 4702949"/>
              <a:gd name="connsiteX735" fmla="*/ 14487 w 12196099"/>
              <a:gd name="connsiteY735" fmla="*/ 2372523 h 4702949"/>
              <a:gd name="connsiteX736" fmla="*/ 11739 w 12196099"/>
              <a:gd name="connsiteY736" fmla="*/ 2358643 h 4702949"/>
              <a:gd name="connsiteX737" fmla="*/ 2994 w 12196099"/>
              <a:gd name="connsiteY737" fmla="*/ 2298833 h 4702949"/>
              <a:gd name="connsiteX738" fmla="*/ 2994 w 12196099"/>
              <a:gd name="connsiteY738" fmla="*/ 2265773 h 4702949"/>
              <a:gd name="connsiteX739" fmla="*/ 6384 w 12196099"/>
              <a:gd name="connsiteY739" fmla="*/ 2205190 h 4702949"/>
              <a:gd name="connsiteX740" fmla="*/ 2375 w 12196099"/>
              <a:gd name="connsiteY740" fmla="*/ 2197634 h 4702949"/>
              <a:gd name="connsiteX741" fmla="*/ 2375 w 12196099"/>
              <a:gd name="connsiteY741" fmla="*/ 2113296 h 4702949"/>
              <a:gd name="connsiteX742" fmla="*/ 10490 w 12196099"/>
              <a:gd name="connsiteY742" fmla="*/ 2115364 h 4702949"/>
              <a:gd name="connsiteX743" fmla="*/ 13238 w 12196099"/>
              <a:gd name="connsiteY743" fmla="*/ 2107288 h 4702949"/>
              <a:gd name="connsiteX744" fmla="*/ 2375 w 12196099"/>
              <a:gd name="connsiteY744" fmla="*/ 2102789 h 4702949"/>
              <a:gd name="connsiteX745" fmla="*/ 2375 w 12196099"/>
              <a:gd name="connsiteY745" fmla="*/ 1980189 h 4702949"/>
              <a:gd name="connsiteX746" fmla="*/ 5992 w 12196099"/>
              <a:gd name="connsiteY746" fmla="*/ 1961926 h 4702949"/>
              <a:gd name="connsiteX747" fmla="*/ 105938 w 12196099"/>
              <a:gd name="connsiteY747" fmla="*/ 2009371 h 4702949"/>
              <a:gd name="connsiteX748" fmla="*/ 123678 w 12196099"/>
              <a:gd name="connsiteY748" fmla="*/ 1955617 h 4702949"/>
              <a:gd name="connsiteX749" fmla="*/ 67209 w 12196099"/>
              <a:gd name="connsiteY749" fmla="*/ 1945018 h 4702949"/>
              <a:gd name="connsiteX750" fmla="*/ 32728 w 12196099"/>
              <a:gd name="connsiteY750" fmla="*/ 1899087 h 4702949"/>
              <a:gd name="connsiteX751" fmla="*/ 20984 w 12196099"/>
              <a:gd name="connsiteY751" fmla="*/ 1924324 h 4702949"/>
              <a:gd name="connsiteX752" fmla="*/ 50468 w 12196099"/>
              <a:gd name="connsiteY752" fmla="*/ 1862999 h 4702949"/>
              <a:gd name="connsiteX753" fmla="*/ 2375 w 12196099"/>
              <a:gd name="connsiteY753" fmla="*/ 1841406 h 4702949"/>
              <a:gd name="connsiteX754" fmla="*/ 2375 w 12196099"/>
              <a:gd name="connsiteY754" fmla="*/ 1790384 h 4702949"/>
              <a:gd name="connsiteX755" fmla="*/ 36226 w 12196099"/>
              <a:gd name="connsiteY755" fmla="*/ 1830192 h 4702949"/>
              <a:gd name="connsiteX756" fmla="*/ 66959 w 12196099"/>
              <a:gd name="connsiteY756" fmla="*/ 1770886 h 4702949"/>
              <a:gd name="connsiteX757" fmla="*/ 73705 w 12196099"/>
              <a:gd name="connsiteY757" fmla="*/ 1802180 h 4702949"/>
              <a:gd name="connsiteX758" fmla="*/ 91945 w 12196099"/>
              <a:gd name="connsiteY758" fmla="*/ 1825902 h 4702949"/>
              <a:gd name="connsiteX759" fmla="*/ 112684 w 12196099"/>
              <a:gd name="connsiteY759" fmla="*/ 1797889 h 4702949"/>
              <a:gd name="connsiteX760" fmla="*/ 98442 w 12196099"/>
              <a:gd name="connsiteY760" fmla="*/ 1723442 h 4702949"/>
              <a:gd name="connsiteX761" fmla="*/ 88697 w 12196099"/>
              <a:gd name="connsiteY761" fmla="*/ 1718394 h 4702949"/>
              <a:gd name="connsiteX762" fmla="*/ 80701 w 12196099"/>
              <a:gd name="connsiteY762" fmla="*/ 1736060 h 4702949"/>
              <a:gd name="connsiteX763" fmla="*/ 63711 w 12196099"/>
              <a:gd name="connsiteY763" fmla="*/ 1753221 h 4702949"/>
              <a:gd name="connsiteX764" fmla="*/ 31478 w 12196099"/>
              <a:gd name="connsiteY764" fmla="*/ 1504894 h 4702949"/>
              <a:gd name="connsiteX765" fmla="*/ 64960 w 12196099"/>
              <a:gd name="connsiteY765" fmla="*/ 1510951 h 4702949"/>
              <a:gd name="connsiteX766" fmla="*/ 67209 w 12196099"/>
              <a:gd name="connsiteY766" fmla="*/ 1463002 h 4702949"/>
              <a:gd name="connsiteX767" fmla="*/ 30979 w 12196099"/>
              <a:gd name="connsiteY767" fmla="*/ 1466282 h 4702949"/>
              <a:gd name="connsiteX768" fmla="*/ 73206 w 12196099"/>
              <a:gd name="connsiteY768" fmla="*/ 1415809 h 4702949"/>
              <a:gd name="connsiteX769" fmla="*/ 86198 w 12196099"/>
              <a:gd name="connsiteY769" fmla="*/ 1329753 h 4702949"/>
              <a:gd name="connsiteX770" fmla="*/ 102440 w 12196099"/>
              <a:gd name="connsiteY770" fmla="*/ 1369879 h 4702949"/>
              <a:gd name="connsiteX771" fmla="*/ 139669 w 12196099"/>
              <a:gd name="connsiteY771" fmla="*/ 1333791 h 4702949"/>
              <a:gd name="connsiteX772" fmla="*/ 75204 w 12196099"/>
              <a:gd name="connsiteY772" fmla="*/ 1291646 h 4702949"/>
              <a:gd name="connsiteX773" fmla="*/ 73206 w 12196099"/>
              <a:gd name="connsiteY773" fmla="*/ 1217198 h 4702949"/>
              <a:gd name="connsiteX774" fmla="*/ 98442 w 12196099"/>
              <a:gd name="connsiteY774" fmla="*/ 1254296 h 4702949"/>
              <a:gd name="connsiteX775" fmla="*/ 125462 w 12196099"/>
              <a:gd name="connsiteY775" fmla="*/ 1217653 h 4702949"/>
              <a:gd name="connsiteX776" fmla="*/ 123428 w 12196099"/>
              <a:gd name="connsiteY776" fmla="*/ 1210132 h 4702949"/>
              <a:gd name="connsiteX777" fmla="*/ 109436 w 12196099"/>
              <a:gd name="connsiteY777" fmla="*/ 1186662 h 4702949"/>
              <a:gd name="connsiteX778" fmla="*/ 54216 w 12196099"/>
              <a:gd name="connsiteY778" fmla="*/ 1200290 h 4702949"/>
              <a:gd name="connsiteX779" fmla="*/ 74705 w 12196099"/>
              <a:gd name="connsiteY779" fmla="*/ 1170763 h 4702949"/>
              <a:gd name="connsiteX780" fmla="*/ 99691 w 12196099"/>
              <a:gd name="connsiteY780" fmla="*/ 1116000 h 4702949"/>
              <a:gd name="connsiteX781" fmla="*/ 68208 w 12196099"/>
              <a:gd name="connsiteY781" fmla="*/ 932783 h 4702949"/>
              <a:gd name="connsiteX782" fmla="*/ 59213 w 12196099"/>
              <a:gd name="connsiteY782" fmla="*/ 904266 h 4702949"/>
              <a:gd name="connsiteX783" fmla="*/ 45970 w 12196099"/>
              <a:gd name="connsiteY783" fmla="*/ 768999 h 4702949"/>
              <a:gd name="connsiteX784" fmla="*/ 5243 w 12196099"/>
              <a:gd name="connsiteY784" fmla="*/ 722564 h 4702949"/>
              <a:gd name="connsiteX785" fmla="*/ 2375 w 12196099"/>
              <a:gd name="connsiteY785" fmla="*/ 710119 h 4702949"/>
              <a:gd name="connsiteX786" fmla="*/ 2375 w 12196099"/>
              <a:gd name="connsiteY786" fmla="*/ 109192 h 4702949"/>
              <a:gd name="connsiteX787" fmla="*/ 9240 w 12196099"/>
              <a:gd name="connsiteY787" fmla="*/ 130517 h 4702949"/>
              <a:gd name="connsiteX788" fmla="*/ 40473 w 12196099"/>
              <a:gd name="connsiteY788" fmla="*/ 231462 h 4702949"/>
              <a:gd name="connsiteX789" fmla="*/ 58963 w 12196099"/>
              <a:gd name="connsiteY789" fmla="*/ 361683 h 4702949"/>
              <a:gd name="connsiteX790" fmla="*/ 75204 w 12196099"/>
              <a:gd name="connsiteY790" fmla="*/ 496950 h 4702949"/>
              <a:gd name="connsiteX791" fmla="*/ 92695 w 12196099"/>
              <a:gd name="connsiteY791" fmla="*/ 579726 h 4702949"/>
              <a:gd name="connsiteX792" fmla="*/ 104439 w 12196099"/>
              <a:gd name="connsiteY792" fmla="*/ 642060 h 4702949"/>
              <a:gd name="connsiteX793" fmla="*/ 120430 w 12196099"/>
              <a:gd name="connsiteY793" fmla="*/ 765970 h 4702949"/>
              <a:gd name="connsiteX794" fmla="*/ 128925 w 12196099"/>
              <a:gd name="connsiteY794" fmla="*/ 898714 h 4702949"/>
              <a:gd name="connsiteX795" fmla="*/ 128925 w 12196099"/>
              <a:gd name="connsiteY795" fmla="*/ 918146 h 4702949"/>
              <a:gd name="connsiteX796" fmla="*/ 212380 w 12196099"/>
              <a:gd name="connsiteY796" fmla="*/ 1160921 h 4702949"/>
              <a:gd name="connsiteX797" fmla="*/ 231120 w 12196099"/>
              <a:gd name="connsiteY797" fmla="*/ 1172277 h 4702949"/>
              <a:gd name="connsiteX798" fmla="*/ 277344 w 12196099"/>
              <a:gd name="connsiteY798" fmla="*/ 1012783 h 4702949"/>
              <a:gd name="connsiteX799" fmla="*/ 275845 w 12196099"/>
              <a:gd name="connsiteY799" fmla="*/ 997641 h 4702949"/>
              <a:gd name="connsiteX800" fmla="*/ 265101 w 12196099"/>
              <a:gd name="connsiteY800" fmla="*/ 926222 h 4702949"/>
              <a:gd name="connsiteX801" fmla="*/ 206383 w 12196099"/>
              <a:gd name="connsiteY801" fmla="*/ 845970 h 4702949"/>
              <a:gd name="connsiteX802" fmla="*/ 169403 w 12196099"/>
              <a:gd name="connsiteY802" fmla="*/ 736949 h 4702949"/>
              <a:gd name="connsiteX803" fmla="*/ 161158 w 12196099"/>
              <a:gd name="connsiteY803" fmla="*/ 673857 h 4702949"/>
              <a:gd name="connsiteX804" fmla="*/ 157660 w 12196099"/>
              <a:gd name="connsiteY804" fmla="*/ 630198 h 4702949"/>
              <a:gd name="connsiteX805" fmla="*/ 152662 w 12196099"/>
              <a:gd name="connsiteY805" fmla="*/ 527738 h 4702949"/>
              <a:gd name="connsiteX806" fmla="*/ 150413 w 12196099"/>
              <a:gd name="connsiteY806" fmla="*/ 502502 h 4702949"/>
              <a:gd name="connsiteX807" fmla="*/ 125427 w 12196099"/>
              <a:gd name="connsiteY807" fmla="*/ 406603 h 4702949"/>
              <a:gd name="connsiteX808" fmla="*/ 125427 w 12196099"/>
              <a:gd name="connsiteY808" fmla="*/ 322314 h 4702949"/>
              <a:gd name="connsiteX809" fmla="*/ 116682 w 12196099"/>
              <a:gd name="connsiteY809" fmla="*/ 210768 h 4702949"/>
              <a:gd name="connsiteX810" fmla="*/ 91695 w 12196099"/>
              <a:gd name="connsiteY810" fmla="*/ 62630 h 4702949"/>
              <a:gd name="connsiteX811" fmla="*/ 64210 w 12196099"/>
              <a:gd name="connsiteY811" fmla="*/ 16700 h 4702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</a:cxnLst>
            <a:rect l="l" t="t" r="r" b="b"/>
            <a:pathLst>
              <a:path w="12196099" h="4702949">
                <a:moveTo>
                  <a:pt x="54965" y="4576423"/>
                </a:moveTo>
                <a:lnTo>
                  <a:pt x="57757" y="4702949"/>
                </a:lnTo>
                <a:lnTo>
                  <a:pt x="43906" y="4702949"/>
                </a:lnTo>
                <a:close/>
                <a:moveTo>
                  <a:pt x="12178462" y="4532818"/>
                </a:moveTo>
                <a:cubicBezTo>
                  <a:pt x="12176723" y="4535784"/>
                  <a:pt x="12175364" y="4538962"/>
                  <a:pt x="12174419" y="4542274"/>
                </a:cubicBezTo>
                <a:cubicBezTo>
                  <a:pt x="12174419" y="4543349"/>
                  <a:pt x="12177824" y="4545068"/>
                  <a:pt x="12180802" y="4547432"/>
                </a:cubicBezTo>
                <a:cubicBezTo>
                  <a:pt x="12182294" y="4544161"/>
                  <a:pt x="12183296" y="4540684"/>
                  <a:pt x="12183781" y="4537116"/>
                </a:cubicBezTo>
                <a:cubicBezTo>
                  <a:pt x="12183781" y="4535612"/>
                  <a:pt x="12180377" y="4534323"/>
                  <a:pt x="12178462" y="4532818"/>
                </a:cubicBezTo>
                <a:close/>
                <a:moveTo>
                  <a:pt x="298833" y="4517370"/>
                </a:moveTo>
                <a:cubicBezTo>
                  <a:pt x="282092" y="4537559"/>
                  <a:pt x="282092" y="4537559"/>
                  <a:pt x="292336" y="4553962"/>
                </a:cubicBezTo>
                <a:lnTo>
                  <a:pt x="292836" y="4552701"/>
                </a:lnTo>
                <a:close/>
                <a:moveTo>
                  <a:pt x="12061010" y="4388185"/>
                </a:moveTo>
                <a:cubicBezTo>
                  <a:pt x="12057818" y="4404089"/>
                  <a:pt x="12055265" y="4412900"/>
                  <a:pt x="12054414" y="4421926"/>
                </a:cubicBezTo>
                <a:cubicBezTo>
                  <a:pt x="12050584" y="4460609"/>
                  <a:pt x="12055478" y="4464907"/>
                  <a:pt x="12095267" y="4453517"/>
                </a:cubicBezTo>
                <a:cubicBezTo>
                  <a:pt x="12083777" y="4432026"/>
                  <a:pt x="12074202" y="4413329"/>
                  <a:pt x="12061010" y="4388185"/>
                </a:cubicBezTo>
                <a:close/>
                <a:moveTo>
                  <a:pt x="12051435" y="4254728"/>
                </a:moveTo>
                <a:cubicBezTo>
                  <a:pt x="12033988" y="4280946"/>
                  <a:pt x="12046541" y="4294915"/>
                  <a:pt x="12065053" y="4312968"/>
                </a:cubicBezTo>
                <a:cubicBezTo>
                  <a:pt x="12074064" y="4292676"/>
                  <a:pt x="12068481" y="4268804"/>
                  <a:pt x="12051435" y="4254728"/>
                </a:cubicBezTo>
                <a:close/>
                <a:moveTo>
                  <a:pt x="12023136" y="4137173"/>
                </a:moveTo>
                <a:lnTo>
                  <a:pt x="12034413" y="4199282"/>
                </a:lnTo>
                <a:cubicBezTo>
                  <a:pt x="12050158" y="4164252"/>
                  <a:pt x="12049520" y="4159739"/>
                  <a:pt x="12023136" y="4137173"/>
                </a:cubicBezTo>
                <a:close/>
                <a:moveTo>
                  <a:pt x="12117183" y="4110740"/>
                </a:moveTo>
                <a:cubicBezTo>
                  <a:pt x="12121674" y="4110993"/>
                  <a:pt x="12126113" y="4111861"/>
                  <a:pt x="12130375" y="4113318"/>
                </a:cubicBezTo>
                <a:cubicBezTo>
                  <a:pt x="12124630" y="4118261"/>
                  <a:pt x="12121864" y="4122345"/>
                  <a:pt x="12119098" y="4122345"/>
                </a:cubicBezTo>
                <a:lnTo>
                  <a:pt x="12119098" y="4121915"/>
                </a:lnTo>
                <a:cubicBezTo>
                  <a:pt x="12116332" y="4121915"/>
                  <a:pt x="12113565" y="4117832"/>
                  <a:pt x="12110799" y="4115468"/>
                </a:cubicBezTo>
                <a:cubicBezTo>
                  <a:pt x="12112714" y="4113748"/>
                  <a:pt x="12114842" y="4110955"/>
                  <a:pt x="12117183" y="4110740"/>
                </a:cubicBezTo>
                <a:close/>
                <a:moveTo>
                  <a:pt x="12021434" y="4053789"/>
                </a:moveTo>
                <a:cubicBezTo>
                  <a:pt x="12018455" y="4054434"/>
                  <a:pt x="12015051" y="4055079"/>
                  <a:pt x="12011859" y="4055938"/>
                </a:cubicBezTo>
                <a:cubicBezTo>
                  <a:pt x="12014412" y="4073561"/>
                  <a:pt x="12017391" y="4090968"/>
                  <a:pt x="12020157" y="4108591"/>
                </a:cubicBezTo>
                <a:cubicBezTo>
                  <a:pt x="12023774" y="4108591"/>
                  <a:pt x="12026966" y="4107301"/>
                  <a:pt x="12030370" y="4106871"/>
                </a:cubicBezTo>
                <a:cubicBezTo>
                  <a:pt x="12036009" y="4088755"/>
                  <a:pt x="12032683" y="4069005"/>
                  <a:pt x="12021434" y="4053789"/>
                </a:cubicBezTo>
                <a:close/>
                <a:moveTo>
                  <a:pt x="12101863" y="4033158"/>
                </a:moveTo>
                <a:cubicBezTo>
                  <a:pt x="12105267" y="4032728"/>
                  <a:pt x="12107608" y="4037026"/>
                  <a:pt x="12110374" y="4039390"/>
                </a:cubicBezTo>
                <a:lnTo>
                  <a:pt x="12101012" y="4048631"/>
                </a:lnTo>
                <a:lnTo>
                  <a:pt x="12092501" y="4039820"/>
                </a:lnTo>
                <a:cubicBezTo>
                  <a:pt x="12095480" y="4037456"/>
                  <a:pt x="12098458" y="4033588"/>
                  <a:pt x="12101863" y="4033158"/>
                </a:cubicBezTo>
                <a:close/>
                <a:moveTo>
                  <a:pt x="12009518" y="3967396"/>
                </a:moveTo>
                <a:cubicBezTo>
                  <a:pt x="12007603" y="3971050"/>
                  <a:pt x="12004199" y="3974703"/>
                  <a:pt x="12004412" y="3977927"/>
                </a:cubicBezTo>
                <a:cubicBezTo>
                  <a:pt x="12004625" y="3981150"/>
                  <a:pt x="12009944" y="3982655"/>
                  <a:pt x="12012923" y="3985019"/>
                </a:cubicBezTo>
                <a:cubicBezTo>
                  <a:pt x="12014838" y="3981580"/>
                  <a:pt x="12017178" y="3978357"/>
                  <a:pt x="12020157" y="3973414"/>
                </a:cubicBezTo>
                <a:cubicBezTo>
                  <a:pt x="12015476" y="3972124"/>
                  <a:pt x="12012285" y="3970405"/>
                  <a:pt x="12009093" y="3968471"/>
                </a:cubicBezTo>
                <a:close/>
                <a:moveTo>
                  <a:pt x="12076968" y="3931722"/>
                </a:moveTo>
                <a:cubicBezTo>
                  <a:pt x="12055478" y="3928498"/>
                  <a:pt x="12047180" y="3934730"/>
                  <a:pt x="12055691" y="3957081"/>
                </a:cubicBezTo>
                <a:close/>
                <a:moveTo>
                  <a:pt x="12009306" y="3841031"/>
                </a:moveTo>
                <a:cubicBezTo>
                  <a:pt x="12009306" y="3841031"/>
                  <a:pt x="12002497" y="3842750"/>
                  <a:pt x="11998667" y="3843395"/>
                </a:cubicBezTo>
                <a:lnTo>
                  <a:pt x="12005476" y="3870688"/>
                </a:lnTo>
                <a:cubicBezTo>
                  <a:pt x="12009306" y="3869183"/>
                  <a:pt x="12012923" y="3867894"/>
                  <a:pt x="12016753" y="3867894"/>
                </a:cubicBezTo>
                <a:cubicBezTo>
                  <a:pt x="12014412" y="3858868"/>
                  <a:pt x="12012285" y="3849842"/>
                  <a:pt x="12009306" y="3841031"/>
                </a:cubicBezTo>
                <a:close/>
                <a:moveTo>
                  <a:pt x="12174206" y="3812448"/>
                </a:moveTo>
                <a:lnTo>
                  <a:pt x="12173774" y="3813221"/>
                </a:lnTo>
                <a:lnTo>
                  <a:pt x="12172717" y="3813093"/>
                </a:lnTo>
                <a:lnTo>
                  <a:pt x="12172717" y="3812630"/>
                </a:lnTo>
                <a:lnTo>
                  <a:pt x="12173142" y="3812878"/>
                </a:lnTo>
                <a:close/>
                <a:moveTo>
                  <a:pt x="12194375" y="3807180"/>
                </a:moveTo>
                <a:lnTo>
                  <a:pt x="12194375" y="3873195"/>
                </a:lnTo>
                <a:lnTo>
                  <a:pt x="12151014" y="3853925"/>
                </a:lnTo>
                <a:lnTo>
                  <a:pt x="12173774" y="3813221"/>
                </a:lnTo>
                <a:lnTo>
                  <a:pt x="12190298" y="3815215"/>
                </a:lnTo>
                <a:close/>
                <a:moveTo>
                  <a:pt x="404275" y="3796112"/>
                </a:moveTo>
                <a:cubicBezTo>
                  <a:pt x="377540" y="3821348"/>
                  <a:pt x="377040" y="3827910"/>
                  <a:pt x="402276" y="3836995"/>
                </a:cubicBezTo>
                <a:close/>
                <a:moveTo>
                  <a:pt x="12010582" y="3795040"/>
                </a:moveTo>
                <a:cubicBezTo>
                  <a:pt x="12007001" y="3795477"/>
                  <a:pt x="12003450" y="3796121"/>
                  <a:pt x="11999944" y="3796975"/>
                </a:cubicBezTo>
                <a:lnTo>
                  <a:pt x="12002922" y="3806860"/>
                </a:lnTo>
                <a:cubicBezTo>
                  <a:pt x="12006114" y="3805356"/>
                  <a:pt x="12009518" y="3804281"/>
                  <a:pt x="12012923" y="3802992"/>
                </a:cubicBezTo>
                <a:cubicBezTo>
                  <a:pt x="12011859" y="3799553"/>
                  <a:pt x="12011221" y="3795040"/>
                  <a:pt x="12010582" y="3795040"/>
                </a:cubicBezTo>
                <a:close/>
                <a:moveTo>
                  <a:pt x="12169738" y="3709077"/>
                </a:moveTo>
                <a:lnTo>
                  <a:pt x="12169867" y="3709275"/>
                </a:lnTo>
                <a:lnTo>
                  <a:pt x="12169313" y="3709292"/>
                </a:lnTo>
                <a:lnTo>
                  <a:pt x="12169000" y="3709176"/>
                </a:lnTo>
                <a:close/>
                <a:moveTo>
                  <a:pt x="12145987" y="3700615"/>
                </a:moveTo>
                <a:lnTo>
                  <a:pt x="12169000" y="3709176"/>
                </a:lnTo>
                <a:lnTo>
                  <a:pt x="12123140" y="3715310"/>
                </a:lnTo>
                <a:cubicBezTo>
                  <a:pt x="12130588" y="3704565"/>
                  <a:pt x="12138248" y="3700642"/>
                  <a:pt x="12145987" y="3700615"/>
                </a:cubicBezTo>
                <a:close/>
                <a:moveTo>
                  <a:pt x="201136" y="3699456"/>
                </a:moveTo>
                <a:lnTo>
                  <a:pt x="185394" y="3800402"/>
                </a:lnTo>
                <a:cubicBezTo>
                  <a:pt x="190392" y="3799645"/>
                  <a:pt x="195139" y="3800149"/>
                  <a:pt x="200386" y="3800402"/>
                </a:cubicBezTo>
                <a:lnTo>
                  <a:pt x="209631" y="3699456"/>
                </a:lnTo>
                <a:cubicBezTo>
                  <a:pt x="206883" y="3699456"/>
                  <a:pt x="204134" y="3699456"/>
                  <a:pt x="201136" y="3699456"/>
                </a:cubicBezTo>
                <a:close/>
                <a:moveTo>
                  <a:pt x="409273" y="3694914"/>
                </a:moveTo>
                <a:cubicBezTo>
                  <a:pt x="384286" y="3714093"/>
                  <a:pt x="394780" y="3734787"/>
                  <a:pt x="406274" y="3755733"/>
                </a:cubicBezTo>
                <a:close/>
                <a:moveTo>
                  <a:pt x="12194375" y="3680185"/>
                </a:moveTo>
                <a:lnTo>
                  <a:pt x="12194375" y="3746678"/>
                </a:lnTo>
                <a:lnTo>
                  <a:pt x="12169867" y="3709275"/>
                </a:lnTo>
                <a:lnTo>
                  <a:pt x="12183828" y="3708832"/>
                </a:lnTo>
                <a:cubicBezTo>
                  <a:pt x="12187398" y="3707486"/>
                  <a:pt x="12189819" y="3705088"/>
                  <a:pt x="12191441" y="3702066"/>
                </a:cubicBezTo>
                <a:close/>
                <a:moveTo>
                  <a:pt x="411521" y="3644441"/>
                </a:moveTo>
                <a:lnTo>
                  <a:pt x="392781" y="3669677"/>
                </a:lnTo>
                <a:cubicBezTo>
                  <a:pt x="398528" y="3670939"/>
                  <a:pt x="404275" y="3672453"/>
                  <a:pt x="410272" y="3673715"/>
                </a:cubicBezTo>
                <a:close/>
                <a:moveTo>
                  <a:pt x="219626" y="3617438"/>
                </a:moveTo>
                <a:cubicBezTo>
                  <a:pt x="213004" y="3618586"/>
                  <a:pt x="206545" y="3620534"/>
                  <a:pt x="200386" y="3623242"/>
                </a:cubicBezTo>
                <a:cubicBezTo>
                  <a:pt x="215378" y="3629803"/>
                  <a:pt x="219626" y="3633337"/>
                  <a:pt x="223374" y="3632832"/>
                </a:cubicBezTo>
                <a:cubicBezTo>
                  <a:pt x="226372" y="3632832"/>
                  <a:pt x="228371" y="3626775"/>
                  <a:pt x="231120" y="3623494"/>
                </a:cubicBezTo>
                <a:cubicBezTo>
                  <a:pt x="227649" y="3620842"/>
                  <a:pt x="223766" y="3618795"/>
                  <a:pt x="219626" y="3617438"/>
                </a:cubicBezTo>
                <a:close/>
                <a:moveTo>
                  <a:pt x="11997390" y="3583141"/>
                </a:moveTo>
                <a:cubicBezTo>
                  <a:pt x="11995475" y="3604632"/>
                  <a:pt x="11984837" y="3624189"/>
                  <a:pt x="12008667" y="3644390"/>
                </a:cubicBezTo>
                <a:cubicBezTo>
                  <a:pt x="12027179" y="3606137"/>
                  <a:pt x="12025902" y="3597755"/>
                  <a:pt x="11997390" y="3583141"/>
                </a:cubicBezTo>
                <a:close/>
                <a:moveTo>
                  <a:pt x="12103778" y="3567238"/>
                </a:moveTo>
                <a:cubicBezTo>
                  <a:pt x="12106544" y="3567238"/>
                  <a:pt x="12109948" y="3571322"/>
                  <a:pt x="12113991" y="3574545"/>
                </a:cubicBezTo>
                <a:lnTo>
                  <a:pt x="12106331" y="3585076"/>
                </a:lnTo>
                <a:cubicBezTo>
                  <a:pt x="12102927" y="3581637"/>
                  <a:pt x="12099097" y="3578199"/>
                  <a:pt x="12095480" y="3574760"/>
                </a:cubicBezTo>
                <a:cubicBezTo>
                  <a:pt x="12098246" y="3571966"/>
                  <a:pt x="12101012" y="3567238"/>
                  <a:pt x="12103778" y="3567238"/>
                </a:cubicBezTo>
                <a:close/>
                <a:moveTo>
                  <a:pt x="397529" y="3561413"/>
                </a:moveTo>
                <a:lnTo>
                  <a:pt x="388784" y="3567217"/>
                </a:lnTo>
                <a:lnTo>
                  <a:pt x="412271" y="3633841"/>
                </a:lnTo>
                <a:lnTo>
                  <a:pt x="415020" y="3573021"/>
                </a:lnTo>
                <a:cubicBezTo>
                  <a:pt x="409273" y="3569236"/>
                  <a:pt x="403526" y="3565198"/>
                  <a:pt x="397529" y="3561413"/>
                </a:cubicBezTo>
                <a:close/>
                <a:moveTo>
                  <a:pt x="12194375" y="3557946"/>
                </a:moveTo>
                <a:lnTo>
                  <a:pt x="12194375" y="3679342"/>
                </a:lnTo>
                <a:lnTo>
                  <a:pt x="12190191" y="3632033"/>
                </a:lnTo>
                <a:cubicBezTo>
                  <a:pt x="12187185" y="3616882"/>
                  <a:pt x="12181759" y="3603021"/>
                  <a:pt x="12171440" y="3591953"/>
                </a:cubicBezTo>
                <a:cubicBezTo>
                  <a:pt x="12179562" y="3584680"/>
                  <a:pt x="12186715" y="3576372"/>
                  <a:pt x="12192718" y="3567238"/>
                </a:cubicBezTo>
                <a:close/>
                <a:moveTo>
                  <a:pt x="278344" y="3539962"/>
                </a:moveTo>
                <a:cubicBezTo>
                  <a:pt x="251359" y="3691380"/>
                  <a:pt x="232369" y="3846080"/>
                  <a:pt x="218626" y="4000779"/>
                </a:cubicBezTo>
                <a:cubicBezTo>
                  <a:pt x="251743" y="3865520"/>
                  <a:pt x="277519" y="3728534"/>
                  <a:pt x="295834" y="3590435"/>
                </a:cubicBezTo>
                <a:cubicBezTo>
                  <a:pt x="296629" y="3573551"/>
                  <a:pt x="295624" y="3556628"/>
                  <a:pt x="292836" y="3539962"/>
                </a:cubicBezTo>
                <a:cubicBezTo>
                  <a:pt x="288089" y="3539962"/>
                  <a:pt x="283091" y="3539962"/>
                  <a:pt x="278344" y="3539962"/>
                </a:cubicBezTo>
                <a:close/>
                <a:moveTo>
                  <a:pt x="12005263" y="3535002"/>
                </a:moveTo>
                <a:cubicBezTo>
                  <a:pt x="12000805" y="3541879"/>
                  <a:pt x="11996824" y="3549061"/>
                  <a:pt x="11993348" y="3556493"/>
                </a:cubicBezTo>
                <a:cubicBezTo>
                  <a:pt x="11993348" y="3557782"/>
                  <a:pt x="11998667" y="3561651"/>
                  <a:pt x="12001433" y="3564444"/>
                </a:cubicBezTo>
                <a:lnTo>
                  <a:pt x="12016327" y="3545103"/>
                </a:lnTo>
                <a:close/>
                <a:moveTo>
                  <a:pt x="222374" y="3533148"/>
                </a:moveTo>
                <a:lnTo>
                  <a:pt x="217377" y="3556365"/>
                </a:lnTo>
                <a:cubicBezTo>
                  <a:pt x="219736" y="3556840"/>
                  <a:pt x="222069" y="3557430"/>
                  <a:pt x="224373" y="3558132"/>
                </a:cubicBezTo>
                <a:lnTo>
                  <a:pt x="225373" y="3558132"/>
                </a:lnTo>
                <a:lnTo>
                  <a:pt x="230620" y="3535167"/>
                </a:lnTo>
                <a:cubicBezTo>
                  <a:pt x="227871" y="3535167"/>
                  <a:pt x="225123" y="3535167"/>
                  <a:pt x="222374" y="3533148"/>
                </a:cubicBezTo>
                <a:close/>
                <a:moveTo>
                  <a:pt x="188393" y="3509930"/>
                </a:moveTo>
                <a:cubicBezTo>
                  <a:pt x="186394" y="3509930"/>
                  <a:pt x="182896" y="3509930"/>
                  <a:pt x="180397" y="3511192"/>
                </a:cubicBezTo>
                <a:lnTo>
                  <a:pt x="184395" y="3521791"/>
                </a:lnTo>
                <a:lnTo>
                  <a:pt x="191391" y="3517501"/>
                </a:lnTo>
                <a:cubicBezTo>
                  <a:pt x="190392" y="3514725"/>
                  <a:pt x="190142" y="3510940"/>
                  <a:pt x="188393" y="3509930"/>
                </a:cubicBezTo>
                <a:close/>
                <a:moveTo>
                  <a:pt x="91945" y="3488732"/>
                </a:moveTo>
                <a:cubicBezTo>
                  <a:pt x="96693" y="3488732"/>
                  <a:pt x="101190" y="3488732"/>
                  <a:pt x="105688" y="3490498"/>
                </a:cubicBezTo>
                <a:lnTo>
                  <a:pt x="98692" y="3531129"/>
                </a:lnTo>
                <a:cubicBezTo>
                  <a:pt x="77453" y="3514978"/>
                  <a:pt x="85449" y="3501855"/>
                  <a:pt x="91945" y="3488732"/>
                </a:cubicBezTo>
                <a:close/>
                <a:moveTo>
                  <a:pt x="12026842" y="3476446"/>
                </a:moveTo>
                <a:lnTo>
                  <a:pt x="12026503" y="3477923"/>
                </a:lnTo>
                <a:lnTo>
                  <a:pt x="12026175" y="3476585"/>
                </a:lnTo>
                <a:close/>
                <a:moveTo>
                  <a:pt x="12026966" y="3475903"/>
                </a:moveTo>
                <a:lnTo>
                  <a:pt x="12027392" y="3476332"/>
                </a:lnTo>
                <a:lnTo>
                  <a:pt x="12026842" y="3476446"/>
                </a:lnTo>
                <a:close/>
                <a:moveTo>
                  <a:pt x="12129524" y="3465372"/>
                </a:moveTo>
                <a:lnTo>
                  <a:pt x="12145694" y="3511792"/>
                </a:lnTo>
                <a:cubicBezTo>
                  <a:pt x="12117608" y="3520603"/>
                  <a:pt x="12098884" y="3541234"/>
                  <a:pt x="12071223" y="3536292"/>
                </a:cubicBezTo>
                <a:close/>
                <a:moveTo>
                  <a:pt x="233118" y="3464757"/>
                </a:moveTo>
                <a:lnTo>
                  <a:pt x="229121" y="3493779"/>
                </a:lnTo>
                <a:cubicBezTo>
                  <a:pt x="231120" y="3493779"/>
                  <a:pt x="233368" y="3493779"/>
                  <a:pt x="235617" y="3493779"/>
                </a:cubicBezTo>
                <a:lnTo>
                  <a:pt x="239865" y="3465009"/>
                </a:lnTo>
                <a:cubicBezTo>
                  <a:pt x="237616" y="3465514"/>
                  <a:pt x="236117" y="3465262"/>
                  <a:pt x="233118" y="3464757"/>
                </a:cubicBezTo>
                <a:close/>
                <a:moveTo>
                  <a:pt x="204884" y="3437502"/>
                </a:moveTo>
                <a:cubicBezTo>
                  <a:pt x="200636" y="3438006"/>
                  <a:pt x="195889" y="3438259"/>
                  <a:pt x="191141" y="3438511"/>
                </a:cubicBezTo>
                <a:lnTo>
                  <a:pt x="191141" y="3481413"/>
                </a:lnTo>
                <a:cubicBezTo>
                  <a:pt x="216128" y="3464252"/>
                  <a:pt x="220625" y="3451887"/>
                  <a:pt x="204884" y="3437502"/>
                </a:cubicBezTo>
                <a:close/>
                <a:moveTo>
                  <a:pt x="294835" y="3432454"/>
                </a:moveTo>
                <a:lnTo>
                  <a:pt x="294085" y="3432959"/>
                </a:lnTo>
                <a:cubicBezTo>
                  <a:pt x="278594" y="3440782"/>
                  <a:pt x="257105" y="3445577"/>
                  <a:pt x="259354" y="3467785"/>
                </a:cubicBezTo>
                <a:cubicBezTo>
                  <a:pt x="261103" y="3480656"/>
                  <a:pt x="276595" y="3493022"/>
                  <a:pt x="292336" y="3512202"/>
                </a:cubicBezTo>
                <a:lnTo>
                  <a:pt x="307328" y="3438259"/>
                </a:lnTo>
                <a:cubicBezTo>
                  <a:pt x="303580" y="3436240"/>
                  <a:pt x="299082" y="3434221"/>
                  <a:pt x="294835" y="3432454"/>
                </a:cubicBezTo>
                <a:close/>
                <a:moveTo>
                  <a:pt x="12007816" y="3418737"/>
                </a:moveTo>
                <a:lnTo>
                  <a:pt x="12004625" y="3448824"/>
                </a:lnTo>
                <a:cubicBezTo>
                  <a:pt x="12008455" y="3447535"/>
                  <a:pt x="12012072" y="3447750"/>
                  <a:pt x="12015902" y="3448179"/>
                </a:cubicBezTo>
                <a:lnTo>
                  <a:pt x="12015902" y="3449039"/>
                </a:lnTo>
                <a:lnTo>
                  <a:pt x="12017391" y="3418737"/>
                </a:lnTo>
                <a:cubicBezTo>
                  <a:pt x="12014199" y="3418737"/>
                  <a:pt x="12010795" y="3418737"/>
                  <a:pt x="12007816" y="3418737"/>
                </a:cubicBezTo>
                <a:close/>
                <a:moveTo>
                  <a:pt x="242863" y="3346146"/>
                </a:moveTo>
                <a:cubicBezTo>
                  <a:pt x="206133" y="3356240"/>
                  <a:pt x="228121" y="3374158"/>
                  <a:pt x="234618" y="3390310"/>
                </a:cubicBezTo>
                <a:lnTo>
                  <a:pt x="209631" y="3403937"/>
                </a:lnTo>
                <a:cubicBezTo>
                  <a:pt x="219126" y="3414284"/>
                  <a:pt x="232119" y="3419584"/>
                  <a:pt x="237116" y="3415294"/>
                </a:cubicBezTo>
                <a:cubicBezTo>
                  <a:pt x="259604" y="3395609"/>
                  <a:pt x="253358" y="3371887"/>
                  <a:pt x="242863" y="3346146"/>
                </a:cubicBezTo>
                <a:close/>
                <a:moveTo>
                  <a:pt x="12177611" y="3320954"/>
                </a:moveTo>
                <a:lnTo>
                  <a:pt x="12194375" y="3320954"/>
                </a:lnTo>
                <a:lnTo>
                  <a:pt x="12194375" y="3334868"/>
                </a:lnTo>
                <a:lnTo>
                  <a:pt x="12190430" y="3333543"/>
                </a:lnTo>
                <a:cubicBezTo>
                  <a:pt x="12186680" y="3330947"/>
                  <a:pt x="12182452" y="3326810"/>
                  <a:pt x="12177611" y="3320954"/>
                </a:cubicBezTo>
                <a:close/>
                <a:moveTo>
                  <a:pt x="283423" y="3307293"/>
                </a:moveTo>
                <a:cubicBezTo>
                  <a:pt x="277235" y="3307833"/>
                  <a:pt x="269848" y="3309553"/>
                  <a:pt x="261103" y="3312329"/>
                </a:cubicBezTo>
                <a:lnTo>
                  <a:pt x="282841" y="3415546"/>
                </a:lnTo>
                <a:cubicBezTo>
                  <a:pt x="306111" y="3397048"/>
                  <a:pt x="317040" y="3366862"/>
                  <a:pt x="311076" y="3337565"/>
                </a:cubicBezTo>
                <a:cubicBezTo>
                  <a:pt x="309764" y="3314663"/>
                  <a:pt x="301987" y="3305672"/>
                  <a:pt x="283423" y="3307293"/>
                </a:cubicBezTo>
                <a:close/>
                <a:moveTo>
                  <a:pt x="12032711" y="3259705"/>
                </a:moveTo>
                <a:lnTo>
                  <a:pt x="12051435" y="3301183"/>
                </a:lnTo>
                <a:cubicBezTo>
                  <a:pt x="12054414" y="3299678"/>
                  <a:pt x="12057393" y="3298389"/>
                  <a:pt x="12060584" y="3296885"/>
                </a:cubicBezTo>
                <a:cubicBezTo>
                  <a:pt x="12059308" y="3269806"/>
                  <a:pt x="12059308" y="3270021"/>
                  <a:pt x="12032711" y="3259705"/>
                </a:cubicBezTo>
                <a:close/>
                <a:moveTo>
                  <a:pt x="276595" y="3238386"/>
                </a:moveTo>
                <a:lnTo>
                  <a:pt x="276595" y="3260090"/>
                </a:lnTo>
                <a:lnTo>
                  <a:pt x="286090" y="3260090"/>
                </a:lnTo>
                <a:lnTo>
                  <a:pt x="288838" y="3238891"/>
                </a:lnTo>
                <a:cubicBezTo>
                  <a:pt x="284341" y="3238638"/>
                  <a:pt x="280593" y="3238386"/>
                  <a:pt x="276595" y="3238386"/>
                </a:cubicBezTo>
                <a:close/>
                <a:moveTo>
                  <a:pt x="12194375" y="3109424"/>
                </a:moveTo>
                <a:lnTo>
                  <a:pt x="12194375" y="3285709"/>
                </a:lnTo>
                <a:lnTo>
                  <a:pt x="12173142" y="3285709"/>
                </a:lnTo>
                <a:cubicBezTo>
                  <a:pt x="12193794" y="3229535"/>
                  <a:pt x="12200659" y="3169141"/>
                  <a:pt x="12193143" y="3109700"/>
                </a:cubicBezTo>
                <a:close/>
                <a:moveTo>
                  <a:pt x="12035809" y="3104862"/>
                </a:moveTo>
                <a:lnTo>
                  <a:pt x="12055451" y="3118726"/>
                </a:lnTo>
                <a:cubicBezTo>
                  <a:pt x="12057393" y="3125657"/>
                  <a:pt x="12054946" y="3134522"/>
                  <a:pt x="12049520" y="3144730"/>
                </a:cubicBezTo>
                <a:close/>
                <a:moveTo>
                  <a:pt x="12035477" y="3103897"/>
                </a:moveTo>
                <a:lnTo>
                  <a:pt x="12035809" y="3104862"/>
                </a:lnTo>
                <a:lnTo>
                  <a:pt x="12035256" y="3104472"/>
                </a:lnTo>
                <a:close/>
                <a:moveTo>
                  <a:pt x="295584" y="3102866"/>
                </a:moveTo>
                <a:cubicBezTo>
                  <a:pt x="285962" y="3120370"/>
                  <a:pt x="279691" y="3139547"/>
                  <a:pt x="277095" y="3159396"/>
                </a:cubicBezTo>
                <a:cubicBezTo>
                  <a:pt x="277095" y="3173528"/>
                  <a:pt x="296084" y="3186399"/>
                  <a:pt x="307078" y="3200027"/>
                </a:cubicBezTo>
                <a:cubicBezTo>
                  <a:pt x="307078" y="3220973"/>
                  <a:pt x="287589" y="3243938"/>
                  <a:pt x="317073" y="3267913"/>
                </a:cubicBezTo>
                <a:cubicBezTo>
                  <a:pt x="320513" y="3257185"/>
                  <a:pt x="323184" y="3246219"/>
                  <a:pt x="325068" y="3235105"/>
                </a:cubicBezTo>
                <a:cubicBezTo>
                  <a:pt x="323264" y="3218331"/>
                  <a:pt x="323264" y="3201407"/>
                  <a:pt x="325068" y="3184632"/>
                </a:cubicBezTo>
                <a:cubicBezTo>
                  <a:pt x="335563" y="3151320"/>
                  <a:pt x="325068" y="3127850"/>
                  <a:pt x="295584" y="3102866"/>
                </a:cubicBezTo>
                <a:close/>
                <a:moveTo>
                  <a:pt x="12035264" y="2994510"/>
                </a:moveTo>
                <a:cubicBezTo>
                  <a:pt x="12033349" y="2994510"/>
                  <a:pt x="12031860" y="2998378"/>
                  <a:pt x="12028881" y="3002891"/>
                </a:cubicBezTo>
                <a:cubicBezTo>
                  <a:pt x="12035903" y="3008479"/>
                  <a:pt x="12042924" y="3014281"/>
                  <a:pt x="12050158" y="3019869"/>
                </a:cubicBezTo>
                <a:lnTo>
                  <a:pt x="12043562" y="3043938"/>
                </a:lnTo>
                <a:lnTo>
                  <a:pt x="12049946" y="3048236"/>
                </a:lnTo>
                <a:lnTo>
                  <a:pt x="12075904" y="3031688"/>
                </a:lnTo>
                <a:cubicBezTo>
                  <a:pt x="12071649" y="3005470"/>
                  <a:pt x="12059095" y="2992790"/>
                  <a:pt x="12035264" y="2994510"/>
                </a:cubicBezTo>
                <a:close/>
                <a:moveTo>
                  <a:pt x="317323" y="2941858"/>
                </a:moveTo>
                <a:cubicBezTo>
                  <a:pt x="317323" y="2944381"/>
                  <a:pt x="317323" y="2948924"/>
                  <a:pt x="319571" y="2949429"/>
                </a:cubicBezTo>
                <a:cubicBezTo>
                  <a:pt x="323719" y="2949933"/>
                  <a:pt x="327917" y="2949933"/>
                  <a:pt x="332065" y="2949429"/>
                </a:cubicBezTo>
                <a:cubicBezTo>
                  <a:pt x="331065" y="2946905"/>
                  <a:pt x="330315" y="2941858"/>
                  <a:pt x="329566" y="2941858"/>
                </a:cubicBezTo>
                <a:cubicBezTo>
                  <a:pt x="325493" y="2941479"/>
                  <a:pt x="321395" y="2941479"/>
                  <a:pt x="317323" y="2941858"/>
                </a:cubicBezTo>
                <a:close/>
                <a:moveTo>
                  <a:pt x="12038243" y="2920366"/>
                </a:moveTo>
                <a:cubicBezTo>
                  <a:pt x="12023987" y="2942717"/>
                  <a:pt x="12023987" y="2942717"/>
                  <a:pt x="12035051" y="2967001"/>
                </a:cubicBezTo>
                <a:cubicBezTo>
                  <a:pt x="12058031" y="2937989"/>
                  <a:pt x="12058031" y="2937989"/>
                  <a:pt x="12038243" y="2920366"/>
                </a:cubicBezTo>
                <a:close/>
                <a:moveTo>
                  <a:pt x="355302" y="2889366"/>
                </a:moveTo>
                <a:cubicBezTo>
                  <a:pt x="340560" y="2921416"/>
                  <a:pt x="362048" y="2936558"/>
                  <a:pt x="381788" y="2955738"/>
                </a:cubicBezTo>
                <a:cubicBezTo>
                  <a:pt x="397279" y="2905770"/>
                  <a:pt x="395530" y="2901227"/>
                  <a:pt x="355302" y="2889366"/>
                </a:cubicBezTo>
                <a:close/>
                <a:moveTo>
                  <a:pt x="11967389" y="2639052"/>
                </a:moveTo>
                <a:cubicBezTo>
                  <a:pt x="11959184" y="2653451"/>
                  <a:pt x="11964093" y="2671847"/>
                  <a:pt x="11978353" y="2680143"/>
                </a:cubicBezTo>
                <a:cubicBezTo>
                  <a:pt x="11978458" y="2680186"/>
                  <a:pt x="11978562" y="2680250"/>
                  <a:pt x="11978666" y="2680315"/>
                </a:cubicBezTo>
                <a:lnTo>
                  <a:pt x="11977389" y="2639052"/>
                </a:lnTo>
                <a:close/>
                <a:moveTo>
                  <a:pt x="12036966" y="2631101"/>
                </a:moveTo>
                <a:cubicBezTo>
                  <a:pt x="12034413" y="2679885"/>
                  <a:pt x="12033349" y="2731248"/>
                  <a:pt x="12029094" y="2781536"/>
                </a:cubicBezTo>
                <a:cubicBezTo>
                  <a:pt x="12026115" y="2816566"/>
                  <a:pt x="12035477" y="2840206"/>
                  <a:pt x="12078458" y="2846008"/>
                </a:cubicBezTo>
                <a:cubicBezTo>
                  <a:pt x="12111863" y="2794860"/>
                  <a:pt x="12076543" y="2757037"/>
                  <a:pt x="12053137" y="2716204"/>
                </a:cubicBezTo>
                <a:cubicBezTo>
                  <a:pt x="12064414" y="2714485"/>
                  <a:pt x="12074415" y="2712766"/>
                  <a:pt x="12095692" y="2709327"/>
                </a:cubicBezTo>
                <a:cubicBezTo>
                  <a:pt x="12074415" y="2696863"/>
                  <a:pt x="12061010" y="2689556"/>
                  <a:pt x="12048244" y="2682034"/>
                </a:cubicBezTo>
                <a:cubicBezTo>
                  <a:pt x="12048244" y="2641846"/>
                  <a:pt x="12048244" y="2641846"/>
                  <a:pt x="12036966" y="2631101"/>
                </a:cubicBezTo>
                <a:close/>
                <a:moveTo>
                  <a:pt x="460994" y="2629430"/>
                </a:moveTo>
                <a:cubicBezTo>
                  <a:pt x="450750" y="2646086"/>
                  <a:pt x="431510" y="2661985"/>
                  <a:pt x="458496" y="2679903"/>
                </a:cubicBezTo>
                <a:close/>
                <a:moveTo>
                  <a:pt x="12166117" y="2568002"/>
                </a:moveTo>
                <a:cubicBezTo>
                  <a:pt x="12162188" y="2566876"/>
                  <a:pt x="12157834" y="2567263"/>
                  <a:pt x="12153986" y="2569422"/>
                </a:cubicBezTo>
                <a:cubicBezTo>
                  <a:pt x="12151399" y="2570884"/>
                  <a:pt x="12149265" y="2573033"/>
                  <a:pt x="12147822" y="2575655"/>
                </a:cubicBezTo>
                <a:cubicBezTo>
                  <a:pt x="12150376" y="2590698"/>
                  <a:pt x="12160802" y="2592847"/>
                  <a:pt x="12172717" y="2589409"/>
                </a:cubicBezTo>
                <a:cubicBezTo>
                  <a:pt x="12175804" y="2585562"/>
                  <a:pt x="12176911" y="2580447"/>
                  <a:pt x="12175696" y="2575655"/>
                </a:cubicBezTo>
                <a:cubicBezTo>
                  <a:pt x="12173549" y="2571765"/>
                  <a:pt x="12170046" y="2569127"/>
                  <a:pt x="12166117" y="2568002"/>
                </a:cubicBezTo>
                <a:close/>
                <a:moveTo>
                  <a:pt x="11929728" y="2562975"/>
                </a:moveTo>
                <a:lnTo>
                  <a:pt x="11929864" y="2563034"/>
                </a:lnTo>
                <a:lnTo>
                  <a:pt x="11921004" y="2569852"/>
                </a:lnTo>
                <a:cubicBezTo>
                  <a:pt x="11923983" y="2573505"/>
                  <a:pt x="11926962" y="2579523"/>
                  <a:pt x="11930153" y="2579738"/>
                </a:cubicBezTo>
                <a:cubicBezTo>
                  <a:pt x="11933345" y="2579953"/>
                  <a:pt x="11938452" y="2575655"/>
                  <a:pt x="11947601" y="2570712"/>
                </a:cubicBezTo>
                <a:lnTo>
                  <a:pt x="11929864" y="2563034"/>
                </a:lnTo>
                <a:lnTo>
                  <a:pt x="11929941" y="2562975"/>
                </a:lnTo>
                <a:close/>
                <a:moveTo>
                  <a:pt x="12055478" y="2551800"/>
                </a:moveTo>
                <a:cubicBezTo>
                  <a:pt x="12047711" y="2551585"/>
                  <a:pt x="12038668" y="2555239"/>
                  <a:pt x="12027604" y="2560826"/>
                </a:cubicBezTo>
                <a:cubicBezTo>
                  <a:pt x="12041328" y="2567059"/>
                  <a:pt x="12048190" y="2570175"/>
                  <a:pt x="12054201" y="2570739"/>
                </a:cubicBezTo>
                <a:lnTo>
                  <a:pt x="12075226" y="2565456"/>
                </a:lnTo>
                <a:lnTo>
                  <a:pt x="12075691" y="2565984"/>
                </a:lnTo>
                <a:lnTo>
                  <a:pt x="12075691" y="2565339"/>
                </a:lnTo>
                <a:lnTo>
                  <a:pt x="12075226" y="2565456"/>
                </a:lnTo>
                <a:lnTo>
                  <a:pt x="12066263" y="2555265"/>
                </a:lnTo>
                <a:cubicBezTo>
                  <a:pt x="12062925" y="2552982"/>
                  <a:pt x="12059361" y="2551907"/>
                  <a:pt x="12055478" y="2551800"/>
                </a:cubicBezTo>
                <a:close/>
                <a:moveTo>
                  <a:pt x="12005901" y="2508174"/>
                </a:moveTo>
                <a:lnTo>
                  <a:pt x="12005901" y="2508388"/>
                </a:lnTo>
                <a:cubicBezTo>
                  <a:pt x="11985900" y="2529879"/>
                  <a:pt x="12003135" y="2551370"/>
                  <a:pt x="11994624" y="2579093"/>
                </a:cubicBezTo>
                <a:cubicBezTo>
                  <a:pt x="12018668" y="2544708"/>
                  <a:pt x="12019732" y="2535467"/>
                  <a:pt x="12005901" y="2508174"/>
                </a:cubicBezTo>
                <a:close/>
                <a:moveTo>
                  <a:pt x="11930579" y="2506239"/>
                </a:moveTo>
                <a:lnTo>
                  <a:pt x="11928026" y="2516125"/>
                </a:lnTo>
                <a:cubicBezTo>
                  <a:pt x="11933558" y="2518059"/>
                  <a:pt x="11939303" y="2519564"/>
                  <a:pt x="11944835" y="2521498"/>
                </a:cubicBezTo>
                <a:cubicBezTo>
                  <a:pt x="11944835" y="2518059"/>
                  <a:pt x="11947388" y="2511827"/>
                  <a:pt x="11946537" y="2511397"/>
                </a:cubicBezTo>
                <a:cubicBezTo>
                  <a:pt x="11941405" y="2509141"/>
                  <a:pt x="11936058" y="2507400"/>
                  <a:pt x="11930579" y="2506239"/>
                </a:cubicBezTo>
                <a:close/>
                <a:moveTo>
                  <a:pt x="11970368" y="2436394"/>
                </a:moveTo>
                <a:cubicBezTo>
                  <a:pt x="11966112" y="2444561"/>
                  <a:pt x="11957176" y="2453372"/>
                  <a:pt x="11958452" y="2460679"/>
                </a:cubicBezTo>
                <a:cubicBezTo>
                  <a:pt x="11964623" y="2497858"/>
                  <a:pt x="11950580" y="2537616"/>
                  <a:pt x="11970155" y="2573076"/>
                </a:cubicBezTo>
                <a:cubicBezTo>
                  <a:pt x="11972708" y="2572431"/>
                  <a:pt x="11976113" y="2571571"/>
                  <a:pt x="11979517" y="2571142"/>
                </a:cubicBezTo>
                <a:lnTo>
                  <a:pt x="11979517" y="2438329"/>
                </a:lnTo>
                <a:close/>
                <a:moveTo>
                  <a:pt x="12009731" y="2392768"/>
                </a:moveTo>
                <a:cubicBezTo>
                  <a:pt x="11993773" y="2434460"/>
                  <a:pt x="11993773" y="2434460"/>
                  <a:pt x="12003348" y="2481095"/>
                </a:cubicBezTo>
                <a:cubicBezTo>
                  <a:pt x="12022285" y="2483029"/>
                  <a:pt x="12042499" y="2485393"/>
                  <a:pt x="12038669" y="2461968"/>
                </a:cubicBezTo>
                <a:cubicBezTo>
                  <a:pt x="12037271" y="2436201"/>
                  <a:pt x="12027038" y="2411744"/>
                  <a:pt x="12009731" y="2392768"/>
                </a:cubicBezTo>
                <a:close/>
                <a:moveTo>
                  <a:pt x="12157397" y="2392338"/>
                </a:moveTo>
                <a:lnTo>
                  <a:pt x="12150376" y="2413829"/>
                </a:lnTo>
                <a:lnTo>
                  <a:pt x="12160773" y="2415682"/>
                </a:lnTo>
                <a:lnTo>
                  <a:pt x="12160589" y="2416838"/>
                </a:lnTo>
                <a:lnTo>
                  <a:pt x="12161227" y="2415763"/>
                </a:lnTo>
                <a:lnTo>
                  <a:pt x="12160773" y="2415682"/>
                </a:lnTo>
                <a:lnTo>
                  <a:pt x="12164206" y="2394058"/>
                </a:lnTo>
                <a:cubicBezTo>
                  <a:pt x="12161865" y="2394058"/>
                  <a:pt x="12159525" y="2392768"/>
                  <a:pt x="12157397" y="2392338"/>
                </a:cubicBezTo>
                <a:close/>
                <a:moveTo>
                  <a:pt x="12063138" y="2392338"/>
                </a:moveTo>
                <a:lnTo>
                  <a:pt x="12063696" y="2392721"/>
                </a:lnTo>
                <a:lnTo>
                  <a:pt x="12055691" y="2398786"/>
                </a:lnTo>
                <a:cubicBezTo>
                  <a:pt x="12058244" y="2401579"/>
                  <a:pt x="12060584" y="2406093"/>
                  <a:pt x="12063563" y="2406522"/>
                </a:cubicBezTo>
                <a:cubicBezTo>
                  <a:pt x="12066542" y="2406952"/>
                  <a:pt x="12069734" y="2403084"/>
                  <a:pt x="12074415" y="2400075"/>
                </a:cubicBezTo>
                <a:lnTo>
                  <a:pt x="12063696" y="2392721"/>
                </a:lnTo>
                <a:lnTo>
                  <a:pt x="12064202" y="2392338"/>
                </a:lnTo>
                <a:close/>
                <a:moveTo>
                  <a:pt x="64960" y="2367224"/>
                </a:moveTo>
                <a:cubicBezTo>
                  <a:pt x="62961" y="2388170"/>
                  <a:pt x="60712" y="2402302"/>
                  <a:pt x="60712" y="2416435"/>
                </a:cubicBezTo>
                <a:cubicBezTo>
                  <a:pt x="60712" y="2453785"/>
                  <a:pt x="81951" y="2492144"/>
                  <a:pt x="58214" y="2529494"/>
                </a:cubicBezTo>
                <a:cubicBezTo>
                  <a:pt x="55965" y="2533279"/>
                  <a:pt x="61462" y="2541860"/>
                  <a:pt x="62711" y="2548169"/>
                </a:cubicBezTo>
                <a:lnTo>
                  <a:pt x="71207" y="2596623"/>
                </a:lnTo>
                <a:lnTo>
                  <a:pt x="80202" y="2653657"/>
                </a:lnTo>
                <a:cubicBezTo>
                  <a:pt x="99331" y="2639525"/>
                  <a:pt x="107464" y="2614692"/>
                  <a:pt x="100441" y="2591828"/>
                </a:cubicBezTo>
                <a:cubicBezTo>
                  <a:pt x="85424" y="2539866"/>
                  <a:pt x="83705" y="2484901"/>
                  <a:pt x="95443" y="2432081"/>
                </a:cubicBezTo>
                <a:cubicBezTo>
                  <a:pt x="103162" y="2405785"/>
                  <a:pt x="90021" y="2377823"/>
                  <a:pt x="64960" y="2367224"/>
                </a:cubicBezTo>
                <a:close/>
                <a:moveTo>
                  <a:pt x="12014838" y="2305731"/>
                </a:moveTo>
                <a:cubicBezTo>
                  <a:pt x="12006889" y="2315294"/>
                  <a:pt x="12001537" y="2326770"/>
                  <a:pt x="11999305" y="2339041"/>
                </a:cubicBezTo>
                <a:cubicBezTo>
                  <a:pt x="12000254" y="2349894"/>
                  <a:pt x="12006259" y="2359629"/>
                  <a:pt x="12015476" y="2365260"/>
                </a:cubicBezTo>
                <a:cubicBezTo>
                  <a:pt x="12032213" y="2375210"/>
                  <a:pt x="12053403" y="2373018"/>
                  <a:pt x="12067819" y="2359887"/>
                </a:cubicBezTo>
                <a:cubicBezTo>
                  <a:pt x="12058882" y="2346509"/>
                  <a:pt x="12041328" y="2339901"/>
                  <a:pt x="12034097" y="2326372"/>
                </a:cubicBezTo>
                <a:lnTo>
                  <a:pt x="12031142" y="2310733"/>
                </a:lnTo>
                <a:lnTo>
                  <a:pt x="12031647" y="2310888"/>
                </a:lnTo>
                <a:lnTo>
                  <a:pt x="12031009" y="2310029"/>
                </a:lnTo>
                <a:lnTo>
                  <a:pt x="12031142" y="2310733"/>
                </a:lnTo>
                <a:close/>
                <a:moveTo>
                  <a:pt x="11946537" y="2263609"/>
                </a:moveTo>
                <a:cubicBezTo>
                  <a:pt x="11951005" y="2316906"/>
                  <a:pt x="11948878" y="2362466"/>
                  <a:pt x="11955261" y="2406952"/>
                </a:cubicBezTo>
                <a:cubicBezTo>
                  <a:pt x="11958878" y="2406522"/>
                  <a:pt x="11962282" y="2406522"/>
                  <a:pt x="11965900" y="2406522"/>
                </a:cubicBezTo>
                <a:lnTo>
                  <a:pt x="11965900" y="2406093"/>
                </a:lnTo>
                <a:cubicBezTo>
                  <a:pt x="11967815" y="2364400"/>
                  <a:pt x="11970368" y="2322923"/>
                  <a:pt x="11971006" y="2281231"/>
                </a:cubicBezTo>
                <a:cubicBezTo>
                  <a:pt x="11971006" y="2277148"/>
                  <a:pt x="11959942" y="2272850"/>
                  <a:pt x="11946537" y="2263609"/>
                </a:cubicBezTo>
                <a:close/>
                <a:moveTo>
                  <a:pt x="12052792" y="2222562"/>
                </a:moveTo>
                <a:cubicBezTo>
                  <a:pt x="12047871" y="2221380"/>
                  <a:pt x="12041860" y="2223099"/>
                  <a:pt x="12035264" y="2226645"/>
                </a:cubicBezTo>
                <a:cubicBezTo>
                  <a:pt x="12035052" y="2234382"/>
                  <a:pt x="12036009" y="2240829"/>
                  <a:pt x="12039147" y="2244832"/>
                </a:cubicBezTo>
                <a:lnTo>
                  <a:pt x="12055928" y="2248311"/>
                </a:lnTo>
                <a:lnTo>
                  <a:pt x="12055903" y="2248350"/>
                </a:lnTo>
                <a:lnTo>
                  <a:pt x="12056116" y="2248350"/>
                </a:lnTo>
                <a:lnTo>
                  <a:pt x="12055928" y="2248311"/>
                </a:lnTo>
                <a:lnTo>
                  <a:pt x="12063776" y="2235886"/>
                </a:lnTo>
                <a:cubicBezTo>
                  <a:pt x="12061542" y="2227827"/>
                  <a:pt x="12057712" y="2223744"/>
                  <a:pt x="12052792" y="2222562"/>
                </a:cubicBezTo>
                <a:close/>
                <a:moveTo>
                  <a:pt x="12009518" y="2218048"/>
                </a:moveTo>
                <a:cubicBezTo>
                  <a:pt x="11990369" y="2219123"/>
                  <a:pt x="11971432" y="2219982"/>
                  <a:pt x="11948239" y="2221272"/>
                </a:cubicBezTo>
                <a:cubicBezTo>
                  <a:pt x="11972921" y="2252219"/>
                  <a:pt x="11977389" y="2252219"/>
                  <a:pt x="12009518" y="2218048"/>
                </a:cubicBezTo>
                <a:close/>
                <a:moveTo>
                  <a:pt x="12018881" y="2177001"/>
                </a:moveTo>
                <a:cubicBezTo>
                  <a:pt x="12015902" y="2177001"/>
                  <a:pt x="12011221" y="2183018"/>
                  <a:pt x="12007391" y="2186242"/>
                </a:cubicBezTo>
                <a:cubicBezTo>
                  <a:pt x="12011859" y="2190755"/>
                  <a:pt x="12015476" y="2196772"/>
                  <a:pt x="12020583" y="2198921"/>
                </a:cubicBezTo>
                <a:cubicBezTo>
                  <a:pt x="12025689" y="2201071"/>
                  <a:pt x="12028881" y="2194623"/>
                  <a:pt x="12037392" y="2189895"/>
                </a:cubicBezTo>
                <a:cubicBezTo>
                  <a:pt x="12028668" y="2183663"/>
                  <a:pt x="12024200" y="2178290"/>
                  <a:pt x="12018881" y="2177001"/>
                </a:cubicBezTo>
                <a:close/>
                <a:moveTo>
                  <a:pt x="11948026" y="2080937"/>
                </a:moveTo>
                <a:cubicBezTo>
                  <a:pt x="11932494" y="2133590"/>
                  <a:pt x="11932494" y="2133590"/>
                  <a:pt x="11968240" y="2149493"/>
                </a:cubicBezTo>
                <a:close/>
                <a:moveTo>
                  <a:pt x="11976858" y="2000777"/>
                </a:moveTo>
                <a:cubicBezTo>
                  <a:pt x="11963612" y="2001797"/>
                  <a:pt x="11953772" y="2010125"/>
                  <a:pt x="11945473" y="2025706"/>
                </a:cubicBezTo>
                <a:lnTo>
                  <a:pt x="11945473" y="2026351"/>
                </a:lnTo>
                <a:cubicBezTo>
                  <a:pt x="11973064" y="2034625"/>
                  <a:pt x="12002712" y="2032239"/>
                  <a:pt x="12028668" y="2019689"/>
                </a:cubicBezTo>
                <a:cubicBezTo>
                  <a:pt x="12006752" y="2006042"/>
                  <a:pt x="11990103" y="1999756"/>
                  <a:pt x="11976858" y="2000777"/>
                </a:cubicBezTo>
                <a:close/>
                <a:moveTo>
                  <a:pt x="12012072" y="1921906"/>
                </a:moveTo>
                <a:cubicBezTo>
                  <a:pt x="12005493" y="1921067"/>
                  <a:pt x="11998956" y="1923754"/>
                  <a:pt x="11994837" y="1928998"/>
                </a:cubicBezTo>
                <a:cubicBezTo>
                  <a:pt x="11988454" y="1946405"/>
                  <a:pt x="12005050" y="1948984"/>
                  <a:pt x="12014838" y="1955431"/>
                </a:cubicBezTo>
                <a:cubicBezTo>
                  <a:pt x="12016540" y="1956721"/>
                  <a:pt x="12019944" y="1955431"/>
                  <a:pt x="12024625" y="1955431"/>
                </a:cubicBezTo>
                <a:cubicBezTo>
                  <a:pt x="12031194" y="1945589"/>
                  <a:pt x="12028621" y="1932243"/>
                  <a:pt x="12018878" y="1925602"/>
                </a:cubicBezTo>
                <a:cubicBezTo>
                  <a:pt x="12016804" y="1924184"/>
                  <a:pt x="12014500" y="1923152"/>
                  <a:pt x="12012072" y="1922550"/>
                </a:cubicBezTo>
                <a:close/>
                <a:moveTo>
                  <a:pt x="12061648" y="1904713"/>
                </a:moveTo>
                <a:lnTo>
                  <a:pt x="12061848" y="1904856"/>
                </a:lnTo>
                <a:lnTo>
                  <a:pt x="12058669" y="1906862"/>
                </a:lnTo>
                <a:cubicBezTo>
                  <a:pt x="12055480" y="1927515"/>
                  <a:pt x="12053348" y="1948318"/>
                  <a:pt x="12052286" y="1969185"/>
                </a:cubicBezTo>
                <a:cubicBezTo>
                  <a:pt x="12052286" y="1973913"/>
                  <a:pt x="12061861" y="1978856"/>
                  <a:pt x="12066968" y="1983799"/>
                </a:cubicBezTo>
                <a:cubicBezTo>
                  <a:pt x="12069734" y="1982510"/>
                  <a:pt x="12072925" y="1981220"/>
                  <a:pt x="12075691" y="1980146"/>
                </a:cubicBezTo>
                <a:lnTo>
                  <a:pt x="12067393" y="1908796"/>
                </a:lnTo>
                <a:lnTo>
                  <a:pt x="12061848" y="1904856"/>
                </a:lnTo>
                <a:lnTo>
                  <a:pt x="12062074" y="1904713"/>
                </a:lnTo>
                <a:close/>
                <a:moveTo>
                  <a:pt x="12059095" y="1841315"/>
                </a:moveTo>
                <a:cubicBezTo>
                  <a:pt x="12051827" y="1847526"/>
                  <a:pt x="12050918" y="1858508"/>
                  <a:pt x="12057063" y="1865858"/>
                </a:cubicBezTo>
                <a:cubicBezTo>
                  <a:pt x="12059316" y="1868544"/>
                  <a:pt x="12062325" y="1870478"/>
                  <a:pt x="12065691" y="1871402"/>
                </a:cubicBezTo>
                <a:cubicBezTo>
                  <a:pt x="12074921" y="1869060"/>
                  <a:pt x="12080521" y="1859604"/>
                  <a:pt x="12078198" y="1850277"/>
                </a:cubicBezTo>
                <a:cubicBezTo>
                  <a:pt x="12077328" y="1846795"/>
                  <a:pt x="12075413" y="1843658"/>
                  <a:pt x="12072713" y="1841315"/>
                </a:cubicBezTo>
                <a:cubicBezTo>
                  <a:pt x="12068423" y="1839166"/>
                  <a:pt x="12063385" y="1839166"/>
                  <a:pt x="12059095" y="1841315"/>
                </a:cubicBezTo>
                <a:close/>
                <a:moveTo>
                  <a:pt x="11953828" y="1829764"/>
                </a:moveTo>
                <a:cubicBezTo>
                  <a:pt x="11946697" y="1831376"/>
                  <a:pt x="11939675" y="1835298"/>
                  <a:pt x="11932707" y="1842820"/>
                </a:cubicBezTo>
                <a:lnTo>
                  <a:pt x="11965474" y="1905358"/>
                </a:lnTo>
                <a:cubicBezTo>
                  <a:pt x="11953346" y="1903424"/>
                  <a:pt x="11947175" y="1903209"/>
                  <a:pt x="11939303" y="1902779"/>
                </a:cubicBezTo>
                <a:lnTo>
                  <a:pt x="11937388" y="1945760"/>
                </a:lnTo>
                <a:cubicBezTo>
                  <a:pt x="11968453" y="1929642"/>
                  <a:pt x="11985688" y="1896976"/>
                  <a:pt x="12022498" y="1904928"/>
                </a:cubicBezTo>
                <a:lnTo>
                  <a:pt x="12022498" y="1842820"/>
                </a:lnTo>
                <a:cubicBezTo>
                  <a:pt x="11997603" y="1840886"/>
                  <a:pt x="11975222" y="1824928"/>
                  <a:pt x="11953828" y="1829764"/>
                </a:cubicBezTo>
                <a:close/>
                <a:moveTo>
                  <a:pt x="12150801" y="1817246"/>
                </a:moveTo>
                <a:lnTo>
                  <a:pt x="12148461" y="1867749"/>
                </a:lnTo>
                <a:lnTo>
                  <a:pt x="12156333" y="1870543"/>
                </a:lnTo>
                <a:cubicBezTo>
                  <a:pt x="12167023" y="1853651"/>
                  <a:pt x="12164727" y="1831537"/>
                  <a:pt x="12150801" y="1817246"/>
                </a:cubicBezTo>
                <a:close/>
                <a:moveTo>
                  <a:pt x="11978028" y="1793606"/>
                </a:moveTo>
                <a:cubicBezTo>
                  <a:pt x="11978028" y="1796185"/>
                  <a:pt x="11976538" y="1799408"/>
                  <a:pt x="11978028" y="1800913"/>
                </a:cubicBezTo>
                <a:cubicBezTo>
                  <a:pt x="11979875" y="1802847"/>
                  <a:pt x="11982387" y="1804007"/>
                  <a:pt x="11985049" y="1804136"/>
                </a:cubicBezTo>
                <a:cubicBezTo>
                  <a:pt x="11986326" y="1804136"/>
                  <a:pt x="11987390" y="1800483"/>
                  <a:pt x="11989305" y="1797044"/>
                </a:cubicBezTo>
                <a:close/>
                <a:moveTo>
                  <a:pt x="12185058" y="1714305"/>
                </a:moveTo>
                <a:cubicBezTo>
                  <a:pt x="12182347" y="1714713"/>
                  <a:pt x="12179981" y="1716389"/>
                  <a:pt x="12178675" y="1718818"/>
                </a:cubicBezTo>
                <a:cubicBezTo>
                  <a:pt x="12178675" y="1720107"/>
                  <a:pt x="12180164" y="1722901"/>
                  <a:pt x="12181228" y="1725050"/>
                </a:cubicBezTo>
                <a:cubicBezTo>
                  <a:pt x="12184420" y="1723546"/>
                  <a:pt x="12187611" y="1721827"/>
                  <a:pt x="12191441" y="1719893"/>
                </a:cubicBezTo>
                <a:cubicBezTo>
                  <a:pt x="12188462" y="1717099"/>
                  <a:pt x="12186547" y="1714090"/>
                  <a:pt x="12185058" y="1714305"/>
                </a:cubicBezTo>
                <a:close/>
                <a:moveTo>
                  <a:pt x="12069947" y="1707858"/>
                </a:moveTo>
                <a:cubicBezTo>
                  <a:pt x="12068244" y="1711081"/>
                  <a:pt x="12064627" y="1714735"/>
                  <a:pt x="12065266" y="1717743"/>
                </a:cubicBezTo>
                <a:cubicBezTo>
                  <a:pt x="12065904" y="1720752"/>
                  <a:pt x="12069947" y="1723331"/>
                  <a:pt x="12074202" y="1727414"/>
                </a:cubicBezTo>
                <a:cubicBezTo>
                  <a:pt x="12076330" y="1722471"/>
                  <a:pt x="12079309" y="1718818"/>
                  <a:pt x="12078458" y="1715379"/>
                </a:cubicBezTo>
                <a:lnTo>
                  <a:pt x="12078458" y="1714520"/>
                </a:lnTo>
                <a:cubicBezTo>
                  <a:pt x="12078458" y="1711726"/>
                  <a:pt x="12072925" y="1710007"/>
                  <a:pt x="12069947" y="1707858"/>
                </a:cubicBezTo>
                <a:close/>
                <a:moveTo>
                  <a:pt x="2375" y="1669935"/>
                </a:moveTo>
                <a:lnTo>
                  <a:pt x="5421" y="1678546"/>
                </a:lnTo>
                <a:lnTo>
                  <a:pt x="2375" y="1691953"/>
                </a:lnTo>
                <a:close/>
                <a:moveTo>
                  <a:pt x="91945" y="1643442"/>
                </a:moveTo>
                <a:lnTo>
                  <a:pt x="88947" y="1651770"/>
                </a:lnTo>
                <a:cubicBezTo>
                  <a:pt x="96943" y="1654798"/>
                  <a:pt x="104688" y="1658079"/>
                  <a:pt x="112434" y="1661107"/>
                </a:cubicBezTo>
                <a:lnTo>
                  <a:pt x="116932" y="1651265"/>
                </a:lnTo>
                <a:cubicBezTo>
                  <a:pt x="108186" y="1648742"/>
                  <a:pt x="99691" y="1645966"/>
                  <a:pt x="91945" y="1643442"/>
                </a:cubicBezTo>
                <a:close/>
                <a:moveTo>
                  <a:pt x="12067606" y="1602338"/>
                </a:moveTo>
                <a:lnTo>
                  <a:pt x="12067606" y="1623829"/>
                </a:lnTo>
                <a:lnTo>
                  <a:pt x="12078883" y="1623829"/>
                </a:lnTo>
                <a:lnTo>
                  <a:pt x="12074628" y="1602338"/>
                </a:lnTo>
                <a:cubicBezTo>
                  <a:pt x="12072500" y="1602338"/>
                  <a:pt x="12069947" y="1602338"/>
                  <a:pt x="12067606" y="1602338"/>
                </a:cubicBezTo>
                <a:close/>
                <a:moveTo>
                  <a:pt x="11983134" y="1589659"/>
                </a:moveTo>
                <a:lnTo>
                  <a:pt x="11978453" y="1595246"/>
                </a:lnTo>
                <a:cubicBezTo>
                  <a:pt x="11980368" y="1596965"/>
                  <a:pt x="11982496" y="1599759"/>
                  <a:pt x="11984198" y="1599759"/>
                </a:cubicBezTo>
                <a:cubicBezTo>
                  <a:pt x="11985900" y="1599759"/>
                  <a:pt x="11987390" y="1596106"/>
                  <a:pt x="11989092" y="1594387"/>
                </a:cubicBezTo>
                <a:cubicBezTo>
                  <a:pt x="11987177" y="1592667"/>
                  <a:pt x="11985049" y="1591163"/>
                  <a:pt x="11983134" y="1589659"/>
                </a:cubicBezTo>
                <a:close/>
                <a:moveTo>
                  <a:pt x="6742" y="1555619"/>
                </a:moveTo>
                <a:lnTo>
                  <a:pt x="2375" y="1567032"/>
                </a:lnTo>
                <a:lnTo>
                  <a:pt x="2375" y="1557671"/>
                </a:lnTo>
                <a:close/>
                <a:moveTo>
                  <a:pt x="52217" y="1550572"/>
                </a:moveTo>
                <a:lnTo>
                  <a:pt x="48719" y="1582370"/>
                </a:lnTo>
                <a:cubicBezTo>
                  <a:pt x="51967" y="1582370"/>
                  <a:pt x="55465" y="1582370"/>
                  <a:pt x="58713" y="1583632"/>
                </a:cubicBezTo>
                <a:lnTo>
                  <a:pt x="64210" y="1552843"/>
                </a:lnTo>
                <a:cubicBezTo>
                  <a:pt x="61212" y="1551834"/>
                  <a:pt x="56215" y="1551077"/>
                  <a:pt x="52217" y="1550572"/>
                </a:cubicBezTo>
                <a:close/>
                <a:moveTo>
                  <a:pt x="12171866" y="1538725"/>
                </a:moveTo>
                <a:cubicBezTo>
                  <a:pt x="12165695" y="1546892"/>
                  <a:pt x="12159312" y="1552050"/>
                  <a:pt x="12159312" y="1556993"/>
                </a:cubicBezTo>
                <a:cubicBezTo>
                  <a:pt x="12159312" y="1561291"/>
                  <a:pt x="12166972" y="1569457"/>
                  <a:pt x="12170589" y="1569027"/>
                </a:cubicBezTo>
                <a:cubicBezTo>
                  <a:pt x="12176760" y="1567738"/>
                  <a:pt x="12181785" y="1563246"/>
                  <a:pt x="12183781" y="1557207"/>
                </a:cubicBezTo>
                <a:cubicBezTo>
                  <a:pt x="12183781" y="1552694"/>
                  <a:pt x="12177611" y="1547107"/>
                  <a:pt x="12171866" y="1538725"/>
                </a:cubicBezTo>
                <a:close/>
                <a:moveTo>
                  <a:pt x="103439" y="1517512"/>
                </a:moveTo>
                <a:cubicBezTo>
                  <a:pt x="84199" y="1562685"/>
                  <a:pt x="86198" y="1564452"/>
                  <a:pt x="126177" y="1574294"/>
                </a:cubicBezTo>
                <a:lnTo>
                  <a:pt x="126177" y="1573537"/>
                </a:lnTo>
                <a:close/>
                <a:moveTo>
                  <a:pt x="11987815" y="1495099"/>
                </a:moveTo>
                <a:cubicBezTo>
                  <a:pt x="11957601" y="1516590"/>
                  <a:pt x="11982922" y="1530989"/>
                  <a:pt x="11991220" y="1546462"/>
                </a:cubicBezTo>
                <a:cubicBezTo>
                  <a:pt x="11999788" y="1530301"/>
                  <a:pt x="11998465" y="1510594"/>
                  <a:pt x="11987815" y="1495744"/>
                </a:cubicBezTo>
                <a:close/>
                <a:moveTo>
                  <a:pt x="12039307" y="1486718"/>
                </a:moveTo>
                <a:cubicBezTo>
                  <a:pt x="12036300" y="1488265"/>
                  <a:pt x="12033509" y="1490221"/>
                  <a:pt x="12031009" y="1492520"/>
                </a:cubicBezTo>
                <a:cubicBezTo>
                  <a:pt x="12031009" y="1493595"/>
                  <a:pt x="12032285" y="1496818"/>
                  <a:pt x="12033136" y="1499182"/>
                </a:cubicBezTo>
                <a:cubicBezTo>
                  <a:pt x="12036115" y="1497678"/>
                  <a:pt x="12039307" y="1496174"/>
                  <a:pt x="12042286" y="1494884"/>
                </a:cubicBezTo>
                <a:cubicBezTo>
                  <a:pt x="12041124" y="1492219"/>
                  <a:pt x="12040128" y="1489490"/>
                  <a:pt x="12039307" y="1486718"/>
                </a:cubicBezTo>
                <a:close/>
                <a:moveTo>
                  <a:pt x="12074202" y="1483924"/>
                </a:moveTo>
                <a:lnTo>
                  <a:pt x="12064414" y="1520243"/>
                </a:lnTo>
                <a:cubicBezTo>
                  <a:pt x="12086969" y="1512936"/>
                  <a:pt x="12089309" y="1502621"/>
                  <a:pt x="12074202" y="1483924"/>
                </a:cubicBezTo>
                <a:close/>
                <a:moveTo>
                  <a:pt x="390033" y="1435998"/>
                </a:moveTo>
                <a:cubicBezTo>
                  <a:pt x="386535" y="1435998"/>
                  <a:pt x="383037" y="1437512"/>
                  <a:pt x="379539" y="1438270"/>
                </a:cubicBezTo>
                <a:lnTo>
                  <a:pt x="382537" y="1463506"/>
                </a:lnTo>
                <a:cubicBezTo>
                  <a:pt x="386035" y="1462244"/>
                  <a:pt x="391282" y="1461740"/>
                  <a:pt x="395780" y="1461235"/>
                </a:cubicBezTo>
                <a:close/>
                <a:moveTo>
                  <a:pt x="12169100" y="1414079"/>
                </a:moveTo>
                <a:cubicBezTo>
                  <a:pt x="12157397" y="1451043"/>
                  <a:pt x="12157397" y="1451043"/>
                  <a:pt x="12177611" y="1472749"/>
                </a:cubicBezTo>
                <a:close/>
                <a:moveTo>
                  <a:pt x="11999305" y="1402474"/>
                </a:moveTo>
                <a:cubicBezTo>
                  <a:pt x="11990203" y="1401378"/>
                  <a:pt x="11981947" y="1407933"/>
                  <a:pt x="11980862" y="1417131"/>
                </a:cubicBezTo>
                <a:cubicBezTo>
                  <a:pt x="11980517" y="1420032"/>
                  <a:pt x="11980934" y="1422998"/>
                  <a:pt x="11982070" y="1425684"/>
                </a:cubicBezTo>
                <a:cubicBezTo>
                  <a:pt x="11985426" y="1434044"/>
                  <a:pt x="11992688" y="1440169"/>
                  <a:pt x="12001433" y="1442017"/>
                </a:cubicBezTo>
                <a:cubicBezTo>
                  <a:pt x="12024625" y="1440727"/>
                  <a:pt x="12048031" y="1435999"/>
                  <a:pt x="12074202" y="1431916"/>
                </a:cubicBezTo>
                <a:lnTo>
                  <a:pt x="12089309" y="1464367"/>
                </a:lnTo>
                <a:cubicBezTo>
                  <a:pt x="12099310" y="1442877"/>
                  <a:pt x="12106544" y="1423535"/>
                  <a:pt x="12086330" y="1416443"/>
                </a:cubicBezTo>
                <a:cubicBezTo>
                  <a:pt x="12057955" y="1408405"/>
                  <a:pt x="12028751" y="1403720"/>
                  <a:pt x="11999305" y="1402474"/>
                </a:cubicBezTo>
                <a:close/>
                <a:moveTo>
                  <a:pt x="11999731" y="1326612"/>
                </a:moveTo>
                <a:lnTo>
                  <a:pt x="11991645" y="1346383"/>
                </a:lnTo>
                <a:lnTo>
                  <a:pt x="12002071" y="1350252"/>
                </a:lnTo>
                <a:cubicBezTo>
                  <a:pt x="12004959" y="1343890"/>
                  <a:pt x="12007444" y="1337357"/>
                  <a:pt x="12009518" y="1330695"/>
                </a:cubicBezTo>
                <a:cubicBezTo>
                  <a:pt x="12006340" y="1329126"/>
                  <a:pt x="12003071" y="1327772"/>
                  <a:pt x="11999731" y="1326612"/>
                </a:cubicBezTo>
                <a:close/>
                <a:moveTo>
                  <a:pt x="45471" y="1317387"/>
                </a:moveTo>
                <a:lnTo>
                  <a:pt x="45221" y="1317892"/>
                </a:lnTo>
                <a:cubicBezTo>
                  <a:pt x="32977" y="1337324"/>
                  <a:pt x="32977" y="1337324"/>
                  <a:pt x="10240" y="1325967"/>
                </a:cubicBezTo>
                <a:cubicBezTo>
                  <a:pt x="20984" y="1322939"/>
                  <a:pt x="31228" y="1320668"/>
                  <a:pt x="45471" y="1317387"/>
                </a:cubicBezTo>
                <a:close/>
                <a:moveTo>
                  <a:pt x="227122" y="1315368"/>
                </a:moveTo>
                <a:cubicBezTo>
                  <a:pt x="231792" y="1330510"/>
                  <a:pt x="235465" y="1345929"/>
                  <a:pt x="238116" y="1361551"/>
                </a:cubicBezTo>
                <a:cubicBezTo>
                  <a:pt x="242866" y="1380428"/>
                  <a:pt x="242866" y="1400213"/>
                  <a:pt x="238116" y="1419090"/>
                </a:cubicBezTo>
                <a:cubicBezTo>
                  <a:pt x="213129" y="1473096"/>
                  <a:pt x="233118" y="1514232"/>
                  <a:pt x="266850" y="1553600"/>
                </a:cubicBezTo>
                <a:cubicBezTo>
                  <a:pt x="251359" y="1609625"/>
                  <a:pt x="251359" y="1609625"/>
                  <a:pt x="291837" y="1629310"/>
                </a:cubicBezTo>
                <a:cubicBezTo>
                  <a:pt x="299582" y="1615177"/>
                  <a:pt x="312575" y="1601549"/>
                  <a:pt x="313575" y="1586660"/>
                </a:cubicBezTo>
                <a:cubicBezTo>
                  <a:pt x="314574" y="1571771"/>
                  <a:pt x="300832" y="1561424"/>
                  <a:pt x="299582" y="1558900"/>
                </a:cubicBezTo>
                <a:cubicBezTo>
                  <a:pt x="305092" y="1533310"/>
                  <a:pt x="311931" y="1508048"/>
                  <a:pt x="320071" y="1483191"/>
                </a:cubicBezTo>
                <a:cubicBezTo>
                  <a:pt x="330688" y="1459014"/>
                  <a:pt x="321925" y="1430623"/>
                  <a:pt x="299582" y="1416819"/>
                </a:cubicBezTo>
                <a:cubicBezTo>
                  <a:pt x="271608" y="1400138"/>
                  <a:pt x="255579" y="1368743"/>
                  <a:pt x="258355" y="1336062"/>
                </a:cubicBezTo>
                <a:cubicBezTo>
                  <a:pt x="260104" y="1322182"/>
                  <a:pt x="253358" y="1309059"/>
                  <a:pt x="227122" y="1315368"/>
                </a:cubicBezTo>
                <a:close/>
                <a:moveTo>
                  <a:pt x="12002922" y="1211206"/>
                </a:moveTo>
                <a:cubicBezTo>
                  <a:pt x="11995475" y="1237855"/>
                  <a:pt x="11980155" y="1260635"/>
                  <a:pt x="11998667" y="1289218"/>
                </a:cubicBezTo>
                <a:lnTo>
                  <a:pt x="12045096" y="1215679"/>
                </a:lnTo>
                <a:lnTo>
                  <a:pt x="12045477" y="1215719"/>
                </a:lnTo>
                <a:lnTo>
                  <a:pt x="12045477" y="1215075"/>
                </a:lnTo>
                <a:lnTo>
                  <a:pt x="12045096" y="1215679"/>
                </a:lnTo>
                <a:close/>
                <a:moveTo>
                  <a:pt x="12068670" y="1163067"/>
                </a:moveTo>
                <a:lnTo>
                  <a:pt x="12068670" y="1168225"/>
                </a:lnTo>
                <a:cubicBezTo>
                  <a:pt x="12074415" y="1168225"/>
                  <a:pt x="12080160" y="1168225"/>
                  <a:pt x="12085905" y="1168225"/>
                </a:cubicBezTo>
                <a:lnTo>
                  <a:pt x="12085905" y="1163067"/>
                </a:lnTo>
                <a:cubicBezTo>
                  <a:pt x="12080160" y="1163067"/>
                  <a:pt x="12074415" y="1163067"/>
                  <a:pt x="12068670" y="1163067"/>
                </a:cubicBezTo>
                <a:close/>
                <a:moveTo>
                  <a:pt x="12174206" y="1162637"/>
                </a:moveTo>
                <a:cubicBezTo>
                  <a:pt x="12166759" y="1169729"/>
                  <a:pt x="12162716" y="1171878"/>
                  <a:pt x="12162078" y="1174887"/>
                </a:cubicBezTo>
                <a:cubicBezTo>
                  <a:pt x="12161970" y="1178949"/>
                  <a:pt x="12162472" y="1183010"/>
                  <a:pt x="12163568" y="1186922"/>
                </a:cubicBezTo>
                <a:cubicBezTo>
                  <a:pt x="12165695" y="1186922"/>
                  <a:pt x="12167610" y="1186922"/>
                  <a:pt x="12169525" y="1186922"/>
                </a:cubicBezTo>
                <a:close/>
                <a:moveTo>
                  <a:pt x="12041222" y="1151677"/>
                </a:moveTo>
                <a:cubicBezTo>
                  <a:pt x="12036966" y="1156190"/>
                  <a:pt x="12032285" y="1158124"/>
                  <a:pt x="12031860" y="1160058"/>
                </a:cubicBezTo>
                <a:cubicBezTo>
                  <a:pt x="12031860" y="1163282"/>
                  <a:pt x="12033775" y="1167365"/>
                  <a:pt x="12035264" y="1171018"/>
                </a:cubicBezTo>
                <a:cubicBezTo>
                  <a:pt x="12039443" y="1169127"/>
                  <a:pt x="12043258" y="1166506"/>
                  <a:pt x="12046541" y="1163282"/>
                </a:cubicBezTo>
                <a:cubicBezTo>
                  <a:pt x="12047605" y="1161778"/>
                  <a:pt x="12043562" y="1156835"/>
                  <a:pt x="12041222" y="1151677"/>
                </a:cubicBezTo>
                <a:close/>
                <a:moveTo>
                  <a:pt x="54965" y="1089754"/>
                </a:moveTo>
                <a:lnTo>
                  <a:pt x="61962" y="1095559"/>
                </a:lnTo>
                <a:lnTo>
                  <a:pt x="49218" y="1111205"/>
                </a:lnTo>
                <a:cubicBezTo>
                  <a:pt x="46970" y="1109439"/>
                  <a:pt x="44971" y="1107420"/>
                  <a:pt x="42472" y="1105653"/>
                </a:cubicBezTo>
                <a:close/>
                <a:moveTo>
                  <a:pt x="12120374" y="1033478"/>
                </a:moveTo>
                <a:lnTo>
                  <a:pt x="12120880" y="1033760"/>
                </a:lnTo>
                <a:lnTo>
                  <a:pt x="12112076" y="1038206"/>
                </a:lnTo>
                <a:cubicBezTo>
                  <a:pt x="12114629" y="1041429"/>
                  <a:pt x="12116332" y="1045942"/>
                  <a:pt x="12119523" y="1047447"/>
                </a:cubicBezTo>
                <a:cubicBezTo>
                  <a:pt x="12122715" y="1048951"/>
                  <a:pt x="12125906" y="1045298"/>
                  <a:pt x="12135056" y="1041644"/>
                </a:cubicBezTo>
                <a:lnTo>
                  <a:pt x="12120880" y="1033760"/>
                </a:lnTo>
                <a:lnTo>
                  <a:pt x="12121438" y="1033478"/>
                </a:lnTo>
                <a:close/>
                <a:moveTo>
                  <a:pt x="12089309" y="955896"/>
                </a:moveTo>
                <a:cubicBezTo>
                  <a:pt x="12086117" y="956755"/>
                  <a:pt x="12083139" y="957615"/>
                  <a:pt x="12079947" y="958260"/>
                </a:cubicBezTo>
                <a:lnTo>
                  <a:pt x="12080160" y="958260"/>
                </a:lnTo>
                <a:lnTo>
                  <a:pt x="12086117" y="981470"/>
                </a:lnTo>
                <a:cubicBezTo>
                  <a:pt x="12088458" y="981470"/>
                  <a:pt x="12090799" y="981470"/>
                  <a:pt x="12093139" y="979966"/>
                </a:cubicBezTo>
                <a:close/>
                <a:moveTo>
                  <a:pt x="12124630" y="947085"/>
                </a:moveTo>
                <a:cubicBezTo>
                  <a:pt x="12098033" y="966641"/>
                  <a:pt x="12113778" y="979966"/>
                  <a:pt x="12121864" y="994364"/>
                </a:cubicBezTo>
                <a:lnTo>
                  <a:pt x="12121864" y="995009"/>
                </a:lnTo>
                <a:lnTo>
                  <a:pt x="12132077" y="993075"/>
                </a:lnTo>
                <a:close/>
                <a:moveTo>
                  <a:pt x="2375" y="936239"/>
                </a:moveTo>
                <a:lnTo>
                  <a:pt x="55215" y="982247"/>
                </a:lnTo>
                <a:lnTo>
                  <a:pt x="51967" y="991332"/>
                </a:lnTo>
                <a:lnTo>
                  <a:pt x="2375" y="988898"/>
                </a:lnTo>
                <a:close/>
                <a:moveTo>
                  <a:pt x="12119736" y="875736"/>
                </a:moveTo>
                <a:cubicBezTo>
                  <a:pt x="12116697" y="887749"/>
                  <a:pt x="12114493" y="899956"/>
                  <a:pt x="12113140" y="912270"/>
                </a:cubicBezTo>
                <a:cubicBezTo>
                  <a:pt x="12113140" y="915278"/>
                  <a:pt x="12120161" y="921726"/>
                  <a:pt x="12124417" y="921726"/>
                </a:cubicBezTo>
                <a:cubicBezTo>
                  <a:pt x="12128673" y="921726"/>
                  <a:pt x="12136332" y="916138"/>
                  <a:pt x="12136332" y="913129"/>
                </a:cubicBezTo>
                <a:cubicBezTo>
                  <a:pt x="12135362" y="900794"/>
                  <a:pt x="12133658" y="888523"/>
                  <a:pt x="12131226" y="876380"/>
                </a:cubicBezTo>
                <a:close/>
                <a:moveTo>
                  <a:pt x="12089735" y="863056"/>
                </a:moveTo>
                <a:cubicBezTo>
                  <a:pt x="12074202" y="864560"/>
                  <a:pt x="12064627" y="865635"/>
                  <a:pt x="12054840" y="866709"/>
                </a:cubicBezTo>
                <a:cubicBezTo>
                  <a:pt x="12020583" y="942572"/>
                  <a:pt x="12054414" y="1024881"/>
                  <a:pt x="12030158" y="1100744"/>
                </a:cubicBezTo>
                <a:cubicBezTo>
                  <a:pt x="12029415" y="1110135"/>
                  <a:pt x="12030647" y="1119591"/>
                  <a:pt x="12033775" y="1128467"/>
                </a:cubicBezTo>
                <a:cubicBezTo>
                  <a:pt x="12051435" y="1130831"/>
                  <a:pt x="12055052" y="1124169"/>
                  <a:pt x="12055052" y="1109555"/>
                </a:cubicBezTo>
                <a:cubicBezTo>
                  <a:pt x="12057606" y="1088064"/>
                  <a:pt x="12047605" y="1062275"/>
                  <a:pt x="12075266" y="1051745"/>
                </a:cubicBezTo>
                <a:cubicBezTo>
                  <a:pt x="12069734" y="1038420"/>
                  <a:pt x="12059095" y="1025741"/>
                  <a:pt x="12060797" y="1015426"/>
                </a:cubicBezTo>
                <a:cubicBezTo>
                  <a:pt x="12070159" y="965782"/>
                  <a:pt x="12054840" y="912055"/>
                  <a:pt x="12089735" y="863056"/>
                </a:cubicBezTo>
                <a:close/>
                <a:moveTo>
                  <a:pt x="293086" y="823005"/>
                </a:moveTo>
                <a:cubicBezTo>
                  <a:pt x="288468" y="875724"/>
                  <a:pt x="293551" y="928872"/>
                  <a:pt x="308078" y="979723"/>
                </a:cubicBezTo>
                <a:lnTo>
                  <a:pt x="308827" y="980733"/>
                </a:lnTo>
                <a:cubicBezTo>
                  <a:pt x="311826" y="986789"/>
                  <a:pt x="320321" y="989818"/>
                  <a:pt x="333814" y="999660"/>
                </a:cubicBezTo>
                <a:cubicBezTo>
                  <a:pt x="333814" y="931522"/>
                  <a:pt x="306828" y="878777"/>
                  <a:pt x="293086" y="823005"/>
                </a:cubicBezTo>
                <a:close/>
                <a:moveTo>
                  <a:pt x="12114842" y="731962"/>
                </a:moveTo>
                <a:cubicBezTo>
                  <a:pt x="12110799" y="731748"/>
                  <a:pt x="12106757" y="731962"/>
                  <a:pt x="12102714" y="732392"/>
                </a:cubicBezTo>
                <a:lnTo>
                  <a:pt x="12102714" y="733037"/>
                </a:lnTo>
                <a:lnTo>
                  <a:pt x="12089309" y="831250"/>
                </a:lnTo>
                <a:cubicBezTo>
                  <a:pt x="12110587" y="812123"/>
                  <a:pt x="12110587" y="812123"/>
                  <a:pt x="12121225" y="748725"/>
                </a:cubicBezTo>
                <a:cubicBezTo>
                  <a:pt x="12121225" y="743567"/>
                  <a:pt x="12117183" y="737550"/>
                  <a:pt x="12114842" y="731962"/>
                </a:cubicBezTo>
                <a:close/>
                <a:moveTo>
                  <a:pt x="12058457" y="730243"/>
                </a:moveTo>
                <a:cubicBezTo>
                  <a:pt x="12042137" y="764156"/>
                  <a:pt x="12042137" y="803784"/>
                  <a:pt x="12058457" y="837697"/>
                </a:cubicBezTo>
                <a:cubicBezTo>
                  <a:pt x="12067180" y="801593"/>
                  <a:pt x="12083351" y="765488"/>
                  <a:pt x="12058457" y="730243"/>
                </a:cubicBezTo>
                <a:close/>
                <a:moveTo>
                  <a:pt x="32228" y="693037"/>
                </a:moveTo>
                <a:lnTo>
                  <a:pt x="19485" y="733668"/>
                </a:lnTo>
                <a:cubicBezTo>
                  <a:pt x="23483" y="735182"/>
                  <a:pt x="27480" y="736949"/>
                  <a:pt x="31728" y="738463"/>
                </a:cubicBezTo>
                <a:cubicBezTo>
                  <a:pt x="44721" y="731396"/>
                  <a:pt x="67209" y="730892"/>
                  <a:pt x="58963" y="707422"/>
                </a:cubicBezTo>
                <a:cubicBezTo>
                  <a:pt x="56465" y="700356"/>
                  <a:pt x="41473" y="697580"/>
                  <a:pt x="32228" y="693037"/>
                </a:cubicBezTo>
                <a:close/>
                <a:moveTo>
                  <a:pt x="12123779" y="690700"/>
                </a:moveTo>
                <a:cubicBezTo>
                  <a:pt x="12122289" y="690700"/>
                  <a:pt x="12117608" y="693064"/>
                  <a:pt x="12117608" y="694568"/>
                </a:cubicBezTo>
                <a:cubicBezTo>
                  <a:pt x="12118289" y="697770"/>
                  <a:pt x="12119361" y="700865"/>
                  <a:pt x="12120800" y="703809"/>
                </a:cubicBezTo>
                <a:cubicBezTo>
                  <a:pt x="12124204" y="702520"/>
                  <a:pt x="12127396" y="701230"/>
                  <a:pt x="12132928" y="698866"/>
                </a:cubicBezTo>
                <a:cubicBezTo>
                  <a:pt x="12130256" y="695750"/>
                  <a:pt x="12127177" y="693000"/>
                  <a:pt x="12123779" y="690700"/>
                </a:cubicBezTo>
                <a:close/>
                <a:moveTo>
                  <a:pt x="12194375" y="622502"/>
                </a:moveTo>
                <a:lnTo>
                  <a:pt x="12194375" y="716677"/>
                </a:lnTo>
                <a:lnTo>
                  <a:pt x="12189952" y="729598"/>
                </a:lnTo>
                <a:cubicBezTo>
                  <a:pt x="12182292" y="717134"/>
                  <a:pt x="12172717" y="708752"/>
                  <a:pt x="12173994" y="701660"/>
                </a:cubicBezTo>
                <a:cubicBezTo>
                  <a:pt x="12178675" y="675657"/>
                  <a:pt x="12186547" y="650083"/>
                  <a:pt x="12193569" y="624509"/>
                </a:cubicBezTo>
                <a:close/>
                <a:moveTo>
                  <a:pt x="19235" y="556508"/>
                </a:moveTo>
                <a:cubicBezTo>
                  <a:pt x="6242" y="575688"/>
                  <a:pt x="15487" y="591334"/>
                  <a:pt x="33977" y="606981"/>
                </a:cubicBezTo>
                <a:lnTo>
                  <a:pt x="33977" y="556508"/>
                </a:lnTo>
                <a:close/>
                <a:moveTo>
                  <a:pt x="12134417" y="181369"/>
                </a:moveTo>
                <a:cubicBezTo>
                  <a:pt x="12091862" y="353295"/>
                  <a:pt x="12038243" y="525221"/>
                  <a:pt x="12056967" y="714125"/>
                </a:cubicBezTo>
                <a:cubicBezTo>
                  <a:pt x="12088671" y="702305"/>
                  <a:pt x="12081649" y="680814"/>
                  <a:pt x="12083777" y="663837"/>
                </a:cubicBezTo>
                <a:lnTo>
                  <a:pt x="12084628" y="663837"/>
                </a:lnTo>
                <a:cubicBezTo>
                  <a:pt x="12094416" y="575295"/>
                  <a:pt x="12102288" y="486323"/>
                  <a:pt x="12113991" y="397996"/>
                </a:cubicBezTo>
                <a:cubicBezTo>
                  <a:pt x="12122502" y="335458"/>
                  <a:pt x="12136332" y="273349"/>
                  <a:pt x="12147184" y="211026"/>
                </a:cubicBezTo>
                <a:cubicBezTo>
                  <a:pt x="12147886" y="201141"/>
                  <a:pt x="12147529" y="191190"/>
                  <a:pt x="12146120" y="181369"/>
                </a:cubicBezTo>
                <a:cubicBezTo>
                  <a:pt x="12142290" y="181369"/>
                  <a:pt x="12138460" y="181369"/>
                  <a:pt x="12134417" y="181369"/>
                </a:cubicBezTo>
                <a:close/>
                <a:moveTo>
                  <a:pt x="34466" y="0"/>
                </a:moveTo>
                <a:lnTo>
                  <a:pt x="12194375" y="0"/>
                </a:lnTo>
                <a:lnTo>
                  <a:pt x="12194375" y="437554"/>
                </a:lnTo>
                <a:lnTo>
                  <a:pt x="12178887" y="472354"/>
                </a:lnTo>
                <a:cubicBezTo>
                  <a:pt x="12162548" y="491868"/>
                  <a:pt x="12163374" y="520665"/>
                  <a:pt x="12180802" y="539190"/>
                </a:cubicBezTo>
                <a:lnTo>
                  <a:pt x="12192505" y="557242"/>
                </a:lnTo>
                <a:cubicBezTo>
                  <a:pt x="12178249" y="564549"/>
                  <a:pt x="12156120" y="554664"/>
                  <a:pt x="12157184" y="580882"/>
                </a:cubicBezTo>
                <a:cubicBezTo>
                  <a:pt x="12159099" y="622145"/>
                  <a:pt x="12160589" y="663837"/>
                  <a:pt x="12160376" y="705099"/>
                </a:cubicBezTo>
                <a:cubicBezTo>
                  <a:pt x="12159399" y="720723"/>
                  <a:pt x="12156831" y="736217"/>
                  <a:pt x="12152716" y="751304"/>
                </a:cubicBezTo>
                <a:cubicBezTo>
                  <a:pt x="12145005" y="779307"/>
                  <a:pt x="12143911" y="808749"/>
                  <a:pt x="12149524" y="837267"/>
                </a:cubicBezTo>
                <a:cubicBezTo>
                  <a:pt x="12152503" y="837267"/>
                  <a:pt x="12155695" y="837267"/>
                  <a:pt x="12158887" y="838342"/>
                </a:cubicBezTo>
                <a:lnTo>
                  <a:pt x="12169738" y="776878"/>
                </a:lnTo>
                <a:cubicBezTo>
                  <a:pt x="12178887" y="854030"/>
                  <a:pt x="12148461" y="925164"/>
                  <a:pt x="12167185" y="997158"/>
                </a:cubicBezTo>
                <a:cubicBezTo>
                  <a:pt x="12171866" y="975668"/>
                  <a:pt x="12173143" y="953640"/>
                  <a:pt x="12176653" y="932498"/>
                </a:cubicBezTo>
                <a:lnTo>
                  <a:pt x="12194375" y="886522"/>
                </a:lnTo>
                <a:lnTo>
                  <a:pt x="12194375" y="1309142"/>
                </a:lnTo>
                <a:lnTo>
                  <a:pt x="12157397" y="1296954"/>
                </a:lnTo>
                <a:lnTo>
                  <a:pt x="12157397" y="1344234"/>
                </a:lnTo>
                <a:cubicBezTo>
                  <a:pt x="12165855" y="1327149"/>
                  <a:pt x="12184726" y="1332670"/>
                  <a:pt x="12193363" y="1324440"/>
                </a:cubicBezTo>
                <a:lnTo>
                  <a:pt x="12194375" y="1321227"/>
                </a:lnTo>
                <a:lnTo>
                  <a:pt x="12194375" y="1909766"/>
                </a:lnTo>
                <a:lnTo>
                  <a:pt x="12189526" y="1902349"/>
                </a:lnTo>
                <a:cubicBezTo>
                  <a:pt x="12188115" y="1906733"/>
                  <a:pt x="12187258" y="1911289"/>
                  <a:pt x="12186973" y="1915888"/>
                </a:cubicBezTo>
                <a:lnTo>
                  <a:pt x="12186335" y="1915888"/>
                </a:lnTo>
                <a:cubicBezTo>
                  <a:pt x="12186335" y="1918037"/>
                  <a:pt x="12189101" y="1919971"/>
                  <a:pt x="12190590" y="1922121"/>
                </a:cubicBezTo>
                <a:lnTo>
                  <a:pt x="12194375" y="1917151"/>
                </a:lnTo>
                <a:lnTo>
                  <a:pt x="12194375" y="2127745"/>
                </a:lnTo>
                <a:lnTo>
                  <a:pt x="12157823" y="2100924"/>
                </a:lnTo>
                <a:cubicBezTo>
                  <a:pt x="12158568" y="2120051"/>
                  <a:pt x="12158940" y="2129614"/>
                  <a:pt x="12165163" y="2134181"/>
                </a:cubicBezTo>
                <a:lnTo>
                  <a:pt x="12194375" y="2136436"/>
                </a:lnTo>
                <a:lnTo>
                  <a:pt x="12194375" y="2233756"/>
                </a:lnTo>
                <a:lnTo>
                  <a:pt x="12188250" y="2235241"/>
                </a:lnTo>
                <a:cubicBezTo>
                  <a:pt x="12189526" y="2237605"/>
                  <a:pt x="12190590" y="2241258"/>
                  <a:pt x="12192079" y="2241473"/>
                </a:cubicBezTo>
                <a:lnTo>
                  <a:pt x="12194375" y="2241216"/>
                </a:lnTo>
                <a:lnTo>
                  <a:pt x="12194375" y="2355238"/>
                </a:lnTo>
                <a:lnTo>
                  <a:pt x="12184845" y="2392983"/>
                </a:lnTo>
                <a:cubicBezTo>
                  <a:pt x="12183355" y="2400505"/>
                  <a:pt x="12183781" y="2406952"/>
                  <a:pt x="12186387" y="2410982"/>
                </a:cubicBezTo>
                <a:lnTo>
                  <a:pt x="12194375" y="2412889"/>
                </a:lnTo>
                <a:lnTo>
                  <a:pt x="12194375" y="2668252"/>
                </a:lnTo>
                <a:lnTo>
                  <a:pt x="12169845" y="2654069"/>
                </a:lnTo>
                <a:cubicBezTo>
                  <a:pt x="12162078" y="2652001"/>
                  <a:pt x="12154737" y="2653881"/>
                  <a:pt x="12146333" y="2662692"/>
                </a:cubicBezTo>
                <a:cubicBezTo>
                  <a:pt x="12152290" y="2672148"/>
                  <a:pt x="12158727" y="2675694"/>
                  <a:pt x="12166653" y="2675909"/>
                </a:cubicBezTo>
                <a:lnTo>
                  <a:pt x="12194375" y="2669494"/>
                </a:lnTo>
                <a:lnTo>
                  <a:pt x="12194375" y="2756398"/>
                </a:lnTo>
                <a:lnTo>
                  <a:pt x="12179739" y="2745861"/>
                </a:lnTo>
                <a:lnTo>
                  <a:pt x="12172930" y="2754888"/>
                </a:lnTo>
                <a:cubicBezTo>
                  <a:pt x="12175270" y="2766063"/>
                  <a:pt x="12180377" y="2774444"/>
                  <a:pt x="12194207" y="2769716"/>
                </a:cubicBezTo>
                <a:lnTo>
                  <a:pt x="12194375" y="2769526"/>
                </a:lnTo>
                <a:lnTo>
                  <a:pt x="12194375" y="2820197"/>
                </a:lnTo>
                <a:lnTo>
                  <a:pt x="12176733" y="2827419"/>
                </a:lnTo>
                <a:cubicBezTo>
                  <a:pt x="12172451" y="2830965"/>
                  <a:pt x="12171121" y="2835693"/>
                  <a:pt x="12168461" y="2845149"/>
                </a:cubicBezTo>
                <a:lnTo>
                  <a:pt x="12194375" y="2846419"/>
                </a:lnTo>
                <a:lnTo>
                  <a:pt x="12194375" y="2973323"/>
                </a:lnTo>
                <a:lnTo>
                  <a:pt x="12189712" y="2967431"/>
                </a:lnTo>
                <a:cubicBezTo>
                  <a:pt x="12180430" y="2964315"/>
                  <a:pt x="12168887" y="2966035"/>
                  <a:pt x="12157610" y="2973019"/>
                </a:cubicBezTo>
                <a:lnTo>
                  <a:pt x="12135056" y="2986773"/>
                </a:lnTo>
                <a:cubicBezTo>
                  <a:pt x="12148461" y="2999667"/>
                  <a:pt x="12157610" y="3010413"/>
                  <a:pt x="12167823" y="3019869"/>
                </a:cubicBezTo>
                <a:cubicBezTo>
                  <a:pt x="12175004" y="3026639"/>
                  <a:pt x="12184220" y="3033529"/>
                  <a:pt x="12192688" y="3031383"/>
                </a:cubicBezTo>
                <a:lnTo>
                  <a:pt x="12194375" y="3030240"/>
                </a:lnTo>
                <a:lnTo>
                  <a:pt x="12194375" y="3070353"/>
                </a:lnTo>
                <a:lnTo>
                  <a:pt x="12168674" y="3060056"/>
                </a:lnTo>
                <a:cubicBezTo>
                  <a:pt x="12142716" y="3070587"/>
                  <a:pt x="12142716" y="3070587"/>
                  <a:pt x="12126119" y="3104972"/>
                </a:cubicBezTo>
                <a:lnTo>
                  <a:pt x="12108033" y="3078753"/>
                </a:lnTo>
                <a:cubicBezTo>
                  <a:pt x="12072287" y="3093582"/>
                  <a:pt x="12121864" y="3135489"/>
                  <a:pt x="12080160" y="3146879"/>
                </a:cubicBezTo>
                <a:cubicBezTo>
                  <a:pt x="12078670" y="3134199"/>
                  <a:pt x="12076543" y="3121950"/>
                  <a:pt x="12076117" y="3109700"/>
                </a:cubicBezTo>
                <a:cubicBezTo>
                  <a:pt x="12074840" y="3071232"/>
                  <a:pt x="12068883" y="3068008"/>
                  <a:pt x="12028030" y="3084771"/>
                </a:cubicBezTo>
                <a:cubicBezTo>
                  <a:pt x="12030158" y="3091218"/>
                  <a:pt x="12032498" y="3097880"/>
                  <a:pt x="12035051" y="3104327"/>
                </a:cubicBezTo>
                <a:lnTo>
                  <a:pt x="12035256" y="3104472"/>
                </a:lnTo>
                <a:lnTo>
                  <a:pt x="12015636" y="3155583"/>
                </a:lnTo>
                <a:cubicBezTo>
                  <a:pt x="12015476" y="3173259"/>
                  <a:pt x="12020795" y="3191258"/>
                  <a:pt x="12028668" y="3209202"/>
                </a:cubicBezTo>
                <a:cubicBezTo>
                  <a:pt x="12036966" y="3228544"/>
                  <a:pt x="12066968" y="3230693"/>
                  <a:pt x="12071223" y="3212856"/>
                </a:cubicBezTo>
                <a:cubicBezTo>
                  <a:pt x="12077079" y="3195044"/>
                  <a:pt x="12088890" y="3179848"/>
                  <a:pt x="12104629" y="3169874"/>
                </a:cubicBezTo>
                <a:cubicBezTo>
                  <a:pt x="12120713" y="3152879"/>
                  <a:pt x="12145509" y="3147666"/>
                  <a:pt x="12166972" y="3156765"/>
                </a:cubicBezTo>
                <a:cubicBezTo>
                  <a:pt x="12162504" y="3169444"/>
                  <a:pt x="12151014" y="3187711"/>
                  <a:pt x="12155269" y="3193299"/>
                </a:cubicBezTo>
                <a:cubicBezTo>
                  <a:pt x="12171866" y="3214790"/>
                  <a:pt x="12155269" y="3224461"/>
                  <a:pt x="12145482" y="3237570"/>
                </a:cubicBezTo>
                <a:lnTo>
                  <a:pt x="12124204" y="3265078"/>
                </a:lnTo>
                <a:lnTo>
                  <a:pt x="12156333" y="3292371"/>
                </a:lnTo>
                <a:cubicBezTo>
                  <a:pt x="12154418" y="3299034"/>
                  <a:pt x="12153142" y="3304406"/>
                  <a:pt x="12151439" y="3309564"/>
                </a:cubicBezTo>
                <a:lnTo>
                  <a:pt x="12142290" y="3334278"/>
                </a:lnTo>
                <a:cubicBezTo>
                  <a:pt x="12122306" y="3336960"/>
                  <a:pt x="12102059" y="3336960"/>
                  <a:pt x="12082075" y="3334278"/>
                </a:cubicBezTo>
                <a:cubicBezTo>
                  <a:pt x="12060287" y="3326626"/>
                  <a:pt x="12039384" y="3316611"/>
                  <a:pt x="12019732" y="3304406"/>
                </a:cubicBezTo>
                <a:cubicBezTo>
                  <a:pt x="12001433" y="3353405"/>
                  <a:pt x="12019732" y="3377905"/>
                  <a:pt x="12074840" y="3388005"/>
                </a:cubicBezTo>
                <a:cubicBezTo>
                  <a:pt x="12088245" y="3369953"/>
                  <a:pt x="12088245" y="3369953"/>
                  <a:pt x="12108672" y="3365225"/>
                </a:cubicBezTo>
                <a:cubicBezTo>
                  <a:pt x="12128868" y="3401091"/>
                  <a:pt x="12158272" y="3430789"/>
                  <a:pt x="12193782" y="3451188"/>
                </a:cubicBezTo>
                <a:cubicBezTo>
                  <a:pt x="12192265" y="3443804"/>
                  <a:pt x="12189984" y="3436600"/>
                  <a:pt x="12186973" y="3429697"/>
                </a:cubicBezTo>
                <a:cubicBezTo>
                  <a:pt x="12178888" y="3418952"/>
                  <a:pt x="12179898" y="3410195"/>
                  <a:pt x="12184180" y="3402458"/>
                </a:cubicBezTo>
                <a:lnTo>
                  <a:pt x="12194375" y="3389672"/>
                </a:lnTo>
                <a:lnTo>
                  <a:pt x="12194375" y="3496689"/>
                </a:lnTo>
                <a:lnTo>
                  <a:pt x="12191674" y="3494479"/>
                </a:lnTo>
                <a:cubicBezTo>
                  <a:pt x="12187346" y="3489388"/>
                  <a:pt x="12183994" y="3483102"/>
                  <a:pt x="12182292" y="3474828"/>
                </a:cubicBezTo>
                <a:cubicBezTo>
                  <a:pt x="12179100" y="3460429"/>
                  <a:pt x="12158674" y="3445386"/>
                  <a:pt x="12142503" y="3438723"/>
                </a:cubicBezTo>
                <a:cubicBezTo>
                  <a:pt x="12108459" y="3424540"/>
                  <a:pt x="12072074" y="3415513"/>
                  <a:pt x="12033562" y="3403479"/>
                </a:cubicBezTo>
                <a:lnTo>
                  <a:pt x="12025902" y="3475473"/>
                </a:lnTo>
                <a:lnTo>
                  <a:pt x="12026175" y="3476585"/>
                </a:lnTo>
                <a:lnTo>
                  <a:pt x="11995263" y="3482994"/>
                </a:lnTo>
                <a:cubicBezTo>
                  <a:pt x="11990230" y="3487520"/>
                  <a:pt x="11987824" y="3494324"/>
                  <a:pt x="11988879" y="3501047"/>
                </a:cubicBezTo>
                <a:cubicBezTo>
                  <a:pt x="11991590" y="3507238"/>
                  <a:pt x="11997031" y="3511777"/>
                  <a:pt x="12003561" y="3513296"/>
                </a:cubicBezTo>
                <a:cubicBezTo>
                  <a:pt x="12010182" y="3513230"/>
                  <a:pt x="12016397" y="3510051"/>
                  <a:pt x="12020370" y="3504700"/>
                </a:cubicBezTo>
                <a:lnTo>
                  <a:pt x="12026503" y="3477923"/>
                </a:lnTo>
                <a:lnTo>
                  <a:pt x="12052286" y="3582927"/>
                </a:lnTo>
                <a:cubicBezTo>
                  <a:pt x="12055052" y="3582927"/>
                  <a:pt x="12061223" y="3584431"/>
                  <a:pt x="12068244" y="3585505"/>
                </a:cubicBezTo>
                <a:cubicBezTo>
                  <a:pt x="12053988" y="3626123"/>
                  <a:pt x="12065053" y="3663087"/>
                  <a:pt x="12070372" y="3700266"/>
                </a:cubicBezTo>
                <a:cubicBezTo>
                  <a:pt x="12073564" y="3721757"/>
                  <a:pt x="12076330" y="3743248"/>
                  <a:pt x="12080160" y="3772260"/>
                </a:cubicBezTo>
                <a:cubicBezTo>
                  <a:pt x="12091311" y="3783713"/>
                  <a:pt x="12108510" y="3786579"/>
                  <a:pt x="12122715" y="3779352"/>
                </a:cubicBezTo>
                <a:cubicBezTo>
                  <a:pt x="12138896" y="3773719"/>
                  <a:pt x="12155680" y="3770040"/>
                  <a:pt x="12172717" y="3768392"/>
                </a:cubicBezTo>
                <a:lnTo>
                  <a:pt x="12172717" y="3812630"/>
                </a:lnTo>
                <a:lnTo>
                  <a:pt x="12152729" y="3800944"/>
                </a:lnTo>
                <a:cubicBezTo>
                  <a:pt x="12131944" y="3794879"/>
                  <a:pt x="12109841" y="3804228"/>
                  <a:pt x="12084628" y="3809224"/>
                </a:cubicBezTo>
                <a:cubicBezTo>
                  <a:pt x="12089309" y="3837162"/>
                  <a:pt x="12093990" y="3863166"/>
                  <a:pt x="12097395" y="3889170"/>
                </a:cubicBezTo>
                <a:cubicBezTo>
                  <a:pt x="12098456" y="3899099"/>
                  <a:pt x="12098456" y="3909113"/>
                  <a:pt x="12097395" y="3919042"/>
                </a:cubicBezTo>
                <a:cubicBezTo>
                  <a:pt x="12096331" y="3933226"/>
                  <a:pt x="12093990" y="3947410"/>
                  <a:pt x="12093990" y="3962024"/>
                </a:cubicBezTo>
                <a:cubicBezTo>
                  <a:pt x="12093990" y="3983514"/>
                  <a:pt x="12103352" y="3990391"/>
                  <a:pt x="12123566" y="3985234"/>
                </a:cubicBezTo>
                <a:cubicBezTo>
                  <a:pt x="12151346" y="3977890"/>
                  <a:pt x="12174621" y="3958770"/>
                  <a:pt x="12187398" y="3932796"/>
                </a:cubicBezTo>
                <a:cubicBezTo>
                  <a:pt x="12156333" y="3913240"/>
                  <a:pt x="12156333" y="3913240"/>
                  <a:pt x="12166121" y="3876705"/>
                </a:cubicBezTo>
                <a:lnTo>
                  <a:pt x="12194375" y="3881134"/>
                </a:lnTo>
                <a:lnTo>
                  <a:pt x="12194375" y="4164248"/>
                </a:lnTo>
                <a:lnTo>
                  <a:pt x="12186282" y="4163406"/>
                </a:lnTo>
                <a:cubicBezTo>
                  <a:pt x="12165297" y="4159578"/>
                  <a:pt x="12165376" y="4151035"/>
                  <a:pt x="12165695" y="4117832"/>
                </a:cubicBezTo>
                <a:cubicBezTo>
                  <a:pt x="12164770" y="4104013"/>
                  <a:pt x="12162778" y="4090289"/>
                  <a:pt x="12159738" y="4076784"/>
                </a:cubicBezTo>
                <a:cubicBezTo>
                  <a:pt x="12182930" y="4064749"/>
                  <a:pt x="12185483" y="4041969"/>
                  <a:pt x="12190803" y="4023057"/>
                </a:cubicBezTo>
                <a:cubicBezTo>
                  <a:pt x="12164206" y="3990821"/>
                  <a:pt x="12136545" y="3981365"/>
                  <a:pt x="12101437" y="4004145"/>
                </a:cubicBezTo>
                <a:cubicBezTo>
                  <a:pt x="12092926" y="4009733"/>
                  <a:pt x="12080160" y="4006939"/>
                  <a:pt x="12068032" y="4008873"/>
                </a:cubicBezTo>
                <a:cubicBezTo>
                  <a:pt x="12055903" y="4010808"/>
                  <a:pt x="12050371" y="4013601"/>
                  <a:pt x="12035051" y="4017685"/>
                </a:cubicBezTo>
                <a:cubicBezTo>
                  <a:pt x="12058197" y="4029580"/>
                  <a:pt x="12067412" y="4058175"/>
                  <a:pt x="12055635" y="4081553"/>
                </a:cubicBezTo>
                <a:cubicBezTo>
                  <a:pt x="12054705" y="4083397"/>
                  <a:pt x="12053659" y="4085178"/>
                  <a:pt x="12052499" y="4086885"/>
                </a:cubicBezTo>
                <a:cubicBezTo>
                  <a:pt x="12060584" y="4121915"/>
                  <a:pt x="12069095" y="4147704"/>
                  <a:pt x="12072500" y="4174137"/>
                </a:cubicBezTo>
                <a:cubicBezTo>
                  <a:pt x="12080798" y="4236246"/>
                  <a:pt x="12085692" y="4298999"/>
                  <a:pt x="12093777" y="4361322"/>
                </a:cubicBezTo>
                <a:cubicBezTo>
                  <a:pt x="12097767" y="4386928"/>
                  <a:pt x="12104325" y="4412059"/>
                  <a:pt x="12113353" y="4436325"/>
                </a:cubicBezTo>
                <a:cubicBezTo>
                  <a:pt x="12116966" y="4455449"/>
                  <a:pt x="12132854" y="4469732"/>
                  <a:pt x="12152078" y="4471140"/>
                </a:cubicBezTo>
                <a:cubicBezTo>
                  <a:pt x="12163978" y="4473635"/>
                  <a:pt x="12174396" y="4480830"/>
                  <a:pt x="12181015" y="4491126"/>
                </a:cubicBezTo>
                <a:lnTo>
                  <a:pt x="12194375" y="4503009"/>
                </a:lnTo>
                <a:lnTo>
                  <a:pt x="12194375" y="4702949"/>
                </a:lnTo>
                <a:lnTo>
                  <a:pt x="11292800" y="4702949"/>
                </a:lnTo>
                <a:lnTo>
                  <a:pt x="11292800" y="3161846"/>
                </a:lnTo>
                <a:lnTo>
                  <a:pt x="5807360" y="3161846"/>
                </a:lnTo>
                <a:lnTo>
                  <a:pt x="5807360" y="4702949"/>
                </a:lnTo>
                <a:lnTo>
                  <a:pt x="127411" y="4702949"/>
                </a:lnTo>
                <a:lnTo>
                  <a:pt x="137171" y="4633710"/>
                </a:lnTo>
                <a:cubicBezTo>
                  <a:pt x="141199" y="4607209"/>
                  <a:pt x="140436" y="4580188"/>
                  <a:pt x="134922" y="4553962"/>
                </a:cubicBezTo>
                <a:cubicBezTo>
                  <a:pt x="114683" y="4488348"/>
                  <a:pt x="123428" y="4423238"/>
                  <a:pt x="131174" y="4357875"/>
                </a:cubicBezTo>
                <a:cubicBezTo>
                  <a:pt x="138920" y="4292513"/>
                  <a:pt x="153162" y="4221346"/>
                  <a:pt x="139669" y="4151693"/>
                </a:cubicBezTo>
                <a:cubicBezTo>
                  <a:pt x="138942" y="4145044"/>
                  <a:pt x="139709" y="4138316"/>
                  <a:pt x="141918" y="4132009"/>
                </a:cubicBezTo>
                <a:cubicBezTo>
                  <a:pt x="152163" y="4097435"/>
                  <a:pt x="162907" y="4062861"/>
                  <a:pt x="173651" y="4027782"/>
                </a:cubicBezTo>
                <a:cubicBezTo>
                  <a:pt x="121179" y="4016678"/>
                  <a:pt x="115432" y="4005322"/>
                  <a:pt x="128426" y="3962672"/>
                </a:cubicBezTo>
                <a:cubicBezTo>
                  <a:pt x="135172" y="3940464"/>
                  <a:pt x="145416" y="3912199"/>
                  <a:pt x="137920" y="3894786"/>
                </a:cubicBezTo>
                <a:cubicBezTo>
                  <a:pt x="128873" y="3871261"/>
                  <a:pt x="130707" y="3844881"/>
                  <a:pt x="142917" y="3822862"/>
                </a:cubicBezTo>
                <a:cubicBezTo>
                  <a:pt x="146113" y="3812425"/>
                  <a:pt x="148700" y="3801808"/>
                  <a:pt x="150663" y="3791064"/>
                </a:cubicBezTo>
                <a:cubicBezTo>
                  <a:pt x="131674" y="3799140"/>
                  <a:pt x="116932" y="3805197"/>
                  <a:pt x="100691" y="3811758"/>
                </a:cubicBezTo>
                <a:cubicBezTo>
                  <a:pt x="96693" y="3753967"/>
                  <a:pt x="96693" y="3753967"/>
                  <a:pt x="167154" y="3704251"/>
                </a:cubicBezTo>
                <a:cubicBezTo>
                  <a:pt x="151263" y="3674833"/>
                  <a:pt x="153497" y="3638815"/>
                  <a:pt x="172901" y="3611633"/>
                </a:cubicBezTo>
                <a:cubicBezTo>
                  <a:pt x="183640" y="3592878"/>
                  <a:pt x="184757" y="3570041"/>
                  <a:pt x="175900" y="3550309"/>
                </a:cubicBezTo>
                <a:cubicBezTo>
                  <a:pt x="153784" y="3523924"/>
                  <a:pt x="148994" y="3486910"/>
                  <a:pt x="163656" y="3455672"/>
                </a:cubicBezTo>
                <a:cubicBezTo>
                  <a:pt x="172741" y="3430130"/>
                  <a:pt x="168519" y="3401689"/>
                  <a:pt x="152412" y="3379963"/>
                </a:cubicBezTo>
                <a:cubicBezTo>
                  <a:pt x="136421" y="3354726"/>
                  <a:pt x="112434" y="3334032"/>
                  <a:pt x="117182" y="3299458"/>
                </a:cubicBezTo>
                <a:cubicBezTo>
                  <a:pt x="122639" y="3269200"/>
                  <a:pt x="115792" y="3237997"/>
                  <a:pt x="98192" y="3212897"/>
                </a:cubicBezTo>
                <a:cubicBezTo>
                  <a:pt x="86448" y="3196494"/>
                  <a:pt x="77203" y="3178323"/>
                  <a:pt x="66709" y="3160910"/>
                </a:cubicBezTo>
                <a:cubicBezTo>
                  <a:pt x="59538" y="3140981"/>
                  <a:pt x="56974" y="3119659"/>
                  <a:pt x="59213" y="3098576"/>
                </a:cubicBezTo>
                <a:cubicBezTo>
                  <a:pt x="65960" y="3053907"/>
                  <a:pt x="43971" y="2997630"/>
                  <a:pt x="114933" y="2972394"/>
                </a:cubicBezTo>
                <a:lnTo>
                  <a:pt x="52966" y="2929997"/>
                </a:lnTo>
                <a:lnTo>
                  <a:pt x="33977" y="2958009"/>
                </a:lnTo>
                <a:cubicBezTo>
                  <a:pt x="33977" y="2897694"/>
                  <a:pt x="13738" y="2841164"/>
                  <a:pt x="35476" y="2783373"/>
                </a:cubicBezTo>
                <a:lnTo>
                  <a:pt x="46470" y="2827536"/>
                </a:lnTo>
                <a:lnTo>
                  <a:pt x="91196" y="2782616"/>
                </a:lnTo>
                <a:cubicBezTo>
                  <a:pt x="88197" y="2777568"/>
                  <a:pt x="87198" y="2774035"/>
                  <a:pt x="84699" y="2772269"/>
                </a:cubicBezTo>
                <a:cubicBezTo>
                  <a:pt x="78293" y="2767070"/>
                  <a:pt x="71336" y="2762578"/>
                  <a:pt x="63961" y="2758893"/>
                </a:cubicBezTo>
                <a:cubicBezTo>
                  <a:pt x="26981" y="2739966"/>
                  <a:pt x="27231" y="2739966"/>
                  <a:pt x="32228" y="2698326"/>
                </a:cubicBezTo>
                <a:cubicBezTo>
                  <a:pt x="33550" y="2689973"/>
                  <a:pt x="33550" y="2681443"/>
                  <a:pt x="32228" y="2673089"/>
                </a:cubicBezTo>
                <a:cubicBezTo>
                  <a:pt x="18608" y="2631121"/>
                  <a:pt x="18608" y="2585847"/>
                  <a:pt x="32228" y="2543879"/>
                </a:cubicBezTo>
                <a:cubicBezTo>
                  <a:pt x="33597" y="2537393"/>
                  <a:pt x="33597" y="2530680"/>
                  <a:pt x="32228" y="2524194"/>
                </a:cubicBezTo>
                <a:lnTo>
                  <a:pt x="29479" y="2464132"/>
                </a:lnTo>
                <a:cubicBezTo>
                  <a:pt x="29479" y="2433091"/>
                  <a:pt x="40723" y="2399779"/>
                  <a:pt x="14487" y="2372523"/>
                </a:cubicBezTo>
                <a:cubicBezTo>
                  <a:pt x="11354" y="2368637"/>
                  <a:pt x="10325" y="2363438"/>
                  <a:pt x="11739" y="2358643"/>
                </a:cubicBezTo>
                <a:cubicBezTo>
                  <a:pt x="27980" y="2335426"/>
                  <a:pt x="14487" y="2318517"/>
                  <a:pt x="2994" y="2298833"/>
                </a:cubicBezTo>
                <a:cubicBezTo>
                  <a:pt x="-999" y="2288183"/>
                  <a:pt x="-999" y="2276423"/>
                  <a:pt x="2994" y="2265773"/>
                </a:cubicBezTo>
                <a:cubicBezTo>
                  <a:pt x="9747" y="2245899"/>
                  <a:pt x="10713" y="2224953"/>
                  <a:pt x="6384" y="2205190"/>
                </a:cubicBezTo>
                <a:lnTo>
                  <a:pt x="2375" y="2197634"/>
                </a:lnTo>
                <a:lnTo>
                  <a:pt x="2375" y="2113296"/>
                </a:lnTo>
                <a:lnTo>
                  <a:pt x="10490" y="2115364"/>
                </a:lnTo>
                <a:lnTo>
                  <a:pt x="13238" y="2107288"/>
                </a:lnTo>
                <a:lnTo>
                  <a:pt x="2375" y="2102789"/>
                </a:lnTo>
                <a:lnTo>
                  <a:pt x="2375" y="1980189"/>
                </a:lnTo>
                <a:lnTo>
                  <a:pt x="5992" y="1961926"/>
                </a:lnTo>
                <a:cubicBezTo>
                  <a:pt x="43222" y="1964198"/>
                  <a:pt x="80951" y="1961926"/>
                  <a:pt x="105938" y="2009371"/>
                </a:cubicBezTo>
                <a:lnTo>
                  <a:pt x="123678" y="1955617"/>
                </a:lnTo>
                <a:cubicBezTo>
                  <a:pt x="104424" y="1955087"/>
                  <a:pt x="85371" y="1951503"/>
                  <a:pt x="67209" y="1945018"/>
                </a:cubicBezTo>
                <a:cubicBezTo>
                  <a:pt x="53966" y="1936942"/>
                  <a:pt x="46470" y="1918520"/>
                  <a:pt x="32728" y="1899087"/>
                </a:cubicBezTo>
                <a:lnTo>
                  <a:pt x="20984" y="1924324"/>
                </a:lnTo>
                <a:cubicBezTo>
                  <a:pt x="-10999" y="1879150"/>
                  <a:pt x="43722" y="1884450"/>
                  <a:pt x="50468" y="1862999"/>
                </a:cubicBezTo>
                <a:lnTo>
                  <a:pt x="2375" y="1841406"/>
                </a:lnTo>
                <a:lnTo>
                  <a:pt x="2375" y="1790384"/>
                </a:lnTo>
                <a:lnTo>
                  <a:pt x="36226" y="1830192"/>
                </a:lnTo>
                <a:cubicBezTo>
                  <a:pt x="71706" y="1820602"/>
                  <a:pt x="40973" y="1787542"/>
                  <a:pt x="66959" y="1770886"/>
                </a:cubicBezTo>
                <a:cubicBezTo>
                  <a:pt x="68088" y="1781536"/>
                  <a:pt x="70352" y="1792034"/>
                  <a:pt x="73705" y="1802180"/>
                </a:cubicBezTo>
                <a:cubicBezTo>
                  <a:pt x="77953" y="1811517"/>
                  <a:pt x="85449" y="1825902"/>
                  <a:pt x="91945" y="1825902"/>
                </a:cubicBezTo>
                <a:cubicBezTo>
                  <a:pt x="107437" y="1825902"/>
                  <a:pt x="115183" y="1813536"/>
                  <a:pt x="112684" y="1797889"/>
                </a:cubicBezTo>
                <a:cubicBezTo>
                  <a:pt x="108936" y="1772653"/>
                  <a:pt x="103689" y="1747416"/>
                  <a:pt x="98442" y="1723442"/>
                </a:cubicBezTo>
                <a:cubicBezTo>
                  <a:pt x="98442" y="1721423"/>
                  <a:pt x="93445" y="1720666"/>
                  <a:pt x="88697" y="1718394"/>
                </a:cubicBezTo>
                <a:cubicBezTo>
                  <a:pt x="86536" y="1724502"/>
                  <a:pt x="83862" y="1730407"/>
                  <a:pt x="80701" y="1736060"/>
                </a:cubicBezTo>
                <a:cubicBezTo>
                  <a:pt x="75422" y="1742142"/>
                  <a:pt x="69745" y="1747896"/>
                  <a:pt x="63711" y="1753221"/>
                </a:cubicBezTo>
                <a:cubicBezTo>
                  <a:pt x="34207" y="1674054"/>
                  <a:pt x="23178" y="1589083"/>
                  <a:pt x="31478" y="1504894"/>
                </a:cubicBezTo>
                <a:cubicBezTo>
                  <a:pt x="42972" y="1506913"/>
                  <a:pt x="51967" y="1508427"/>
                  <a:pt x="64960" y="1510951"/>
                </a:cubicBezTo>
                <a:lnTo>
                  <a:pt x="67209" y="1463002"/>
                </a:lnTo>
                <a:cubicBezTo>
                  <a:pt x="51467" y="1463002"/>
                  <a:pt x="42222" y="1465273"/>
                  <a:pt x="30979" y="1466282"/>
                </a:cubicBezTo>
                <a:cubicBezTo>
                  <a:pt x="21983" y="1425147"/>
                  <a:pt x="69707" y="1443317"/>
                  <a:pt x="73206" y="1415809"/>
                </a:cubicBezTo>
                <a:cubicBezTo>
                  <a:pt x="76704" y="1388301"/>
                  <a:pt x="80701" y="1366851"/>
                  <a:pt x="86198" y="1329753"/>
                </a:cubicBezTo>
                <a:lnTo>
                  <a:pt x="102440" y="1369879"/>
                </a:lnTo>
                <a:cubicBezTo>
                  <a:pt x="127426" y="1369879"/>
                  <a:pt x="142168" y="1359532"/>
                  <a:pt x="139669" y="1333791"/>
                </a:cubicBezTo>
                <a:cubicBezTo>
                  <a:pt x="135921" y="1295684"/>
                  <a:pt x="97942" y="1308554"/>
                  <a:pt x="75204" y="1291646"/>
                </a:cubicBezTo>
                <a:lnTo>
                  <a:pt x="73206" y="1217198"/>
                </a:lnTo>
                <a:lnTo>
                  <a:pt x="98442" y="1254296"/>
                </a:lnTo>
                <a:cubicBezTo>
                  <a:pt x="115920" y="1251722"/>
                  <a:pt x="128016" y="1235318"/>
                  <a:pt x="125462" y="1217653"/>
                </a:cubicBezTo>
                <a:cubicBezTo>
                  <a:pt x="125087" y="1215078"/>
                  <a:pt x="124405" y="1212555"/>
                  <a:pt x="123428" y="1210132"/>
                </a:cubicBezTo>
                <a:cubicBezTo>
                  <a:pt x="119843" y="1201703"/>
                  <a:pt x="115135" y="1193804"/>
                  <a:pt x="109436" y="1186662"/>
                </a:cubicBezTo>
                <a:cubicBezTo>
                  <a:pt x="92695" y="1190700"/>
                  <a:pt x="79452" y="1193981"/>
                  <a:pt x="54216" y="1200290"/>
                </a:cubicBezTo>
                <a:cubicBezTo>
                  <a:pt x="65460" y="1183886"/>
                  <a:pt x="68958" y="1172025"/>
                  <a:pt x="74705" y="1170763"/>
                </a:cubicBezTo>
                <a:cubicBezTo>
                  <a:pt x="109186" y="1163697"/>
                  <a:pt x="105438" y="1140480"/>
                  <a:pt x="99691" y="1116000"/>
                </a:cubicBezTo>
                <a:cubicBezTo>
                  <a:pt x="81229" y="1056593"/>
                  <a:pt x="70642" y="994991"/>
                  <a:pt x="68208" y="932783"/>
                </a:cubicBezTo>
                <a:cubicBezTo>
                  <a:pt x="67673" y="922663"/>
                  <a:pt x="64575" y="912847"/>
                  <a:pt x="59213" y="904266"/>
                </a:cubicBezTo>
                <a:cubicBezTo>
                  <a:pt x="36865" y="862853"/>
                  <a:pt x="32088" y="814046"/>
                  <a:pt x="45970" y="768999"/>
                </a:cubicBezTo>
                <a:cubicBezTo>
                  <a:pt x="11489" y="757138"/>
                  <a:pt x="12489" y="757138"/>
                  <a:pt x="5243" y="722564"/>
                </a:cubicBezTo>
                <a:lnTo>
                  <a:pt x="2375" y="710119"/>
                </a:lnTo>
                <a:lnTo>
                  <a:pt x="2375" y="109192"/>
                </a:lnTo>
                <a:lnTo>
                  <a:pt x="9240" y="130517"/>
                </a:lnTo>
                <a:cubicBezTo>
                  <a:pt x="18235" y="164333"/>
                  <a:pt x="34227" y="196636"/>
                  <a:pt x="40473" y="231462"/>
                </a:cubicBezTo>
                <a:cubicBezTo>
                  <a:pt x="49468" y="274112"/>
                  <a:pt x="53216" y="318276"/>
                  <a:pt x="58963" y="361683"/>
                </a:cubicBezTo>
                <a:cubicBezTo>
                  <a:pt x="66974" y="406427"/>
                  <a:pt x="72396" y="451575"/>
                  <a:pt x="75204" y="496950"/>
                </a:cubicBezTo>
                <a:cubicBezTo>
                  <a:pt x="75289" y="525467"/>
                  <a:pt x="81246" y="553656"/>
                  <a:pt x="92695" y="579726"/>
                </a:cubicBezTo>
                <a:cubicBezTo>
                  <a:pt x="100141" y="599662"/>
                  <a:pt x="104114" y="620760"/>
                  <a:pt x="104439" y="642060"/>
                </a:cubicBezTo>
                <a:cubicBezTo>
                  <a:pt x="103844" y="683927"/>
                  <a:pt x="109231" y="725668"/>
                  <a:pt x="120430" y="765970"/>
                </a:cubicBezTo>
                <a:cubicBezTo>
                  <a:pt x="134422" y="807358"/>
                  <a:pt x="150413" y="852784"/>
                  <a:pt x="128925" y="898714"/>
                </a:cubicBezTo>
                <a:cubicBezTo>
                  <a:pt x="127044" y="905048"/>
                  <a:pt x="127044" y="911812"/>
                  <a:pt x="128925" y="918146"/>
                </a:cubicBezTo>
                <a:cubicBezTo>
                  <a:pt x="145166" y="1003193"/>
                  <a:pt x="181646" y="1081174"/>
                  <a:pt x="212380" y="1160921"/>
                </a:cubicBezTo>
                <a:cubicBezTo>
                  <a:pt x="212380" y="1164454"/>
                  <a:pt x="220126" y="1165968"/>
                  <a:pt x="231120" y="1172277"/>
                </a:cubicBezTo>
                <a:cubicBezTo>
                  <a:pt x="247111" y="1117514"/>
                  <a:pt x="262602" y="1065275"/>
                  <a:pt x="277344" y="1012783"/>
                </a:cubicBezTo>
                <a:cubicBezTo>
                  <a:pt x="277807" y="1007685"/>
                  <a:pt x="277297" y="1002537"/>
                  <a:pt x="275845" y="997641"/>
                </a:cubicBezTo>
                <a:lnTo>
                  <a:pt x="265101" y="926222"/>
                </a:lnTo>
                <a:cubicBezTo>
                  <a:pt x="230370" y="918399"/>
                  <a:pt x="214878" y="887105"/>
                  <a:pt x="206383" y="845970"/>
                </a:cubicBezTo>
                <a:cubicBezTo>
                  <a:pt x="197216" y="808620"/>
                  <a:pt x="184842" y="772128"/>
                  <a:pt x="169403" y="736949"/>
                </a:cubicBezTo>
                <a:cubicBezTo>
                  <a:pt x="157342" y="718273"/>
                  <a:pt x="154311" y="695056"/>
                  <a:pt x="161158" y="673857"/>
                </a:cubicBezTo>
                <a:cubicBezTo>
                  <a:pt x="164159" y="659271"/>
                  <a:pt x="162944" y="644104"/>
                  <a:pt x="157660" y="630198"/>
                </a:cubicBezTo>
                <a:cubicBezTo>
                  <a:pt x="149164" y="596129"/>
                  <a:pt x="132673" y="563574"/>
                  <a:pt x="152662" y="527738"/>
                </a:cubicBezTo>
                <a:cubicBezTo>
                  <a:pt x="155911" y="521934"/>
                  <a:pt x="152662" y="511587"/>
                  <a:pt x="150413" y="502502"/>
                </a:cubicBezTo>
                <a:cubicBezTo>
                  <a:pt x="144559" y="469922"/>
                  <a:pt x="136204" y="437871"/>
                  <a:pt x="125427" y="406603"/>
                </a:cubicBezTo>
                <a:cubicBezTo>
                  <a:pt x="113434" y="376572"/>
                  <a:pt x="131424" y="349064"/>
                  <a:pt x="125427" y="322314"/>
                </a:cubicBezTo>
                <a:cubicBezTo>
                  <a:pt x="116210" y="285923"/>
                  <a:pt x="113251" y="248194"/>
                  <a:pt x="116682" y="210768"/>
                </a:cubicBezTo>
                <a:cubicBezTo>
                  <a:pt x="122429" y="163071"/>
                  <a:pt x="104189" y="111589"/>
                  <a:pt x="91695" y="62630"/>
                </a:cubicBezTo>
                <a:cubicBezTo>
                  <a:pt x="87875" y="44637"/>
                  <a:pt x="78198" y="28486"/>
                  <a:pt x="64210" y="1670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1C06755-CC90-E0E0-23FC-0FF98E647D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1103" y="3289817"/>
            <a:ext cx="5185631" cy="3072384"/>
          </a:xfrm>
          <a:custGeom>
            <a:avLst/>
            <a:gdLst>
              <a:gd name="connsiteX0" fmla="*/ 4377282 w 5185631"/>
              <a:gd name="connsiteY0" fmla="*/ 3035390 h 3072384"/>
              <a:gd name="connsiteX1" fmla="*/ 4378220 w 5185631"/>
              <a:gd name="connsiteY1" fmla="*/ 3042865 h 3072384"/>
              <a:gd name="connsiteX2" fmla="*/ 4414338 w 5185631"/>
              <a:gd name="connsiteY2" fmla="*/ 3040529 h 3072384"/>
              <a:gd name="connsiteX3" fmla="*/ 4413166 w 5185631"/>
              <a:gd name="connsiteY3" fmla="*/ 3035390 h 3072384"/>
              <a:gd name="connsiteX4" fmla="*/ 2743976 w 5185631"/>
              <a:gd name="connsiteY4" fmla="*/ 3023710 h 3072384"/>
              <a:gd name="connsiteX5" fmla="*/ 2743976 w 5185631"/>
              <a:gd name="connsiteY5" fmla="*/ 3029316 h 3072384"/>
              <a:gd name="connsiteX6" fmla="*/ 2798388 w 5185631"/>
              <a:gd name="connsiteY6" fmla="*/ 3031886 h 3072384"/>
              <a:gd name="connsiteX7" fmla="*/ 2799795 w 5185631"/>
              <a:gd name="connsiteY7" fmla="*/ 3023710 h 3072384"/>
              <a:gd name="connsiteX8" fmla="*/ 3631106 w 5185631"/>
              <a:gd name="connsiteY8" fmla="*/ 3023420 h 3072384"/>
              <a:gd name="connsiteX9" fmla="*/ 3587366 w 5185631"/>
              <a:gd name="connsiteY9" fmla="*/ 3031419 h 3072384"/>
              <a:gd name="connsiteX10" fmla="*/ 3674847 w 5185631"/>
              <a:gd name="connsiteY10" fmla="*/ 3031419 h 3072384"/>
              <a:gd name="connsiteX11" fmla="*/ 3631106 w 5185631"/>
              <a:gd name="connsiteY11" fmla="*/ 3023420 h 3072384"/>
              <a:gd name="connsiteX12" fmla="*/ 4880361 w 5185631"/>
              <a:gd name="connsiteY12" fmla="*/ 3020674 h 3072384"/>
              <a:gd name="connsiteX13" fmla="*/ 4821023 w 5185631"/>
              <a:gd name="connsiteY13" fmla="*/ 3023477 h 3072384"/>
              <a:gd name="connsiteX14" fmla="*/ 4750663 w 5185631"/>
              <a:gd name="connsiteY14" fmla="*/ 3031185 h 3072384"/>
              <a:gd name="connsiteX15" fmla="*/ 4598918 w 5185631"/>
              <a:gd name="connsiteY15" fmla="*/ 3026513 h 3072384"/>
              <a:gd name="connsiteX16" fmla="*/ 4533952 w 5185631"/>
              <a:gd name="connsiteY16" fmla="*/ 3029316 h 3072384"/>
              <a:gd name="connsiteX17" fmla="*/ 4575230 w 5185631"/>
              <a:gd name="connsiteY17" fmla="*/ 3047303 h 3072384"/>
              <a:gd name="connsiteX18" fmla="*/ 4622137 w 5185631"/>
              <a:gd name="connsiteY18" fmla="*/ 3058749 h 3072384"/>
              <a:gd name="connsiteX19" fmla="*/ 4710557 w 5185631"/>
              <a:gd name="connsiteY19" fmla="*/ 3065289 h 3072384"/>
              <a:gd name="connsiteX20" fmla="*/ 4804371 w 5185631"/>
              <a:gd name="connsiteY20" fmla="*/ 3058281 h 3072384"/>
              <a:gd name="connsiteX21" fmla="*/ 4880361 w 5185631"/>
              <a:gd name="connsiteY21" fmla="*/ 3020674 h 3072384"/>
              <a:gd name="connsiteX22" fmla="*/ 4479774 w 5185631"/>
              <a:gd name="connsiteY22" fmla="*/ 3019272 h 3072384"/>
              <a:gd name="connsiteX23" fmla="*/ 4467109 w 5185631"/>
              <a:gd name="connsiteY23" fmla="*/ 3022075 h 3072384"/>
              <a:gd name="connsiteX24" fmla="*/ 4477428 w 5185631"/>
              <a:gd name="connsiteY24" fmla="*/ 3028148 h 3072384"/>
              <a:gd name="connsiteX25" fmla="*/ 4487748 w 5185631"/>
              <a:gd name="connsiteY25" fmla="*/ 3026046 h 3072384"/>
              <a:gd name="connsiteX26" fmla="*/ 3054011 w 5185631"/>
              <a:gd name="connsiteY26" fmla="*/ 3017726 h 3072384"/>
              <a:gd name="connsiteX27" fmla="*/ 2997274 w 5185631"/>
              <a:gd name="connsiteY27" fmla="*/ 3026513 h 3072384"/>
              <a:gd name="connsiteX28" fmla="*/ 3111258 w 5185631"/>
              <a:gd name="connsiteY28" fmla="*/ 3022075 h 3072384"/>
              <a:gd name="connsiteX29" fmla="*/ 3054011 w 5185631"/>
              <a:gd name="connsiteY29" fmla="*/ 3017726 h 3072384"/>
              <a:gd name="connsiteX30" fmla="*/ 3349957 w 5185631"/>
              <a:gd name="connsiteY30" fmla="*/ 3015185 h 3072384"/>
              <a:gd name="connsiteX31" fmla="*/ 3174817 w 5185631"/>
              <a:gd name="connsiteY31" fmla="*/ 3018104 h 3072384"/>
              <a:gd name="connsiteX32" fmla="*/ 3148315 w 5185631"/>
              <a:gd name="connsiteY32" fmla="*/ 3026747 h 3072384"/>
              <a:gd name="connsiteX33" fmla="*/ 3168954 w 5185631"/>
              <a:gd name="connsiteY33" fmla="*/ 3033521 h 3072384"/>
              <a:gd name="connsiteX34" fmla="*/ 3441015 w 5185631"/>
              <a:gd name="connsiteY34" fmla="*/ 3037726 h 3072384"/>
              <a:gd name="connsiteX35" fmla="*/ 3522868 w 5185631"/>
              <a:gd name="connsiteY35" fmla="*/ 3032820 h 3072384"/>
              <a:gd name="connsiteX36" fmla="*/ 3522399 w 5185631"/>
              <a:gd name="connsiteY36" fmla="*/ 3024878 h 3072384"/>
              <a:gd name="connsiteX37" fmla="*/ 3523337 w 5185631"/>
              <a:gd name="connsiteY37" fmla="*/ 3024878 h 3072384"/>
              <a:gd name="connsiteX38" fmla="*/ 3349957 w 5185631"/>
              <a:gd name="connsiteY38" fmla="*/ 3015185 h 3072384"/>
              <a:gd name="connsiteX39" fmla="*/ 2345896 w 5185631"/>
              <a:gd name="connsiteY39" fmla="*/ 3007304 h 3072384"/>
              <a:gd name="connsiteX40" fmla="*/ 2290149 w 5185631"/>
              <a:gd name="connsiteY40" fmla="*/ 3008527 h 3072384"/>
              <a:gd name="connsiteX41" fmla="*/ 2290618 w 5185631"/>
              <a:gd name="connsiteY41" fmla="*/ 3018338 h 3072384"/>
              <a:gd name="connsiteX42" fmla="*/ 2512254 w 5185631"/>
              <a:gd name="connsiteY42" fmla="*/ 3018338 h 3072384"/>
              <a:gd name="connsiteX43" fmla="*/ 2512254 w 5185631"/>
              <a:gd name="connsiteY43" fmla="*/ 3012264 h 3072384"/>
              <a:gd name="connsiteX44" fmla="*/ 2345896 w 5185631"/>
              <a:gd name="connsiteY44" fmla="*/ 3007304 h 3072384"/>
              <a:gd name="connsiteX45" fmla="*/ 4061128 w 5185631"/>
              <a:gd name="connsiteY45" fmla="*/ 3003855 h 3072384"/>
              <a:gd name="connsiteX46" fmla="*/ 4011172 w 5185631"/>
              <a:gd name="connsiteY46" fmla="*/ 3005724 h 3072384"/>
              <a:gd name="connsiteX47" fmla="*/ 4014448 w 5185631"/>
              <a:gd name="connsiteY47" fmla="*/ 3015047 h 3072384"/>
              <a:gd name="connsiteX48" fmla="*/ 4014221 w 5185631"/>
              <a:gd name="connsiteY48" fmla="*/ 3015067 h 3072384"/>
              <a:gd name="connsiteX49" fmla="*/ 4014455 w 5185631"/>
              <a:gd name="connsiteY49" fmla="*/ 3015067 h 3072384"/>
              <a:gd name="connsiteX50" fmla="*/ 4014448 w 5185631"/>
              <a:gd name="connsiteY50" fmla="*/ 3015047 h 3072384"/>
              <a:gd name="connsiteX51" fmla="*/ 4063708 w 5185631"/>
              <a:gd name="connsiteY51" fmla="*/ 3010629 h 3072384"/>
              <a:gd name="connsiteX52" fmla="*/ 4061128 w 5185631"/>
              <a:gd name="connsiteY52" fmla="*/ 3003855 h 3072384"/>
              <a:gd name="connsiteX53" fmla="*/ 1296656 w 5185631"/>
              <a:gd name="connsiteY53" fmla="*/ 2999183 h 3072384"/>
              <a:gd name="connsiteX54" fmla="*/ 1239195 w 5185631"/>
              <a:gd name="connsiteY54" fmla="*/ 3010863 h 3072384"/>
              <a:gd name="connsiteX55" fmla="*/ 1300174 w 5185631"/>
              <a:gd name="connsiteY55" fmla="*/ 3006191 h 3072384"/>
              <a:gd name="connsiteX56" fmla="*/ 3841599 w 5185631"/>
              <a:gd name="connsiteY56" fmla="*/ 2995624 h 3072384"/>
              <a:gd name="connsiteX57" fmla="*/ 3779685 w 5185631"/>
              <a:gd name="connsiteY57" fmla="*/ 3003622 h 3072384"/>
              <a:gd name="connsiteX58" fmla="*/ 3856144 w 5185631"/>
              <a:gd name="connsiteY58" fmla="*/ 3024177 h 3072384"/>
              <a:gd name="connsiteX59" fmla="*/ 3735827 w 5185631"/>
              <a:gd name="connsiteY59" fmla="*/ 3024177 h 3072384"/>
              <a:gd name="connsiteX60" fmla="*/ 3995223 w 5185631"/>
              <a:gd name="connsiteY60" fmla="*/ 3028148 h 3072384"/>
              <a:gd name="connsiteX61" fmla="*/ 3939873 w 5185631"/>
              <a:gd name="connsiteY61" fmla="*/ 3015067 h 3072384"/>
              <a:gd name="connsiteX62" fmla="*/ 3902582 w 5185631"/>
              <a:gd name="connsiteY62" fmla="*/ 3008994 h 3072384"/>
              <a:gd name="connsiteX63" fmla="*/ 3841599 w 5185631"/>
              <a:gd name="connsiteY63" fmla="*/ 2995624 h 3072384"/>
              <a:gd name="connsiteX64" fmla="*/ 821252 w 5185631"/>
              <a:gd name="connsiteY64" fmla="*/ 2992643 h 3072384"/>
              <a:gd name="connsiteX65" fmla="*/ 804834 w 5185631"/>
              <a:gd name="connsiteY65" fmla="*/ 2995913 h 3072384"/>
              <a:gd name="connsiteX66" fmla="*/ 813981 w 5185631"/>
              <a:gd name="connsiteY66" fmla="*/ 3001286 h 3072384"/>
              <a:gd name="connsiteX67" fmla="*/ 828992 w 5185631"/>
              <a:gd name="connsiteY67" fmla="*/ 2997081 h 3072384"/>
              <a:gd name="connsiteX68" fmla="*/ 821252 w 5185631"/>
              <a:gd name="connsiteY68" fmla="*/ 2992643 h 3072384"/>
              <a:gd name="connsiteX69" fmla="*/ 420812 w 5185631"/>
              <a:gd name="connsiteY69" fmla="*/ 2986121 h 3072384"/>
              <a:gd name="connsiteX70" fmla="*/ 312779 w 5185631"/>
              <a:gd name="connsiteY70" fmla="*/ 3004089 h 3072384"/>
              <a:gd name="connsiteX71" fmla="*/ 336232 w 5185631"/>
              <a:gd name="connsiteY71" fmla="*/ 3018805 h 3072384"/>
              <a:gd name="connsiteX72" fmla="*/ 265871 w 5185631"/>
              <a:gd name="connsiteY72" fmla="*/ 3036090 h 3072384"/>
              <a:gd name="connsiteX73" fmla="*/ 271031 w 5185631"/>
              <a:gd name="connsiteY73" fmla="*/ 3041229 h 3072384"/>
              <a:gd name="connsiteX74" fmla="*/ 345848 w 5185631"/>
              <a:gd name="connsiteY74" fmla="*/ 3039828 h 3072384"/>
              <a:gd name="connsiteX75" fmla="*/ 514479 w 5185631"/>
              <a:gd name="connsiteY75" fmla="*/ 3029550 h 3072384"/>
              <a:gd name="connsiteX76" fmla="*/ 529959 w 5185631"/>
              <a:gd name="connsiteY76" fmla="*/ 2995212 h 3072384"/>
              <a:gd name="connsiteX77" fmla="*/ 420812 w 5185631"/>
              <a:gd name="connsiteY77" fmla="*/ 2986121 h 3072384"/>
              <a:gd name="connsiteX78" fmla="*/ 2034066 w 5185631"/>
              <a:gd name="connsiteY78" fmla="*/ 2976774 h 3072384"/>
              <a:gd name="connsiteX79" fmla="*/ 1995807 w 5185631"/>
              <a:gd name="connsiteY79" fmla="*/ 2983533 h 3072384"/>
              <a:gd name="connsiteX80" fmla="*/ 2149896 w 5185631"/>
              <a:gd name="connsiteY80" fmla="*/ 2981898 h 3072384"/>
              <a:gd name="connsiteX81" fmla="*/ 2034066 w 5185631"/>
              <a:gd name="connsiteY81" fmla="*/ 2976774 h 3072384"/>
              <a:gd name="connsiteX82" fmla="*/ 2984140 w 5185631"/>
              <a:gd name="connsiteY82" fmla="*/ 2971153 h 3072384"/>
              <a:gd name="connsiteX83" fmla="*/ 2902991 w 5185631"/>
              <a:gd name="connsiteY83" fmla="*/ 2988905 h 3072384"/>
              <a:gd name="connsiteX84" fmla="*/ 2974524 w 5185631"/>
              <a:gd name="connsiteY84" fmla="*/ 2995212 h 3072384"/>
              <a:gd name="connsiteX85" fmla="*/ 3141982 w 5185631"/>
              <a:gd name="connsiteY85" fmla="*/ 2992876 h 3072384"/>
              <a:gd name="connsiteX86" fmla="*/ 3294900 w 5185631"/>
              <a:gd name="connsiteY86" fmla="*/ 2991708 h 3072384"/>
              <a:gd name="connsiteX87" fmla="*/ 3580329 w 5185631"/>
              <a:gd name="connsiteY87" fmla="*/ 2994745 h 3072384"/>
              <a:gd name="connsiteX88" fmla="*/ 3617855 w 5185631"/>
              <a:gd name="connsiteY88" fmla="*/ 2987737 h 3072384"/>
              <a:gd name="connsiteX89" fmla="*/ 3615275 w 5185631"/>
              <a:gd name="connsiteY89" fmla="*/ 2980730 h 3072384"/>
              <a:gd name="connsiteX90" fmla="*/ 3375346 w 5185631"/>
              <a:gd name="connsiteY90" fmla="*/ 2971153 h 3072384"/>
              <a:gd name="connsiteX91" fmla="*/ 2984140 w 5185631"/>
              <a:gd name="connsiteY91" fmla="*/ 2971153 h 3072384"/>
              <a:gd name="connsiteX92" fmla="*/ 1851040 w 5185631"/>
              <a:gd name="connsiteY92" fmla="*/ 2967825 h 3072384"/>
              <a:gd name="connsiteX93" fmla="*/ 1802784 w 5185631"/>
              <a:gd name="connsiteY93" fmla="*/ 2980263 h 3072384"/>
              <a:gd name="connsiteX94" fmla="*/ 1893315 w 5185631"/>
              <a:gd name="connsiteY94" fmla="*/ 2973255 h 3072384"/>
              <a:gd name="connsiteX95" fmla="*/ 1851040 w 5185631"/>
              <a:gd name="connsiteY95" fmla="*/ 2967825 h 3072384"/>
              <a:gd name="connsiteX96" fmla="*/ 2341512 w 5185631"/>
              <a:gd name="connsiteY96" fmla="*/ 2965780 h 3072384"/>
              <a:gd name="connsiteX97" fmla="*/ 2251216 w 5185631"/>
              <a:gd name="connsiteY97" fmla="*/ 2967415 h 3072384"/>
              <a:gd name="connsiteX98" fmla="*/ 2215332 w 5185631"/>
              <a:gd name="connsiteY98" fmla="*/ 2979795 h 3072384"/>
              <a:gd name="connsiteX99" fmla="*/ 2429698 w 5185631"/>
              <a:gd name="connsiteY99" fmla="*/ 2986102 h 3072384"/>
              <a:gd name="connsiteX100" fmla="*/ 2593873 w 5185631"/>
              <a:gd name="connsiteY100" fmla="*/ 3007593 h 3072384"/>
              <a:gd name="connsiteX101" fmla="*/ 2593873 w 5185631"/>
              <a:gd name="connsiteY101" fmla="*/ 3008293 h 3072384"/>
              <a:gd name="connsiteX102" fmla="*/ 2739754 w 5185631"/>
              <a:gd name="connsiteY102" fmla="*/ 3008293 h 3072384"/>
              <a:gd name="connsiteX103" fmla="*/ 2796511 w 5185631"/>
              <a:gd name="connsiteY103" fmla="*/ 3003388 h 3072384"/>
              <a:gd name="connsiteX104" fmla="*/ 2716769 w 5185631"/>
              <a:gd name="connsiteY104" fmla="*/ 2973021 h 3072384"/>
              <a:gd name="connsiteX105" fmla="*/ 2341512 w 5185631"/>
              <a:gd name="connsiteY105" fmla="*/ 2965780 h 3072384"/>
              <a:gd name="connsiteX106" fmla="*/ 0 w 5185631"/>
              <a:gd name="connsiteY106" fmla="*/ 0 h 3072384"/>
              <a:gd name="connsiteX107" fmla="*/ 5185631 w 5185631"/>
              <a:gd name="connsiteY107" fmla="*/ 0 h 3072384"/>
              <a:gd name="connsiteX108" fmla="*/ 5185631 w 5185631"/>
              <a:gd name="connsiteY108" fmla="*/ 3072384 h 3072384"/>
              <a:gd name="connsiteX109" fmla="*/ 4160549 w 5185631"/>
              <a:gd name="connsiteY109" fmla="*/ 3072384 h 3072384"/>
              <a:gd name="connsiteX110" fmla="*/ 4105455 w 5185631"/>
              <a:gd name="connsiteY110" fmla="*/ 3065056 h 3072384"/>
              <a:gd name="connsiteX111" fmla="*/ 3699239 w 5185631"/>
              <a:gd name="connsiteY111" fmla="*/ 3060150 h 3072384"/>
              <a:gd name="connsiteX112" fmla="*/ 3012988 w 5185631"/>
              <a:gd name="connsiteY112" fmla="*/ 3064588 h 3072384"/>
              <a:gd name="connsiteX113" fmla="*/ 2340809 w 5185631"/>
              <a:gd name="connsiteY113" fmla="*/ 3053376 h 3072384"/>
              <a:gd name="connsiteX114" fmla="*/ 2291556 w 5185631"/>
              <a:gd name="connsiteY114" fmla="*/ 3055712 h 3072384"/>
              <a:gd name="connsiteX115" fmla="*/ 2344796 w 5185631"/>
              <a:gd name="connsiteY115" fmla="*/ 3064822 h 3072384"/>
              <a:gd name="connsiteX116" fmla="*/ 2512020 w 5185631"/>
              <a:gd name="connsiteY116" fmla="*/ 3070428 h 3072384"/>
              <a:gd name="connsiteX117" fmla="*/ 2582245 w 5185631"/>
              <a:gd name="connsiteY117" fmla="*/ 3072384 h 3072384"/>
              <a:gd name="connsiteX118" fmla="*/ 2125561 w 5185631"/>
              <a:gd name="connsiteY118" fmla="*/ 3072384 h 3072384"/>
              <a:gd name="connsiteX119" fmla="*/ 2117531 w 5185631"/>
              <a:gd name="connsiteY119" fmla="*/ 3070428 h 3072384"/>
              <a:gd name="connsiteX120" fmla="*/ 2112257 w 5185631"/>
              <a:gd name="connsiteY120" fmla="*/ 3072384 h 3072384"/>
              <a:gd name="connsiteX121" fmla="*/ 1830957 w 5185631"/>
              <a:gd name="connsiteY121" fmla="*/ 3072384 h 3072384"/>
              <a:gd name="connsiteX122" fmla="*/ 1831632 w 5185631"/>
              <a:gd name="connsiteY122" fmla="*/ 3069727 h 3072384"/>
              <a:gd name="connsiteX123" fmla="*/ 1808677 w 5185631"/>
              <a:gd name="connsiteY123" fmla="*/ 3072384 h 3072384"/>
              <a:gd name="connsiteX124" fmla="*/ 1634349 w 5185631"/>
              <a:gd name="connsiteY124" fmla="*/ 3072384 h 3072384"/>
              <a:gd name="connsiteX125" fmla="*/ 1634123 w 5185631"/>
              <a:gd name="connsiteY125" fmla="*/ 3071217 h 3072384"/>
              <a:gd name="connsiteX126" fmla="*/ 1632042 w 5185631"/>
              <a:gd name="connsiteY126" fmla="*/ 3067625 h 3072384"/>
              <a:gd name="connsiteX127" fmla="*/ 1593109 w 5185631"/>
              <a:gd name="connsiteY127" fmla="*/ 3069260 h 3072384"/>
              <a:gd name="connsiteX128" fmla="*/ 1593984 w 5185631"/>
              <a:gd name="connsiteY128" fmla="*/ 3072384 h 3072384"/>
              <a:gd name="connsiteX129" fmla="*/ 843251 w 5185631"/>
              <a:gd name="connsiteY129" fmla="*/ 3072384 h 3072384"/>
              <a:gd name="connsiteX130" fmla="*/ 811636 w 5185631"/>
              <a:gd name="connsiteY130" fmla="*/ 3067859 h 3072384"/>
              <a:gd name="connsiteX131" fmla="*/ 796166 w 5185631"/>
              <a:gd name="connsiteY131" fmla="*/ 3072384 h 3072384"/>
              <a:gd name="connsiteX132" fmla="*/ 516374 w 5185631"/>
              <a:gd name="connsiteY132" fmla="*/ 3072384 h 3072384"/>
              <a:gd name="connsiteX133" fmla="*/ 433564 w 5185631"/>
              <a:gd name="connsiteY133" fmla="*/ 3059683 h 3072384"/>
              <a:gd name="connsiteX134" fmla="*/ 369067 w 5185631"/>
              <a:gd name="connsiteY134" fmla="*/ 3055245 h 3072384"/>
              <a:gd name="connsiteX135" fmla="*/ 366840 w 5185631"/>
              <a:gd name="connsiteY135" fmla="*/ 3072384 h 3072384"/>
              <a:gd name="connsiteX136" fmla="*/ 344670 w 5185631"/>
              <a:gd name="connsiteY136" fmla="*/ 3072384 h 3072384"/>
              <a:gd name="connsiteX137" fmla="*/ 340219 w 5185631"/>
              <a:gd name="connsiteY137" fmla="*/ 3071830 h 3072384"/>
              <a:gd name="connsiteX138" fmla="*/ 311079 w 5185631"/>
              <a:gd name="connsiteY138" fmla="*/ 3067187 h 3072384"/>
              <a:gd name="connsiteX139" fmla="*/ 296305 w 5185631"/>
              <a:gd name="connsiteY139" fmla="*/ 3072384 h 3072384"/>
              <a:gd name="connsiteX140" fmla="*/ 0 w 5185631"/>
              <a:gd name="connsiteY140" fmla="*/ 3072384 h 307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185631" h="3072384">
                <a:moveTo>
                  <a:pt x="4377282" y="3035390"/>
                </a:moveTo>
                <a:cubicBezTo>
                  <a:pt x="4377516" y="3037726"/>
                  <a:pt x="4377751" y="3040295"/>
                  <a:pt x="4378220" y="3042865"/>
                </a:cubicBezTo>
                <a:lnTo>
                  <a:pt x="4414338" y="3040529"/>
                </a:lnTo>
                <a:cubicBezTo>
                  <a:pt x="4414338" y="3038660"/>
                  <a:pt x="4414338" y="3037025"/>
                  <a:pt x="4413166" y="3035390"/>
                </a:cubicBezTo>
                <a:close/>
                <a:moveTo>
                  <a:pt x="2743976" y="3023710"/>
                </a:moveTo>
                <a:lnTo>
                  <a:pt x="2743976" y="3029316"/>
                </a:lnTo>
                <a:lnTo>
                  <a:pt x="2798388" y="3031886"/>
                </a:lnTo>
                <a:lnTo>
                  <a:pt x="2799795" y="3023710"/>
                </a:lnTo>
                <a:close/>
                <a:moveTo>
                  <a:pt x="3631106" y="3023420"/>
                </a:moveTo>
                <a:cubicBezTo>
                  <a:pt x="3616278" y="3023420"/>
                  <a:pt x="3601450" y="3026086"/>
                  <a:pt x="3587366" y="3031419"/>
                </a:cubicBezTo>
                <a:lnTo>
                  <a:pt x="3674847" y="3031419"/>
                </a:lnTo>
                <a:cubicBezTo>
                  <a:pt x="3660764" y="3026086"/>
                  <a:pt x="3645935" y="3023420"/>
                  <a:pt x="3631106" y="3023420"/>
                </a:cubicBezTo>
                <a:close/>
                <a:moveTo>
                  <a:pt x="4880361" y="3020674"/>
                </a:moveTo>
                <a:cubicBezTo>
                  <a:pt x="4860543" y="3019599"/>
                  <a:pt x="4840654" y="3020538"/>
                  <a:pt x="4821023" y="3023477"/>
                </a:cubicBezTo>
                <a:cubicBezTo>
                  <a:pt x="4798485" y="3031400"/>
                  <a:pt x="4774398" y="3034037"/>
                  <a:pt x="4750663" y="3031185"/>
                </a:cubicBezTo>
                <a:cubicBezTo>
                  <a:pt x="4700003" y="3029784"/>
                  <a:pt x="4649578" y="3027681"/>
                  <a:pt x="4598918" y="3026513"/>
                </a:cubicBezTo>
                <a:cubicBezTo>
                  <a:pt x="4582032" y="3026513"/>
                  <a:pt x="4564911" y="3027915"/>
                  <a:pt x="4533952" y="3029316"/>
                </a:cubicBezTo>
                <a:cubicBezTo>
                  <a:pt x="4547344" y="3036095"/>
                  <a:pt x="4561134" y="3042101"/>
                  <a:pt x="4575230" y="3047303"/>
                </a:cubicBezTo>
                <a:cubicBezTo>
                  <a:pt x="4591061" y="3050297"/>
                  <a:pt x="4606705" y="3054117"/>
                  <a:pt x="4622137" y="3058749"/>
                </a:cubicBezTo>
                <a:cubicBezTo>
                  <a:pt x="4650235" y="3069968"/>
                  <a:pt x="4681123" y="3072252"/>
                  <a:pt x="4710557" y="3065289"/>
                </a:cubicBezTo>
                <a:cubicBezTo>
                  <a:pt x="4741610" y="3060687"/>
                  <a:pt x="4772967" y="3058347"/>
                  <a:pt x="4804371" y="3058281"/>
                </a:cubicBezTo>
                <a:cubicBezTo>
                  <a:pt x="4867227" y="3058281"/>
                  <a:pt x="4868165" y="3058281"/>
                  <a:pt x="4880361" y="3020674"/>
                </a:cubicBezTo>
                <a:close/>
                <a:moveTo>
                  <a:pt x="4479774" y="3019272"/>
                </a:moveTo>
                <a:lnTo>
                  <a:pt x="4467109" y="3022075"/>
                </a:lnTo>
                <a:cubicBezTo>
                  <a:pt x="4470369" y="3024388"/>
                  <a:pt x="4473817" y="3026420"/>
                  <a:pt x="4477428" y="3028148"/>
                </a:cubicBezTo>
                <a:cubicBezTo>
                  <a:pt x="4480923" y="3027793"/>
                  <a:pt x="4484394" y="3027088"/>
                  <a:pt x="4487748" y="3026046"/>
                </a:cubicBezTo>
                <a:close/>
                <a:moveTo>
                  <a:pt x="3054011" y="3017726"/>
                </a:moveTo>
                <a:cubicBezTo>
                  <a:pt x="3034887" y="3018471"/>
                  <a:pt x="3015849" y="3021405"/>
                  <a:pt x="2997274" y="3026513"/>
                </a:cubicBezTo>
                <a:cubicBezTo>
                  <a:pt x="3058488" y="3036090"/>
                  <a:pt x="3067634" y="3035857"/>
                  <a:pt x="3111258" y="3022075"/>
                </a:cubicBezTo>
                <a:cubicBezTo>
                  <a:pt x="3092343" y="3018427"/>
                  <a:pt x="3073134" y="3016982"/>
                  <a:pt x="3054011" y="3017726"/>
                </a:cubicBezTo>
                <a:close/>
                <a:moveTo>
                  <a:pt x="3349957" y="3015185"/>
                </a:moveTo>
                <a:cubicBezTo>
                  <a:pt x="3291558" y="3016177"/>
                  <a:pt x="3232865" y="3019272"/>
                  <a:pt x="3174817" y="3018104"/>
                </a:cubicBezTo>
                <a:cubicBezTo>
                  <a:pt x="3165600" y="3019653"/>
                  <a:pt x="3156664" y="3022568"/>
                  <a:pt x="3148315" y="3026747"/>
                </a:cubicBezTo>
                <a:cubicBezTo>
                  <a:pt x="3154859" y="3029914"/>
                  <a:pt x="3161801" y="3032192"/>
                  <a:pt x="3168954" y="3033521"/>
                </a:cubicBezTo>
                <a:cubicBezTo>
                  <a:pt x="3259719" y="3035156"/>
                  <a:pt x="3350485" y="3037025"/>
                  <a:pt x="3441015" y="3037726"/>
                </a:cubicBezTo>
                <a:cubicBezTo>
                  <a:pt x="3468221" y="3037726"/>
                  <a:pt x="3495428" y="3034689"/>
                  <a:pt x="3522868" y="3032820"/>
                </a:cubicBezTo>
                <a:cubicBezTo>
                  <a:pt x="3521930" y="3030251"/>
                  <a:pt x="3522165" y="3027681"/>
                  <a:pt x="3522399" y="3024878"/>
                </a:cubicBezTo>
                <a:lnTo>
                  <a:pt x="3523337" y="3024878"/>
                </a:lnTo>
                <a:cubicBezTo>
                  <a:pt x="3466463" y="3015301"/>
                  <a:pt x="3408357" y="3014192"/>
                  <a:pt x="3349957" y="3015185"/>
                </a:cubicBezTo>
                <a:close/>
                <a:moveTo>
                  <a:pt x="2345896" y="3007304"/>
                </a:moveTo>
                <a:cubicBezTo>
                  <a:pt x="2327411" y="3006863"/>
                  <a:pt x="2308854" y="3007067"/>
                  <a:pt x="2290149" y="3008527"/>
                </a:cubicBezTo>
                <a:lnTo>
                  <a:pt x="2290618" y="3018338"/>
                </a:lnTo>
                <a:lnTo>
                  <a:pt x="2512254" y="3018338"/>
                </a:lnTo>
                <a:cubicBezTo>
                  <a:pt x="2512371" y="3016315"/>
                  <a:pt x="2512371" y="3014287"/>
                  <a:pt x="2512254" y="3012264"/>
                </a:cubicBezTo>
                <a:cubicBezTo>
                  <a:pt x="2456141" y="3015768"/>
                  <a:pt x="2401348" y="3008629"/>
                  <a:pt x="2345896" y="3007304"/>
                </a:cubicBezTo>
                <a:close/>
                <a:moveTo>
                  <a:pt x="4061128" y="3003855"/>
                </a:moveTo>
                <a:lnTo>
                  <a:pt x="4011172" y="3005724"/>
                </a:lnTo>
                <a:lnTo>
                  <a:pt x="4014448" y="3015047"/>
                </a:lnTo>
                <a:lnTo>
                  <a:pt x="4014221" y="3015067"/>
                </a:lnTo>
                <a:lnTo>
                  <a:pt x="4014455" y="3015067"/>
                </a:lnTo>
                <a:lnTo>
                  <a:pt x="4014448" y="3015047"/>
                </a:lnTo>
                <a:lnTo>
                  <a:pt x="4063708" y="3010629"/>
                </a:lnTo>
                <a:cubicBezTo>
                  <a:pt x="4063708" y="3008293"/>
                  <a:pt x="4062066" y="3006191"/>
                  <a:pt x="4061128" y="3003855"/>
                </a:cubicBezTo>
                <a:close/>
                <a:moveTo>
                  <a:pt x="1296656" y="2999183"/>
                </a:moveTo>
                <a:cubicBezTo>
                  <a:pt x="1276706" y="2995570"/>
                  <a:pt x="1256126" y="2999751"/>
                  <a:pt x="1239195" y="3010863"/>
                </a:cubicBezTo>
                <a:lnTo>
                  <a:pt x="1300174" y="3006191"/>
                </a:lnTo>
                <a:close/>
                <a:moveTo>
                  <a:pt x="3841599" y="2995624"/>
                </a:moveTo>
                <a:cubicBezTo>
                  <a:pt x="3820805" y="2994715"/>
                  <a:pt x="3799855" y="2997368"/>
                  <a:pt x="3779685" y="3003622"/>
                </a:cubicBezTo>
                <a:cubicBezTo>
                  <a:pt x="3798213" y="3014133"/>
                  <a:pt x="3847935" y="3000118"/>
                  <a:pt x="3856144" y="3024177"/>
                </a:cubicBezTo>
                <a:lnTo>
                  <a:pt x="3735827" y="3024177"/>
                </a:lnTo>
                <a:cubicBezTo>
                  <a:pt x="3863414" y="3038894"/>
                  <a:pt x="3946909" y="3039127"/>
                  <a:pt x="3995223" y="3028148"/>
                </a:cubicBezTo>
                <a:cubicBezTo>
                  <a:pt x="3973177" y="3022776"/>
                  <a:pt x="3956994" y="3018571"/>
                  <a:pt x="3939873" y="3015067"/>
                </a:cubicBezTo>
                <a:cubicBezTo>
                  <a:pt x="3927349" y="3013668"/>
                  <a:pt x="3914895" y="3011641"/>
                  <a:pt x="3902582" y="3008994"/>
                </a:cubicBezTo>
                <a:cubicBezTo>
                  <a:pt x="3883033" y="3001003"/>
                  <a:pt x="3862394" y="2996533"/>
                  <a:pt x="3841599" y="2995624"/>
                </a:cubicBezTo>
                <a:close/>
                <a:moveTo>
                  <a:pt x="821252" y="2992643"/>
                </a:moveTo>
                <a:cubicBezTo>
                  <a:pt x="819141" y="2992643"/>
                  <a:pt x="810698" y="2994745"/>
                  <a:pt x="804834" y="2995913"/>
                </a:cubicBezTo>
                <a:cubicBezTo>
                  <a:pt x="807724" y="2997962"/>
                  <a:pt x="810785" y="2999758"/>
                  <a:pt x="813981" y="3001286"/>
                </a:cubicBezTo>
                <a:cubicBezTo>
                  <a:pt x="819059" y="3000162"/>
                  <a:pt x="824071" y="2998758"/>
                  <a:pt x="828992" y="2997081"/>
                </a:cubicBezTo>
                <a:cubicBezTo>
                  <a:pt x="826412" y="2995679"/>
                  <a:pt x="823363" y="2992643"/>
                  <a:pt x="821252" y="2992643"/>
                </a:cubicBezTo>
                <a:close/>
                <a:moveTo>
                  <a:pt x="420812" y="2986121"/>
                </a:moveTo>
                <a:cubicBezTo>
                  <a:pt x="384332" y="2987612"/>
                  <a:pt x="348038" y="2993613"/>
                  <a:pt x="312779" y="3004089"/>
                </a:cubicBezTo>
                <a:lnTo>
                  <a:pt x="336232" y="3018805"/>
                </a:lnTo>
                <a:lnTo>
                  <a:pt x="265871" y="3036090"/>
                </a:lnTo>
                <a:cubicBezTo>
                  <a:pt x="267462" y="3037929"/>
                  <a:pt x="269185" y="3039646"/>
                  <a:pt x="271031" y="3041229"/>
                </a:cubicBezTo>
                <a:cubicBezTo>
                  <a:pt x="295920" y="3039265"/>
                  <a:pt x="320903" y="3038795"/>
                  <a:pt x="345848" y="3039828"/>
                </a:cubicBezTo>
                <a:cubicBezTo>
                  <a:pt x="402266" y="3044084"/>
                  <a:pt x="459002" y="3040624"/>
                  <a:pt x="514479" y="3029550"/>
                </a:cubicBezTo>
                <a:cubicBezTo>
                  <a:pt x="519874" y="3017403"/>
                  <a:pt x="525033" y="3006191"/>
                  <a:pt x="529959" y="2995212"/>
                </a:cubicBezTo>
                <a:cubicBezTo>
                  <a:pt x="493958" y="2987649"/>
                  <a:pt x="457292" y="2984630"/>
                  <a:pt x="420812" y="2986121"/>
                </a:cubicBezTo>
                <a:close/>
                <a:moveTo>
                  <a:pt x="2034066" y="2976774"/>
                </a:moveTo>
                <a:cubicBezTo>
                  <a:pt x="2021284" y="2977650"/>
                  <a:pt x="2008531" y="2979679"/>
                  <a:pt x="1995807" y="2983533"/>
                </a:cubicBezTo>
                <a:cubicBezTo>
                  <a:pt x="2047170" y="2980263"/>
                  <a:pt x="2099471" y="2993344"/>
                  <a:pt x="2149896" y="2981898"/>
                </a:cubicBezTo>
                <a:cubicBezTo>
                  <a:pt x="2111022" y="2981898"/>
                  <a:pt x="2072412" y="2974146"/>
                  <a:pt x="2034066" y="2976774"/>
                </a:cubicBezTo>
                <a:close/>
                <a:moveTo>
                  <a:pt x="2984140" y="2971153"/>
                </a:moveTo>
                <a:cubicBezTo>
                  <a:pt x="2955831" y="2967009"/>
                  <a:pt x="2926960" y="2973323"/>
                  <a:pt x="2902991" y="2988905"/>
                </a:cubicBezTo>
                <a:cubicBezTo>
                  <a:pt x="2931838" y="2991475"/>
                  <a:pt x="2953181" y="2995212"/>
                  <a:pt x="2974524" y="2995212"/>
                </a:cubicBezTo>
                <a:cubicBezTo>
                  <a:pt x="3030343" y="2995212"/>
                  <a:pt x="3086163" y="2993577"/>
                  <a:pt x="3141982" y="2992876"/>
                </a:cubicBezTo>
                <a:cubicBezTo>
                  <a:pt x="3192877" y="2992876"/>
                  <a:pt x="3244005" y="2991241"/>
                  <a:pt x="3294900" y="2991708"/>
                </a:cubicBezTo>
                <a:cubicBezTo>
                  <a:pt x="3390121" y="2991708"/>
                  <a:pt x="3485108" y="2994278"/>
                  <a:pt x="3580329" y="2994745"/>
                </a:cubicBezTo>
                <a:cubicBezTo>
                  <a:pt x="3593041" y="2993636"/>
                  <a:pt x="3605612" y="2991288"/>
                  <a:pt x="3617855" y="2987737"/>
                </a:cubicBezTo>
                <a:lnTo>
                  <a:pt x="3615275" y="2980730"/>
                </a:lnTo>
                <a:cubicBezTo>
                  <a:pt x="3535299" y="2977459"/>
                  <a:pt x="3455557" y="2972321"/>
                  <a:pt x="3375346" y="2971153"/>
                </a:cubicBezTo>
                <a:cubicBezTo>
                  <a:pt x="3245178" y="2969517"/>
                  <a:pt x="3114776" y="2971153"/>
                  <a:pt x="2984140" y="2971153"/>
                </a:cubicBezTo>
                <a:close/>
                <a:moveTo>
                  <a:pt x="1851040" y="2967825"/>
                </a:moveTo>
                <a:cubicBezTo>
                  <a:pt x="1839723" y="2968701"/>
                  <a:pt x="1827410" y="2972555"/>
                  <a:pt x="1802784" y="2980263"/>
                </a:cubicBezTo>
                <a:cubicBezTo>
                  <a:pt x="1862825" y="2987037"/>
                  <a:pt x="1862825" y="2987037"/>
                  <a:pt x="1893315" y="2973255"/>
                </a:cubicBezTo>
                <a:cubicBezTo>
                  <a:pt x="1872676" y="2969051"/>
                  <a:pt x="1862356" y="2966949"/>
                  <a:pt x="1851040" y="2967825"/>
                </a:cubicBezTo>
                <a:close/>
                <a:moveTo>
                  <a:pt x="2341512" y="2965780"/>
                </a:moveTo>
                <a:cubicBezTo>
                  <a:pt x="2311257" y="2965780"/>
                  <a:pt x="2280767" y="2965780"/>
                  <a:pt x="2251216" y="2967415"/>
                </a:cubicBezTo>
                <a:cubicBezTo>
                  <a:pt x="2238739" y="2969858"/>
                  <a:pt x="2226660" y="2974026"/>
                  <a:pt x="2215332" y="2979795"/>
                </a:cubicBezTo>
                <a:cubicBezTo>
                  <a:pt x="2291556" y="2993344"/>
                  <a:pt x="2358399" y="3005957"/>
                  <a:pt x="2429698" y="2986102"/>
                </a:cubicBezTo>
                <a:cubicBezTo>
                  <a:pt x="2482914" y="3001954"/>
                  <a:pt x="2538335" y="3009209"/>
                  <a:pt x="2593873" y="3007593"/>
                </a:cubicBezTo>
                <a:lnTo>
                  <a:pt x="2593873" y="3008293"/>
                </a:lnTo>
                <a:cubicBezTo>
                  <a:pt x="2642422" y="3008293"/>
                  <a:pt x="2691205" y="3008293"/>
                  <a:pt x="2739754" y="3008293"/>
                </a:cubicBezTo>
                <a:cubicBezTo>
                  <a:pt x="2758517" y="3008293"/>
                  <a:pt x="2777280" y="3005257"/>
                  <a:pt x="2796511" y="3003388"/>
                </a:cubicBezTo>
                <a:cubicBezTo>
                  <a:pt x="2787834" y="2980029"/>
                  <a:pt x="2761566" y="2973722"/>
                  <a:pt x="2716769" y="2973021"/>
                </a:cubicBezTo>
                <a:cubicBezTo>
                  <a:pt x="2591527" y="2973021"/>
                  <a:pt x="2466285" y="2968116"/>
                  <a:pt x="2341512" y="2965780"/>
                </a:cubicBezTo>
                <a:close/>
                <a:moveTo>
                  <a:pt x="0" y="0"/>
                </a:moveTo>
                <a:lnTo>
                  <a:pt x="5185631" y="0"/>
                </a:lnTo>
                <a:lnTo>
                  <a:pt x="5185631" y="3072384"/>
                </a:lnTo>
                <a:lnTo>
                  <a:pt x="4160549" y="3072384"/>
                </a:lnTo>
                <a:lnTo>
                  <a:pt x="4105455" y="3065056"/>
                </a:lnTo>
                <a:cubicBezTo>
                  <a:pt x="3970128" y="3062486"/>
                  <a:pt x="3834801" y="3060150"/>
                  <a:pt x="3699239" y="3060150"/>
                </a:cubicBezTo>
                <a:cubicBezTo>
                  <a:pt x="3470567" y="3060617"/>
                  <a:pt x="3241660" y="3064588"/>
                  <a:pt x="3012988" y="3064588"/>
                </a:cubicBezTo>
                <a:cubicBezTo>
                  <a:pt x="2789006" y="3063420"/>
                  <a:pt x="2565025" y="3057114"/>
                  <a:pt x="2340809" y="3053376"/>
                </a:cubicBezTo>
                <a:cubicBezTo>
                  <a:pt x="2324626" y="3053143"/>
                  <a:pt x="2307974" y="3055712"/>
                  <a:pt x="2291556" y="3055712"/>
                </a:cubicBezTo>
                <a:cubicBezTo>
                  <a:pt x="2308677" y="3061622"/>
                  <a:pt x="2326666" y="3064701"/>
                  <a:pt x="2344796" y="3064822"/>
                </a:cubicBezTo>
                <a:cubicBezTo>
                  <a:pt x="2400381" y="3067158"/>
                  <a:pt x="2456200" y="3068793"/>
                  <a:pt x="2512020" y="3070428"/>
                </a:cubicBezTo>
                <a:lnTo>
                  <a:pt x="2582245" y="3072384"/>
                </a:lnTo>
                <a:lnTo>
                  <a:pt x="2125561" y="3072384"/>
                </a:lnTo>
                <a:lnTo>
                  <a:pt x="2117531" y="3070428"/>
                </a:lnTo>
                <a:lnTo>
                  <a:pt x="2112257" y="3072384"/>
                </a:lnTo>
                <a:lnTo>
                  <a:pt x="1830957" y="3072384"/>
                </a:lnTo>
                <a:lnTo>
                  <a:pt x="1831632" y="3069727"/>
                </a:lnTo>
                <a:lnTo>
                  <a:pt x="1808677" y="3072384"/>
                </a:lnTo>
                <a:lnTo>
                  <a:pt x="1634349" y="3072384"/>
                </a:lnTo>
                <a:lnTo>
                  <a:pt x="1634123" y="3071217"/>
                </a:lnTo>
                <a:cubicBezTo>
                  <a:pt x="1633449" y="3069202"/>
                  <a:pt x="1632628" y="3067625"/>
                  <a:pt x="1632042" y="3067625"/>
                </a:cubicBezTo>
                <a:cubicBezTo>
                  <a:pt x="1619142" y="3067625"/>
                  <a:pt x="1606243" y="3067625"/>
                  <a:pt x="1593109" y="3069260"/>
                </a:cubicBezTo>
                <a:lnTo>
                  <a:pt x="1593984" y="3072384"/>
                </a:lnTo>
                <a:lnTo>
                  <a:pt x="843251" y="3072384"/>
                </a:lnTo>
                <a:lnTo>
                  <a:pt x="811636" y="3067859"/>
                </a:lnTo>
                <a:lnTo>
                  <a:pt x="796166" y="3072384"/>
                </a:lnTo>
                <a:lnTo>
                  <a:pt x="516374" y="3072384"/>
                </a:lnTo>
                <a:lnTo>
                  <a:pt x="433564" y="3059683"/>
                </a:lnTo>
                <a:cubicBezTo>
                  <a:pt x="413160" y="3057114"/>
                  <a:pt x="391114" y="3056646"/>
                  <a:pt x="369067" y="3055245"/>
                </a:cubicBezTo>
                <a:lnTo>
                  <a:pt x="366840" y="3072384"/>
                </a:lnTo>
                <a:lnTo>
                  <a:pt x="344670" y="3072384"/>
                </a:lnTo>
                <a:lnTo>
                  <a:pt x="340219" y="3071830"/>
                </a:lnTo>
                <a:cubicBezTo>
                  <a:pt x="330252" y="3069261"/>
                  <a:pt x="320167" y="3067158"/>
                  <a:pt x="311079" y="3067187"/>
                </a:cubicBezTo>
                <a:lnTo>
                  <a:pt x="296305" y="3072384"/>
                </a:lnTo>
                <a:lnTo>
                  <a:pt x="0" y="307238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D5567-19DC-B9D0-758D-7490269D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A23AB-3F73-8319-C6AB-A5A0DECE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49334-F278-8745-73F2-D1D8A11E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63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>
            <a:extLst>
              <a:ext uri="{FF2B5EF4-FFF2-40B4-BE49-F238E27FC236}">
                <a16:creationId xmlns:a16="http://schemas.microsoft.com/office/drawing/2014/main" id="{124EA450-3760-6784-0645-5A1843A7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4C162-33B5-130F-C27C-FCAEE4005E5F}"/>
              </a:ext>
            </a:extLst>
          </p:cNvPr>
          <p:cNvSpPr/>
          <p:nvPr userDrawn="1"/>
        </p:nvSpPr>
        <p:spPr>
          <a:xfrm>
            <a:off x="670000" y="408915"/>
            <a:ext cx="4195915" cy="604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F863-1E09-4D22-F0BF-5645981DB726}"/>
              </a:ext>
            </a:extLst>
          </p:cNvPr>
          <p:cNvSpPr/>
          <p:nvPr userDrawn="1"/>
        </p:nvSpPr>
        <p:spPr>
          <a:xfrm>
            <a:off x="7593590" y="408915"/>
            <a:ext cx="4195915" cy="604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26C6A9-EE99-92A5-71F2-453F613131F2}"/>
              </a:ext>
            </a:extLst>
          </p:cNvPr>
          <p:cNvSpPr/>
          <p:nvPr userDrawn="1"/>
        </p:nvSpPr>
        <p:spPr>
          <a:xfrm rot="239088">
            <a:off x="4119363" y="975130"/>
            <a:ext cx="4195915" cy="5136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2DA8BA7D-181D-8923-0536-ED36399B8B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4015" y="564131"/>
            <a:ext cx="3898208" cy="5729738"/>
          </a:xfrm>
          <a:custGeom>
            <a:avLst/>
            <a:gdLst>
              <a:gd name="connsiteX0" fmla="*/ 167863 w 3898208"/>
              <a:gd name="connsiteY0" fmla="*/ 5002732 h 5729738"/>
              <a:gd name="connsiteX1" fmla="*/ 148118 w 3898208"/>
              <a:gd name="connsiteY1" fmla="*/ 5048046 h 5729738"/>
              <a:gd name="connsiteX2" fmla="*/ 135554 w 3898208"/>
              <a:gd name="connsiteY2" fmla="*/ 5099538 h 5729738"/>
              <a:gd name="connsiteX3" fmla="*/ 128374 w 3898208"/>
              <a:gd name="connsiteY3" fmla="*/ 5196601 h 5729738"/>
              <a:gd name="connsiteX4" fmla="*/ 136067 w 3898208"/>
              <a:gd name="connsiteY4" fmla="*/ 5299586 h 5729738"/>
              <a:gd name="connsiteX5" fmla="*/ 177351 w 3898208"/>
              <a:gd name="connsiteY5" fmla="*/ 5383004 h 5729738"/>
              <a:gd name="connsiteX6" fmla="*/ 174274 w 3898208"/>
              <a:gd name="connsiteY6" fmla="*/ 5317866 h 5729738"/>
              <a:gd name="connsiteX7" fmla="*/ 165812 w 3898208"/>
              <a:gd name="connsiteY7" fmla="*/ 5240628 h 5729738"/>
              <a:gd name="connsiteX8" fmla="*/ 170940 w 3898208"/>
              <a:gd name="connsiteY8" fmla="*/ 5074049 h 5729738"/>
              <a:gd name="connsiteX9" fmla="*/ 167863 w 3898208"/>
              <a:gd name="connsiteY9" fmla="*/ 5002732 h 5729738"/>
              <a:gd name="connsiteX10" fmla="*/ 175812 w 3898208"/>
              <a:gd name="connsiteY10" fmla="*/ 4929355 h 5729738"/>
              <a:gd name="connsiteX11" fmla="*/ 169145 w 3898208"/>
              <a:gd name="connsiteY11" fmla="*/ 4940684 h 5729738"/>
              <a:gd name="connsiteX12" fmla="*/ 171453 w 3898208"/>
              <a:gd name="connsiteY12" fmla="*/ 4952012 h 5729738"/>
              <a:gd name="connsiteX13" fmla="*/ 178889 w 3898208"/>
              <a:gd name="connsiteY13" fmla="*/ 4943259 h 5729738"/>
              <a:gd name="connsiteX14" fmla="*/ 161196 w 3898208"/>
              <a:gd name="connsiteY14" fmla="*/ 4830748 h 5729738"/>
              <a:gd name="connsiteX15" fmla="*/ 152990 w 3898208"/>
              <a:gd name="connsiteY15" fmla="*/ 4831777 h 5729738"/>
              <a:gd name="connsiteX16" fmla="*/ 155555 w 3898208"/>
              <a:gd name="connsiteY16" fmla="*/ 4871426 h 5729738"/>
              <a:gd name="connsiteX17" fmla="*/ 161196 w 3898208"/>
              <a:gd name="connsiteY17" fmla="*/ 4870139 h 5729738"/>
              <a:gd name="connsiteX18" fmla="*/ 6060 w 3898208"/>
              <a:gd name="connsiteY18" fmla="*/ 4708453 h 5729738"/>
              <a:gd name="connsiteX19" fmla="*/ 1445 w 3898208"/>
              <a:gd name="connsiteY19" fmla="*/ 4714889 h 5729738"/>
              <a:gd name="connsiteX20" fmla="*/ 5035 w 3898208"/>
              <a:gd name="connsiteY20" fmla="*/ 4731624 h 5729738"/>
              <a:gd name="connsiteX21" fmla="*/ 8881 w 3898208"/>
              <a:gd name="connsiteY21" fmla="*/ 4721326 h 5729738"/>
              <a:gd name="connsiteX22" fmla="*/ 43242 w 3898208"/>
              <a:gd name="connsiteY22" fmla="*/ 4546252 h 5729738"/>
              <a:gd name="connsiteX23" fmla="*/ 28369 w 3898208"/>
              <a:gd name="connsiteY23" fmla="*/ 4560154 h 5729738"/>
              <a:gd name="connsiteX24" fmla="*/ 41447 w 3898208"/>
              <a:gd name="connsiteY24" fmla="*/ 4570453 h 5729738"/>
              <a:gd name="connsiteX25" fmla="*/ 41447 w 3898208"/>
              <a:gd name="connsiteY25" fmla="*/ 4570710 h 5729738"/>
              <a:gd name="connsiteX26" fmla="*/ 46062 w 3898208"/>
              <a:gd name="connsiteY26" fmla="*/ 4564274 h 5729738"/>
              <a:gd name="connsiteX27" fmla="*/ 43242 w 3898208"/>
              <a:gd name="connsiteY27" fmla="*/ 4546252 h 5729738"/>
              <a:gd name="connsiteX28" fmla="*/ 193762 w 3898208"/>
              <a:gd name="connsiteY28" fmla="*/ 4428849 h 5729738"/>
              <a:gd name="connsiteX29" fmla="*/ 183528 w 3898208"/>
              <a:gd name="connsiteY29" fmla="*/ 4432445 h 5729738"/>
              <a:gd name="connsiteX30" fmla="*/ 183505 w 3898208"/>
              <a:gd name="connsiteY30" fmla="*/ 4432195 h 5729738"/>
              <a:gd name="connsiteX31" fmla="*/ 183505 w 3898208"/>
              <a:gd name="connsiteY31" fmla="*/ 4432453 h 5729738"/>
              <a:gd name="connsiteX32" fmla="*/ 183528 w 3898208"/>
              <a:gd name="connsiteY32" fmla="*/ 4432445 h 5729738"/>
              <a:gd name="connsiteX33" fmla="*/ 188377 w 3898208"/>
              <a:gd name="connsiteY33" fmla="*/ 4486520 h 5729738"/>
              <a:gd name="connsiteX34" fmla="*/ 195813 w 3898208"/>
              <a:gd name="connsiteY34" fmla="*/ 4483688 h 5729738"/>
              <a:gd name="connsiteX35" fmla="*/ 173504 w 3898208"/>
              <a:gd name="connsiteY35" fmla="*/ 4126588 h 5729738"/>
              <a:gd name="connsiteX36" fmla="*/ 169145 w 3898208"/>
              <a:gd name="connsiteY36" fmla="*/ 4411341 h 5729738"/>
              <a:gd name="connsiteX37" fmla="*/ 183505 w 3898208"/>
              <a:gd name="connsiteY37" fmla="*/ 4350580 h 5729738"/>
              <a:gd name="connsiteX38" fmla="*/ 190172 w 3898208"/>
              <a:gd name="connsiteY38" fmla="*/ 4309643 h 5729738"/>
              <a:gd name="connsiteX39" fmla="*/ 196070 w 3898208"/>
              <a:gd name="connsiteY39" fmla="*/ 4174733 h 5729738"/>
              <a:gd name="connsiteX40" fmla="*/ 173504 w 3898208"/>
              <a:gd name="connsiteY40" fmla="*/ 4258666 h 5729738"/>
              <a:gd name="connsiteX41" fmla="*/ 165555 w 3898208"/>
              <a:gd name="connsiteY41" fmla="*/ 3963614 h 5729738"/>
              <a:gd name="connsiteX42" fmla="*/ 165555 w 3898208"/>
              <a:gd name="connsiteY42" fmla="*/ 4059647 h 5729738"/>
              <a:gd name="connsiteX43" fmla="*/ 165555 w 3898208"/>
              <a:gd name="connsiteY43" fmla="*/ 3963614 h 5729738"/>
              <a:gd name="connsiteX44" fmla="*/ 108629 w 3898208"/>
              <a:gd name="connsiteY44" fmla="*/ 3925509 h 5729738"/>
              <a:gd name="connsiteX45" fmla="*/ 113758 w 3898208"/>
              <a:gd name="connsiteY45" fmla="*/ 3954860 h 5729738"/>
              <a:gd name="connsiteX46" fmla="*/ 107604 w 3898208"/>
              <a:gd name="connsiteY46" fmla="*/ 3967991 h 5729738"/>
              <a:gd name="connsiteX47" fmla="*/ 100937 w 3898208"/>
              <a:gd name="connsiteY47" fmla="*/ 3945849 h 5729738"/>
              <a:gd name="connsiteX48" fmla="*/ 107860 w 3898208"/>
              <a:gd name="connsiteY48" fmla="*/ 3926282 h 5729738"/>
              <a:gd name="connsiteX49" fmla="*/ 85295 w 3898208"/>
              <a:gd name="connsiteY49" fmla="*/ 3717995 h 5729738"/>
              <a:gd name="connsiteX50" fmla="*/ 85316 w 3898208"/>
              <a:gd name="connsiteY50" fmla="*/ 3718765 h 5729738"/>
              <a:gd name="connsiteX51" fmla="*/ 85295 w 3898208"/>
              <a:gd name="connsiteY51" fmla="*/ 3718767 h 5729738"/>
              <a:gd name="connsiteX52" fmla="*/ 103341 w 3898208"/>
              <a:gd name="connsiteY52" fmla="*/ 3716933 h 5729738"/>
              <a:gd name="connsiteX53" fmla="*/ 110424 w 3898208"/>
              <a:gd name="connsiteY53" fmla="*/ 3741166 h 5729738"/>
              <a:gd name="connsiteX54" fmla="*/ 92475 w 3898208"/>
              <a:gd name="connsiteY54" fmla="*/ 3858827 h 5729738"/>
              <a:gd name="connsiteX55" fmla="*/ 87346 w 3898208"/>
              <a:gd name="connsiteY55" fmla="*/ 3792659 h 5729738"/>
              <a:gd name="connsiteX56" fmla="*/ 85316 w 3898208"/>
              <a:gd name="connsiteY56" fmla="*/ 3718765 h 5729738"/>
              <a:gd name="connsiteX57" fmla="*/ 106578 w 3898208"/>
              <a:gd name="connsiteY57" fmla="*/ 3557853 h 5729738"/>
              <a:gd name="connsiteX58" fmla="*/ 114784 w 3898208"/>
              <a:gd name="connsiteY58" fmla="*/ 3560170 h 5729738"/>
              <a:gd name="connsiteX59" fmla="*/ 101450 w 3898208"/>
              <a:gd name="connsiteY59" fmla="*/ 3640756 h 5729738"/>
              <a:gd name="connsiteX60" fmla="*/ 170684 w 3898208"/>
              <a:gd name="connsiteY60" fmla="*/ 3481644 h 5729738"/>
              <a:gd name="connsiteX61" fmla="*/ 163247 w 3898208"/>
              <a:gd name="connsiteY61" fmla="*/ 3504301 h 5729738"/>
              <a:gd name="connsiteX62" fmla="*/ 158632 w 3898208"/>
              <a:gd name="connsiteY62" fmla="*/ 3802957 h 5729738"/>
              <a:gd name="connsiteX63" fmla="*/ 164017 w 3898208"/>
              <a:gd name="connsiteY63" fmla="*/ 3892812 h 5729738"/>
              <a:gd name="connsiteX64" fmla="*/ 172735 w 3898208"/>
              <a:gd name="connsiteY64" fmla="*/ 3892297 h 5729738"/>
              <a:gd name="connsiteX65" fmla="*/ 172735 w 3898208"/>
              <a:gd name="connsiteY65" fmla="*/ 3893327 h 5729738"/>
              <a:gd name="connsiteX66" fmla="*/ 180171 w 3898208"/>
              <a:gd name="connsiteY66" fmla="*/ 3510738 h 5729738"/>
              <a:gd name="connsiteX67" fmla="*/ 170684 w 3898208"/>
              <a:gd name="connsiteY67" fmla="*/ 3481644 h 5729738"/>
              <a:gd name="connsiteX68" fmla="*/ 170940 w 3898208"/>
              <a:gd name="connsiteY68" fmla="*/ 3315838 h 5729738"/>
              <a:gd name="connsiteX69" fmla="*/ 175812 w 3898208"/>
              <a:gd name="connsiteY69" fmla="*/ 3440965 h 5729738"/>
              <a:gd name="connsiteX70" fmla="*/ 170940 w 3898208"/>
              <a:gd name="connsiteY70" fmla="*/ 3315838 h 5729738"/>
              <a:gd name="connsiteX71" fmla="*/ 212224 w 3898208"/>
              <a:gd name="connsiteY71" fmla="*/ 3212339 h 5729738"/>
              <a:gd name="connsiteX72" fmla="*/ 205301 w 3898208"/>
              <a:gd name="connsiteY72" fmla="*/ 3290864 h 5729738"/>
              <a:gd name="connsiteX73" fmla="*/ 207865 w 3898208"/>
              <a:gd name="connsiteY73" fmla="*/ 3474693 h 5729738"/>
              <a:gd name="connsiteX74" fmla="*/ 209147 w 3898208"/>
              <a:gd name="connsiteY74" fmla="*/ 3642558 h 5729738"/>
              <a:gd name="connsiteX75" fmla="*/ 205814 w 3898208"/>
              <a:gd name="connsiteY75" fmla="*/ 3955890 h 5729738"/>
              <a:gd name="connsiteX76" fmla="*/ 213506 w 3898208"/>
              <a:gd name="connsiteY76" fmla="*/ 3997084 h 5729738"/>
              <a:gd name="connsiteX77" fmla="*/ 221199 w 3898208"/>
              <a:gd name="connsiteY77" fmla="*/ 3994252 h 5729738"/>
              <a:gd name="connsiteX78" fmla="*/ 231712 w 3898208"/>
              <a:gd name="connsiteY78" fmla="*/ 3730868 h 5729738"/>
              <a:gd name="connsiteX79" fmla="*/ 231712 w 3898208"/>
              <a:gd name="connsiteY79" fmla="*/ 3301420 h 5729738"/>
              <a:gd name="connsiteX80" fmla="*/ 212224 w 3898208"/>
              <a:gd name="connsiteY80" fmla="*/ 3212339 h 5729738"/>
              <a:gd name="connsiteX81" fmla="*/ 17856 w 3898208"/>
              <a:gd name="connsiteY81" fmla="*/ 3136902 h 5729738"/>
              <a:gd name="connsiteX82" fmla="*/ 18625 w 3898208"/>
              <a:gd name="connsiteY82" fmla="*/ 3155954 h 5729738"/>
              <a:gd name="connsiteX83" fmla="*/ 13497 w 3898208"/>
              <a:gd name="connsiteY83" fmla="*/ 3159816 h 5729738"/>
              <a:gd name="connsiteX84" fmla="*/ 12214 w 3898208"/>
              <a:gd name="connsiteY84" fmla="*/ 3141279 h 5729738"/>
              <a:gd name="connsiteX85" fmla="*/ 17856 w 3898208"/>
              <a:gd name="connsiteY85" fmla="*/ 3136902 h 5729738"/>
              <a:gd name="connsiteX86" fmla="*/ 167863 w 3898208"/>
              <a:gd name="connsiteY86" fmla="*/ 3037779 h 5729738"/>
              <a:gd name="connsiteX87" fmla="*/ 165042 w 3898208"/>
              <a:gd name="connsiteY87" fmla="*/ 3097510 h 5729738"/>
              <a:gd name="connsiteX88" fmla="*/ 174017 w 3898208"/>
              <a:gd name="connsiteY88" fmla="*/ 3099055 h 5729738"/>
              <a:gd name="connsiteX89" fmla="*/ 174017 w 3898208"/>
              <a:gd name="connsiteY89" fmla="*/ 3037779 h 5729738"/>
              <a:gd name="connsiteX90" fmla="*/ 9907 w 3898208"/>
              <a:gd name="connsiteY90" fmla="*/ 2858843 h 5729738"/>
              <a:gd name="connsiteX91" fmla="*/ 15291 w 3898208"/>
              <a:gd name="connsiteY91" fmla="*/ 2871973 h 5729738"/>
              <a:gd name="connsiteX92" fmla="*/ 12214 w 3898208"/>
              <a:gd name="connsiteY92" fmla="*/ 2883044 h 5729738"/>
              <a:gd name="connsiteX93" fmla="*/ 6060 w 3898208"/>
              <a:gd name="connsiteY93" fmla="*/ 2872231 h 5729738"/>
              <a:gd name="connsiteX94" fmla="*/ 190685 w 3898208"/>
              <a:gd name="connsiteY94" fmla="*/ 2539589 h 5729738"/>
              <a:gd name="connsiteX95" fmla="*/ 179915 w 3898208"/>
              <a:gd name="connsiteY95" fmla="*/ 2540104 h 5729738"/>
              <a:gd name="connsiteX96" fmla="*/ 179915 w 3898208"/>
              <a:gd name="connsiteY96" fmla="*/ 2783406 h 5729738"/>
              <a:gd name="connsiteX97" fmla="*/ 186582 w 3898208"/>
              <a:gd name="connsiteY97" fmla="*/ 2783406 h 5729738"/>
              <a:gd name="connsiteX98" fmla="*/ 190685 w 3898208"/>
              <a:gd name="connsiteY98" fmla="*/ 2539589 h 5729738"/>
              <a:gd name="connsiteX99" fmla="*/ 222225 w 3898208"/>
              <a:gd name="connsiteY99" fmla="*/ 2457459 h 5729738"/>
              <a:gd name="connsiteX100" fmla="*/ 215301 w 3898208"/>
              <a:gd name="connsiteY100" fmla="*/ 2692779 h 5729738"/>
              <a:gd name="connsiteX101" fmla="*/ 191710 w 3898208"/>
              <a:gd name="connsiteY101" fmla="*/ 2873003 h 5729738"/>
              <a:gd name="connsiteX102" fmla="*/ 190941 w 3898208"/>
              <a:gd name="connsiteY102" fmla="*/ 2873003 h 5729738"/>
              <a:gd name="connsiteX103" fmla="*/ 190941 w 3898208"/>
              <a:gd name="connsiteY103" fmla="*/ 3033145 h 5729738"/>
              <a:gd name="connsiteX104" fmla="*/ 196326 w 3898208"/>
              <a:gd name="connsiteY104" fmla="*/ 3095450 h 5729738"/>
              <a:gd name="connsiteX105" fmla="*/ 229661 w 3898208"/>
              <a:gd name="connsiteY105" fmla="*/ 3007913 h 5729738"/>
              <a:gd name="connsiteX106" fmla="*/ 237610 w 3898208"/>
              <a:gd name="connsiteY106" fmla="*/ 2595974 h 5729738"/>
              <a:gd name="connsiteX107" fmla="*/ 235815 w 3898208"/>
              <a:gd name="connsiteY107" fmla="*/ 2496850 h 5729738"/>
              <a:gd name="connsiteX108" fmla="*/ 222225 w 3898208"/>
              <a:gd name="connsiteY108" fmla="*/ 2457459 h 5729738"/>
              <a:gd name="connsiteX109" fmla="*/ 22215 w 3898208"/>
              <a:gd name="connsiteY109" fmla="*/ 2448705 h 5729738"/>
              <a:gd name="connsiteX110" fmla="*/ 22215 w 3898208"/>
              <a:gd name="connsiteY110" fmla="*/ 2717238 h 5729738"/>
              <a:gd name="connsiteX111" fmla="*/ 0 w 3898208"/>
              <a:gd name="connsiteY111" fmla="*/ 2599120 h 5729738"/>
              <a:gd name="connsiteX112" fmla="*/ 0 w 3898208"/>
              <a:gd name="connsiteY112" fmla="*/ 2486272 h 5729738"/>
              <a:gd name="connsiteX113" fmla="*/ 218122 w 3898208"/>
              <a:gd name="connsiteY113" fmla="*/ 2216474 h 5729738"/>
              <a:gd name="connsiteX114" fmla="*/ 219917 w 3898208"/>
              <a:gd name="connsiteY114" fmla="*/ 2385627 h 5729738"/>
              <a:gd name="connsiteX115" fmla="*/ 218122 w 3898208"/>
              <a:gd name="connsiteY115" fmla="*/ 2216474 h 5729738"/>
              <a:gd name="connsiteX116" fmla="*/ 81449 w 3898208"/>
              <a:gd name="connsiteY116" fmla="*/ 2091347 h 5729738"/>
              <a:gd name="connsiteX117" fmla="*/ 71961 w 3898208"/>
              <a:gd name="connsiteY117" fmla="*/ 2112716 h 5729738"/>
              <a:gd name="connsiteX118" fmla="*/ 91705 w 3898208"/>
              <a:gd name="connsiteY118" fmla="*/ 2162149 h 5729738"/>
              <a:gd name="connsiteX119" fmla="*/ 100424 w 3898208"/>
              <a:gd name="connsiteY119" fmla="*/ 2142840 h 5729738"/>
              <a:gd name="connsiteX120" fmla="*/ 81449 w 3898208"/>
              <a:gd name="connsiteY120" fmla="*/ 2091347 h 5729738"/>
              <a:gd name="connsiteX121" fmla="*/ 221712 w 3898208"/>
              <a:gd name="connsiteY121" fmla="*/ 2004582 h 5729738"/>
              <a:gd name="connsiteX122" fmla="*/ 229404 w 3898208"/>
              <a:gd name="connsiteY122" fmla="*/ 2103963 h 5729738"/>
              <a:gd name="connsiteX123" fmla="*/ 221712 w 3898208"/>
              <a:gd name="connsiteY123" fmla="*/ 2004582 h 5729738"/>
              <a:gd name="connsiteX124" fmla="*/ 86577 w 3898208"/>
              <a:gd name="connsiteY124" fmla="*/ 1925026 h 5729738"/>
              <a:gd name="connsiteX125" fmla="*/ 87950 w 3898208"/>
              <a:gd name="connsiteY125" fmla="*/ 1927739 h 5729738"/>
              <a:gd name="connsiteX126" fmla="*/ 81961 w 3898208"/>
              <a:gd name="connsiteY126" fmla="*/ 2025694 h 5729738"/>
              <a:gd name="connsiteX127" fmla="*/ 123502 w 3898208"/>
              <a:gd name="connsiteY127" fmla="*/ 2036250 h 5729738"/>
              <a:gd name="connsiteX128" fmla="*/ 110520 w 3898208"/>
              <a:gd name="connsiteY128" fmla="*/ 1972335 h 5729738"/>
              <a:gd name="connsiteX129" fmla="*/ 87950 w 3898208"/>
              <a:gd name="connsiteY129" fmla="*/ 1927739 h 5729738"/>
              <a:gd name="connsiteX130" fmla="*/ 88116 w 3898208"/>
              <a:gd name="connsiteY130" fmla="*/ 1925026 h 5729738"/>
              <a:gd name="connsiteX131" fmla="*/ 93757 w 3898208"/>
              <a:gd name="connsiteY131" fmla="*/ 1789859 h 5729738"/>
              <a:gd name="connsiteX132" fmla="*/ 86577 w 3898208"/>
              <a:gd name="connsiteY132" fmla="*/ 1801959 h 5729738"/>
              <a:gd name="connsiteX133" fmla="*/ 96577 w 3898208"/>
              <a:gd name="connsiteY133" fmla="*/ 1825646 h 5729738"/>
              <a:gd name="connsiteX134" fmla="*/ 106834 w 3898208"/>
              <a:gd name="connsiteY134" fmla="*/ 1815090 h 5729738"/>
              <a:gd name="connsiteX135" fmla="*/ 93757 w 3898208"/>
              <a:gd name="connsiteY135" fmla="*/ 1789859 h 5729738"/>
              <a:gd name="connsiteX136" fmla="*/ 124015 w 3898208"/>
              <a:gd name="connsiteY136" fmla="*/ 1774411 h 5729738"/>
              <a:gd name="connsiteX137" fmla="*/ 112989 w 3898208"/>
              <a:gd name="connsiteY137" fmla="*/ 1777500 h 5729738"/>
              <a:gd name="connsiteX138" fmla="*/ 115040 w 3898208"/>
              <a:gd name="connsiteY138" fmla="*/ 1820754 h 5729738"/>
              <a:gd name="connsiteX139" fmla="*/ 125810 w 3898208"/>
              <a:gd name="connsiteY139" fmla="*/ 1817150 h 5729738"/>
              <a:gd name="connsiteX140" fmla="*/ 124015 w 3898208"/>
              <a:gd name="connsiteY140" fmla="*/ 1774411 h 5729738"/>
              <a:gd name="connsiteX141" fmla="*/ 95295 w 3898208"/>
              <a:gd name="connsiteY141" fmla="*/ 1710818 h 5729738"/>
              <a:gd name="connsiteX142" fmla="*/ 88372 w 3898208"/>
              <a:gd name="connsiteY142" fmla="*/ 1726780 h 5729738"/>
              <a:gd name="connsiteX143" fmla="*/ 90680 w 3898208"/>
              <a:gd name="connsiteY143" fmla="*/ 1738366 h 5729738"/>
              <a:gd name="connsiteX144" fmla="*/ 98372 w 3898208"/>
              <a:gd name="connsiteY144" fmla="*/ 1731672 h 5729738"/>
              <a:gd name="connsiteX145" fmla="*/ 95295 w 3898208"/>
              <a:gd name="connsiteY145" fmla="*/ 1710818 h 5729738"/>
              <a:gd name="connsiteX146" fmla="*/ 100424 w 3898208"/>
              <a:gd name="connsiteY146" fmla="*/ 1482095 h 5729738"/>
              <a:gd name="connsiteX147" fmla="*/ 82987 w 3898208"/>
              <a:gd name="connsiteY147" fmla="*/ 1504333 h 5729738"/>
              <a:gd name="connsiteX148" fmla="*/ 119399 w 3898208"/>
              <a:gd name="connsiteY148" fmla="*/ 1513344 h 5729738"/>
              <a:gd name="connsiteX149" fmla="*/ 100424 w 3898208"/>
              <a:gd name="connsiteY149" fmla="*/ 1482095 h 5729738"/>
              <a:gd name="connsiteX150" fmla="*/ 188120 w 3898208"/>
              <a:gd name="connsiteY150" fmla="*/ 1385900 h 5729738"/>
              <a:gd name="connsiteX151" fmla="*/ 193249 w 3898208"/>
              <a:gd name="connsiteY151" fmla="*/ 1452840 h 5729738"/>
              <a:gd name="connsiteX152" fmla="*/ 200942 w 3898208"/>
              <a:gd name="connsiteY152" fmla="*/ 1448978 h 5729738"/>
              <a:gd name="connsiteX153" fmla="*/ 188120 w 3898208"/>
              <a:gd name="connsiteY153" fmla="*/ 1385900 h 5729738"/>
              <a:gd name="connsiteX154" fmla="*/ 77602 w 3898208"/>
              <a:gd name="connsiteY154" fmla="*/ 1312008 h 5729738"/>
              <a:gd name="connsiteX155" fmla="*/ 103244 w 3898208"/>
              <a:gd name="connsiteY155" fmla="*/ 1373027 h 5729738"/>
              <a:gd name="connsiteX156" fmla="*/ 77602 w 3898208"/>
              <a:gd name="connsiteY156" fmla="*/ 1312008 h 5729738"/>
              <a:gd name="connsiteX157" fmla="*/ 87346 w 3898208"/>
              <a:gd name="connsiteY157" fmla="*/ 1234770 h 5729738"/>
              <a:gd name="connsiteX158" fmla="*/ 61704 w 3898208"/>
              <a:gd name="connsiteY158" fmla="*/ 1301710 h 5729738"/>
              <a:gd name="connsiteX159" fmla="*/ 93500 w 3898208"/>
              <a:gd name="connsiteY159" fmla="*/ 1253307 h 5729738"/>
              <a:gd name="connsiteX160" fmla="*/ 204531 w 3898208"/>
              <a:gd name="connsiteY160" fmla="*/ 909080 h 5729738"/>
              <a:gd name="connsiteX161" fmla="*/ 198634 w 3898208"/>
              <a:gd name="connsiteY161" fmla="*/ 919121 h 5729738"/>
              <a:gd name="connsiteX162" fmla="*/ 203249 w 3898208"/>
              <a:gd name="connsiteY162" fmla="*/ 935598 h 5729738"/>
              <a:gd name="connsiteX163" fmla="*/ 208121 w 3898208"/>
              <a:gd name="connsiteY163" fmla="*/ 927102 h 5729738"/>
              <a:gd name="connsiteX164" fmla="*/ 204531 w 3898208"/>
              <a:gd name="connsiteY164" fmla="*/ 909080 h 5729738"/>
              <a:gd name="connsiteX165" fmla="*/ 114784 w 3898208"/>
              <a:gd name="connsiteY165" fmla="*/ 879729 h 5729738"/>
              <a:gd name="connsiteX166" fmla="*/ 106065 w 3898208"/>
              <a:gd name="connsiteY166" fmla="*/ 880501 h 5729738"/>
              <a:gd name="connsiteX167" fmla="*/ 100424 w 3898208"/>
              <a:gd name="connsiteY167" fmla="*/ 933796 h 5729738"/>
              <a:gd name="connsiteX168" fmla="*/ 119399 w 3898208"/>
              <a:gd name="connsiteY168" fmla="*/ 959542 h 5729738"/>
              <a:gd name="connsiteX169" fmla="*/ 125553 w 3898208"/>
              <a:gd name="connsiteY169" fmla="*/ 916546 h 5729738"/>
              <a:gd name="connsiteX170" fmla="*/ 114784 w 3898208"/>
              <a:gd name="connsiteY170" fmla="*/ 879729 h 5729738"/>
              <a:gd name="connsiteX171" fmla="*/ 23497 w 3898208"/>
              <a:gd name="connsiteY171" fmla="*/ 414752 h 5729738"/>
              <a:gd name="connsiteX172" fmla="*/ 15035 w 3898208"/>
              <a:gd name="connsiteY172" fmla="*/ 421188 h 5729738"/>
              <a:gd name="connsiteX173" fmla="*/ 20163 w 3898208"/>
              <a:gd name="connsiteY173" fmla="*/ 481434 h 5729738"/>
              <a:gd name="connsiteX174" fmla="*/ 31190 w 3898208"/>
              <a:gd name="connsiteY174" fmla="*/ 488386 h 5729738"/>
              <a:gd name="connsiteX175" fmla="*/ 37344 w 3898208"/>
              <a:gd name="connsiteY175" fmla="*/ 466244 h 5729738"/>
              <a:gd name="connsiteX176" fmla="*/ 23497 w 3898208"/>
              <a:gd name="connsiteY176" fmla="*/ 414752 h 5729738"/>
              <a:gd name="connsiteX177" fmla="*/ 108545 w 3898208"/>
              <a:gd name="connsiteY177" fmla="*/ 337734 h 5729738"/>
              <a:gd name="connsiteX178" fmla="*/ 91705 w 3898208"/>
              <a:gd name="connsiteY178" fmla="*/ 374845 h 5729738"/>
              <a:gd name="connsiteX179" fmla="*/ 90423 w 3898208"/>
              <a:gd name="connsiteY179" fmla="*/ 412692 h 5729738"/>
              <a:gd name="connsiteX180" fmla="*/ 88372 w 3898208"/>
              <a:gd name="connsiteY180" fmla="*/ 433804 h 5729738"/>
              <a:gd name="connsiteX181" fmla="*/ 67858 w 3898208"/>
              <a:gd name="connsiteY181" fmla="*/ 419129 h 5729738"/>
              <a:gd name="connsiteX182" fmla="*/ 67858 w 3898208"/>
              <a:gd name="connsiteY182" fmla="*/ 589054 h 5729738"/>
              <a:gd name="connsiteX183" fmla="*/ 93500 w 3898208"/>
              <a:gd name="connsiteY183" fmla="*/ 743531 h 5729738"/>
              <a:gd name="connsiteX184" fmla="*/ 101450 w 3898208"/>
              <a:gd name="connsiteY184" fmla="*/ 787042 h 5729738"/>
              <a:gd name="connsiteX185" fmla="*/ 110937 w 3898208"/>
              <a:gd name="connsiteY185" fmla="*/ 782151 h 5729738"/>
              <a:gd name="connsiteX186" fmla="*/ 114784 w 3898208"/>
              <a:gd name="connsiteY186" fmla="*/ 702337 h 5729738"/>
              <a:gd name="connsiteX187" fmla="*/ 114784 w 3898208"/>
              <a:gd name="connsiteY187" fmla="*/ 630248 h 5729738"/>
              <a:gd name="connsiteX188" fmla="*/ 134528 w 3898208"/>
              <a:gd name="connsiteY188" fmla="*/ 501517 h 5729738"/>
              <a:gd name="connsiteX189" fmla="*/ 139400 w 3898208"/>
              <a:gd name="connsiteY189" fmla="*/ 430714 h 5729738"/>
              <a:gd name="connsiteX190" fmla="*/ 117604 w 3898208"/>
              <a:gd name="connsiteY190" fmla="*/ 427882 h 5729738"/>
              <a:gd name="connsiteX191" fmla="*/ 121194 w 3898208"/>
              <a:gd name="connsiteY191" fmla="*/ 399047 h 5729738"/>
              <a:gd name="connsiteX192" fmla="*/ 117348 w 3898208"/>
              <a:gd name="connsiteY192" fmla="*/ 341632 h 5729738"/>
              <a:gd name="connsiteX193" fmla="*/ 108545 w 3898208"/>
              <a:gd name="connsiteY193" fmla="*/ 337734 h 5729738"/>
              <a:gd name="connsiteX194" fmla="*/ 160427 w 3898208"/>
              <a:gd name="connsiteY194" fmla="*/ 317431 h 5729738"/>
              <a:gd name="connsiteX195" fmla="*/ 154785 w 3898208"/>
              <a:gd name="connsiteY195" fmla="*/ 323095 h 5729738"/>
              <a:gd name="connsiteX196" fmla="*/ 156324 w 3898208"/>
              <a:gd name="connsiteY196" fmla="*/ 405226 h 5729738"/>
              <a:gd name="connsiteX197" fmla="*/ 167607 w 3898208"/>
              <a:gd name="connsiteY197" fmla="*/ 590341 h 5729738"/>
              <a:gd name="connsiteX198" fmla="*/ 205301 w 3898208"/>
              <a:gd name="connsiteY198" fmla="*/ 607334 h 5729738"/>
              <a:gd name="connsiteX199" fmla="*/ 195557 w 3898208"/>
              <a:gd name="connsiteY199" fmla="*/ 368923 h 5729738"/>
              <a:gd name="connsiteX200" fmla="*/ 179402 w 3898208"/>
              <a:gd name="connsiteY200" fmla="*/ 394670 h 5729738"/>
              <a:gd name="connsiteX201" fmla="*/ 0 w 3898208"/>
              <a:gd name="connsiteY201" fmla="*/ 0 h 5729738"/>
              <a:gd name="connsiteX202" fmla="*/ 3898208 w 3898208"/>
              <a:gd name="connsiteY202" fmla="*/ 0 h 5729738"/>
              <a:gd name="connsiteX203" fmla="*/ 3898208 w 3898208"/>
              <a:gd name="connsiteY203" fmla="*/ 300626 h 5729738"/>
              <a:gd name="connsiteX204" fmla="*/ 3478901 w 3898208"/>
              <a:gd name="connsiteY204" fmla="*/ 271417 h 5729738"/>
              <a:gd name="connsiteX205" fmla="*/ 3121939 w 3898208"/>
              <a:gd name="connsiteY205" fmla="*/ 5395747 h 5729738"/>
              <a:gd name="connsiteX206" fmla="*/ 3898208 w 3898208"/>
              <a:gd name="connsiteY206" fmla="*/ 5449822 h 5729738"/>
              <a:gd name="connsiteX207" fmla="*/ 3898208 w 3898208"/>
              <a:gd name="connsiteY207" fmla="*/ 5729738 h 5729738"/>
              <a:gd name="connsiteX208" fmla="*/ 570197 w 3898208"/>
              <a:gd name="connsiteY208" fmla="*/ 5729738 h 5729738"/>
              <a:gd name="connsiteX209" fmla="*/ 567150 w 3898208"/>
              <a:gd name="connsiteY209" fmla="*/ 5723645 h 5729738"/>
              <a:gd name="connsiteX210" fmla="*/ 510304 w 3898208"/>
              <a:gd name="connsiteY210" fmla="*/ 5609972 h 5729738"/>
              <a:gd name="connsiteX211" fmla="*/ 425381 w 3898208"/>
              <a:gd name="connsiteY211" fmla="*/ 5474378 h 5729738"/>
              <a:gd name="connsiteX212" fmla="*/ 312231 w 3898208"/>
              <a:gd name="connsiteY212" fmla="*/ 5418190 h 5729738"/>
              <a:gd name="connsiteX213" fmla="*/ 267643 w 3898208"/>
              <a:gd name="connsiteY213" fmla="*/ 5524584 h 5729738"/>
              <a:gd name="connsiteX214" fmla="*/ 300894 w 3898208"/>
              <a:gd name="connsiteY214" fmla="*/ 5704719 h 5729738"/>
              <a:gd name="connsiteX215" fmla="*/ 309340 w 3898208"/>
              <a:gd name="connsiteY215" fmla="*/ 5723552 h 5729738"/>
              <a:gd name="connsiteX216" fmla="*/ 312114 w 3898208"/>
              <a:gd name="connsiteY216" fmla="*/ 5729738 h 5729738"/>
              <a:gd name="connsiteX217" fmla="*/ 74771 w 3898208"/>
              <a:gd name="connsiteY217" fmla="*/ 5729738 h 5729738"/>
              <a:gd name="connsiteX218" fmla="*/ 75364 w 3898208"/>
              <a:gd name="connsiteY218" fmla="*/ 5720400 h 5729738"/>
              <a:gd name="connsiteX219" fmla="*/ 73193 w 3898208"/>
              <a:gd name="connsiteY219" fmla="*/ 5400969 h 5729738"/>
              <a:gd name="connsiteX220" fmla="*/ 76449 w 3898208"/>
              <a:gd name="connsiteY220" fmla="*/ 5446735 h 5729738"/>
              <a:gd name="connsiteX221" fmla="*/ 92475 w 3898208"/>
              <a:gd name="connsiteY221" fmla="*/ 5523579 h 5729738"/>
              <a:gd name="connsiteX222" fmla="*/ 92475 w 3898208"/>
              <a:gd name="connsiteY222" fmla="*/ 5523836 h 5729738"/>
              <a:gd name="connsiteX223" fmla="*/ 115809 w 3898208"/>
              <a:gd name="connsiteY223" fmla="*/ 5349277 h 5729738"/>
              <a:gd name="connsiteX224" fmla="*/ 107860 w 3898208"/>
              <a:gd name="connsiteY224" fmla="*/ 5236508 h 5729738"/>
              <a:gd name="connsiteX225" fmla="*/ 84526 w 3898208"/>
              <a:gd name="connsiteY225" fmla="*/ 5165706 h 5729738"/>
              <a:gd name="connsiteX226" fmla="*/ 71993 w 3898208"/>
              <a:gd name="connsiteY226" fmla="*/ 5248344 h 5729738"/>
              <a:gd name="connsiteX227" fmla="*/ 71374 w 3898208"/>
              <a:gd name="connsiteY227" fmla="*/ 5272854 h 5729738"/>
              <a:gd name="connsiteX228" fmla="*/ 64248 w 3898208"/>
              <a:gd name="connsiteY228" fmla="*/ 5196295 h 5729738"/>
              <a:gd name="connsiteX229" fmla="*/ 57232 w 3898208"/>
              <a:gd name="connsiteY229" fmla="*/ 5168506 h 5729738"/>
              <a:gd name="connsiteX230" fmla="*/ 53429 w 3898208"/>
              <a:gd name="connsiteY230" fmla="*/ 5153440 h 5729738"/>
              <a:gd name="connsiteX231" fmla="*/ 48299 w 3898208"/>
              <a:gd name="connsiteY231" fmla="*/ 5141848 h 5729738"/>
              <a:gd name="connsiteX232" fmla="*/ 47670 w 3898208"/>
              <a:gd name="connsiteY232" fmla="*/ 5140426 h 5729738"/>
              <a:gd name="connsiteX233" fmla="*/ 47761 w 3898208"/>
              <a:gd name="connsiteY233" fmla="*/ 5130723 h 5729738"/>
              <a:gd name="connsiteX234" fmla="*/ 55293 w 3898208"/>
              <a:gd name="connsiteY234" fmla="*/ 5007881 h 5729738"/>
              <a:gd name="connsiteX235" fmla="*/ 111963 w 3898208"/>
              <a:gd name="connsiteY235" fmla="*/ 5093359 h 5729738"/>
              <a:gd name="connsiteX236" fmla="*/ 97347 w 3898208"/>
              <a:gd name="connsiteY236" fmla="*/ 4825341 h 5729738"/>
              <a:gd name="connsiteX237" fmla="*/ 114527 w 3898208"/>
              <a:gd name="connsiteY237" fmla="*/ 4729822 h 5729738"/>
              <a:gd name="connsiteX238" fmla="*/ 118117 w 3898208"/>
              <a:gd name="connsiteY238" fmla="*/ 4611389 h 5729738"/>
              <a:gd name="connsiteX239" fmla="*/ 128630 w 3898208"/>
              <a:gd name="connsiteY239" fmla="*/ 4532348 h 5729738"/>
              <a:gd name="connsiteX240" fmla="*/ 134015 w 3898208"/>
              <a:gd name="connsiteY240" fmla="*/ 4086424 h 5729738"/>
              <a:gd name="connsiteX241" fmla="*/ 129143 w 3898208"/>
              <a:gd name="connsiteY241" fmla="*/ 3333088 h 5729738"/>
              <a:gd name="connsiteX242" fmla="*/ 141451 w 3898208"/>
              <a:gd name="connsiteY242" fmla="*/ 2595201 h 5729738"/>
              <a:gd name="connsiteX243" fmla="*/ 138887 w 3898208"/>
              <a:gd name="connsiteY243" fmla="*/ 2541134 h 5729738"/>
              <a:gd name="connsiteX244" fmla="*/ 128887 w 3898208"/>
              <a:gd name="connsiteY244" fmla="*/ 2599578 h 5729738"/>
              <a:gd name="connsiteX245" fmla="*/ 122733 w 3898208"/>
              <a:gd name="connsiteY245" fmla="*/ 2783149 h 5729738"/>
              <a:gd name="connsiteX246" fmla="*/ 116322 w 3898208"/>
              <a:gd name="connsiteY246" fmla="*/ 3013320 h 5729738"/>
              <a:gd name="connsiteX247" fmla="*/ 116322 w 3898208"/>
              <a:gd name="connsiteY247" fmla="*/ 3421398 h 5729738"/>
              <a:gd name="connsiteX248" fmla="*/ 108629 w 3898208"/>
              <a:gd name="connsiteY248" fmla="*/ 3501726 h 5729738"/>
              <a:gd name="connsiteX249" fmla="*/ 84782 w 3898208"/>
              <a:gd name="connsiteY249" fmla="*/ 3432726 h 5729738"/>
              <a:gd name="connsiteX250" fmla="*/ 97603 w 3898208"/>
              <a:gd name="connsiteY250" fmla="*/ 3405435 h 5729738"/>
              <a:gd name="connsiteX251" fmla="*/ 92475 w 3898208"/>
              <a:gd name="connsiteY251" fmla="*/ 3310689 h 5729738"/>
              <a:gd name="connsiteX252" fmla="*/ 103757 w 3898208"/>
              <a:gd name="connsiteY252" fmla="*/ 3222637 h 5729738"/>
              <a:gd name="connsiteX253" fmla="*/ 91209 w 3898208"/>
              <a:gd name="connsiteY253" fmla="*/ 3124774 h 5729738"/>
              <a:gd name="connsiteX254" fmla="*/ 103639 w 3898208"/>
              <a:gd name="connsiteY254" fmla="*/ 3084760 h 5729738"/>
              <a:gd name="connsiteX255" fmla="*/ 103757 w 3898208"/>
              <a:gd name="connsiteY255" fmla="*/ 3085152 h 5729738"/>
              <a:gd name="connsiteX256" fmla="*/ 103757 w 3898208"/>
              <a:gd name="connsiteY256" fmla="*/ 3084380 h 5729738"/>
              <a:gd name="connsiteX257" fmla="*/ 103639 w 3898208"/>
              <a:gd name="connsiteY257" fmla="*/ 3084760 h 5729738"/>
              <a:gd name="connsiteX258" fmla="*/ 89911 w 3898208"/>
              <a:gd name="connsiteY258" fmla="*/ 3039066 h 5729738"/>
              <a:gd name="connsiteX259" fmla="*/ 95808 w 3898208"/>
              <a:gd name="connsiteY259" fmla="*/ 2903641 h 5729738"/>
              <a:gd name="connsiteX260" fmla="*/ 91962 w 3898208"/>
              <a:gd name="connsiteY260" fmla="*/ 2738608 h 5729738"/>
              <a:gd name="connsiteX261" fmla="*/ 91962 w 3898208"/>
              <a:gd name="connsiteY261" fmla="*/ 2709000 h 5729738"/>
              <a:gd name="connsiteX262" fmla="*/ 107860 w 3898208"/>
              <a:gd name="connsiteY262" fmla="*/ 2701533 h 5729738"/>
              <a:gd name="connsiteX263" fmla="*/ 75294 w 3898208"/>
              <a:gd name="connsiteY263" fmla="*/ 2533667 h 5729738"/>
              <a:gd name="connsiteX264" fmla="*/ 85038 w 3898208"/>
              <a:gd name="connsiteY264" fmla="*/ 2466212 h 5729738"/>
              <a:gd name="connsiteX265" fmla="*/ 122733 w 3898208"/>
              <a:gd name="connsiteY265" fmla="*/ 2350097 h 5729738"/>
              <a:gd name="connsiteX266" fmla="*/ 94526 w 3898208"/>
              <a:gd name="connsiteY266" fmla="*/ 2222910 h 5729738"/>
              <a:gd name="connsiteX267" fmla="*/ 68884 w 3898208"/>
              <a:gd name="connsiteY267" fmla="*/ 2173220 h 5729738"/>
              <a:gd name="connsiteX268" fmla="*/ 63755 w 3898208"/>
              <a:gd name="connsiteY268" fmla="*/ 2220078 h 5729738"/>
              <a:gd name="connsiteX269" fmla="*/ 54781 w 3898208"/>
              <a:gd name="connsiteY269" fmla="*/ 2696641 h 5729738"/>
              <a:gd name="connsiteX270" fmla="*/ 62473 w 3898208"/>
              <a:gd name="connsiteY270" fmla="*/ 2809152 h 5729738"/>
              <a:gd name="connsiteX271" fmla="*/ 62473 w 3898208"/>
              <a:gd name="connsiteY271" fmla="*/ 2891025 h 5729738"/>
              <a:gd name="connsiteX272" fmla="*/ 59653 w 3898208"/>
              <a:gd name="connsiteY272" fmla="*/ 2978820 h 5729738"/>
              <a:gd name="connsiteX273" fmla="*/ 50678 w 3898208"/>
              <a:gd name="connsiteY273" fmla="*/ 3069189 h 5729738"/>
              <a:gd name="connsiteX274" fmla="*/ 50678 w 3898208"/>
              <a:gd name="connsiteY274" fmla="*/ 3098798 h 5729738"/>
              <a:gd name="connsiteX275" fmla="*/ 46062 w 3898208"/>
              <a:gd name="connsiteY275" fmla="*/ 3184790 h 5729738"/>
              <a:gd name="connsiteX276" fmla="*/ 60678 w 3898208"/>
              <a:gd name="connsiteY276" fmla="*/ 3383294 h 5729738"/>
              <a:gd name="connsiteX277" fmla="*/ 39908 w 3898208"/>
              <a:gd name="connsiteY277" fmla="*/ 3401831 h 5729738"/>
              <a:gd name="connsiteX278" fmla="*/ 36831 w 3898208"/>
              <a:gd name="connsiteY278" fmla="*/ 3530562 h 5729738"/>
              <a:gd name="connsiteX279" fmla="*/ 47088 w 3898208"/>
              <a:gd name="connsiteY279" fmla="*/ 3596473 h 5729738"/>
              <a:gd name="connsiteX280" fmla="*/ 63243 w 3898208"/>
              <a:gd name="connsiteY280" fmla="*/ 3673711 h 5729738"/>
              <a:gd name="connsiteX281" fmla="*/ 63243 w 3898208"/>
              <a:gd name="connsiteY281" fmla="*/ 3886890 h 5729738"/>
              <a:gd name="connsiteX282" fmla="*/ 71448 w 3898208"/>
              <a:gd name="connsiteY282" fmla="*/ 3960267 h 5729738"/>
              <a:gd name="connsiteX283" fmla="*/ 74269 w 3898208"/>
              <a:gd name="connsiteY283" fmla="*/ 4018196 h 5729738"/>
              <a:gd name="connsiteX284" fmla="*/ 67089 w 3898208"/>
              <a:gd name="connsiteY284" fmla="*/ 4123756 h 5729738"/>
              <a:gd name="connsiteX285" fmla="*/ 64012 w 3898208"/>
              <a:gd name="connsiteY285" fmla="*/ 4134569 h 5729738"/>
              <a:gd name="connsiteX286" fmla="*/ 49909 w 3898208"/>
              <a:gd name="connsiteY286" fmla="*/ 4119121 h 5729738"/>
              <a:gd name="connsiteX287" fmla="*/ 49909 w 3898208"/>
              <a:gd name="connsiteY287" fmla="*/ 4267677 h 5729738"/>
              <a:gd name="connsiteX288" fmla="*/ 62217 w 3898208"/>
              <a:gd name="connsiteY288" fmla="*/ 4220561 h 5729738"/>
              <a:gd name="connsiteX289" fmla="*/ 77346 w 3898208"/>
              <a:gd name="connsiteY289" fmla="*/ 4321744 h 5729738"/>
              <a:gd name="connsiteX290" fmla="*/ 115296 w 3898208"/>
              <a:gd name="connsiteY290" fmla="*/ 4235494 h 5729738"/>
              <a:gd name="connsiteX291" fmla="*/ 98116 w 3898208"/>
              <a:gd name="connsiteY291" fmla="*/ 4332043 h 5729738"/>
              <a:gd name="connsiteX292" fmla="*/ 88116 w 3898208"/>
              <a:gd name="connsiteY292" fmla="*/ 4369375 h 5729738"/>
              <a:gd name="connsiteX293" fmla="*/ 76833 w 3898208"/>
              <a:gd name="connsiteY293" fmla="*/ 4489352 h 5729738"/>
              <a:gd name="connsiteX294" fmla="*/ 84013 w 3898208"/>
              <a:gd name="connsiteY294" fmla="*/ 4579979 h 5729738"/>
              <a:gd name="connsiteX295" fmla="*/ 68884 w 3898208"/>
              <a:gd name="connsiteY295" fmla="*/ 4730080 h 5729738"/>
              <a:gd name="connsiteX296" fmla="*/ 32215 w 3898208"/>
              <a:gd name="connsiteY296" fmla="*/ 4827915 h 5729738"/>
              <a:gd name="connsiteX297" fmla="*/ 14522 w 3898208"/>
              <a:gd name="connsiteY297" fmla="*/ 5040837 h 5729738"/>
              <a:gd name="connsiteX298" fmla="*/ 16851 w 3898208"/>
              <a:gd name="connsiteY298" fmla="*/ 5090539 h 5729738"/>
              <a:gd name="connsiteX299" fmla="*/ 8519 w 3898208"/>
              <a:gd name="connsiteY299" fmla="*/ 5080690 h 5729738"/>
              <a:gd name="connsiteX300" fmla="*/ 6415 w 3898208"/>
              <a:gd name="connsiteY300" fmla="*/ 5078204 h 5729738"/>
              <a:gd name="connsiteX301" fmla="*/ 7567 w 3898208"/>
              <a:gd name="connsiteY301" fmla="*/ 5017601 h 5729738"/>
              <a:gd name="connsiteX302" fmla="*/ 1369 w 3898208"/>
              <a:gd name="connsiteY302" fmla="*/ 4943790 h 5729738"/>
              <a:gd name="connsiteX303" fmla="*/ 0 w 3898208"/>
              <a:gd name="connsiteY303" fmla="*/ 4938214 h 5729738"/>
              <a:gd name="connsiteX304" fmla="*/ 0 w 3898208"/>
              <a:gd name="connsiteY304" fmla="*/ 4629368 h 5729738"/>
              <a:gd name="connsiteX305" fmla="*/ 6060 w 3898208"/>
              <a:gd name="connsiteY305" fmla="*/ 4654901 h 5729738"/>
              <a:gd name="connsiteX306" fmla="*/ 3496 w 3898208"/>
              <a:gd name="connsiteY306" fmla="*/ 4493472 h 5729738"/>
              <a:gd name="connsiteX307" fmla="*/ 0 w 3898208"/>
              <a:gd name="connsiteY307" fmla="*/ 4510721 h 5729738"/>
              <a:gd name="connsiteX308" fmla="*/ 0 w 3898208"/>
              <a:gd name="connsiteY308" fmla="*/ 4020969 h 5729738"/>
              <a:gd name="connsiteX309" fmla="*/ 431 w 3898208"/>
              <a:gd name="connsiteY309" fmla="*/ 4029267 h 5729738"/>
              <a:gd name="connsiteX310" fmla="*/ 7086 w 3898208"/>
              <a:gd name="connsiteY310" fmla="*/ 4073808 h 5729738"/>
              <a:gd name="connsiteX311" fmla="*/ 14522 w 3898208"/>
              <a:gd name="connsiteY311" fmla="*/ 4022315 h 5729738"/>
              <a:gd name="connsiteX312" fmla="*/ 14522 w 3898208"/>
              <a:gd name="connsiteY312" fmla="*/ 3869382 h 5729738"/>
              <a:gd name="connsiteX313" fmla="*/ 16061 w 3898208"/>
              <a:gd name="connsiteY313" fmla="*/ 3572271 h 5729738"/>
              <a:gd name="connsiteX314" fmla="*/ 27087 w 3898208"/>
              <a:gd name="connsiteY314" fmla="*/ 3414189 h 5729738"/>
              <a:gd name="connsiteX315" fmla="*/ 28625 w 3898208"/>
              <a:gd name="connsiteY315" fmla="*/ 3399514 h 5729738"/>
              <a:gd name="connsiteX316" fmla="*/ 36831 w 3898208"/>
              <a:gd name="connsiteY316" fmla="*/ 3147201 h 5729738"/>
              <a:gd name="connsiteX317" fmla="*/ 44011 w 3898208"/>
              <a:gd name="connsiteY317" fmla="*/ 2358336 h 5729738"/>
              <a:gd name="connsiteX318" fmla="*/ 44011 w 3898208"/>
              <a:gd name="connsiteY318" fmla="*/ 2343403 h 5729738"/>
              <a:gd name="connsiteX319" fmla="*/ 42472 w 3898208"/>
              <a:gd name="connsiteY319" fmla="*/ 2228317 h 5729738"/>
              <a:gd name="connsiteX320" fmla="*/ 16830 w 3898208"/>
              <a:gd name="connsiteY320" fmla="*/ 2257410 h 5729738"/>
              <a:gd name="connsiteX321" fmla="*/ 4265 w 3898208"/>
              <a:gd name="connsiteY321" fmla="*/ 2209780 h 5729738"/>
              <a:gd name="connsiteX322" fmla="*/ 4265 w 3898208"/>
              <a:gd name="connsiteY322" fmla="*/ 2147731 h 5729738"/>
              <a:gd name="connsiteX323" fmla="*/ 0 w 3898208"/>
              <a:gd name="connsiteY323" fmla="*/ 2159570 h 5729738"/>
              <a:gd name="connsiteX324" fmla="*/ 0 w 3898208"/>
              <a:gd name="connsiteY324" fmla="*/ 2089658 h 5729738"/>
              <a:gd name="connsiteX325" fmla="*/ 21189 w 3898208"/>
              <a:gd name="connsiteY325" fmla="*/ 2123273 h 5729738"/>
              <a:gd name="connsiteX326" fmla="*/ 12792 w 3898208"/>
              <a:gd name="connsiteY326" fmla="*/ 2088451 h 5729738"/>
              <a:gd name="connsiteX327" fmla="*/ 0 w 3898208"/>
              <a:gd name="connsiteY327" fmla="*/ 2084106 h 5729738"/>
              <a:gd name="connsiteX328" fmla="*/ 0 w 3898208"/>
              <a:gd name="connsiteY328" fmla="*/ 1970730 h 5729738"/>
              <a:gd name="connsiteX329" fmla="*/ 21446 w 3898208"/>
              <a:gd name="connsiteY329" fmla="*/ 2018228 h 5729738"/>
              <a:gd name="connsiteX330" fmla="*/ 23497 w 3898208"/>
              <a:gd name="connsiteY330" fmla="*/ 1942019 h 5729738"/>
              <a:gd name="connsiteX331" fmla="*/ 20676 w 3898208"/>
              <a:gd name="connsiteY331" fmla="*/ 1881515 h 5729738"/>
              <a:gd name="connsiteX332" fmla="*/ 22728 w 3898208"/>
              <a:gd name="connsiteY332" fmla="*/ 1813545 h 5729738"/>
              <a:gd name="connsiteX333" fmla="*/ 12984 w 3898208"/>
              <a:gd name="connsiteY333" fmla="*/ 1749952 h 5729738"/>
              <a:gd name="connsiteX334" fmla="*/ 12984 w 3898208"/>
              <a:gd name="connsiteY334" fmla="*/ 1706183 h 5729738"/>
              <a:gd name="connsiteX335" fmla="*/ 7375 w 3898208"/>
              <a:gd name="connsiteY335" fmla="*/ 1664024 h 5729738"/>
              <a:gd name="connsiteX336" fmla="*/ 0 w 3898208"/>
              <a:gd name="connsiteY336" fmla="*/ 1660141 h 5729738"/>
              <a:gd name="connsiteX337" fmla="*/ 0 w 3898208"/>
              <a:gd name="connsiteY337" fmla="*/ 697489 h 5729738"/>
              <a:gd name="connsiteX338" fmla="*/ 3079 w 3898208"/>
              <a:gd name="connsiteY338" fmla="*/ 643507 h 5729738"/>
              <a:gd name="connsiteX339" fmla="*/ 8624 w 3898208"/>
              <a:gd name="connsiteY339" fmla="*/ 585707 h 5729738"/>
              <a:gd name="connsiteX340" fmla="*/ 932 w 3898208"/>
              <a:gd name="connsiteY340" fmla="*/ 479117 h 5729738"/>
              <a:gd name="connsiteX341" fmla="*/ 0 w 3898208"/>
              <a:gd name="connsiteY341" fmla="*/ 477924 h 5729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</a:cxnLst>
            <a:rect l="l" t="t" r="r" b="b"/>
            <a:pathLst>
              <a:path w="3898208" h="5729738">
                <a:moveTo>
                  <a:pt x="167863" y="5002732"/>
                </a:moveTo>
                <a:cubicBezTo>
                  <a:pt x="160422" y="5017433"/>
                  <a:pt x="153829" y="5032572"/>
                  <a:pt x="148118" y="5048046"/>
                </a:cubicBezTo>
                <a:cubicBezTo>
                  <a:pt x="144831" y="5065424"/>
                  <a:pt x="140639" y="5082597"/>
                  <a:pt x="135554" y="5099538"/>
                </a:cubicBezTo>
                <a:cubicBezTo>
                  <a:pt x="123238" y="5130382"/>
                  <a:pt x="120730" y="5164290"/>
                  <a:pt x="128374" y="5196601"/>
                </a:cubicBezTo>
                <a:cubicBezTo>
                  <a:pt x="133425" y="5230690"/>
                  <a:pt x="135995" y="5265112"/>
                  <a:pt x="136067" y="5299586"/>
                </a:cubicBezTo>
                <a:cubicBezTo>
                  <a:pt x="136067" y="5368587"/>
                  <a:pt x="136067" y="5369616"/>
                  <a:pt x="177351" y="5383004"/>
                </a:cubicBezTo>
                <a:cubicBezTo>
                  <a:pt x="178530" y="5361249"/>
                  <a:pt x="177499" y="5339416"/>
                  <a:pt x="174274" y="5317866"/>
                </a:cubicBezTo>
                <a:cubicBezTo>
                  <a:pt x="165576" y="5293124"/>
                  <a:pt x="162681" y="5266683"/>
                  <a:pt x="165812" y="5240628"/>
                </a:cubicBezTo>
                <a:cubicBezTo>
                  <a:pt x="167350" y="5185016"/>
                  <a:pt x="169658" y="5129661"/>
                  <a:pt x="170940" y="5074049"/>
                </a:cubicBezTo>
                <a:cubicBezTo>
                  <a:pt x="170940" y="5055512"/>
                  <a:pt x="169402" y="5036718"/>
                  <a:pt x="167863" y="5002732"/>
                </a:cubicBezTo>
                <a:close/>
                <a:moveTo>
                  <a:pt x="175812" y="4929355"/>
                </a:moveTo>
                <a:cubicBezTo>
                  <a:pt x="173274" y="4932934"/>
                  <a:pt x="171043" y="4936719"/>
                  <a:pt x="169145" y="4940684"/>
                </a:cubicBezTo>
                <a:cubicBezTo>
                  <a:pt x="169535" y="4944520"/>
                  <a:pt x="170309" y="4948331"/>
                  <a:pt x="171453" y="4952012"/>
                </a:cubicBezTo>
                <a:lnTo>
                  <a:pt x="178889" y="4943259"/>
                </a:lnTo>
                <a:close/>
                <a:moveTo>
                  <a:pt x="161196" y="4830748"/>
                </a:moveTo>
                <a:cubicBezTo>
                  <a:pt x="158632" y="4831005"/>
                  <a:pt x="155811" y="4831262"/>
                  <a:pt x="152990" y="4831777"/>
                </a:cubicBezTo>
                <a:lnTo>
                  <a:pt x="155555" y="4871426"/>
                </a:lnTo>
                <a:cubicBezTo>
                  <a:pt x="157606" y="4871426"/>
                  <a:pt x="159401" y="4871426"/>
                  <a:pt x="161196" y="4870139"/>
                </a:cubicBezTo>
                <a:close/>
                <a:moveTo>
                  <a:pt x="6060" y="4708453"/>
                </a:moveTo>
                <a:cubicBezTo>
                  <a:pt x="4522" y="4710770"/>
                  <a:pt x="1188" y="4714117"/>
                  <a:pt x="1445" y="4714889"/>
                </a:cubicBezTo>
                <a:cubicBezTo>
                  <a:pt x="2316" y="4720528"/>
                  <a:pt x="3514" y="4726115"/>
                  <a:pt x="5035" y="4731624"/>
                </a:cubicBezTo>
                <a:lnTo>
                  <a:pt x="8881" y="4721326"/>
                </a:lnTo>
                <a:close/>
                <a:moveTo>
                  <a:pt x="43242" y="4546252"/>
                </a:moveTo>
                <a:cubicBezTo>
                  <a:pt x="40677" y="4548569"/>
                  <a:pt x="38370" y="4551143"/>
                  <a:pt x="28369" y="4560154"/>
                </a:cubicBezTo>
                <a:cubicBezTo>
                  <a:pt x="35549" y="4566076"/>
                  <a:pt x="38113" y="4569681"/>
                  <a:pt x="41447" y="4570453"/>
                </a:cubicBezTo>
                <a:lnTo>
                  <a:pt x="41447" y="4570710"/>
                </a:lnTo>
                <a:cubicBezTo>
                  <a:pt x="42729" y="4570710"/>
                  <a:pt x="46062" y="4566076"/>
                  <a:pt x="46062" y="4564274"/>
                </a:cubicBezTo>
                <a:cubicBezTo>
                  <a:pt x="45519" y="4558198"/>
                  <a:pt x="44575" y="4552199"/>
                  <a:pt x="43242" y="4546252"/>
                </a:cubicBezTo>
                <a:close/>
                <a:moveTo>
                  <a:pt x="193762" y="4428849"/>
                </a:moveTo>
                <a:lnTo>
                  <a:pt x="183528" y="4432445"/>
                </a:lnTo>
                <a:lnTo>
                  <a:pt x="183505" y="4432195"/>
                </a:lnTo>
                <a:lnTo>
                  <a:pt x="183505" y="4432453"/>
                </a:lnTo>
                <a:lnTo>
                  <a:pt x="183528" y="4432445"/>
                </a:lnTo>
                <a:lnTo>
                  <a:pt x="188377" y="4486520"/>
                </a:lnTo>
                <a:cubicBezTo>
                  <a:pt x="190941" y="4486520"/>
                  <a:pt x="193249" y="4484718"/>
                  <a:pt x="195813" y="4483688"/>
                </a:cubicBezTo>
                <a:close/>
                <a:moveTo>
                  <a:pt x="173504" y="4126588"/>
                </a:moveTo>
                <a:cubicBezTo>
                  <a:pt x="157350" y="4266647"/>
                  <a:pt x="157093" y="4358304"/>
                  <a:pt x="169145" y="4411341"/>
                </a:cubicBezTo>
                <a:cubicBezTo>
                  <a:pt x="175043" y="4387140"/>
                  <a:pt x="179658" y="4369375"/>
                  <a:pt x="183505" y="4350580"/>
                </a:cubicBezTo>
                <a:cubicBezTo>
                  <a:pt x="185041" y="4336832"/>
                  <a:pt x="187267" y="4323160"/>
                  <a:pt x="190172" y="4309643"/>
                </a:cubicBezTo>
                <a:cubicBezTo>
                  <a:pt x="207716" y="4266724"/>
                  <a:pt x="209801" y="4219017"/>
                  <a:pt x="196070" y="4174733"/>
                </a:cubicBezTo>
                <a:cubicBezTo>
                  <a:pt x="184530" y="4195073"/>
                  <a:pt x="199916" y="4249655"/>
                  <a:pt x="173504" y="4258666"/>
                </a:cubicBezTo>
                <a:close/>
                <a:moveTo>
                  <a:pt x="165555" y="3963614"/>
                </a:moveTo>
                <a:lnTo>
                  <a:pt x="165555" y="4059647"/>
                </a:lnTo>
                <a:cubicBezTo>
                  <a:pt x="177263" y="4028726"/>
                  <a:pt x="177263" y="3994535"/>
                  <a:pt x="165555" y="3963614"/>
                </a:cubicBezTo>
                <a:close/>
                <a:moveTo>
                  <a:pt x="108629" y="3925509"/>
                </a:moveTo>
                <a:cubicBezTo>
                  <a:pt x="111104" y="3935138"/>
                  <a:pt x="112819" y="3944948"/>
                  <a:pt x="113758" y="3954860"/>
                </a:cubicBezTo>
                <a:cubicBezTo>
                  <a:pt x="114271" y="3958465"/>
                  <a:pt x="109911" y="3963614"/>
                  <a:pt x="107604" y="3967991"/>
                </a:cubicBezTo>
                <a:cubicBezTo>
                  <a:pt x="104809" y="3960808"/>
                  <a:pt x="102580" y="3953392"/>
                  <a:pt x="100937" y="3945849"/>
                </a:cubicBezTo>
                <a:cubicBezTo>
                  <a:pt x="100167" y="3942759"/>
                  <a:pt x="104270" y="3936066"/>
                  <a:pt x="107860" y="3926282"/>
                </a:cubicBezTo>
                <a:close/>
                <a:moveTo>
                  <a:pt x="85295" y="3717995"/>
                </a:moveTo>
                <a:lnTo>
                  <a:pt x="85316" y="3718765"/>
                </a:lnTo>
                <a:lnTo>
                  <a:pt x="85295" y="3718767"/>
                </a:lnTo>
                <a:close/>
                <a:moveTo>
                  <a:pt x="103341" y="3716933"/>
                </a:moveTo>
                <a:cubicBezTo>
                  <a:pt x="107347" y="3720827"/>
                  <a:pt x="109527" y="3729066"/>
                  <a:pt x="110424" y="3741166"/>
                </a:cubicBezTo>
                <a:cubicBezTo>
                  <a:pt x="115999" y="3781305"/>
                  <a:pt x="109758" y="3822215"/>
                  <a:pt x="92475" y="3858827"/>
                </a:cubicBezTo>
                <a:cubicBezTo>
                  <a:pt x="90680" y="3835913"/>
                  <a:pt x="89398" y="3815830"/>
                  <a:pt x="87346" y="3792659"/>
                </a:cubicBezTo>
                <a:lnTo>
                  <a:pt x="85316" y="3718765"/>
                </a:lnTo>
                <a:close/>
                <a:moveTo>
                  <a:pt x="106578" y="3557853"/>
                </a:moveTo>
                <a:lnTo>
                  <a:pt x="114784" y="3560170"/>
                </a:lnTo>
                <a:cubicBezTo>
                  <a:pt x="118630" y="3589521"/>
                  <a:pt x="120681" y="3619387"/>
                  <a:pt x="101450" y="3640756"/>
                </a:cubicBezTo>
                <a:close/>
                <a:moveTo>
                  <a:pt x="170684" y="3481644"/>
                </a:moveTo>
                <a:cubicBezTo>
                  <a:pt x="167207" y="3488828"/>
                  <a:pt x="164706" y="3496448"/>
                  <a:pt x="163247" y="3504301"/>
                </a:cubicBezTo>
                <a:cubicBezTo>
                  <a:pt x="161452" y="3603939"/>
                  <a:pt x="159401" y="3703577"/>
                  <a:pt x="158632" y="3802957"/>
                </a:cubicBezTo>
                <a:cubicBezTo>
                  <a:pt x="158632" y="3832823"/>
                  <a:pt x="161965" y="3862689"/>
                  <a:pt x="164017" y="3892812"/>
                </a:cubicBezTo>
                <a:cubicBezTo>
                  <a:pt x="166837" y="3891782"/>
                  <a:pt x="169658" y="3892039"/>
                  <a:pt x="172735" y="3892297"/>
                </a:cubicBezTo>
                <a:lnTo>
                  <a:pt x="172735" y="3893327"/>
                </a:lnTo>
                <a:cubicBezTo>
                  <a:pt x="193762" y="3768457"/>
                  <a:pt x="177607" y="3638181"/>
                  <a:pt x="180171" y="3510738"/>
                </a:cubicBezTo>
                <a:cubicBezTo>
                  <a:pt x="178471" y="3500619"/>
                  <a:pt x="175271" y="3490810"/>
                  <a:pt x="170684" y="3481644"/>
                </a:cubicBezTo>
                <a:close/>
                <a:moveTo>
                  <a:pt x="170940" y="3315838"/>
                </a:moveTo>
                <a:cubicBezTo>
                  <a:pt x="160427" y="3383036"/>
                  <a:pt x="160683" y="3393077"/>
                  <a:pt x="175812" y="3440965"/>
                </a:cubicBezTo>
                <a:cubicBezTo>
                  <a:pt x="183823" y="3399437"/>
                  <a:pt x="182156" y="3356620"/>
                  <a:pt x="170940" y="3315838"/>
                </a:cubicBezTo>
                <a:close/>
                <a:moveTo>
                  <a:pt x="212224" y="3212339"/>
                </a:moveTo>
                <a:cubicBezTo>
                  <a:pt x="209404" y="3244006"/>
                  <a:pt x="205301" y="3267436"/>
                  <a:pt x="205301" y="3290864"/>
                </a:cubicBezTo>
                <a:cubicBezTo>
                  <a:pt x="205301" y="3352141"/>
                  <a:pt x="207096" y="3413417"/>
                  <a:pt x="207865" y="3474693"/>
                </a:cubicBezTo>
                <a:cubicBezTo>
                  <a:pt x="207865" y="3530562"/>
                  <a:pt x="209660" y="3586689"/>
                  <a:pt x="209147" y="3642558"/>
                </a:cubicBezTo>
                <a:cubicBezTo>
                  <a:pt x="209147" y="3747088"/>
                  <a:pt x="206326" y="3851360"/>
                  <a:pt x="205814" y="3955890"/>
                </a:cubicBezTo>
                <a:cubicBezTo>
                  <a:pt x="207032" y="3969845"/>
                  <a:pt x="209609" y="3983644"/>
                  <a:pt x="213506" y="3997084"/>
                </a:cubicBezTo>
                <a:lnTo>
                  <a:pt x="221199" y="3994252"/>
                </a:lnTo>
                <a:cubicBezTo>
                  <a:pt x="224789" y="3906457"/>
                  <a:pt x="230430" y="3818920"/>
                  <a:pt x="231712" y="3730868"/>
                </a:cubicBezTo>
                <a:cubicBezTo>
                  <a:pt x="233507" y="3587976"/>
                  <a:pt x="231712" y="3444827"/>
                  <a:pt x="231712" y="3301420"/>
                </a:cubicBezTo>
                <a:cubicBezTo>
                  <a:pt x="236261" y="3270345"/>
                  <a:pt x="229330" y="3238651"/>
                  <a:pt x="212224" y="3212339"/>
                </a:cubicBezTo>
                <a:close/>
                <a:moveTo>
                  <a:pt x="17856" y="3136902"/>
                </a:moveTo>
                <a:cubicBezTo>
                  <a:pt x="18476" y="3143236"/>
                  <a:pt x="18733" y="3149595"/>
                  <a:pt x="18625" y="3155954"/>
                </a:cubicBezTo>
                <a:cubicBezTo>
                  <a:pt x="18369" y="3157756"/>
                  <a:pt x="15035" y="3159816"/>
                  <a:pt x="13497" y="3159816"/>
                </a:cubicBezTo>
                <a:cubicBezTo>
                  <a:pt x="12696" y="3153663"/>
                  <a:pt x="12268" y="3147484"/>
                  <a:pt x="12214" y="3141279"/>
                </a:cubicBezTo>
                <a:cubicBezTo>
                  <a:pt x="12214" y="3139991"/>
                  <a:pt x="15291" y="3138962"/>
                  <a:pt x="17856" y="3136902"/>
                </a:cubicBezTo>
                <a:close/>
                <a:moveTo>
                  <a:pt x="167863" y="3037779"/>
                </a:moveTo>
                <a:lnTo>
                  <a:pt x="165042" y="3097510"/>
                </a:lnTo>
                <a:lnTo>
                  <a:pt x="174017" y="3099055"/>
                </a:lnTo>
                <a:lnTo>
                  <a:pt x="174017" y="3037779"/>
                </a:lnTo>
                <a:close/>
                <a:moveTo>
                  <a:pt x="9907" y="2858843"/>
                </a:moveTo>
                <a:cubicBezTo>
                  <a:pt x="12053" y="2863065"/>
                  <a:pt x="13856" y="2867468"/>
                  <a:pt x="15291" y="2871973"/>
                </a:cubicBezTo>
                <a:cubicBezTo>
                  <a:pt x="14825" y="2875810"/>
                  <a:pt x="13789" y="2879542"/>
                  <a:pt x="12214" y="2883044"/>
                </a:cubicBezTo>
                <a:lnTo>
                  <a:pt x="6060" y="2872231"/>
                </a:lnTo>
                <a:close/>
                <a:moveTo>
                  <a:pt x="190685" y="2539589"/>
                </a:moveTo>
                <a:lnTo>
                  <a:pt x="179915" y="2540104"/>
                </a:lnTo>
                <a:lnTo>
                  <a:pt x="179915" y="2783406"/>
                </a:lnTo>
                <a:cubicBezTo>
                  <a:pt x="182136" y="2783535"/>
                  <a:pt x="184361" y="2783535"/>
                  <a:pt x="186582" y="2783406"/>
                </a:cubicBezTo>
                <a:cubicBezTo>
                  <a:pt x="181453" y="2701276"/>
                  <a:pt x="197095" y="2621720"/>
                  <a:pt x="190685" y="2539589"/>
                </a:cubicBezTo>
                <a:close/>
                <a:moveTo>
                  <a:pt x="222225" y="2457459"/>
                </a:moveTo>
                <a:cubicBezTo>
                  <a:pt x="207352" y="2541134"/>
                  <a:pt x="193505" y="2614511"/>
                  <a:pt x="215301" y="2692779"/>
                </a:cubicBezTo>
                <a:cubicBezTo>
                  <a:pt x="197900" y="2751198"/>
                  <a:pt x="189936" y="2812036"/>
                  <a:pt x="191710" y="2873003"/>
                </a:cubicBezTo>
                <a:lnTo>
                  <a:pt x="190941" y="2873003"/>
                </a:lnTo>
                <a:cubicBezTo>
                  <a:pt x="190941" y="2926298"/>
                  <a:pt x="190941" y="2979850"/>
                  <a:pt x="190941" y="3033145"/>
                </a:cubicBezTo>
                <a:cubicBezTo>
                  <a:pt x="190941" y="3053742"/>
                  <a:pt x="194275" y="3074339"/>
                  <a:pt x="196326" y="3095450"/>
                </a:cubicBezTo>
                <a:cubicBezTo>
                  <a:pt x="221968" y="3085925"/>
                  <a:pt x="228892" y="3057089"/>
                  <a:pt x="229661" y="3007913"/>
                </a:cubicBezTo>
                <a:cubicBezTo>
                  <a:pt x="229661" y="2870429"/>
                  <a:pt x="235046" y="2732944"/>
                  <a:pt x="237610" y="2595974"/>
                </a:cubicBezTo>
                <a:cubicBezTo>
                  <a:pt x="237610" y="2562761"/>
                  <a:pt x="237610" y="2529291"/>
                  <a:pt x="235815" y="2496850"/>
                </a:cubicBezTo>
                <a:cubicBezTo>
                  <a:pt x="233133" y="2483153"/>
                  <a:pt x="228558" y="2469894"/>
                  <a:pt x="222225" y="2457459"/>
                </a:cubicBezTo>
                <a:close/>
                <a:moveTo>
                  <a:pt x="22215" y="2448705"/>
                </a:moveTo>
                <a:lnTo>
                  <a:pt x="22215" y="2717238"/>
                </a:lnTo>
                <a:lnTo>
                  <a:pt x="0" y="2599120"/>
                </a:lnTo>
                <a:lnTo>
                  <a:pt x="0" y="2486272"/>
                </a:lnTo>
                <a:close/>
                <a:moveTo>
                  <a:pt x="218122" y="2216474"/>
                </a:moveTo>
                <a:cubicBezTo>
                  <a:pt x="221712" y="2272858"/>
                  <a:pt x="207352" y="2330272"/>
                  <a:pt x="219917" y="2385627"/>
                </a:cubicBezTo>
                <a:cubicBezTo>
                  <a:pt x="219917" y="2328727"/>
                  <a:pt x="235046" y="2272343"/>
                  <a:pt x="218122" y="2216474"/>
                </a:cubicBezTo>
                <a:close/>
                <a:moveTo>
                  <a:pt x="81449" y="2091347"/>
                </a:moveTo>
                <a:lnTo>
                  <a:pt x="71961" y="2112716"/>
                </a:lnTo>
                <a:lnTo>
                  <a:pt x="91705" y="2162149"/>
                </a:lnTo>
                <a:lnTo>
                  <a:pt x="100424" y="2142840"/>
                </a:lnTo>
                <a:cubicBezTo>
                  <a:pt x="100424" y="2112459"/>
                  <a:pt x="93244" y="2098556"/>
                  <a:pt x="81449" y="2091347"/>
                </a:cubicBezTo>
                <a:close/>
                <a:moveTo>
                  <a:pt x="221712" y="2004582"/>
                </a:moveTo>
                <a:cubicBezTo>
                  <a:pt x="214276" y="2070493"/>
                  <a:pt x="214276" y="2070493"/>
                  <a:pt x="229404" y="2103963"/>
                </a:cubicBezTo>
                <a:cubicBezTo>
                  <a:pt x="238636" y="2058649"/>
                  <a:pt x="238636" y="2058649"/>
                  <a:pt x="221712" y="2004582"/>
                </a:cubicBezTo>
                <a:close/>
                <a:moveTo>
                  <a:pt x="86577" y="1925026"/>
                </a:moveTo>
                <a:lnTo>
                  <a:pt x="87950" y="1927739"/>
                </a:lnTo>
                <a:lnTo>
                  <a:pt x="81961" y="2025694"/>
                </a:lnTo>
                <a:cubicBezTo>
                  <a:pt x="97603" y="2029814"/>
                  <a:pt x="109399" y="2032646"/>
                  <a:pt x="123502" y="2036250"/>
                </a:cubicBezTo>
                <a:cubicBezTo>
                  <a:pt x="122476" y="2006771"/>
                  <a:pt x="117412" y="1988169"/>
                  <a:pt x="110520" y="1972335"/>
                </a:cubicBezTo>
                <a:lnTo>
                  <a:pt x="87950" y="1927739"/>
                </a:lnTo>
                <a:lnTo>
                  <a:pt x="88116" y="1925026"/>
                </a:lnTo>
                <a:close/>
                <a:moveTo>
                  <a:pt x="93757" y="1789859"/>
                </a:moveTo>
                <a:cubicBezTo>
                  <a:pt x="92218" y="1789859"/>
                  <a:pt x="89141" y="1797582"/>
                  <a:pt x="86577" y="1801959"/>
                </a:cubicBezTo>
                <a:cubicBezTo>
                  <a:pt x="89318" y="1810093"/>
                  <a:pt x="92662" y="1818012"/>
                  <a:pt x="96577" y="1825646"/>
                </a:cubicBezTo>
                <a:cubicBezTo>
                  <a:pt x="97860" y="1827706"/>
                  <a:pt x="101962" y="1820497"/>
                  <a:pt x="106834" y="1815090"/>
                </a:cubicBezTo>
                <a:cubicBezTo>
                  <a:pt x="103293" y="1806277"/>
                  <a:pt x="98914" y="1797827"/>
                  <a:pt x="93757" y="1789859"/>
                </a:cubicBezTo>
                <a:close/>
                <a:moveTo>
                  <a:pt x="124015" y="1774411"/>
                </a:moveTo>
                <a:cubicBezTo>
                  <a:pt x="120425" y="1775698"/>
                  <a:pt x="116835" y="1776471"/>
                  <a:pt x="112989" y="1777500"/>
                </a:cubicBezTo>
                <a:lnTo>
                  <a:pt x="115040" y="1820754"/>
                </a:lnTo>
                <a:cubicBezTo>
                  <a:pt x="118886" y="1820754"/>
                  <a:pt x="125810" y="1818437"/>
                  <a:pt x="125810" y="1817150"/>
                </a:cubicBezTo>
                <a:cubicBezTo>
                  <a:pt x="125810" y="1802989"/>
                  <a:pt x="125810" y="1788829"/>
                  <a:pt x="124015" y="1774411"/>
                </a:cubicBezTo>
                <a:close/>
                <a:moveTo>
                  <a:pt x="95295" y="1710818"/>
                </a:moveTo>
                <a:cubicBezTo>
                  <a:pt x="92500" y="1715910"/>
                  <a:pt x="90182" y="1721255"/>
                  <a:pt x="88372" y="1726780"/>
                </a:cubicBezTo>
                <a:cubicBezTo>
                  <a:pt x="88236" y="1730768"/>
                  <a:pt x="89026" y="1734736"/>
                  <a:pt x="90680" y="1738366"/>
                </a:cubicBezTo>
                <a:cubicBezTo>
                  <a:pt x="94244" y="1737661"/>
                  <a:pt x="97170" y="1735114"/>
                  <a:pt x="98372" y="1731672"/>
                </a:cubicBezTo>
                <a:cubicBezTo>
                  <a:pt x="98070" y="1724633"/>
                  <a:pt x="97039" y="1717643"/>
                  <a:pt x="95295" y="1710818"/>
                </a:cubicBezTo>
                <a:close/>
                <a:moveTo>
                  <a:pt x="100424" y="1482095"/>
                </a:moveTo>
                <a:cubicBezTo>
                  <a:pt x="95872" y="1480968"/>
                  <a:pt x="91577" y="1488757"/>
                  <a:pt x="82987" y="1504333"/>
                </a:cubicBezTo>
                <a:cubicBezTo>
                  <a:pt x="97603" y="1507937"/>
                  <a:pt x="108629" y="1510769"/>
                  <a:pt x="119399" y="1513344"/>
                </a:cubicBezTo>
                <a:cubicBezTo>
                  <a:pt x="109783" y="1493262"/>
                  <a:pt x="104975" y="1483221"/>
                  <a:pt x="100424" y="1482095"/>
                </a:cubicBezTo>
                <a:close/>
                <a:moveTo>
                  <a:pt x="188120" y="1385900"/>
                </a:moveTo>
                <a:lnTo>
                  <a:pt x="193249" y="1452840"/>
                </a:lnTo>
                <a:lnTo>
                  <a:pt x="200942" y="1448978"/>
                </a:lnTo>
                <a:cubicBezTo>
                  <a:pt x="204908" y="1427079"/>
                  <a:pt x="200318" y="1404486"/>
                  <a:pt x="188120" y="1385900"/>
                </a:cubicBezTo>
                <a:close/>
                <a:moveTo>
                  <a:pt x="77602" y="1312008"/>
                </a:moveTo>
                <a:cubicBezTo>
                  <a:pt x="75807" y="1350628"/>
                  <a:pt x="79141" y="1374314"/>
                  <a:pt x="103244" y="1373027"/>
                </a:cubicBezTo>
                <a:cubicBezTo>
                  <a:pt x="96834" y="1340587"/>
                  <a:pt x="96065" y="1309949"/>
                  <a:pt x="77602" y="1312008"/>
                </a:cubicBezTo>
                <a:close/>
                <a:moveTo>
                  <a:pt x="87346" y="1234770"/>
                </a:moveTo>
                <a:cubicBezTo>
                  <a:pt x="70417" y="1252861"/>
                  <a:pt x="61212" y="1276890"/>
                  <a:pt x="61704" y="1301710"/>
                </a:cubicBezTo>
                <a:lnTo>
                  <a:pt x="93500" y="1253307"/>
                </a:lnTo>
                <a:close/>
                <a:moveTo>
                  <a:pt x="204531" y="909080"/>
                </a:moveTo>
                <a:cubicBezTo>
                  <a:pt x="202283" y="912252"/>
                  <a:pt x="200311" y="915611"/>
                  <a:pt x="198634" y="919121"/>
                </a:cubicBezTo>
                <a:cubicBezTo>
                  <a:pt x="199867" y="924695"/>
                  <a:pt x="201408" y="930197"/>
                  <a:pt x="203249" y="935598"/>
                </a:cubicBezTo>
                <a:cubicBezTo>
                  <a:pt x="204788" y="932766"/>
                  <a:pt x="208121" y="929419"/>
                  <a:pt x="208121" y="927102"/>
                </a:cubicBezTo>
                <a:cubicBezTo>
                  <a:pt x="208121" y="924785"/>
                  <a:pt x="205814" y="915516"/>
                  <a:pt x="204531" y="909080"/>
                </a:cubicBezTo>
                <a:close/>
                <a:moveTo>
                  <a:pt x="114784" y="879729"/>
                </a:moveTo>
                <a:cubicBezTo>
                  <a:pt x="111706" y="880759"/>
                  <a:pt x="108629" y="880759"/>
                  <a:pt x="106065" y="880501"/>
                </a:cubicBezTo>
                <a:cubicBezTo>
                  <a:pt x="102847" y="898096"/>
                  <a:pt x="100960" y="915913"/>
                  <a:pt x="100424" y="933796"/>
                </a:cubicBezTo>
                <a:cubicBezTo>
                  <a:pt x="101706" y="955165"/>
                  <a:pt x="109399" y="974218"/>
                  <a:pt x="119399" y="959542"/>
                </a:cubicBezTo>
                <a:cubicBezTo>
                  <a:pt x="124566" y="945838"/>
                  <a:pt x="126669" y="931157"/>
                  <a:pt x="125553" y="916546"/>
                </a:cubicBezTo>
                <a:cubicBezTo>
                  <a:pt x="123502" y="903871"/>
                  <a:pt x="119884" y="891505"/>
                  <a:pt x="114784" y="879729"/>
                </a:cubicBezTo>
                <a:close/>
                <a:moveTo>
                  <a:pt x="23497" y="414752"/>
                </a:moveTo>
                <a:lnTo>
                  <a:pt x="15035" y="421188"/>
                </a:lnTo>
                <a:cubicBezTo>
                  <a:pt x="16574" y="441528"/>
                  <a:pt x="17343" y="462382"/>
                  <a:pt x="20163" y="481434"/>
                </a:cubicBezTo>
                <a:cubicBezTo>
                  <a:pt x="20163" y="486584"/>
                  <a:pt x="28113" y="491218"/>
                  <a:pt x="31190" y="488386"/>
                </a:cubicBezTo>
                <a:cubicBezTo>
                  <a:pt x="35431" y="481803"/>
                  <a:pt x="37580" y="474081"/>
                  <a:pt x="37344" y="466244"/>
                </a:cubicBezTo>
                <a:cubicBezTo>
                  <a:pt x="33754" y="447964"/>
                  <a:pt x="28113" y="431487"/>
                  <a:pt x="23497" y="414752"/>
                </a:cubicBezTo>
                <a:close/>
                <a:moveTo>
                  <a:pt x="108545" y="337734"/>
                </a:moveTo>
                <a:cubicBezTo>
                  <a:pt x="100696" y="339316"/>
                  <a:pt x="95552" y="355922"/>
                  <a:pt x="91705" y="374845"/>
                </a:cubicBezTo>
                <a:cubicBezTo>
                  <a:pt x="90618" y="387430"/>
                  <a:pt x="90190" y="400063"/>
                  <a:pt x="90423" y="412692"/>
                </a:cubicBezTo>
                <a:lnTo>
                  <a:pt x="88372" y="433804"/>
                </a:lnTo>
                <a:lnTo>
                  <a:pt x="67858" y="419129"/>
                </a:lnTo>
                <a:cubicBezTo>
                  <a:pt x="60165" y="478860"/>
                  <a:pt x="50165" y="538849"/>
                  <a:pt x="67858" y="589054"/>
                </a:cubicBezTo>
                <a:cubicBezTo>
                  <a:pt x="83610" y="639076"/>
                  <a:pt x="92244" y="691084"/>
                  <a:pt x="93500" y="743531"/>
                </a:cubicBezTo>
                <a:cubicBezTo>
                  <a:pt x="93500" y="758722"/>
                  <a:pt x="98885" y="772624"/>
                  <a:pt x="101450" y="787042"/>
                </a:cubicBezTo>
                <a:lnTo>
                  <a:pt x="110937" y="782151"/>
                </a:lnTo>
                <a:cubicBezTo>
                  <a:pt x="115089" y="755763"/>
                  <a:pt x="116378" y="729003"/>
                  <a:pt x="114784" y="702337"/>
                </a:cubicBezTo>
                <a:cubicBezTo>
                  <a:pt x="110158" y="678532"/>
                  <a:pt x="110158" y="654053"/>
                  <a:pt x="114784" y="630248"/>
                </a:cubicBezTo>
                <a:cubicBezTo>
                  <a:pt x="121963" y="587766"/>
                  <a:pt x="128887" y="544770"/>
                  <a:pt x="134528" y="501517"/>
                </a:cubicBezTo>
                <a:cubicBezTo>
                  <a:pt x="137349" y="479117"/>
                  <a:pt x="137862" y="454916"/>
                  <a:pt x="139400" y="430714"/>
                </a:cubicBezTo>
                <a:cubicBezTo>
                  <a:pt x="129656" y="429427"/>
                  <a:pt x="124015" y="428655"/>
                  <a:pt x="117604" y="427882"/>
                </a:cubicBezTo>
                <a:cubicBezTo>
                  <a:pt x="119399" y="413464"/>
                  <a:pt x="119656" y="405226"/>
                  <a:pt x="121194" y="399047"/>
                </a:cubicBezTo>
                <a:cubicBezTo>
                  <a:pt x="126835" y="377162"/>
                  <a:pt x="130425" y="354763"/>
                  <a:pt x="117348" y="341632"/>
                </a:cubicBezTo>
                <a:cubicBezTo>
                  <a:pt x="114079" y="338350"/>
                  <a:pt x="111162" y="337207"/>
                  <a:pt x="108545" y="337734"/>
                </a:cubicBezTo>
                <a:close/>
                <a:moveTo>
                  <a:pt x="160427" y="317431"/>
                </a:moveTo>
                <a:cubicBezTo>
                  <a:pt x="158409" y="319177"/>
                  <a:pt x="156524" y="321069"/>
                  <a:pt x="154785" y="323095"/>
                </a:cubicBezTo>
                <a:cubicBezTo>
                  <a:pt x="156942" y="350417"/>
                  <a:pt x="157457" y="377842"/>
                  <a:pt x="156324" y="405226"/>
                </a:cubicBezTo>
                <a:cubicBezTo>
                  <a:pt x="151652" y="467158"/>
                  <a:pt x="155450" y="529441"/>
                  <a:pt x="167607" y="590341"/>
                </a:cubicBezTo>
                <a:cubicBezTo>
                  <a:pt x="180941" y="596263"/>
                  <a:pt x="193249" y="601927"/>
                  <a:pt x="205301" y="607334"/>
                </a:cubicBezTo>
                <a:cubicBezTo>
                  <a:pt x="221907" y="528293"/>
                  <a:pt x="218558" y="446335"/>
                  <a:pt x="195557" y="368923"/>
                </a:cubicBezTo>
                <a:lnTo>
                  <a:pt x="179402" y="394670"/>
                </a:lnTo>
                <a:close/>
                <a:moveTo>
                  <a:pt x="0" y="0"/>
                </a:moveTo>
                <a:lnTo>
                  <a:pt x="3898208" y="0"/>
                </a:lnTo>
                <a:lnTo>
                  <a:pt x="3898208" y="300626"/>
                </a:lnTo>
                <a:lnTo>
                  <a:pt x="3478901" y="271417"/>
                </a:lnTo>
                <a:lnTo>
                  <a:pt x="3121939" y="5395747"/>
                </a:lnTo>
                <a:lnTo>
                  <a:pt x="3898208" y="5449822"/>
                </a:lnTo>
                <a:lnTo>
                  <a:pt x="3898208" y="5729738"/>
                </a:lnTo>
                <a:lnTo>
                  <a:pt x="570197" y="5729738"/>
                </a:lnTo>
                <a:lnTo>
                  <a:pt x="567150" y="5723645"/>
                </a:lnTo>
                <a:lnTo>
                  <a:pt x="510304" y="5609972"/>
                </a:lnTo>
                <a:cubicBezTo>
                  <a:pt x="484446" y="5563239"/>
                  <a:pt x="456396" y="5517825"/>
                  <a:pt x="425381" y="5474378"/>
                </a:cubicBezTo>
                <a:cubicBezTo>
                  <a:pt x="388461" y="5422044"/>
                  <a:pt x="347538" y="5402241"/>
                  <a:pt x="312231" y="5418190"/>
                </a:cubicBezTo>
                <a:cubicBezTo>
                  <a:pt x="266798" y="5439788"/>
                  <a:pt x="269686" y="5482685"/>
                  <a:pt x="267643" y="5524584"/>
                </a:cubicBezTo>
                <a:cubicBezTo>
                  <a:pt x="265561" y="5588916"/>
                  <a:pt x="279278" y="5648103"/>
                  <a:pt x="300894" y="5704719"/>
                </a:cubicBezTo>
                <a:lnTo>
                  <a:pt x="309340" y="5723552"/>
                </a:lnTo>
                <a:lnTo>
                  <a:pt x="312114" y="5729738"/>
                </a:lnTo>
                <a:lnTo>
                  <a:pt x="74771" y="5729738"/>
                </a:lnTo>
                <a:lnTo>
                  <a:pt x="75364" y="5720400"/>
                </a:lnTo>
                <a:lnTo>
                  <a:pt x="73193" y="5400969"/>
                </a:lnTo>
                <a:lnTo>
                  <a:pt x="76449" y="5446735"/>
                </a:lnTo>
                <a:cubicBezTo>
                  <a:pt x="80311" y="5476995"/>
                  <a:pt x="85680" y="5503690"/>
                  <a:pt x="92475" y="5523579"/>
                </a:cubicBezTo>
                <a:lnTo>
                  <a:pt x="92475" y="5523836"/>
                </a:lnTo>
                <a:cubicBezTo>
                  <a:pt x="114204" y="5468405"/>
                  <a:pt x="122212" y="5408493"/>
                  <a:pt x="115809" y="5349277"/>
                </a:cubicBezTo>
                <a:cubicBezTo>
                  <a:pt x="112476" y="5311945"/>
                  <a:pt x="108373" y="5274355"/>
                  <a:pt x="107860" y="5236508"/>
                </a:cubicBezTo>
                <a:cubicBezTo>
                  <a:pt x="111058" y="5210582"/>
                  <a:pt x="102493" y="5184604"/>
                  <a:pt x="84526" y="5165706"/>
                </a:cubicBezTo>
                <a:cubicBezTo>
                  <a:pt x="78628" y="5188170"/>
                  <a:pt x="74478" y="5216797"/>
                  <a:pt x="71993" y="5248344"/>
                </a:cubicBezTo>
                <a:lnTo>
                  <a:pt x="71374" y="5272854"/>
                </a:lnTo>
                <a:lnTo>
                  <a:pt x="64248" y="5196295"/>
                </a:lnTo>
                <a:lnTo>
                  <a:pt x="57232" y="5168506"/>
                </a:lnTo>
                <a:lnTo>
                  <a:pt x="53429" y="5153440"/>
                </a:lnTo>
                <a:lnTo>
                  <a:pt x="48299" y="5141848"/>
                </a:lnTo>
                <a:lnTo>
                  <a:pt x="47670" y="5140426"/>
                </a:lnTo>
                <a:lnTo>
                  <a:pt x="47761" y="5130723"/>
                </a:lnTo>
                <a:cubicBezTo>
                  <a:pt x="47537" y="5089754"/>
                  <a:pt x="48370" y="5049333"/>
                  <a:pt x="55293" y="5007881"/>
                </a:cubicBezTo>
                <a:cubicBezTo>
                  <a:pt x="70679" y="5062978"/>
                  <a:pt x="82731" y="5115758"/>
                  <a:pt x="111963" y="5093359"/>
                </a:cubicBezTo>
                <a:cubicBezTo>
                  <a:pt x="120168" y="4997840"/>
                  <a:pt x="122989" y="4906184"/>
                  <a:pt x="97347" y="4825341"/>
                </a:cubicBezTo>
                <a:cubicBezTo>
                  <a:pt x="123245" y="4787751"/>
                  <a:pt x="123758" y="4787494"/>
                  <a:pt x="114527" y="4729822"/>
                </a:cubicBezTo>
                <a:cubicBezTo>
                  <a:pt x="107868" y="4690508"/>
                  <a:pt x="109088" y="4650241"/>
                  <a:pt x="118117" y="4611389"/>
                </a:cubicBezTo>
                <a:cubicBezTo>
                  <a:pt x="124569" y="4585514"/>
                  <a:pt x="128094" y="4558996"/>
                  <a:pt x="128630" y="4532348"/>
                </a:cubicBezTo>
                <a:cubicBezTo>
                  <a:pt x="131451" y="4383793"/>
                  <a:pt x="134015" y="4235237"/>
                  <a:pt x="134015" y="4086424"/>
                </a:cubicBezTo>
                <a:cubicBezTo>
                  <a:pt x="133502" y="3835398"/>
                  <a:pt x="129143" y="3584114"/>
                  <a:pt x="129143" y="3333088"/>
                </a:cubicBezTo>
                <a:cubicBezTo>
                  <a:pt x="130425" y="3087212"/>
                  <a:pt x="137349" y="2841335"/>
                  <a:pt x="141451" y="2595201"/>
                </a:cubicBezTo>
                <a:cubicBezTo>
                  <a:pt x="141708" y="2577436"/>
                  <a:pt x="138887" y="2559156"/>
                  <a:pt x="138887" y="2541134"/>
                </a:cubicBezTo>
                <a:cubicBezTo>
                  <a:pt x="132400" y="2559929"/>
                  <a:pt x="129020" y="2579676"/>
                  <a:pt x="128887" y="2599578"/>
                </a:cubicBezTo>
                <a:cubicBezTo>
                  <a:pt x="126323" y="2660596"/>
                  <a:pt x="124528" y="2721873"/>
                  <a:pt x="122733" y="2783149"/>
                </a:cubicBezTo>
                <a:cubicBezTo>
                  <a:pt x="120425" y="2858843"/>
                  <a:pt x="116322" y="2936081"/>
                  <a:pt x="116322" y="3013320"/>
                </a:cubicBezTo>
                <a:cubicBezTo>
                  <a:pt x="116322" y="3149260"/>
                  <a:pt x="116322" y="3285458"/>
                  <a:pt x="116322" y="3421398"/>
                </a:cubicBezTo>
                <a:cubicBezTo>
                  <a:pt x="119156" y="3448432"/>
                  <a:pt x="116540" y="3475748"/>
                  <a:pt x="108629" y="3501726"/>
                </a:cubicBezTo>
                <a:lnTo>
                  <a:pt x="84782" y="3432726"/>
                </a:lnTo>
                <a:cubicBezTo>
                  <a:pt x="90167" y="3421913"/>
                  <a:pt x="97603" y="3413674"/>
                  <a:pt x="97603" y="3405435"/>
                </a:cubicBezTo>
                <a:cubicBezTo>
                  <a:pt x="99908" y="3373767"/>
                  <a:pt x="98185" y="3341919"/>
                  <a:pt x="92475" y="3310689"/>
                </a:cubicBezTo>
                <a:cubicBezTo>
                  <a:pt x="80418" y="3281416"/>
                  <a:pt x="84710" y="3247894"/>
                  <a:pt x="103757" y="3222637"/>
                </a:cubicBezTo>
                <a:cubicBezTo>
                  <a:pt x="87026" y="3169922"/>
                  <a:pt x="82843" y="3156743"/>
                  <a:pt x="91209" y="3124774"/>
                </a:cubicBezTo>
                <a:lnTo>
                  <a:pt x="103639" y="3084760"/>
                </a:lnTo>
                <a:lnTo>
                  <a:pt x="103757" y="3085152"/>
                </a:lnTo>
                <a:lnTo>
                  <a:pt x="103757" y="3084380"/>
                </a:lnTo>
                <a:lnTo>
                  <a:pt x="103639" y="3084760"/>
                </a:lnTo>
                <a:lnTo>
                  <a:pt x="89911" y="3039066"/>
                </a:lnTo>
                <a:cubicBezTo>
                  <a:pt x="90167" y="2994010"/>
                  <a:pt x="92475" y="2948440"/>
                  <a:pt x="95808" y="2903641"/>
                </a:cubicBezTo>
                <a:cubicBezTo>
                  <a:pt x="99096" y="2848621"/>
                  <a:pt x="97808" y="2793421"/>
                  <a:pt x="91962" y="2738608"/>
                </a:cubicBezTo>
                <a:cubicBezTo>
                  <a:pt x="91446" y="2728747"/>
                  <a:pt x="91446" y="2718860"/>
                  <a:pt x="91962" y="2709000"/>
                </a:cubicBezTo>
                <a:lnTo>
                  <a:pt x="107860" y="2701533"/>
                </a:lnTo>
                <a:cubicBezTo>
                  <a:pt x="96065" y="2643347"/>
                  <a:pt x="83500" y="2590309"/>
                  <a:pt x="75294" y="2533667"/>
                </a:cubicBezTo>
                <a:cubicBezTo>
                  <a:pt x="72981" y="2510728"/>
                  <a:pt x="76328" y="2487556"/>
                  <a:pt x="85038" y="2466212"/>
                </a:cubicBezTo>
                <a:cubicBezTo>
                  <a:pt x="105552" y="2439179"/>
                  <a:pt x="110937" y="2392836"/>
                  <a:pt x="122733" y="2350097"/>
                </a:cubicBezTo>
                <a:cubicBezTo>
                  <a:pt x="101839" y="2311117"/>
                  <a:pt x="92077" y="2267117"/>
                  <a:pt x="94526" y="2222910"/>
                </a:cubicBezTo>
                <a:cubicBezTo>
                  <a:pt x="94526" y="2190728"/>
                  <a:pt x="84013" y="2176567"/>
                  <a:pt x="68884" y="2173220"/>
                </a:cubicBezTo>
                <a:cubicBezTo>
                  <a:pt x="66576" y="2191243"/>
                  <a:pt x="63755" y="2205660"/>
                  <a:pt x="63755" y="2220078"/>
                </a:cubicBezTo>
                <a:cubicBezTo>
                  <a:pt x="60422" y="2378933"/>
                  <a:pt x="56576" y="2537787"/>
                  <a:pt x="54781" y="2696641"/>
                </a:cubicBezTo>
                <a:cubicBezTo>
                  <a:pt x="54268" y="2733716"/>
                  <a:pt x="60678" y="2771305"/>
                  <a:pt x="62473" y="2809152"/>
                </a:cubicBezTo>
                <a:cubicBezTo>
                  <a:pt x="63886" y="2836418"/>
                  <a:pt x="63886" y="2863760"/>
                  <a:pt x="62473" y="2891025"/>
                </a:cubicBezTo>
                <a:cubicBezTo>
                  <a:pt x="57696" y="2920041"/>
                  <a:pt x="56747" y="2949547"/>
                  <a:pt x="59653" y="2978820"/>
                </a:cubicBezTo>
                <a:cubicBezTo>
                  <a:pt x="59976" y="3009175"/>
                  <a:pt x="56968" y="3039478"/>
                  <a:pt x="50678" y="3069189"/>
                </a:cubicBezTo>
                <a:cubicBezTo>
                  <a:pt x="49085" y="3078999"/>
                  <a:pt x="49085" y="3088988"/>
                  <a:pt x="50678" y="3098798"/>
                </a:cubicBezTo>
                <a:cubicBezTo>
                  <a:pt x="57835" y="3127273"/>
                  <a:pt x="56227" y="3157242"/>
                  <a:pt x="46062" y="3184790"/>
                </a:cubicBezTo>
                <a:cubicBezTo>
                  <a:pt x="71448" y="3248641"/>
                  <a:pt x="55293" y="3319700"/>
                  <a:pt x="60678" y="3383294"/>
                </a:cubicBezTo>
                <a:lnTo>
                  <a:pt x="39908" y="3401831"/>
                </a:lnTo>
                <a:cubicBezTo>
                  <a:pt x="38626" y="3449204"/>
                  <a:pt x="36831" y="3489883"/>
                  <a:pt x="36831" y="3530562"/>
                </a:cubicBezTo>
                <a:cubicBezTo>
                  <a:pt x="36318" y="3555536"/>
                  <a:pt x="29395" y="3581797"/>
                  <a:pt x="47088" y="3596473"/>
                </a:cubicBezTo>
                <a:cubicBezTo>
                  <a:pt x="64781" y="3611148"/>
                  <a:pt x="63243" y="3644618"/>
                  <a:pt x="63243" y="3673711"/>
                </a:cubicBezTo>
                <a:cubicBezTo>
                  <a:pt x="63243" y="3744771"/>
                  <a:pt x="63243" y="3816088"/>
                  <a:pt x="63243" y="3886890"/>
                </a:cubicBezTo>
                <a:cubicBezTo>
                  <a:pt x="63499" y="3911606"/>
                  <a:pt x="69140" y="3935808"/>
                  <a:pt x="71448" y="3960267"/>
                </a:cubicBezTo>
                <a:cubicBezTo>
                  <a:pt x="73794" y="3979473"/>
                  <a:pt x="74735" y="3998835"/>
                  <a:pt x="74269" y="4018196"/>
                </a:cubicBezTo>
                <a:cubicBezTo>
                  <a:pt x="72730" y="4053468"/>
                  <a:pt x="69910" y="4088483"/>
                  <a:pt x="67089" y="4123756"/>
                </a:cubicBezTo>
                <a:cubicBezTo>
                  <a:pt x="66440" y="4127463"/>
                  <a:pt x="65409" y="4131093"/>
                  <a:pt x="64012" y="4134569"/>
                </a:cubicBezTo>
                <a:lnTo>
                  <a:pt x="49909" y="4119121"/>
                </a:lnTo>
                <a:lnTo>
                  <a:pt x="49909" y="4267677"/>
                </a:lnTo>
                <a:lnTo>
                  <a:pt x="62217" y="4220561"/>
                </a:lnTo>
                <a:cubicBezTo>
                  <a:pt x="73756" y="4250942"/>
                  <a:pt x="58883" y="4300375"/>
                  <a:pt x="77346" y="4321744"/>
                </a:cubicBezTo>
                <a:cubicBezTo>
                  <a:pt x="96577" y="4306296"/>
                  <a:pt x="83244" y="4227513"/>
                  <a:pt x="115296" y="4235494"/>
                </a:cubicBezTo>
                <a:cubicBezTo>
                  <a:pt x="111706" y="4271796"/>
                  <a:pt x="122220" y="4314020"/>
                  <a:pt x="98116" y="4332043"/>
                </a:cubicBezTo>
                <a:cubicBezTo>
                  <a:pt x="91898" y="4343525"/>
                  <a:pt x="88472" y="4356322"/>
                  <a:pt x="88116" y="4369375"/>
                </a:cubicBezTo>
                <a:cubicBezTo>
                  <a:pt x="83500" y="4408767"/>
                  <a:pt x="78115" y="4448931"/>
                  <a:pt x="76833" y="4489352"/>
                </a:cubicBezTo>
                <a:cubicBezTo>
                  <a:pt x="77520" y="4519681"/>
                  <a:pt x="79918" y="4549933"/>
                  <a:pt x="84013" y="4579979"/>
                </a:cubicBezTo>
                <a:cubicBezTo>
                  <a:pt x="56063" y="4655415"/>
                  <a:pt x="55293" y="4637136"/>
                  <a:pt x="68884" y="4730080"/>
                </a:cubicBezTo>
                <a:cubicBezTo>
                  <a:pt x="77859" y="4791870"/>
                  <a:pt x="62217" y="4831005"/>
                  <a:pt x="32215" y="4827915"/>
                </a:cubicBezTo>
                <a:cubicBezTo>
                  <a:pt x="26061" y="4898718"/>
                  <a:pt x="18369" y="4969005"/>
                  <a:pt x="14522" y="5040837"/>
                </a:cubicBezTo>
                <a:lnTo>
                  <a:pt x="16851" y="5090539"/>
                </a:lnTo>
                <a:lnTo>
                  <a:pt x="8519" y="5080690"/>
                </a:lnTo>
                <a:lnTo>
                  <a:pt x="6415" y="5078204"/>
                </a:lnTo>
                <a:lnTo>
                  <a:pt x="7567" y="5017601"/>
                </a:lnTo>
                <a:cubicBezTo>
                  <a:pt x="6846" y="4990246"/>
                  <a:pt x="4802" y="4965803"/>
                  <a:pt x="1369" y="4943790"/>
                </a:cubicBezTo>
                <a:lnTo>
                  <a:pt x="0" y="4938214"/>
                </a:lnTo>
                <a:lnTo>
                  <a:pt x="0" y="4629368"/>
                </a:lnTo>
                <a:lnTo>
                  <a:pt x="6060" y="4654901"/>
                </a:lnTo>
                <a:cubicBezTo>
                  <a:pt x="21989" y="4602146"/>
                  <a:pt x="21092" y="4545685"/>
                  <a:pt x="3496" y="4493472"/>
                </a:cubicBezTo>
                <a:lnTo>
                  <a:pt x="0" y="4510721"/>
                </a:lnTo>
                <a:lnTo>
                  <a:pt x="0" y="4020969"/>
                </a:lnTo>
                <a:lnTo>
                  <a:pt x="431" y="4029267"/>
                </a:lnTo>
                <a:cubicBezTo>
                  <a:pt x="2134" y="4048802"/>
                  <a:pt x="4330" y="4063896"/>
                  <a:pt x="7086" y="4073808"/>
                </a:cubicBezTo>
                <a:cubicBezTo>
                  <a:pt x="18881" y="4063252"/>
                  <a:pt x="14522" y="4042140"/>
                  <a:pt x="14522" y="4022315"/>
                </a:cubicBezTo>
                <a:cubicBezTo>
                  <a:pt x="14522" y="3972367"/>
                  <a:pt x="11702" y="3919330"/>
                  <a:pt x="14522" y="3869382"/>
                </a:cubicBezTo>
                <a:cubicBezTo>
                  <a:pt x="20548" y="3770440"/>
                  <a:pt x="21061" y="3671265"/>
                  <a:pt x="16061" y="3572271"/>
                </a:cubicBezTo>
                <a:cubicBezTo>
                  <a:pt x="12984" y="3518719"/>
                  <a:pt x="-2145" y="3456928"/>
                  <a:pt x="27087" y="3414189"/>
                </a:cubicBezTo>
                <a:cubicBezTo>
                  <a:pt x="28533" y="3409452"/>
                  <a:pt x="29056" y="3404457"/>
                  <a:pt x="28625" y="3399514"/>
                </a:cubicBezTo>
                <a:cubicBezTo>
                  <a:pt x="31959" y="3315581"/>
                  <a:pt x="38882" y="3230876"/>
                  <a:pt x="36831" y="3147201"/>
                </a:cubicBezTo>
                <a:cubicBezTo>
                  <a:pt x="30677" y="2883559"/>
                  <a:pt x="55806" y="2621977"/>
                  <a:pt x="44011" y="2358336"/>
                </a:cubicBezTo>
                <a:cubicBezTo>
                  <a:pt x="43357" y="2353392"/>
                  <a:pt x="43357" y="2348346"/>
                  <a:pt x="44011" y="2343403"/>
                </a:cubicBezTo>
                <a:cubicBezTo>
                  <a:pt x="50121" y="2305247"/>
                  <a:pt x="49601" y="2266293"/>
                  <a:pt x="42472" y="2228317"/>
                </a:cubicBezTo>
                <a:cubicBezTo>
                  <a:pt x="32215" y="2240418"/>
                  <a:pt x="21958" y="2259213"/>
                  <a:pt x="16830" y="2257410"/>
                </a:cubicBezTo>
                <a:cubicBezTo>
                  <a:pt x="11702" y="2255608"/>
                  <a:pt x="6573" y="2227802"/>
                  <a:pt x="4265" y="2209780"/>
                </a:cubicBezTo>
                <a:cubicBezTo>
                  <a:pt x="3078" y="2189106"/>
                  <a:pt x="3078" y="2168406"/>
                  <a:pt x="4265" y="2147731"/>
                </a:cubicBezTo>
                <a:lnTo>
                  <a:pt x="0" y="2159570"/>
                </a:lnTo>
                <a:lnTo>
                  <a:pt x="0" y="2089658"/>
                </a:lnTo>
                <a:lnTo>
                  <a:pt x="21189" y="2123273"/>
                </a:lnTo>
                <a:cubicBezTo>
                  <a:pt x="17728" y="2103448"/>
                  <a:pt x="15997" y="2093536"/>
                  <a:pt x="12792" y="2088451"/>
                </a:cubicBezTo>
                <a:lnTo>
                  <a:pt x="0" y="2084106"/>
                </a:lnTo>
                <a:lnTo>
                  <a:pt x="0" y="1970730"/>
                </a:lnTo>
                <a:lnTo>
                  <a:pt x="21446" y="2018228"/>
                </a:lnTo>
                <a:cubicBezTo>
                  <a:pt x="22215" y="1987332"/>
                  <a:pt x="23497" y="1963903"/>
                  <a:pt x="23497" y="1942019"/>
                </a:cubicBezTo>
                <a:cubicBezTo>
                  <a:pt x="23497" y="1921937"/>
                  <a:pt x="20933" y="1901855"/>
                  <a:pt x="20676" y="1881515"/>
                </a:cubicBezTo>
                <a:cubicBezTo>
                  <a:pt x="20420" y="1861176"/>
                  <a:pt x="24266" y="1835687"/>
                  <a:pt x="22728" y="1813545"/>
                </a:cubicBezTo>
                <a:cubicBezTo>
                  <a:pt x="21189" y="1791403"/>
                  <a:pt x="15291" y="1771836"/>
                  <a:pt x="12984" y="1749952"/>
                </a:cubicBezTo>
                <a:cubicBezTo>
                  <a:pt x="11961" y="1735380"/>
                  <a:pt x="11961" y="1720756"/>
                  <a:pt x="12984" y="1706183"/>
                </a:cubicBezTo>
                <a:cubicBezTo>
                  <a:pt x="12984" y="1685844"/>
                  <a:pt x="11189" y="1672198"/>
                  <a:pt x="7375" y="1664024"/>
                </a:cubicBezTo>
                <a:lnTo>
                  <a:pt x="0" y="1660141"/>
                </a:lnTo>
                <a:lnTo>
                  <a:pt x="0" y="697489"/>
                </a:lnTo>
                <a:lnTo>
                  <a:pt x="3079" y="643507"/>
                </a:lnTo>
                <a:cubicBezTo>
                  <a:pt x="4265" y="623618"/>
                  <a:pt x="5804" y="604116"/>
                  <a:pt x="8624" y="585707"/>
                </a:cubicBezTo>
                <a:cubicBezTo>
                  <a:pt x="16240" y="550167"/>
                  <a:pt x="13571" y="513182"/>
                  <a:pt x="932" y="479117"/>
                </a:cubicBezTo>
                <a:lnTo>
                  <a:pt x="0" y="477924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31FB5A9-2714-80F5-F9D6-8C49D107AD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2400" y="1018309"/>
            <a:ext cx="4220164" cy="5027983"/>
          </a:xfrm>
          <a:custGeom>
            <a:avLst/>
            <a:gdLst>
              <a:gd name="connsiteX0" fmla="*/ 331380 w 4220164"/>
              <a:gd name="connsiteY0" fmla="*/ 0 h 5027983"/>
              <a:gd name="connsiteX1" fmla="*/ 4220164 w 4220164"/>
              <a:gd name="connsiteY1" fmla="*/ 270894 h 5027983"/>
              <a:gd name="connsiteX2" fmla="*/ 3888784 w 4220164"/>
              <a:gd name="connsiteY2" fmla="*/ 5027983 h 5027983"/>
              <a:gd name="connsiteX3" fmla="*/ 0 w 4220164"/>
              <a:gd name="connsiteY3" fmla="*/ 4757089 h 502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0164" h="5027983">
                <a:moveTo>
                  <a:pt x="331380" y="0"/>
                </a:moveTo>
                <a:lnTo>
                  <a:pt x="4220164" y="270894"/>
                </a:lnTo>
                <a:lnTo>
                  <a:pt x="3888784" y="5027983"/>
                </a:lnTo>
                <a:lnTo>
                  <a:pt x="0" y="4757089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0F0DD176-0D32-E7F8-2F73-6A498F93F5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47605" y="564131"/>
            <a:ext cx="3898208" cy="5729738"/>
          </a:xfrm>
          <a:custGeom>
            <a:avLst/>
            <a:gdLst>
              <a:gd name="connsiteX0" fmla="*/ 3860944 w 3898208"/>
              <a:gd name="connsiteY0" fmla="*/ 5131527 h 5729738"/>
              <a:gd name="connsiteX1" fmla="*/ 3860944 w 3898208"/>
              <a:gd name="connsiteY1" fmla="*/ 5197396 h 5729738"/>
              <a:gd name="connsiteX2" fmla="*/ 3866880 w 3898208"/>
              <a:gd name="connsiteY2" fmla="*/ 5197396 h 5729738"/>
              <a:gd name="connsiteX3" fmla="*/ 3866880 w 3898208"/>
              <a:gd name="connsiteY3" fmla="*/ 5131527 h 5729738"/>
              <a:gd name="connsiteX4" fmla="*/ 3839570 w 3898208"/>
              <a:gd name="connsiteY4" fmla="*/ 3009401 h 5729738"/>
              <a:gd name="connsiteX5" fmla="*/ 3831142 w 3898208"/>
              <a:gd name="connsiteY5" fmla="*/ 3044943 h 5729738"/>
              <a:gd name="connsiteX6" fmla="*/ 3831142 w 3898208"/>
              <a:gd name="connsiteY6" fmla="*/ 3326792 h 5729738"/>
              <a:gd name="connsiteX7" fmla="*/ 3837492 w 3898208"/>
              <a:gd name="connsiteY7" fmla="*/ 3328614 h 5729738"/>
              <a:gd name="connsiteX8" fmla="*/ 3848178 w 3898208"/>
              <a:gd name="connsiteY8" fmla="*/ 3267513 h 5729738"/>
              <a:gd name="connsiteX9" fmla="*/ 3839570 w 3898208"/>
              <a:gd name="connsiteY9" fmla="*/ 3009401 h 5729738"/>
              <a:gd name="connsiteX10" fmla="*/ 3898208 w 3898208"/>
              <a:gd name="connsiteY10" fmla="*/ 2647791 h 5729738"/>
              <a:gd name="connsiteX11" fmla="*/ 3898208 w 3898208"/>
              <a:gd name="connsiteY11" fmla="*/ 2883469 h 5729738"/>
              <a:gd name="connsiteX12" fmla="*/ 3895654 w 3898208"/>
              <a:gd name="connsiteY12" fmla="*/ 2878955 h 5729738"/>
              <a:gd name="connsiteX13" fmla="*/ 3888848 w 3898208"/>
              <a:gd name="connsiteY13" fmla="*/ 2832955 h 5729738"/>
              <a:gd name="connsiteX14" fmla="*/ 3895082 w 3898208"/>
              <a:gd name="connsiteY14" fmla="*/ 2673497 h 5729738"/>
              <a:gd name="connsiteX15" fmla="*/ 3831141 w 3898208"/>
              <a:gd name="connsiteY15" fmla="*/ 2557960 h 5729738"/>
              <a:gd name="connsiteX16" fmla="*/ 3831141 w 3898208"/>
              <a:gd name="connsiteY16" fmla="*/ 2597824 h 5729738"/>
              <a:gd name="connsiteX17" fmla="*/ 3832149 w 3898208"/>
              <a:gd name="connsiteY17" fmla="*/ 2596153 h 5729738"/>
              <a:gd name="connsiteX18" fmla="*/ 3833725 w 3898208"/>
              <a:gd name="connsiteY18" fmla="*/ 2571815 h 5729738"/>
              <a:gd name="connsiteX19" fmla="*/ 3833336 w 3898208"/>
              <a:gd name="connsiteY19" fmla="*/ 2275300 h 5729738"/>
              <a:gd name="connsiteX20" fmla="*/ 3831141 w 3898208"/>
              <a:gd name="connsiteY20" fmla="*/ 2276769 h 5729738"/>
              <a:gd name="connsiteX21" fmla="*/ 3831141 w 3898208"/>
              <a:gd name="connsiteY21" fmla="*/ 2304409 h 5729738"/>
              <a:gd name="connsiteX22" fmla="*/ 3834524 w 3898208"/>
              <a:gd name="connsiteY22" fmla="*/ 2313153 h 5729738"/>
              <a:gd name="connsiteX23" fmla="*/ 3839866 w 3898208"/>
              <a:gd name="connsiteY23" fmla="*/ 2294376 h 5729738"/>
              <a:gd name="connsiteX24" fmla="*/ 3833336 w 3898208"/>
              <a:gd name="connsiteY24" fmla="*/ 2275300 h 5729738"/>
              <a:gd name="connsiteX25" fmla="*/ 3874302 w 3898208"/>
              <a:gd name="connsiteY25" fmla="*/ 2223141 h 5729738"/>
              <a:gd name="connsiteX26" fmla="*/ 3860944 w 3898208"/>
              <a:gd name="connsiteY26" fmla="*/ 2247283 h 5729738"/>
              <a:gd name="connsiteX27" fmla="*/ 3868364 w 3898208"/>
              <a:gd name="connsiteY27" fmla="*/ 2280069 h 5729738"/>
              <a:gd name="connsiteX28" fmla="*/ 3880240 w 3898208"/>
              <a:gd name="connsiteY28" fmla="*/ 2240428 h 5729738"/>
              <a:gd name="connsiteX29" fmla="*/ 3874302 w 3898208"/>
              <a:gd name="connsiteY29" fmla="*/ 2223141 h 5729738"/>
              <a:gd name="connsiteX30" fmla="*/ 3898208 w 3898208"/>
              <a:gd name="connsiteY30" fmla="*/ 1789588 h 5729738"/>
              <a:gd name="connsiteX31" fmla="*/ 3898208 w 3898208"/>
              <a:gd name="connsiteY31" fmla="*/ 1824384 h 5729738"/>
              <a:gd name="connsiteX32" fmla="*/ 3885286 w 3898208"/>
              <a:gd name="connsiteY32" fmla="*/ 1816599 h 5729738"/>
              <a:gd name="connsiteX33" fmla="*/ 3894201 w 3898208"/>
              <a:gd name="connsiteY33" fmla="*/ 1793999 h 5729738"/>
              <a:gd name="connsiteX34" fmla="*/ 3848772 w 3898208"/>
              <a:gd name="connsiteY34" fmla="*/ 1398135 h 5729738"/>
              <a:gd name="connsiteX35" fmla="*/ 3883208 w 3898208"/>
              <a:gd name="connsiteY35" fmla="*/ 1461620 h 5729738"/>
              <a:gd name="connsiteX36" fmla="*/ 3877864 w 3898208"/>
              <a:gd name="connsiteY36" fmla="*/ 1510202 h 5729738"/>
              <a:gd name="connsiteX37" fmla="*/ 3876512 w 3898208"/>
              <a:gd name="connsiteY37" fmla="*/ 1508454 h 5729738"/>
              <a:gd name="connsiteX38" fmla="*/ 3865990 w 3898208"/>
              <a:gd name="connsiteY38" fmla="*/ 1471754 h 5729738"/>
              <a:gd name="connsiteX39" fmla="*/ 3860350 w 3898208"/>
              <a:gd name="connsiteY39" fmla="*/ 1487551 h 5729738"/>
              <a:gd name="connsiteX40" fmla="*/ 3876512 w 3898208"/>
              <a:gd name="connsiteY40" fmla="*/ 1508454 h 5729738"/>
              <a:gd name="connsiteX41" fmla="*/ 3877270 w 3898208"/>
              <a:gd name="connsiteY41" fmla="*/ 1511097 h 5729738"/>
              <a:gd name="connsiteX42" fmla="*/ 3877864 w 3898208"/>
              <a:gd name="connsiteY42" fmla="*/ 1510202 h 5729738"/>
              <a:gd name="connsiteX43" fmla="*/ 3860646 w 3898208"/>
              <a:gd name="connsiteY43" fmla="*/ 1548055 h 5729738"/>
              <a:gd name="connsiteX44" fmla="*/ 3848772 w 3898208"/>
              <a:gd name="connsiteY44" fmla="*/ 1508414 h 5729738"/>
              <a:gd name="connsiteX45" fmla="*/ 3848772 w 3898208"/>
              <a:gd name="connsiteY45" fmla="*/ 1398135 h 5729738"/>
              <a:gd name="connsiteX46" fmla="*/ 3385981 w 3898208"/>
              <a:gd name="connsiteY46" fmla="*/ 172462 h 5729738"/>
              <a:gd name="connsiteX47" fmla="*/ 3740275 w 3898208"/>
              <a:gd name="connsiteY47" fmla="*/ 250753 h 5729738"/>
              <a:gd name="connsiteX48" fmla="*/ 3891299 w 3898208"/>
              <a:gd name="connsiteY48" fmla="*/ 273184 h 5729738"/>
              <a:gd name="connsiteX49" fmla="*/ 3898208 w 3898208"/>
              <a:gd name="connsiteY49" fmla="*/ 273611 h 5729738"/>
              <a:gd name="connsiteX50" fmla="*/ 3898208 w 3898208"/>
              <a:gd name="connsiteY50" fmla="*/ 304098 h 5729738"/>
              <a:gd name="connsiteX51" fmla="*/ 3881426 w 3898208"/>
              <a:gd name="connsiteY51" fmla="*/ 432151 h 5729738"/>
              <a:gd name="connsiteX52" fmla="*/ 3851740 w 3898208"/>
              <a:gd name="connsiteY52" fmla="*/ 340053 h 5729738"/>
              <a:gd name="connsiteX53" fmla="*/ 3831201 w 3898208"/>
              <a:gd name="connsiteY53" fmla="*/ 279237 h 5729738"/>
              <a:gd name="connsiteX54" fmla="*/ 3831141 w 3898208"/>
              <a:gd name="connsiteY54" fmla="*/ 279263 h 5729738"/>
              <a:gd name="connsiteX55" fmla="*/ 3831141 w 3898208"/>
              <a:gd name="connsiteY55" fmla="*/ 502282 h 5729738"/>
              <a:gd name="connsiteX56" fmla="*/ 3832547 w 3898208"/>
              <a:gd name="connsiteY56" fmla="*/ 503068 h 5729738"/>
              <a:gd name="connsiteX57" fmla="*/ 3860349 w 3898208"/>
              <a:gd name="connsiteY57" fmla="*/ 418739 h 5729738"/>
              <a:gd name="connsiteX58" fmla="*/ 3864208 w 3898208"/>
              <a:gd name="connsiteY58" fmla="*/ 573129 h 5729738"/>
              <a:gd name="connsiteX59" fmla="*/ 3843428 w 3898208"/>
              <a:gd name="connsiteY59" fmla="*/ 580879 h 5729738"/>
              <a:gd name="connsiteX60" fmla="*/ 3842022 w 3898208"/>
              <a:gd name="connsiteY60" fmla="*/ 585735 h 5729738"/>
              <a:gd name="connsiteX61" fmla="*/ 3798514 w 3898208"/>
              <a:gd name="connsiteY61" fmla="*/ 587694 h 5729738"/>
              <a:gd name="connsiteX62" fmla="*/ 3385981 w 3898208"/>
              <a:gd name="connsiteY62" fmla="*/ 172462 h 5729738"/>
              <a:gd name="connsiteX63" fmla="*/ 3671257 w 3898208"/>
              <a:gd name="connsiteY63" fmla="*/ 0 h 5729738"/>
              <a:gd name="connsiteX64" fmla="*/ 3898208 w 3898208"/>
              <a:gd name="connsiteY64" fmla="*/ 0 h 5729738"/>
              <a:gd name="connsiteX65" fmla="*/ 3898208 w 3898208"/>
              <a:gd name="connsiteY65" fmla="*/ 28384 h 5729738"/>
              <a:gd name="connsiteX66" fmla="*/ 3815339 w 3898208"/>
              <a:gd name="connsiteY66" fmla="*/ 12544 h 5729738"/>
              <a:gd name="connsiteX67" fmla="*/ 3132869 w 3898208"/>
              <a:gd name="connsiteY67" fmla="*/ 0 h 5729738"/>
              <a:gd name="connsiteX68" fmla="*/ 3660676 w 3898208"/>
              <a:gd name="connsiteY68" fmla="*/ 0 h 5729738"/>
              <a:gd name="connsiteX69" fmla="*/ 3523068 w 3898208"/>
              <a:gd name="connsiteY69" fmla="*/ 4530 h 5729738"/>
              <a:gd name="connsiteX70" fmla="*/ 3236462 w 3898208"/>
              <a:gd name="connsiteY70" fmla="*/ 71625 h 5729738"/>
              <a:gd name="connsiteX71" fmla="*/ 0 w 3898208"/>
              <a:gd name="connsiteY71" fmla="*/ 0 h 5729738"/>
              <a:gd name="connsiteX72" fmla="*/ 2644788 w 3898208"/>
              <a:gd name="connsiteY72" fmla="*/ 0 h 5729738"/>
              <a:gd name="connsiteX73" fmla="*/ 2651919 w 3898208"/>
              <a:gd name="connsiteY73" fmla="*/ 32012 h 5729738"/>
              <a:gd name="connsiteX74" fmla="*/ 2720788 w 3898208"/>
              <a:gd name="connsiteY74" fmla="*/ 242661 h 5729738"/>
              <a:gd name="connsiteX75" fmla="*/ 2834617 w 3898208"/>
              <a:gd name="connsiteY75" fmla="*/ 450606 h 5729738"/>
              <a:gd name="connsiteX76" fmla="*/ 2912728 w 3898208"/>
              <a:gd name="connsiteY76" fmla="*/ 501508 h 5729738"/>
              <a:gd name="connsiteX77" fmla="*/ 2973694 w 3898208"/>
              <a:gd name="connsiteY77" fmla="*/ 471399 h 5729738"/>
              <a:gd name="connsiteX78" fmla="*/ 2981977 w 3898208"/>
              <a:gd name="connsiteY78" fmla="*/ 351372 h 5729738"/>
              <a:gd name="connsiteX79" fmla="*/ 2864268 w 3898208"/>
              <a:gd name="connsiteY79" fmla="*/ 26265 h 5729738"/>
              <a:gd name="connsiteX80" fmla="*/ 2848487 w 3898208"/>
              <a:gd name="connsiteY80" fmla="*/ 0 h 5729738"/>
              <a:gd name="connsiteX81" fmla="*/ 3051049 w 3898208"/>
              <a:gd name="connsiteY81" fmla="*/ 0 h 5729738"/>
              <a:gd name="connsiteX82" fmla="*/ 3205124 w 3898208"/>
              <a:gd name="connsiteY82" fmla="*/ 105777 h 5729738"/>
              <a:gd name="connsiteX83" fmla="*/ 3231067 w 3898208"/>
              <a:gd name="connsiteY83" fmla="*/ 171551 h 5729738"/>
              <a:gd name="connsiteX84" fmla="*/ 3252903 w 3898208"/>
              <a:gd name="connsiteY84" fmla="*/ 599222 h 5729738"/>
              <a:gd name="connsiteX85" fmla="*/ 3312481 w 3898208"/>
              <a:gd name="connsiteY85" fmla="*/ 913715 h 5729738"/>
              <a:gd name="connsiteX86" fmla="*/ 3401826 w 3898208"/>
              <a:gd name="connsiteY86" fmla="*/ 1003031 h 5729738"/>
              <a:gd name="connsiteX87" fmla="*/ 3477995 w 3898208"/>
              <a:gd name="connsiteY87" fmla="*/ 916394 h 5729738"/>
              <a:gd name="connsiteX88" fmla="*/ 3479926 w 3898208"/>
              <a:gd name="connsiteY88" fmla="*/ 553237 h 5729738"/>
              <a:gd name="connsiteX89" fmla="*/ 3375053 w 3898208"/>
              <a:gd name="connsiteY89" fmla="*/ 251778 h 5729738"/>
              <a:gd name="connsiteX90" fmla="*/ 3369940 w 3898208"/>
              <a:gd name="connsiteY90" fmla="*/ 243022 h 5729738"/>
              <a:gd name="connsiteX91" fmla="*/ 3379746 w 3898208"/>
              <a:gd name="connsiteY91" fmla="*/ 248683 h 5729738"/>
              <a:gd name="connsiteX92" fmla="*/ 3532913 w 3898208"/>
              <a:gd name="connsiteY92" fmla="*/ 373395 h 5729738"/>
              <a:gd name="connsiteX93" fmla="*/ 3754142 w 3898208"/>
              <a:gd name="connsiteY93" fmla="*/ 604162 h 5729738"/>
              <a:gd name="connsiteX94" fmla="*/ 3768815 w 3898208"/>
              <a:gd name="connsiteY94" fmla="*/ 679393 h 5729738"/>
              <a:gd name="connsiteX95" fmla="*/ 3722650 w 3898208"/>
              <a:gd name="connsiteY95" fmla="*/ 792062 h 5729738"/>
              <a:gd name="connsiteX96" fmla="*/ 3586345 w 3898208"/>
              <a:gd name="connsiteY96" fmla="*/ 1206798 h 5729738"/>
              <a:gd name="connsiteX97" fmla="*/ 3566921 w 3898208"/>
              <a:gd name="connsiteY97" fmla="*/ 1381347 h 5729738"/>
              <a:gd name="connsiteX98" fmla="*/ 3691082 w 3898208"/>
              <a:gd name="connsiteY98" fmla="*/ 1425458 h 5729738"/>
              <a:gd name="connsiteX99" fmla="*/ 3761719 w 3898208"/>
              <a:gd name="connsiteY99" fmla="*/ 1318210 h 5729738"/>
              <a:gd name="connsiteX100" fmla="*/ 3815013 w 3898208"/>
              <a:gd name="connsiteY100" fmla="*/ 1124939 h 5729738"/>
              <a:gd name="connsiteX101" fmla="*/ 3831141 w 3898208"/>
              <a:gd name="connsiteY101" fmla="*/ 997978 h 5729738"/>
              <a:gd name="connsiteX102" fmla="*/ 3831141 w 3898208"/>
              <a:gd name="connsiteY102" fmla="*/ 1253945 h 5729738"/>
              <a:gd name="connsiteX103" fmla="*/ 3844616 w 3898208"/>
              <a:gd name="connsiteY103" fmla="*/ 1270718 h 5729738"/>
              <a:gd name="connsiteX104" fmla="*/ 3845804 w 3898208"/>
              <a:gd name="connsiteY104" fmla="*/ 1316469 h 5729738"/>
              <a:gd name="connsiteX105" fmla="*/ 3831141 w 3898208"/>
              <a:gd name="connsiteY105" fmla="*/ 1374394 h 5729738"/>
              <a:gd name="connsiteX106" fmla="*/ 3831141 w 3898208"/>
              <a:gd name="connsiteY106" fmla="*/ 1600584 h 5729738"/>
              <a:gd name="connsiteX107" fmla="*/ 3840611 w 3898208"/>
              <a:gd name="connsiteY107" fmla="*/ 1681168 h 5729738"/>
              <a:gd name="connsiteX108" fmla="*/ 3843428 w 3898208"/>
              <a:gd name="connsiteY108" fmla="*/ 1807062 h 5729738"/>
              <a:gd name="connsiteX109" fmla="*/ 3836082 w 3898208"/>
              <a:gd name="connsiteY109" fmla="*/ 1924717 h 5729738"/>
              <a:gd name="connsiteX110" fmla="*/ 3831141 w 3898208"/>
              <a:gd name="connsiteY110" fmla="*/ 1972363 h 5729738"/>
              <a:gd name="connsiteX111" fmla="*/ 3831141 w 3898208"/>
              <a:gd name="connsiteY111" fmla="*/ 2030929 h 5729738"/>
              <a:gd name="connsiteX112" fmla="*/ 3843428 w 3898208"/>
              <a:gd name="connsiteY112" fmla="*/ 2010929 h 5729738"/>
              <a:gd name="connsiteX113" fmla="*/ 3849960 w 3898208"/>
              <a:gd name="connsiteY113" fmla="*/ 2165021 h 5729738"/>
              <a:gd name="connsiteX114" fmla="*/ 3884990 w 3898208"/>
              <a:gd name="connsiteY114" fmla="*/ 2125380 h 5729738"/>
              <a:gd name="connsiteX115" fmla="*/ 3887068 w 3898208"/>
              <a:gd name="connsiteY115" fmla="*/ 1993940 h 5729738"/>
              <a:gd name="connsiteX116" fmla="*/ 3882318 w 3898208"/>
              <a:gd name="connsiteY116" fmla="*/ 1872037 h 5729738"/>
              <a:gd name="connsiteX117" fmla="*/ 3898208 w 3898208"/>
              <a:gd name="connsiteY117" fmla="*/ 1847574 h 5729738"/>
              <a:gd name="connsiteX118" fmla="*/ 3898208 w 3898208"/>
              <a:gd name="connsiteY118" fmla="*/ 2295849 h 5729738"/>
              <a:gd name="connsiteX119" fmla="*/ 3873114 w 3898208"/>
              <a:gd name="connsiteY119" fmla="*/ 2324479 h 5729738"/>
              <a:gd name="connsiteX120" fmla="*/ 3868364 w 3898208"/>
              <a:gd name="connsiteY120" fmla="*/ 2509867 h 5729738"/>
              <a:gd name="connsiteX121" fmla="*/ 3860350 w 3898208"/>
              <a:gd name="connsiteY121" fmla="*/ 2576928 h 5729738"/>
              <a:gd name="connsiteX122" fmla="*/ 3844914 w 3898208"/>
              <a:gd name="connsiteY122" fmla="*/ 2847559 h 5729738"/>
              <a:gd name="connsiteX123" fmla="*/ 3847288 w 3898208"/>
              <a:gd name="connsiteY123" fmla="*/ 2880047 h 5729738"/>
              <a:gd name="connsiteX124" fmla="*/ 3860646 w 3898208"/>
              <a:gd name="connsiteY124" fmla="*/ 3050234 h 5729738"/>
              <a:gd name="connsiteX125" fmla="*/ 3884692 w 3898208"/>
              <a:gd name="connsiteY125" fmla="*/ 3243073 h 5729738"/>
              <a:gd name="connsiteX126" fmla="*/ 3895972 w 3898208"/>
              <a:gd name="connsiteY126" fmla="*/ 3077059 h 5729738"/>
              <a:gd name="connsiteX127" fmla="*/ 3898208 w 3898208"/>
              <a:gd name="connsiteY127" fmla="*/ 3104864 h 5729738"/>
              <a:gd name="connsiteX128" fmla="*/ 3898208 w 3898208"/>
              <a:gd name="connsiteY128" fmla="*/ 3326972 h 5729738"/>
              <a:gd name="connsiteX129" fmla="*/ 3892114 w 3898208"/>
              <a:gd name="connsiteY129" fmla="*/ 3356631 h 5729738"/>
              <a:gd name="connsiteX130" fmla="*/ 3898208 w 3898208"/>
              <a:gd name="connsiteY130" fmla="*/ 3362500 h 5729738"/>
              <a:gd name="connsiteX131" fmla="*/ 3898208 w 3898208"/>
              <a:gd name="connsiteY131" fmla="*/ 5231605 h 5729738"/>
              <a:gd name="connsiteX132" fmla="*/ 3892410 w 3898208"/>
              <a:gd name="connsiteY132" fmla="*/ 5245978 h 5729738"/>
              <a:gd name="connsiteX133" fmla="*/ 3898208 w 3898208"/>
              <a:gd name="connsiteY133" fmla="*/ 5252132 h 5729738"/>
              <a:gd name="connsiteX134" fmla="*/ 3898208 w 3898208"/>
              <a:gd name="connsiteY134" fmla="*/ 5580543 h 5729738"/>
              <a:gd name="connsiteX135" fmla="*/ 3894192 w 3898208"/>
              <a:gd name="connsiteY135" fmla="*/ 5613774 h 5729738"/>
              <a:gd name="connsiteX136" fmla="*/ 3898208 w 3898208"/>
              <a:gd name="connsiteY136" fmla="*/ 5610875 h 5729738"/>
              <a:gd name="connsiteX137" fmla="*/ 3898208 w 3898208"/>
              <a:gd name="connsiteY137" fmla="*/ 5729738 h 5729738"/>
              <a:gd name="connsiteX138" fmla="*/ 3837688 w 3898208"/>
              <a:gd name="connsiteY138" fmla="*/ 5729738 h 5729738"/>
              <a:gd name="connsiteX139" fmla="*/ 3847696 w 3898208"/>
              <a:gd name="connsiteY139" fmla="*/ 5622828 h 5729738"/>
              <a:gd name="connsiteX140" fmla="*/ 3837194 w 3898208"/>
              <a:gd name="connsiteY140" fmla="*/ 5504091 h 5729738"/>
              <a:gd name="connsiteX141" fmla="*/ 3831258 w 3898208"/>
              <a:gd name="connsiteY141" fmla="*/ 5435837 h 5729738"/>
              <a:gd name="connsiteX142" fmla="*/ 3831142 w 3898208"/>
              <a:gd name="connsiteY142" fmla="*/ 5435079 h 5729738"/>
              <a:gd name="connsiteX143" fmla="*/ 3831142 w 3898208"/>
              <a:gd name="connsiteY143" fmla="*/ 5718737 h 5729738"/>
              <a:gd name="connsiteX144" fmla="*/ 3833799 w 3898208"/>
              <a:gd name="connsiteY144" fmla="*/ 5729738 h 5729738"/>
              <a:gd name="connsiteX145" fmla="*/ 0 w 3898208"/>
              <a:gd name="connsiteY145" fmla="*/ 5729738 h 5729738"/>
              <a:gd name="connsiteX146" fmla="*/ 0 w 3898208"/>
              <a:gd name="connsiteY146" fmla="*/ 5660571 h 5729738"/>
              <a:gd name="connsiteX147" fmla="*/ 384120 w 3898208"/>
              <a:gd name="connsiteY147" fmla="*/ 5687329 h 5729738"/>
              <a:gd name="connsiteX148" fmla="*/ 741082 w 3898208"/>
              <a:gd name="connsiteY148" fmla="*/ 562999 h 5729738"/>
              <a:gd name="connsiteX149" fmla="*/ 0 w 3898208"/>
              <a:gd name="connsiteY149" fmla="*/ 511375 h 5729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3898208" h="5729738">
                <a:moveTo>
                  <a:pt x="3860944" y="5131527"/>
                </a:moveTo>
                <a:cubicBezTo>
                  <a:pt x="3860944" y="5153583"/>
                  <a:pt x="3860944" y="5175340"/>
                  <a:pt x="3860944" y="5197396"/>
                </a:cubicBezTo>
                <a:lnTo>
                  <a:pt x="3866880" y="5197396"/>
                </a:lnTo>
                <a:lnTo>
                  <a:pt x="3866880" y="5131527"/>
                </a:lnTo>
                <a:close/>
                <a:moveTo>
                  <a:pt x="3839570" y="3009401"/>
                </a:moveTo>
                <a:lnTo>
                  <a:pt x="3831142" y="3044943"/>
                </a:lnTo>
                <a:lnTo>
                  <a:pt x="3831142" y="3326792"/>
                </a:lnTo>
                <a:lnTo>
                  <a:pt x="3837492" y="3328614"/>
                </a:lnTo>
                <a:cubicBezTo>
                  <a:pt x="3843014" y="3308644"/>
                  <a:pt x="3846590" y="3288168"/>
                  <a:pt x="3848178" y="3267513"/>
                </a:cubicBezTo>
                <a:cubicBezTo>
                  <a:pt x="3852180" y="3181377"/>
                  <a:pt x="3849300" y="3095061"/>
                  <a:pt x="3839570" y="3009401"/>
                </a:cubicBezTo>
                <a:close/>
                <a:moveTo>
                  <a:pt x="3898208" y="2647791"/>
                </a:moveTo>
                <a:lnTo>
                  <a:pt x="3898208" y="2883469"/>
                </a:lnTo>
                <a:lnTo>
                  <a:pt x="3895654" y="2878955"/>
                </a:lnTo>
                <a:cubicBezTo>
                  <a:pt x="3890620" y="2864295"/>
                  <a:pt x="3888265" y="2848707"/>
                  <a:pt x="3888848" y="2832955"/>
                </a:cubicBezTo>
                <a:cubicBezTo>
                  <a:pt x="3887660" y="2780199"/>
                  <a:pt x="3892410" y="2726550"/>
                  <a:pt x="3895082" y="2673497"/>
                </a:cubicBezTo>
                <a:close/>
                <a:moveTo>
                  <a:pt x="3831141" y="2557960"/>
                </a:moveTo>
                <a:lnTo>
                  <a:pt x="3831141" y="2597824"/>
                </a:lnTo>
                <a:lnTo>
                  <a:pt x="3832149" y="2596153"/>
                </a:lnTo>
                <a:cubicBezTo>
                  <a:pt x="3834004" y="2589857"/>
                  <a:pt x="3834597" y="2582033"/>
                  <a:pt x="3833725" y="2571815"/>
                </a:cubicBezTo>
                <a:close/>
                <a:moveTo>
                  <a:pt x="3833336" y="2275300"/>
                </a:moveTo>
                <a:lnTo>
                  <a:pt x="3831141" y="2276769"/>
                </a:lnTo>
                <a:lnTo>
                  <a:pt x="3831141" y="2304409"/>
                </a:lnTo>
                <a:lnTo>
                  <a:pt x="3834524" y="2313153"/>
                </a:lnTo>
                <a:cubicBezTo>
                  <a:pt x="3837004" y="2307102"/>
                  <a:pt x="3838798" y="2300814"/>
                  <a:pt x="3839866" y="2294376"/>
                </a:cubicBezTo>
                <a:cubicBezTo>
                  <a:pt x="3839964" y="2287461"/>
                  <a:pt x="3837654" y="2280695"/>
                  <a:pt x="3833336" y="2275300"/>
                </a:cubicBezTo>
                <a:close/>
                <a:moveTo>
                  <a:pt x="3874302" y="2223141"/>
                </a:moveTo>
                <a:cubicBezTo>
                  <a:pt x="3868446" y="2230324"/>
                  <a:pt x="3863922" y="2238491"/>
                  <a:pt x="3860944" y="2247283"/>
                </a:cubicBezTo>
                <a:cubicBezTo>
                  <a:pt x="3862318" y="2258431"/>
                  <a:pt x="3864806" y="2269429"/>
                  <a:pt x="3868364" y="2280069"/>
                </a:cubicBezTo>
                <a:cubicBezTo>
                  <a:pt x="3873302" y="2267164"/>
                  <a:pt x="3877270" y="2253930"/>
                  <a:pt x="3880240" y="2240428"/>
                </a:cubicBezTo>
                <a:cubicBezTo>
                  <a:pt x="3879426" y="2234318"/>
                  <a:pt x="3877408" y="2228447"/>
                  <a:pt x="3874302" y="2223141"/>
                </a:cubicBezTo>
                <a:close/>
                <a:moveTo>
                  <a:pt x="3898208" y="1789588"/>
                </a:moveTo>
                <a:lnTo>
                  <a:pt x="3898208" y="1824384"/>
                </a:lnTo>
                <a:lnTo>
                  <a:pt x="3885286" y="1816599"/>
                </a:lnTo>
                <a:cubicBezTo>
                  <a:pt x="3889071" y="1806465"/>
                  <a:pt x="3891910" y="1798865"/>
                  <a:pt x="3894201" y="1793999"/>
                </a:cubicBezTo>
                <a:close/>
                <a:moveTo>
                  <a:pt x="3848772" y="1398135"/>
                </a:moveTo>
                <a:cubicBezTo>
                  <a:pt x="3861374" y="1418671"/>
                  <a:pt x="3872868" y="1439862"/>
                  <a:pt x="3883208" y="1461620"/>
                </a:cubicBezTo>
                <a:cubicBezTo>
                  <a:pt x="3891342" y="1477417"/>
                  <a:pt x="3889234" y="1496582"/>
                  <a:pt x="3877864" y="1510202"/>
                </a:cubicBezTo>
                <a:lnTo>
                  <a:pt x="3876512" y="1508454"/>
                </a:lnTo>
                <a:lnTo>
                  <a:pt x="3865990" y="1471754"/>
                </a:lnTo>
                <a:lnTo>
                  <a:pt x="3860350" y="1487551"/>
                </a:lnTo>
                <a:lnTo>
                  <a:pt x="3876512" y="1508454"/>
                </a:lnTo>
                <a:lnTo>
                  <a:pt x="3877270" y="1511097"/>
                </a:lnTo>
                <a:lnTo>
                  <a:pt x="3877864" y="1510202"/>
                </a:lnTo>
                <a:lnTo>
                  <a:pt x="3860646" y="1548055"/>
                </a:lnTo>
                <a:cubicBezTo>
                  <a:pt x="3855042" y="1535388"/>
                  <a:pt x="3851052" y="1522065"/>
                  <a:pt x="3848772" y="1508414"/>
                </a:cubicBezTo>
                <a:cubicBezTo>
                  <a:pt x="3848772" y="1478013"/>
                  <a:pt x="3848772" y="1446717"/>
                  <a:pt x="3848772" y="1398135"/>
                </a:cubicBezTo>
                <a:close/>
                <a:moveTo>
                  <a:pt x="3385981" y="172462"/>
                </a:moveTo>
                <a:cubicBezTo>
                  <a:pt x="3503773" y="209993"/>
                  <a:pt x="3622108" y="228970"/>
                  <a:pt x="3740275" y="250753"/>
                </a:cubicBezTo>
                <a:cubicBezTo>
                  <a:pt x="3790161" y="259962"/>
                  <a:pt x="3840560" y="267654"/>
                  <a:pt x="3891299" y="273184"/>
                </a:cubicBezTo>
                <a:lnTo>
                  <a:pt x="3898208" y="273611"/>
                </a:lnTo>
                <a:lnTo>
                  <a:pt x="3898208" y="304098"/>
                </a:lnTo>
                <a:lnTo>
                  <a:pt x="3881426" y="432151"/>
                </a:lnTo>
                <a:cubicBezTo>
                  <a:pt x="3874373" y="400587"/>
                  <a:pt x="3864437" y="369769"/>
                  <a:pt x="3851740" y="340053"/>
                </a:cubicBezTo>
                <a:cubicBezTo>
                  <a:pt x="3843725" y="326864"/>
                  <a:pt x="3843391" y="285677"/>
                  <a:pt x="3831201" y="279237"/>
                </a:cubicBezTo>
                <a:lnTo>
                  <a:pt x="3831141" y="279263"/>
                </a:lnTo>
                <a:lnTo>
                  <a:pt x="3831141" y="502282"/>
                </a:lnTo>
                <a:lnTo>
                  <a:pt x="3832547" y="503068"/>
                </a:lnTo>
                <a:cubicBezTo>
                  <a:pt x="3845154" y="495412"/>
                  <a:pt x="3846991" y="443998"/>
                  <a:pt x="3860349" y="418739"/>
                </a:cubicBezTo>
                <a:lnTo>
                  <a:pt x="3864208" y="573129"/>
                </a:lnTo>
                <a:cubicBezTo>
                  <a:pt x="3851740" y="577600"/>
                  <a:pt x="3843428" y="580879"/>
                  <a:pt x="3843428" y="580879"/>
                </a:cubicBezTo>
                <a:lnTo>
                  <a:pt x="3842022" y="585735"/>
                </a:lnTo>
                <a:lnTo>
                  <a:pt x="3798514" y="587694"/>
                </a:lnTo>
                <a:cubicBezTo>
                  <a:pt x="3681673" y="430257"/>
                  <a:pt x="3525364" y="310986"/>
                  <a:pt x="3385981" y="172462"/>
                </a:cubicBezTo>
                <a:close/>
                <a:moveTo>
                  <a:pt x="3671257" y="0"/>
                </a:moveTo>
                <a:lnTo>
                  <a:pt x="3898208" y="0"/>
                </a:lnTo>
                <a:lnTo>
                  <a:pt x="3898208" y="28384"/>
                </a:lnTo>
                <a:lnTo>
                  <a:pt x="3815339" y="12544"/>
                </a:lnTo>
                <a:close/>
                <a:moveTo>
                  <a:pt x="3132869" y="0"/>
                </a:moveTo>
                <a:lnTo>
                  <a:pt x="3660676" y="0"/>
                </a:lnTo>
                <a:lnTo>
                  <a:pt x="3523068" y="4530"/>
                </a:lnTo>
                <a:cubicBezTo>
                  <a:pt x="3426714" y="13845"/>
                  <a:pt x="3331305" y="35678"/>
                  <a:pt x="3236462" y="71625"/>
                </a:cubicBezTo>
                <a:close/>
                <a:moveTo>
                  <a:pt x="0" y="0"/>
                </a:moveTo>
                <a:lnTo>
                  <a:pt x="2644788" y="0"/>
                </a:lnTo>
                <a:lnTo>
                  <a:pt x="2651919" y="32012"/>
                </a:lnTo>
                <a:cubicBezTo>
                  <a:pt x="2670490" y="103324"/>
                  <a:pt x="2693921" y="173452"/>
                  <a:pt x="2720788" y="242661"/>
                </a:cubicBezTo>
                <a:cubicBezTo>
                  <a:pt x="2749038" y="317022"/>
                  <a:pt x="2783070" y="388917"/>
                  <a:pt x="2834617" y="450606"/>
                </a:cubicBezTo>
                <a:cubicBezTo>
                  <a:pt x="2856199" y="476127"/>
                  <a:pt x="2880463" y="494490"/>
                  <a:pt x="2912728" y="501508"/>
                </a:cubicBezTo>
                <a:cubicBezTo>
                  <a:pt x="2942187" y="508357"/>
                  <a:pt x="2960790" y="498781"/>
                  <a:pt x="2973694" y="471399"/>
                </a:cubicBezTo>
                <a:cubicBezTo>
                  <a:pt x="2990701" y="431875"/>
                  <a:pt x="2990865" y="391334"/>
                  <a:pt x="2981977" y="351372"/>
                </a:cubicBezTo>
                <a:cubicBezTo>
                  <a:pt x="2954938" y="237800"/>
                  <a:pt x="2918141" y="128390"/>
                  <a:pt x="2864268" y="26265"/>
                </a:cubicBezTo>
                <a:lnTo>
                  <a:pt x="2848487" y="0"/>
                </a:lnTo>
                <a:lnTo>
                  <a:pt x="3051049" y="0"/>
                </a:lnTo>
                <a:lnTo>
                  <a:pt x="3205124" y="105777"/>
                </a:lnTo>
                <a:cubicBezTo>
                  <a:pt x="3230015" y="123051"/>
                  <a:pt x="3232574" y="146297"/>
                  <a:pt x="3231067" y="171551"/>
                </a:cubicBezTo>
                <a:cubicBezTo>
                  <a:pt x="3222536" y="314654"/>
                  <a:pt x="3238808" y="457567"/>
                  <a:pt x="3252903" y="599222"/>
                </a:cubicBezTo>
                <a:cubicBezTo>
                  <a:pt x="3264019" y="705777"/>
                  <a:pt x="3281377" y="811584"/>
                  <a:pt x="3312481" y="913715"/>
                </a:cubicBezTo>
                <a:cubicBezTo>
                  <a:pt x="3330798" y="975085"/>
                  <a:pt x="3363277" y="1006898"/>
                  <a:pt x="3401826" y="1003031"/>
                </a:cubicBezTo>
                <a:cubicBezTo>
                  <a:pt x="3451773" y="997038"/>
                  <a:pt x="3462706" y="955457"/>
                  <a:pt x="3477995" y="916394"/>
                </a:cubicBezTo>
                <a:cubicBezTo>
                  <a:pt x="3522944" y="795766"/>
                  <a:pt x="3501434" y="674502"/>
                  <a:pt x="3479926" y="553237"/>
                </a:cubicBezTo>
                <a:cubicBezTo>
                  <a:pt x="3460849" y="447891"/>
                  <a:pt x="3417092" y="350064"/>
                  <a:pt x="3375053" y="251778"/>
                </a:cubicBezTo>
                <a:cubicBezTo>
                  <a:pt x="3373503" y="249431"/>
                  <a:pt x="3369940" y="243022"/>
                  <a:pt x="3369940" y="243022"/>
                </a:cubicBezTo>
                <a:cubicBezTo>
                  <a:pt x="3377608" y="237289"/>
                  <a:pt x="3378363" y="243530"/>
                  <a:pt x="3379746" y="248683"/>
                </a:cubicBezTo>
                <a:cubicBezTo>
                  <a:pt x="3439377" y="278756"/>
                  <a:pt x="3482542" y="329800"/>
                  <a:pt x="3532913" y="373395"/>
                </a:cubicBezTo>
                <a:cubicBezTo>
                  <a:pt x="3615007" y="442561"/>
                  <a:pt x="3686921" y="521814"/>
                  <a:pt x="3754142" y="604162"/>
                </a:cubicBezTo>
                <a:cubicBezTo>
                  <a:pt x="3773545" y="628426"/>
                  <a:pt x="3778450" y="650125"/>
                  <a:pt x="3768815" y="679393"/>
                </a:cubicBezTo>
                <a:cubicBezTo>
                  <a:pt x="3756332" y="718626"/>
                  <a:pt x="3734504" y="753916"/>
                  <a:pt x="3722650" y="792062"/>
                </a:cubicBezTo>
                <a:cubicBezTo>
                  <a:pt x="3674981" y="929984"/>
                  <a:pt x="3629029" y="1067448"/>
                  <a:pt x="3586345" y="1206798"/>
                </a:cubicBezTo>
                <a:cubicBezTo>
                  <a:pt x="3570051" y="1262698"/>
                  <a:pt x="3555307" y="1320945"/>
                  <a:pt x="3566921" y="1381347"/>
                </a:cubicBezTo>
                <a:cubicBezTo>
                  <a:pt x="3580672" y="1453143"/>
                  <a:pt x="3635819" y="1473371"/>
                  <a:pt x="3691082" y="1425458"/>
                </a:cubicBezTo>
                <a:cubicBezTo>
                  <a:pt x="3724895" y="1397087"/>
                  <a:pt x="3745171" y="1359451"/>
                  <a:pt x="3761719" y="1318210"/>
                </a:cubicBezTo>
                <a:cubicBezTo>
                  <a:pt x="3785219" y="1254860"/>
                  <a:pt x="3802444" y="1190427"/>
                  <a:pt x="3815013" y="1124939"/>
                </a:cubicBezTo>
                <a:lnTo>
                  <a:pt x="3831141" y="997978"/>
                </a:lnTo>
                <a:lnTo>
                  <a:pt x="3831141" y="1253945"/>
                </a:lnTo>
                <a:lnTo>
                  <a:pt x="3844616" y="1270718"/>
                </a:lnTo>
                <a:cubicBezTo>
                  <a:pt x="3848550" y="1283609"/>
                  <a:pt x="3849069" y="1299629"/>
                  <a:pt x="3845804" y="1316469"/>
                </a:cubicBezTo>
                <a:lnTo>
                  <a:pt x="3831141" y="1374394"/>
                </a:lnTo>
                <a:lnTo>
                  <a:pt x="3831141" y="1600584"/>
                </a:lnTo>
                <a:lnTo>
                  <a:pt x="3840611" y="1681168"/>
                </a:lnTo>
                <a:cubicBezTo>
                  <a:pt x="3843533" y="1723041"/>
                  <a:pt x="3844476" y="1765052"/>
                  <a:pt x="3843428" y="1807062"/>
                </a:cubicBezTo>
                <a:cubicBezTo>
                  <a:pt x="3843132" y="1846256"/>
                  <a:pt x="3840015" y="1885449"/>
                  <a:pt x="3836082" y="1924717"/>
                </a:cubicBezTo>
                <a:lnTo>
                  <a:pt x="3831141" y="1972363"/>
                </a:lnTo>
                <a:lnTo>
                  <a:pt x="3831141" y="2030929"/>
                </a:lnTo>
                <a:lnTo>
                  <a:pt x="3843428" y="2010929"/>
                </a:lnTo>
                <a:cubicBezTo>
                  <a:pt x="3858566" y="2060912"/>
                  <a:pt x="3860812" y="2113935"/>
                  <a:pt x="3849960" y="2165021"/>
                </a:cubicBezTo>
                <a:cubicBezTo>
                  <a:pt x="3879646" y="2189760"/>
                  <a:pt x="3884990" y="2183203"/>
                  <a:pt x="3884990" y="2125380"/>
                </a:cubicBezTo>
                <a:cubicBezTo>
                  <a:pt x="3882526" y="2081567"/>
                  <a:pt x="3883220" y="2037634"/>
                  <a:pt x="3887068" y="1993940"/>
                </a:cubicBezTo>
                <a:cubicBezTo>
                  <a:pt x="3893094" y="1953375"/>
                  <a:pt x="3891482" y="1912006"/>
                  <a:pt x="3882318" y="1872037"/>
                </a:cubicBezTo>
                <a:lnTo>
                  <a:pt x="3898208" y="1847574"/>
                </a:lnTo>
                <a:lnTo>
                  <a:pt x="3898208" y="2295849"/>
                </a:lnTo>
                <a:lnTo>
                  <a:pt x="3873114" y="2324479"/>
                </a:lnTo>
                <a:cubicBezTo>
                  <a:pt x="3890546" y="2385281"/>
                  <a:pt x="3888886" y="2450018"/>
                  <a:pt x="3868364" y="2509867"/>
                </a:cubicBezTo>
                <a:cubicBezTo>
                  <a:pt x="3863784" y="2531953"/>
                  <a:pt x="3861104" y="2554396"/>
                  <a:pt x="3860350" y="2576928"/>
                </a:cubicBezTo>
                <a:cubicBezTo>
                  <a:pt x="3849960" y="2665450"/>
                  <a:pt x="3861538" y="2760826"/>
                  <a:pt x="3844914" y="2847559"/>
                </a:cubicBezTo>
                <a:cubicBezTo>
                  <a:pt x="3844316" y="2858438"/>
                  <a:pt x="3845116" y="2869377"/>
                  <a:pt x="3847288" y="2880047"/>
                </a:cubicBezTo>
                <a:cubicBezTo>
                  <a:pt x="3851740" y="2936676"/>
                  <a:pt x="3858866" y="2993008"/>
                  <a:pt x="3860646" y="3050234"/>
                </a:cubicBezTo>
                <a:cubicBezTo>
                  <a:pt x="3862568" y="3115120"/>
                  <a:pt x="3870618" y="3179708"/>
                  <a:pt x="3884692" y="3243073"/>
                </a:cubicBezTo>
                <a:lnTo>
                  <a:pt x="3895972" y="3077059"/>
                </a:lnTo>
                <a:lnTo>
                  <a:pt x="3898208" y="3104864"/>
                </a:lnTo>
                <a:lnTo>
                  <a:pt x="3898208" y="3326972"/>
                </a:lnTo>
                <a:lnTo>
                  <a:pt x="3892114" y="3356631"/>
                </a:lnTo>
                <a:lnTo>
                  <a:pt x="3898208" y="3362500"/>
                </a:lnTo>
                <a:lnTo>
                  <a:pt x="3898208" y="5231605"/>
                </a:lnTo>
                <a:lnTo>
                  <a:pt x="3892410" y="5245978"/>
                </a:lnTo>
                <a:lnTo>
                  <a:pt x="3898208" y="5252132"/>
                </a:lnTo>
                <a:lnTo>
                  <a:pt x="3898208" y="5580543"/>
                </a:lnTo>
                <a:lnTo>
                  <a:pt x="3894192" y="5613774"/>
                </a:lnTo>
                <a:lnTo>
                  <a:pt x="3898208" y="5610875"/>
                </a:lnTo>
                <a:lnTo>
                  <a:pt x="3898208" y="5729738"/>
                </a:lnTo>
                <a:lnTo>
                  <a:pt x="3837688" y="5729738"/>
                </a:lnTo>
                <a:lnTo>
                  <a:pt x="3847696" y="5622828"/>
                </a:lnTo>
                <a:cubicBezTo>
                  <a:pt x="3850256" y="5583522"/>
                  <a:pt x="3849217" y="5544179"/>
                  <a:pt x="3837194" y="5504091"/>
                </a:cubicBezTo>
                <a:cubicBezTo>
                  <a:pt x="3833684" y="5481502"/>
                  <a:pt x="3831700" y="5458698"/>
                  <a:pt x="3831258" y="5435837"/>
                </a:cubicBezTo>
                <a:lnTo>
                  <a:pt x="3831142" y="5435079"/>
                </a:lnTo>
                <a:lnTo>
                  <a:pt x="3831142" y="5718737"/>
                </a:lnTo>
                <a:lnTo>
                  <a:pt x="3833799" y="5729738"/>
                </a:lnTo>
                <a:lnTo>
                  <a:pt x="0" y="5729738"/>
                </a:lnTo>
                <a:lnTo>
                  <a:pt x="0" y="5660571"/>
                </a:lnTo>
                <a:lnTo>
                  <a:pt x="384120" y="5687329"/>
                </a:lnTo>
                <a:lnTo>
                  <a:pt x="741082" y="562999"/>
                </a:lnTo>
                <a:lnTo>
                  <a:pt x="0" y="511375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F2AC1-5695-2354-8EB7-BE705EC7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3DAAC-7587-7661-B965-4F4F0574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1D907-A4EE-4E0E-0036-114E8096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0F86027-C529-9DAA-DE6B-BD64C1C67FD1}"/>
              </a:ext>
            </a:extLst>
          </p:cNvPr>
          <p:cNvSpPr/>
          <p:nvPr userDrawn="1"/>
        </p:nvSpPr>
        <p:spPr>
          <a:xfrm>
            <a:off x="9388321" y="68922"/>
            <a:ext cx="2803679" cy="2019721"/>
          </a:xfrm>
          <a:custGeom>
            <a:avLst/>
            <a:gdLst>
              <a:gd name="connsiteX0" fmla="*/ 185263 w 2803679"/>
              <a:gd name="connsiteY0" fmla="*/ 841 h 2019721"/>
              <a:gd name="connsiteX1" fmla="*/ 324156 w 2803679"/>
              <a:gd name="connsiteY1" fmla="*/ 14091 h 2019721"/>
              <a:gd name="connsiteX2" fmla="*/ 901212 w 2803679"/>
              <a:gd name="connsiteY2" fmla="*/ 174552 h 2019721"/>
              <a:gd name="connsiteX3" fmla="*/ 1035257 w 2803679"/>
              <a:gd name="connsiteY3" fmla="*/ 166318 h 2019721"/>
              <a:gd name="connsiteX4" fmla="*/ 1755128 w 2803679"/>
              <a:gd name="connsiteY4" fmla="*/ 39159 h 2019721"/>
              <a:gd name="connsiteX5" fmla="*/ 1879163 w 2803679"/>
              <a:gd name="connsiteY5" fmla="*/ 75940 h 2019721"/>
              <a:gd name="connsiteX6" fmla="*/ 1932260 w 2803679"/>
              <a:gd name="connsiteY6" fmla="*/ 139975 h 2019721"/>
              <a:gd name="connsiteX7" fmla="*/ 1876286 w 2803679"/>
              <a:gd name="connsiteY7" fmla="*/ 209248 h 2019721"/>
              <a:gd name="connsiteX8" fmla="*/ 1730762 w 2803679"/>
              <a:gd name="connsiteY8" fmla="*/ 239880 h 2019721"/>
              <a:gd name="connsiteX9" fmla="*/ 1213519 w 2803679"/>
              <a:gd name="connsiteY9" fmla="*/ 257628 h 2019721"/>
              <a:gd name="connsiteX10" fmla="*/ 1131728 w 2803679"/>
              <a:gd name="connsiteY10" fmla="*/ 268456 h 2019721"/>
              <a:gd name="connsiteX11" fmla="*/ 1595745 w 2803679"/>
              <a:gd name="connsiteY11" fmla="*/ 566834 h 2019721"/>
              <a:gd name="connsiteX12" fmla="*/ 2174622 w 2803679"/>
              <a:gd name="connsiteY12" fmla="*/ 507753 h 2019721"/>
              <a:gd name="connsiteX13" fmla="*/ 2459778 w 2803679"/>
              <a:gd name="connsiteY13" fmla="*/ 592568 h 2019721"/>
              <a:gd name="connsiteX14" fmla="*/ 2539987 w 2803679"/>
              <a:gd name="connsiteY14" fmla="*/ 664999 h 2019721"/>
              <a:gd name="connsiteX15" fmla="*/ 2511042 w 2803679"/>
              <a:gd name="connsiteY15" fmla="*/ 762938 h 2019721"/>
              <a:gd name="connsiteX16" fmla="*/ 2403648 w 2803679"/>
              <a:gd name="connsiteY16" fmla="*/ 777852 h 2019721"/>
              <a:gd name="connsiteX17" fmla="*/ 2099558 w 2803679"/>
              <a:gd name="connsiteY17" fmla="*/ 745962 h 2019721"/>
              <a:gd name="connsiteX18" fmla="*/ 1745264 w 2803679"/>
              <a:gd name="connsiteY18" fmla="*/ 667671 h 2019721"/>
              <a:gd name="connsiteX19" fmla="*/ 2157797 w 2803679"/>
              <a:gd name="connsiteY19" fmla="*/ 1082903 h 2019721"/>
              <a:gd name="connsiteX20" fmla="*/ 2762626 w 2803679"/>
              <a:gd name="connsiteY20" fmla="*/ 1165066 h 2019721"/>
              <a:gd name="connsiteX21" fmla="*/ 2803679 w 2803679"/>
              <a:gd name="connsiteY21" fmla="*/ 1183349 h 2019721"/>
              <a:gd name="connsiteX22" fmla="*/ 2803679 w 2803679"/>
              <a:gd name="connsiteY22" fmla="*/ 1380973 h 2019721"/>
              <a:gd name="connsiteX23" fmla="*/ 2728371 w 2803679"/>
              <a:gd name="connsiteY23" fmla="*/ 1361529 h 2019721"/>
              <a:gd name="connsiteX24" fmla="*/ 2589794 w 2803679"/>
              <a:gd name="connsiteY24" fmla="*/ 1313450 h 2019721"/>
              <a:gd name="connsiteX25" fmla="*/ 2292442 w 2803679"/>
              <a:gd name="connsiteY25" fmla="*/ 1196922 h 2019721"/>
              <a:gd name="connsiteX26" fmla="*/ 2308997 w 2803679"/>
              <a:gd name="connsiteY26" fmla="*/ 1231151 h 2019721"/>
              <a:gd name="connsiteX27" fmla="*/ 2618779 w 2803679"/>
              <a:gd name="connsiteY27" fmla="*/ 1592865 h 2019721"/>
              <a:gd name="connsiteX28" fmla="*/ 2791615 w 2803679"/>
              <a:gd name="connsiteY28" fmla="*/ 1869707 h 2019721"/>
              <a:gd name="connsiteX29" fmla="*/ 2803679 w 2803679"/>
              <a:gd name="connsiteY29" fmla="*/ 1898417 h 2019721"/>
              <a:gd name="connsiteX30" fmla="*/ 2803679 w 2803679"/>
              <a:gd name="connsiteY30" fmla="*/ 1995583 h 2019721"/>
              <a:gd name="connsiteX31" fmla="*/ 2789325 w 2803679"/>
              <a:gd name="connsiteY31" fmla="*/ 2012061 h 2019721"/>
              <a:gd name="connsiteX32" fmla="*/ 2726639 w 2803679"/>
              <a:gd name="connsiteY32" fmla="*/ 2004895 h 2019721"/>
              <a:gd name="connsiteX33" fmla="*/ 2604648 w 2803679"/>
              <a:gd name="connsiteY33" fmla="*/ 1886571 h 2019721"/>
              <a:gd name="connsiteX34" fmla="*/ 2263293 w 2803679"/>
              <a:gd name="connsiteY34" fmla="*/ 1345538 h 2019721"/>
              <a:gd name="connsiteX35" fmla="*/ 2219329 w 2803679"/>
              <a:gd name="connsiteY35" fmla="*/ 1260653 h 2019721"/>
              <a:gd name="connsiteX36" fmla="*/ 2205332 w 2803679"/>
              <a:gd name="connsiteY36" fmla="*/ 1249670 h 2019721"/>
              <a:gd name="connsiteX37" fmla="*/ 2199652 w 2803679"/>
              <a:gd name="connsiteY37" fmla="*/ 1420542 h 2019721"/>
              <a:gd name="connsiteX38" fmla="*/ 2121002 w 2803679"/>
              <a:gd name="connsiteY38" fmla="*/ 1813419 h 2019721"/>
              <a:gd name="connsiteX39" fmla="*/ 2050365 w 2803679"/>
              <a:gd name="connsiteY39" fmla="*/ 1920667 h 2019721"/>
              <a:gd name="connsiteX40" fmla="*/ 1926204 w 2803679"/>
              <a:gd name="connsiteY40" fmla="*/ 1876556 h 2019721"/>
              <a:gd name="connsiteX41" fmla="*/ 1945628 w 2803679"/>
              <a:gd name="connsiteY41" fmla="*/ 1702007 h 2019721"/>
              <a:gd name="connsiteX42" fmla="*/ 2081933 w 2803679"/>
              <a:gd name="connsiteY42" fmla="*/ 1287271 h 2019721"/>
              <a:gd name="connsiteX43" fmla="*/ 2128098 w 2803679"/>
              <a:gd name="connsiteY43" fmla="*/ 1174602 h 2019721"/>
              <a:gd name="connsiteX44" fmla="*/ 2113425 w 2803679"/>
              <a:gd name="connsiteY44" fmla="*/ 1099371 h 2019721"/>
              <a:gd name="connsiteX45" fmla="*/ 1892196 w 2803679"/>
              <a:gd name="connsiteY45" fmla="*/ 868604 h 2019721"/>
              <a:gd name="connsiteX46" fmla="*/ 1739029 w 2803679"/>
              <a:gd name="connsiteY46" fmla="*/ 743892 h 2019721"/>
              <a:gd name="connsiteX47" fmla="*/ 1729223 w 2803679"/>
              <a:gd name="connsiteY47" fmla="*/ 738231 h 2019721"/>
              <a:gd name="connsiteX48" fmla="*/ 1734336 w 2803679"/>
              <a:gd name="connsiteY48" fmla="*/ 746987 h 2019721"/>
              <a:gd name="connsiteX49" fmla="*/ 1839209 w 2803679"/>
              <a:gd name="connsiteY49" fmla="*/ 1048446 h 2019721"/>
              <a:gd name="connsiteX50" fmla="*/ 1837278 w 2803679"/>
              <a:gd name="connsiteY50" fmla="*/ 1411603 h 2019721"/>
              <a:gd name="connsiteX51" fmla="*/ 1761109 w 2803679"/>
              <a:gd name="connsiteY51" fmla="*/ 1498240 h 2019721"/>
              <a:gd name="connsiteX52" fmla="*/ 1671764 w 2803679"/>
              <a:gd name="connsiteY52" fmla="*/ 1408924 h 2019721"/>
              <a:gd name="connsiteX53" fmla="*/ 1612186 w 2803679"/>
              <a:gd name="connsiteY53" fmla="*/ 1094431 h 2019721"/>
              <a:gd name="connsiteX54" fmla="*/ 1590350 w 2803679"/>
              <a:gd name="connsiteY54" fmla="*/ 666760 h 2019721"/>
              <a:gd name="connsiteX55" fmla="*/ 1564407 w 2803679"/>
              <a:gd name="connsiteY55" fmla="*/ 600986 h 2019721"/>
              <a:gd name="connsiteX56" fmla="*/ 1123101 w 2803679"/>
              <a:gd name="connsiteY56" fmla="*/ 318624 h 2019721"/>
              <a:gd name="connsiteX57" fmla="*/ 1089285 w 2803679"/>
              <a:gd name="connsiteY57" fmla="*/ 309259 h 2019721"/>
              <a:gd name="connsiteX58" fmla="*/ 1163716 w 2803679"/>
              <a:gd name="connsiteY58" fmla="*/ 421892 h 2019721"/>
              <a:gd name="connsiteX59" fmla="*/ 1341260 w 2803679"/>
              <a:gd name="connsiteY59" fmla="*/ 846581 h 2019721"/>
              <a:gd name="connsiteX60" fmla="*/ 1332977 w 2803679"/>
              <a:gd name="connsiteY60" fmla="*/ 966608 h 2019721"/>
              <a:gd name="connsiteX61" fmla="*/ 1272011 w 2803679"/>
              <a:gd name="connsiteY61" fmla="*/ 996717 h 2019721"/>
              <a:gd name="connsiteX62" fmla="*/ 1193900 w 2803679"/>
              <a:gd name="connsiteY62" fmla="*/ 945815 h 2019721"/>
              <a:gd name="connsiteX63" fmla="*/ 1080071 w 2803679"/>
              <a:gd name="connsiteY63" fmla="*/ 737870 h 2019721"/>
              <a:gd name="connsiteX64" fmla="*/ 971496 w 2803679"/>
              <a:gd name="connsiteY64" fmla="*/ 309464 h 2019721"/>
              <a:gd name="connsiteX65" fmla="*/ 901342 w 2803679"/>
              <a:gd name="connsiteY65" fmla="*/ 219617 h 2019721"/>
              <a:gd name="connsiteX66" fmla="*/ 208257 w 2803679"/>
              <a:gd name="connsiteY66" fmla="*/ 48766 h 2019721"/>
              <a:gd name="connsiteX67" fmla="*/ 65035 w 2803679"/>
              <a:gd name="connsiteY67" fmla="*/ 50250 h 2019721"/>
              <a:gd name="connsiteX68" fmla="*/ 66292 w 2803679"/>
              <a:gd name="connsiteY68" fmla="*/ 48073 h 2019721"/>
              <a:gd name="connsiteX69" fmla="*/ 1 w 2803679"/>
              <a:gd name="connsiteY69" fmla="*/ 44631 h 2019721"/>
              <a:gd name="connsiteX70" fmla="*/ 45713 w 2803679"/>
              <a:gd name="connsiteY70" fmla="*/ 5715 h 2019721"/>
              <a:gd name="connsiteX71" fmla="*/ 185263 w 2803679"/>
              <a:gd name="connsiteY71" fmla="*/ 841 h 2019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803679" h="2019721">
                <a:moveTo>
                  <a:pt x="185263" y="841"/>
                </a:moveTo>
                <a:cubicBezTo>
                  <a:pt x="231571" y="2724"/>
                  <a:pt x="277769" y="7627"/>
                  <a:pt x="324156" y="14091"/>
                </a:cubicBezTo>
                <a:cubicBezTo>
                  <a:pt x="524201" y="42511"/>
                  <a:pt x="712393" y="109075"/>
                  <a:pt x="901212" y="174552"/>
                </a:cubicBezTo>
                <a:cubicBezTo>
                  <a:pt x="949192" y="192094"/>
                  <a:pt x="988036" y="192751"/>
                  <a:pt x="1035257" y="166318"/>
                </a:cubicBezTo>
                <a:cubicBezTo>
                  <a:pt x="1260721" y="42516"/>
                  <a:pt x="1503291" y="9863"/>
                  <a:pt x="1755128" y="39159"/>
                </a:cubicBezTo>
                <a:cubicBezTo>
                  <a:pt x="1797702" y="43421"/>
                  <a:pt x="1838977" y="59995"/>
                  <a:pt x="1879163" y="75940"/>
                </a:cubicBezTo>
                <a:cubicBezTo>
                  <a:pt x="1907825" y="86683"/>
                  <a:pt x="1931460" y="106134"/>
                  <a:pt x="1932260" y="139975"/>
                </a:cubicBezTo>
                <a:cubicBezTo>
                  <a:pt x="1932893" y="176622"/>
                  <a:pt x="1906916" y="196454"/>
                  <a:pt x="1876286" y="209248"/>
                </a:cubicBezTo>
                <a:cubicBezTo>
                  <a:pt x="1830657" y="227893"/>
                  <a:pt x="1779620" y="233257"/>
                  <a:pt x="1730762" y="239880"/>
                </a:cubicBezTo>
                <a:cubicBezTo>
                  <a:pt x="1559216" y="262745"/>
                  <a:pt x="1385613" y="253945"/>
                  <a:pt x="1213519" y="257628"/>
                </a:cubicBezTo>
                <a:cubicBezTo>
                  <a:pt x="1189803" y="258448"/>
                  <a:pt x="1164242" y="252397"/>
                  <a:pt x="1131728" y="268456"/>
                </a:cubicBezTo>
                <a:cubicBezTo>
                  <a:pt x="1298132" y="360176"/>
                  <a:pt x="1449997" y="459465"/>
                  <a:pt x="1595745" y="566834"/>
                </a:cubicBezTo>
                <a:cubicBezTo>
                  <a:pt x="1785430" y="494939"/>
                  <a:pt x="1977384" y="479503"/>
                  <a:pt x="2174622" y="507753"/>
                </a:cubicBezTo>
                <a:cubicBezTo>
                  <a:pt x="2274100" y="521648"/>
                  <a:pt x="2372154" y="540526"/>
                  <a:pt x="2459778" y="592568"/>
                </a:cubicBezTo>
                <a:cubicBezTo>
                  <a:pt x="2491374" y="610810"/>
                  <a:pt x="2517481" y="636042"/>
                  <a:pt x="2539987" y="664999"/>
                </a:cubicBezTo>
                <a:cubicBezTo>
                  <a:pt x="2569784" y="703972"/>
                  <a:pt x="2557301" y="743205"/>
                  <a:pt x="2511042" y="762938"/>
                </a:cubicBezTo>
                <a:cubicBezTo>
                  <a:pt x="2476349" y="777739"/>
                  <a:pt x="2439685" y="778340"/>
                  <a:pt x="2403648" y="777852"/>
                </a:cubicBezTo>
                <a:cubicBezTo>
                  <a:pt x="2301154" y="776729"/>
                  <a:pt x="2199330" y="764380"/>
                  <a:pt x="2099558" y="745962"/>
                </a:cubicBezTo>
                <a:cubicBezTo>
                  <a:pt x="1981391" y="724179"/>
                  <a:pt x="1863056" y="705202"/>
                  <a:pt x="1745264" y="667671"/>
                </a:cubicBezTo>
                <a:cubicBezTo>
                  <a:pt x="1884647" y="806195"/>
                  <a:pt x="2040956" y="925466"/>
                  <a:pt x="2157797" y="1082903"/>
                </a:cubicBezTo>
                <a:cubicBezTo>
                  <a:pt x="2368815" y="1059607"/>
                  <a:pt x="2568526" y="1093638"/>
                  <a:pt x="2762626" y="1165066"/>
                </a:cubicBezTo>
                <a:lnTo>
                  <a:pt x="2803679" y="1183349"/>
                </a:lnTo>
                <a:lnTo>
                  <a:pt x="2803679" y="1380973"/>
                </a:lnTo>
                <a:lnTo>
                  <a:pt x="2728371" y="1361529"/>
                </a:lnTo>
                <a:cubicBezTo>
                  <a:pt x="2681701" y="1348008"/>
                  <a:pt x="2635428" y="1332540"/>
                  <a:pt x="2589794" y="1313450"/>
                </a:cubicBezTo>
                <a:cubicBezTo>
                  <a:pt x="2492451" y="1273212"/>
                  <a:pt x="2395609" y="1224557"/>
                  <a:pt x="2292442" y="1196922"/>
                </a:cubicBezTo>
                <a:cubicBezTo>
                  <a:pt x="2283938" y="1216683"/>
                  <a:pt x="2300448" y="1223313"/>
                  <a:pt x="2308997" y="1231151"/>
                </a:cubicBezTo>
                <a:cubicBezTo>
                  <a:pt x="2429479" y="1336993"/>
                  <a:pt x="2523186" y="1466562"/>
                  <a:pt x="2618779" y="1592865"/>
                </a:cubicBezTo>
                <a:cubicBezTo>
                  <a:pt x="2684575" y="1680196"/>
                  <a:pt x="2744589" y="1769993"/>
                  <a:pt x="2791615" y="1869707"/>
                </a:cubicBezTo>
                <a:lnTo>
                  <a:pt x="2803679" y="1898417"/>
                </a:lnTo>
                <a:lnTo>
                  <a:pt x="2803679" y="1995583"/>
                </a:lnTo>
                <a:lnTo>
                  <a:pt x="2789325" y="2012061"/>
                </a:lnTo>
                <a:cubicBezTo>
                  <a:pt x="2766490" y="2026452"/>
                  <a:pt x="2747800" y="2018564"/>
                  <a:pt x="2726639" y="2004895"/>
                </a:cubicBezTo>
                <a:cubicBezTo>
                  <a:pt x="2677777" y="1973782"/>
                  <a:pt x="2640353" y="1930406"/>
                  <a:pt x="2604648" y="1886571"/>
                </a:cubicBezTo>
                <a:cubicBezTo>
                  <a:pt x="2468027" y="1720617"/>
                  <a:pt x="2355961" y="1539813"/>
                  <a:pt x="2263293" y="1345538"/>
                </a:cubicBezTo>
                <a:cubicBezTo>
                  <a:pt x="2249212" y="1317090"/>
                  <a:pt x="2234040" y="1288013"/>
                  <a:pt x="2219329" y="1260653"/>
                </a:cubicBezTo>
                <a:cubicBezTo>
                  <a:pt x="2218407" y="1257218"/>
                  <a:pt x="2213420" y="1255790"/>
                  <a:pt x="2205332" y="1249670"/>
                </a:cubicBezTo>
                <a:cubicBezTo>
                  <a:pt x="2204627" y="1308764"/>
                  <a:pt x="2202998" y="1364424"/>
                  <a:pt x="2199652" y="1420542"/>
                </a:cubicBezTo>
                <a:cubicBezTo>
                  <a:pt x="2189903" y="1555688"/>
                  <a:pt x="2168002" y="1686719"/>
                  <a:pt x="2121002" y="1813419"/>
                </a:cubicBezTo>
                <a:cubicBezTo>
                  <a:pt x="2104454" y="1854660"/>
                  <a:pt x="2084178" y="1892296"/>
                  <a:pt x="2050365" y="1920667"/>
                </a:cubicBezTo>
                <a:cubicBezTo>
                  <a:pt x="1995102" y="1968580"/>
                  <a:pt x="1939955" y="1948352"/>
                  <a:pt x="1926204" y="1876556"/>
                </a:cubicBezTo>
                <a:cubicBezTo>
                  <a:pt x="1914590" y="1816154"/>
                  <a:pt x="1929334" y="1757907"/>
                  <a:pt x="1945628" y="1702007"/>
                </a:cubicBezTo>
                <a:cubicBezTo>
                  <a:pt x="1988312" y="1562657"/>
                  <a:pt x="2034264" y="1425193"/>
                  <a:pt x="2081933" y="1287271"/>
                </a:cubicBezTo>
                <a:cubicBezTo>
                  <a:pt x="2093787" y="1249125"/>
                  <a:pt x="2115615" y="1213835"/>
                  <a:pt x="2128098" y="1174602"/>
                </a:cubicBezTo>
                <a:cubicBezTo>
                  <a:pt x="2137733" y="1145334"/>
                  <a:pt x="2132828" y="1123635"/>
                  <a:pt x="2113425" y="1099371"/>
                </a:cubicBezTo>
                <a:cubicBezTo>
                  <a:pt x="2046204" y="1017023"/>
                  <a:pt x="1974290" y="937770"/>
                  <a:pt x="1892196" y="868604"/>
                </a:cubicBezTo>
                <a:cubicBezTo>
                  <a:pt x="1841825" y="825009"/>
                  <a:pt x="1798660" y="773965"/>
                  <a:pt x="1739029" y="743892"/>
                </a:cubicBezTo>
                <a:cubicBezTo>
                  <a:pt x="1737646" y="738739"/>
                  <a:pt x="1736891" y="732498"/>
                  <a:pt x="1729223" y="738231"/>
                </a:cubicBezTo>
                <a:cubicBezTo>
                  <a:pt x="1729223" y="738231"/>
                  <a:pt x="1732786" y="744640"/>
                  <a:pt x="1734336" y="746987"/>
                </a:cubicBezTo>
                <a:cubicBezTo>
                  <a:pt x="1776375" y="845273"/>
                  <a:pt x="1820132" y="943100"/>
                  <a:pt x="1839209" y="1048446"/>
                </a:cubicBezTo>
                <a:cubicBezTo>
                  <a:pt x="1860717" y="1169711"/>
                  <a:pt x="1882227" y="1290975"/>
                  <a:pt x="1837278" y="1411603"/>
                </a:cubicBezTo>
                <a:cubicBezTo>
                  <a:pt x="1821989" y="1450666"/>
                  <a:pt x="1811056" y="1492247"/>
                  <a:pt x="1761109" y="1498240"/>
                </a:cubicBezTo>
                <a:cubicBezTo>
                  <a:pt x="1722560" y="1502107"/>
                  <a:pt x="1690081" y="1470294"/>
                  <a:pt x="1671764" y="1408924"/>
                </a:cubicBezTo>
                <a:cubicBezTo>
                  <a:pt x="1640660" y="1306793"/>
                  <a:pt x="1623302" y="1200986"/>
                  <a:pt x="1612186" y="1094431"/>
                </a:cubicBezTo>
                <a:cubicBezTo>
                  <a:pt x="1598091" y="952776"/>
                  <a:pt x="1581819" y="809863"/>
                  <a:pt x="1590350" y="666760"/>
                </a:cubicBezTo>
                <a:cubicBezTo>
                  <a:pt x="1591857" y="641506"/>
                  <a:pt x="1589298" y="618260"/>
                  <a:pt x="1564407" y="600986"/>
                </a:cubicBezTo>
                <a:cubicBezTo>
                  <a:pt x="1422849" y="498939"/>
                  <a:pt x="1277060" y="401707"/>
                  <a:pt x="1123101" y="318624"/>
                </a:cubicBezTo>
                <a:cubicBezTo>
                  <a:pt x="1115475" y="314221"/>
                  <a:pt x="1107052" y="313712"/>
                  <a:pt x="1089285" y="309259"/>
                </a:cubicBezTo>
                <a:cubicBezTo>
                  <a:pt x="1117196" y="351496"/>
                  <a:pt x="1140455" y="386695"/>
                  <a:pt x="1163716" y="421892"/>
                </a:cubicBezTo>
                <a:cubicBezTo>
                  <a:pt x="1251808" y="551122"/>
                  <a:pt x="1305208" y="695151"/>
                  <a:pt x="1341260" y="846581"/>
                </a:cubicBezTo>
                <a:cubicBezTo>
                  <a:pt x="1350148" y="886543"/>
                  <a:pt x="1349984" y="927084"/>
                  <a:pt x="1332977" y="966608"/>
                </a:cubicBezTo>
                <a:cubicBezTo>
                  <a:pt x="1320073" y="993990"/>
                  <a:pt x="1301470" y="1003566"/>
                  <a:pt x="1272011" y="996717"/>
                </a:cubicBezTo>
                <a:cubicBezTo>
                  <a:pt x="1239746" y="989699"/>
                  <a:pt x="1215482" y="971336"/>
                  <a:pt x="1193900" y="945815"/>
                </a:cubicBezTo>
                <a:cubicBezTo>
                  <a:pt x="1142353" y="884126"/>
                  <a:pt x="1108321" y="812231"/>
                  <a:pt x="1080071" y="737870"/>
                </a:cubicBezTo>
                <a:cubicBezTo>
                  <a:pt x="1026337" y="599452"/>
                  <a:pt x="986346" y="457359"/>
                  <a:pt x="971496" y="309464"/>
                </a:cubicBezTo>
                <a:cubicBezTo>
                  <a:pt x="965918" y="261254"/>
                  <a:pt x="943875" y="234014"/>
                  <a:pt x="901342" y="219617"/>
                </a:cubicBezTo>
                <a:cubicBezTo>
                  <a:pt x="675606" y="140082"/>
                  <a:pt x="449072" y="64441"/>
                  <a:pt x="208257" y="48766"/>
                </a:cubicBezTo>
                <a:cubicBezTo>
                  <a:pt x="160530" y="45882"/>
                  <a:pt x="112635" y="45804"/>
                  <a:pt x="65035" y="50250"/>
                </a:cubicBezTo>
                <a:lnTo>
                  <a:pt x="66292" y="48073"/>
                </a:lnTo>
                <a:cubicBezTo>
                  <a:pt x="44754" y="50151"/>
                  <a:pt x="22421" y="56123"/>
                  <a:pt x="1" y="44631"/>
                </a:cubicBezTo>
                <a:cubicBezTo>
                  <a:pt x="-170" y="9702"/>
                  <a:pt x="23547" y="8881"/>
                  <a:pt x="45713" y="5715"/>
                </a:cubicBezTo>
                <a:cubicBezTo>
                  <a:pt x="92539" y="96"/>
                  <a:pt x="138956" y="-1042"/>
                  <a:pt x="185263" y="841"/>
                </a:cubicBezTo>
                <a:close/>
              </a:path>
            </a:pathLst>
          </a:custGeom>
          <a:solidFill>
            <a:schemeClr val="accent2"/>
          </a:solidFill>
          <a:ln w="12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28ED990-AB31-7B16-BBF0-1576A8A1813D}"/>
              </a:ext>
            </a:extLst>
          </p:cNvPr>
          <p:cNvSpPr/>
          <p:nvPr userDrawn="1"/>
        </p:nvSpPr>
        <p:spPr>
          <a:xfrm>
            <a:off x="0" y="5627698"/>
            <a:ext cx="3271820" cy="1230303"/>
          </a:xfrm>
          <a:custGeom>
            <a:avLst/>
            <a:gdLst>
              <a:gd name="connsiteX0" fmla="*/ 3268767 w 3271820"/>
              <a:gd name="connsiteY0" fmla="*/ 1171222 h 1230303"/>
              <a:gd name="connsiteX1" fmla="*/ 3237841 w 3271820"/>
              <a:gd name="connsiteY1" fmla="*/ 1222676 h 1230303"/>
              <a:gd name="connsiteX2" fmla="*/ 3217531 w 3271820"/>
              <a:gd name="connsiteY2" fmla="*/ 1230303 h 1230303"/>
              <a:gd name="connsiteX3" fmla="*/ 3079729 w 3271820"/>
              <a:gd name="connsiteY3" fmla="*/ 1230303 h 1230303"/>
              <a:gd name="connsiteX4" fmla="*/ 3205334 w 3271820"/>
              <a:gd name="connsiteY4" fmla="*/ 1186620 h 1230303"/>
              <a:gd name="connsiteX5" fmla="*/ 3204837 w 3271820"/>
              <a:gd name="connsiteY5" fmla="*/ 1189084 h 1230303"/>
              <a:gd name="connsiteX6" fmla="*/ 3268767 w 3271820"/>
              <a:gd name="connsiteY6" fmla="*/ 1171222 h 1230303"/>
              <a:gd name="connsiteX7" fmla="*/ 1759668 w 3271820"/>
              <a:gd name="connsiteY7" fmla="*/ 674135 h 1230303"/>
              <a:gd name="connsiteX8" fmla="*/ 1849929 w 3271820"/>
              <a:gd name="connsiteY8" fmla="*/ 697491 h 1230303"/>
              <a:gd name="connsiteX9" fmla="*/ 2024090 w 3271820"/>
              <a:gd name="connsiteY9" fmla="*/ 858319 h 1230303"/>
              <a:gd name="connsiteX10" fmla="*/ 2263527 w 3271820"/>
              <a:gd name="connsiteY10" fmla="*/ 1229789 h 1230303"/>
              <a:gd name="connsiteX11" fmla="*/ 2263840 w 3271820"/>
              <a:gd name="connsiteY11" fmla="*/ 1230303 h 1230303"/>
              <a:gd name="connsiteX12" fmla="*/ 2104240 w 3271820"/>
              <a:gd name="connsiteY12" fmla="*/ 1230303 h 1230303"/>
              <a:gd name="connsiteX13" fmla="*/ 2096228 w 3271820"/>
              <a:gd name="connsiteY13" fmla="*/ 1224053 h 1230303"/>
              <a:gd name="connsiteX14" fmla="*/ 2045501 w 3271820"/>
              <a:gd name="connsiteY14" fmla="*/ 1184478 h 1230303"/>
              <a:gd name="connsiteX15" fmla="*/ 1741874 w 3271820"/>
              <a:gd name="connsiteY15" fmla="*/ 838511 h 1230303"/>
              <a:gd name="connsiteX16" fmla="*/ 1711476 w 3271820"/>
              <a:gd name="connsiteY16" fmla="*/ 722102 h 1230303"/>
              <a:gd name="connsiteX17" fmla="*/ 1759668 w 3271820"/>
              <a:gd name="connsiteY17" fmla="*/ 674135 h 1230303"/>
              <a:gd name="connsiteX18" fmla="*/ 793775 w 3271820"/>
              <a:gd name="connsiteY18" fmla="*/ 11 h 1230303"/>
              <a:gd name="connsiteX19" fmla="*/ 859198 w 3271820"/>
              <a:gd name="connsiteY19" fmla="*/ 48643 h 1230303"/>
              <a:gd name="connsiteX20" fmla="*/ 896412 w 3271820"/>
              <a:gd name="connsiteY20" fmla="*/ 220282 h 1230303"/>
              <a:gd name="connsiteX21" fmla="*/ 899379 w 3271820"/>
              <a:gd name="connsiteY21" fmla="*/ 656833 h 1230303"/>
              <a:gd name="connsiteX22" fmla="*/ 891527 w 3271820"/>
              <a:gd name="connsiteY22" fmla="*/ 778340 h 1230303"/>
              <a:gd name="connsiteX23" fmla="*/ 929410 w 3271820"/>
              <a:gd name="connsiteY23" fmla="*/ 844972 h 1230303"/>
              <a:gd name="connsiteX24" fmla="*/ 1212645 w 3271820"/>
              <a:gd name="connsiteY24" fmla="*/ 993206 h 1230303"/>
              <a:gd name="connsiteX25" fmla="*/ 1397568 w 3271820"/>
              <a:gd name="connsiteY25" fmla="*/ 1062606 h 1230303"/>
              <a:gd name="connsiteX26" fmla="*/ 1408667 w 3271820"/>
              <a:gd name="connsiteY26" fmla="*/ 1064848 h 1230303"/>
              <a:gd name="connsiteX27" fmla="*/ 1401030 w 3271820"/>
              <a:gd name="connsiteY27" fmla="*/ 1058177 h 1230303"/>
              <a:gd name="connsiteX28" fmla="*/ 1205557 w 3271820"/>
              <a:gd name="connsiteY28" fmla="*/ 805855 h 1230303"/>
              <a:gd name="connsiteX29" fmla="*/ 1091658 w 3271820"/>
              <a:gd name="connsiteY29" fmla="*/ 461017 h 1230303"/>
              <a:gd name="connsiteX30" fmla="*/ 1136246 w 3271820"/>
              <a:gd name="connsiteY30" fmla="*/ 354623 h 1230303"/>
              <a:gd name="connsiteX31" fmla="*/ 1249396 w 3271820"/>
              <a:gd name="connsiteY31" fmla="*/ 410811 h 1230303"/>
              <a:gd name="connsiteX32" fmla="*/ 1406089 w 3271820"/>
              <a:gd name="connsiteY32" fmla="*/ 689921 h 1230303"/>
              <a:gd name="connsiteX33" fmla="*/ 1563076 w 3271820"/>
              <a:gd name="connsiteY33" fmla="*/ 1088336 h 1230303"/>
              <a:gd name="connsiteX34" fmla="*/ 1608628 w 3271820"/>
              <a:gd name="connsiteY34" fmla="*/ 1142413 h 1230303"/>
              <a:gd name="connsiteX35" fmla="*/ 1860626 w 3271820"/>
              <a:gd name="connsiteY35" fmla="*/ 1214139 h 1230303"/>
              <a:gd name="connsiteX36" fmla="*/ 1935562 w 3271820"/>
              <a:gd name="connsiteY36" fmla="*/ 1230303 h 1230303"/>
              <a:gd name="connsiteX37" fmla="*/ 1747788 w 3271820"/>
              <a:gd name="connsiteY37" fmla="*/ 1230303 h 1230303"/>
              <a:gd name="connsiteX38" fmla="*/ 1589806 w 3271820"/>
              <a:gd name="connsiteY38" fmla="*/ 1184772 h 1230303"/>
              <a:gd name="connsiteX39" fmla="*/ 1526079 w 3271820"/>
              <a:gd name="connsiteY39" fmla="*/ 1230303 h 1230303"/>
              <a:gd name="connsiteX40" fmla="*/ 801090 w 3271820"/>
              <a:gd name="connsiteY40" fmla="*/ 1230303 h 1230303"/>
              <a:gd name="connsiteX41" fmla="*/ 904878 w 3271820"/>
              <a:gd name="connsiteY41" fmla="*/ 1202403 h 1230303"/>
              <a:gd name="connsiteX42" fmla="*/ 1055176 w 3271820"/>
              <a:gd name="connsiteY42" fmla="*/ 1175537 h 1230303"/>
              <a:gd name="connsiteX43" fmla="*/ 1415948 w 3271820"/>
              <a:gd name="connsiteY43" fmla="*/ 1136840 h 1230303"/>
              <a:gd name="connsiteX44" fmla="*/ 892598 w 3271820"/>
              <a:gd name="connsiteY44" fmla="*/ 874722 h 1230303"/>
              <a:gd name="connsiteX45" fmla="*/ 293119 w 3271820"/>
              <a:gd name="connsiteY45" fmla="*/ 989588 h 1230303"/>
              <a:gd name="connsiteX46" fmla="*/ 79519 w 3271820"/>
              <a:gd name="connsiteY46" fmla="*/ 954145 h 1230303"/>
              <a:gd name="connsiteX47" fmla="*/ 35383 w 3271820"/>
              <a:gd name="connsiteY47" fmla="*/ 937539 h 1230303"/>
              <a:gd name="connsiteX48" fmla="*/ 4765 w 3271820"/>
              <a:gd name="connsiteY48" fmla="*/ 915168 h 1230303"/>
              <a:gd name="connsiteX49" fmla="*/ 0 w 3271820"/>
              <a:gd name="connsiteY49" fmla="*/ 907194 h 1230303"/>
              <a:gd name="connsiteX50" fmla="*/ 0 w 3271820"/>
              <a:gd name="connsiteY50" fmla="*/ 864368 h 1230303"/>
              <a:gd name="connsiteX51" fmla="*/ 6448 w 3271820"/>
              <a:gd name="connsiteY51" fmla="*/ 849634 h 1230303"/>
              <a:gd name="connsiteX52" fmla="*/ 34084 w 3271820"/>
              <a:gd name="connsiteY52" fmla="*/ 829571 h 1230303"/>
              <a:gd name="connsiteX53" fmla="*/ 117767 w 3271820"/>
              <a:gd name="connsiteY53" fmla="*/ 802875 h 1230303"/>
              <a:gd name="connsiteX54" fmla="*/ 409654 w 3271820"/>
              <a:gd name="connsiteY54" fmla="*/ 793863 h 1230303"/>
              <a:gd name="connsiteX55" fmla="*/ 728639 w 3271820"/>
              <a:gd name="connsiteY55" fmla="*/ 809556 h 1230303"/>
              <a:gd name="connsiteX56" fmla="*/ 702038 w 3271820"/>
              <a:gd name="connsiteY56" fmla="*/ 782387 h 1230303"/>
              <a:gd name="connsiteX57" fmla="*/ 293137 w 3271820"/>
              <a:gd name="connsiteY57" fmla="*/ 538252 h 1230303"/>
              <a:gd name="connsiteX58" fmla="*/ 41090 w 3271820"/>
              <a:gd name="connsiteY58" fmla="*/ 330922 h 1230303"/>
              <a:gd name="connsiteX59" fmla="*/ 11724 w 3271820"/>
              <a:gd name="connsiteY59" fmla="*/ 297585 h 1230303"/>
              <a:gd name="connsiteX60" fmla="*/ 0 w 3271820"/>
              <a:gd name="connsiteY60" fmla="*/ 276675 h 1230303"/>
              <a:gd name="connsiteX61" fmla="*/ 0 w 3271820"/>
              <a:gd name="connsiteY61" fmla="*/ 194004 h 1230303"/>
              <a:gd name="connsiteX62" fmla="*/ 25987 w 3271820"/>
              <a:gd name="connsiteY62" fmla="*/ 178495 h 1230303"/>
              <a:gd name="connsiteX63" fmla="*/ 59597 w 3271820"/>
              <a:gd name="connsiteY63" fmla="*/ 182076 h 1230303"/>
              <a:gd name="connsiteX64" fmla="*/ 212934 w 3271820"/>
              <a:gd name="connsiteY64" fmla="*/ 255355 h 1230303"/>
              <a:gd name="connsiteX65" fmla="*/ 708907 w 3271820"/>
              <a:gd name="connsiteY65" fmla="*/ 659399 h 1230303"/>
              <a:gd name="connsiteX66" fmla="*/ 777630 w 3271820"/>
              <a:gd name="connsiteY66" fmla="*/ 725848 h 1230303"/>
              <a:gd name="connsiteX67" fmla="*/ 794397 w 3271820"/>
              <a:gd name="connsiteY67" fmla="*/ 731798 h 1230303"/>
              <a:gd name="connsiteX68" fmla="*/ 745328 w 3271820"/>
              <a:gd name="connsiteY68" fmla="*/ 568024 h 1230303"/>
              <a:gd name="connsiteX69" fmla="*/ 694677 w 3271820"/>
              <a:gd name="connsiteY69" fmla="*/ 170567 h 1230303"/>
              <a:gd name="connsiteX70" fmla="*/ 727453 w 3271820"/>
              <a:gd name="connsiteY70" fmla="*/ 46400 h 1230303"/>
              <a:gd name="connsiteX71" fmla="*/ 793775 w 3271820"/>
              <a:gd name="connsiteY71" fmla="*/ 11 h 12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271820" h="1230303">
                <a:moveTo>
                  <a:pt x="3268767" y="1171222"/>
                </a:moveTo>
                <a:cubicBezTo>
                  <a:pt x="3280061" y="1204275"/>
                  <a:pt x="3257842" y="1212611"/>
                  <a:pt x="3237841" y="1222676"/>
                </a:cubicBezTo>
                <a:lnTo>
                  <a:pt x="3217531" y="1230303"/>
                </a:lnTo>
                <a:lnTo>
                  <a:pt x="3079729" y="1230303"/>
                </a:lnTo>
                <a:lnTo>
                  <a:pt x="3205334" y="1186620"/>
                </a:lnTo>
                <a:lnTo>
                  <a:pt x="3204837" y="1189084"/>
                </a:lnTo>
                <a:cubicBezTo>
                  <a:pt x="3224589" y="1180251"/>
                  <a:pt x="3243855" y="1167473"/>
                  <a:pt x="3268767" y="1171222"/>
                </a:cubicBezTo>
                <a:close/>
                <a:moveTo>
                  <a:pt x="1759668" y="674135"/>
                </a:moveTo>
                <a:cubicBezTo>
                  <a:pt x="1792488" y="670504"/>
                  <a:pt x="1821338" y="680178"/>
                  <a:pt x="1849929" y="697491"/>
                </a:cubicBezTo>
                <a:cubicBezTo>
                  <a:pt x="1918446" y="739537"/>
                  <a:pt x="1973615" y="796837"/>
                  <a:pt x="2024090" y="858319"/>
                </a:cubicBezTo>
                <a:cubicBezTo>
                  <a:pt x="2119133" y="972396"/>
                  <a:pt x="2202320" y="1094337"/>
                  <a:pt x="2263527" y="1229789"/>
                </a:cubicBezTo>
                <a:lnTo>
                  <a:pt x="2263840" y="1230303"/>
                </a:lnTo>
                <a:lnTo>
                  <a:pt x="2104240" y="1230303"/>
                </a:lnTo>
                <a:lnTo>
                  <a:pt x="2096228" y="1224053"/>
                </a:lnTo>
                <a:cubicBezTo>
                  <a:pt x="2078765" y="1210429"/>
                  <a:pt x="2062133" y="1197454"/>
                  <a:pt x="2045501" y="1184478"/>
                </a:cubicBezTo>
                <a:cubicBezTo>
                  <a:pt x="1920819" y="1090059"/>
                  <a:pt x="1824304" y="970557"/>
                  <a:pt x="1741874" y="838511"/>
                </a:cubicBezTo>
                <a:cubicBezTo>
                  <a:pt x="1720715" y="803465"/>
                  <a:pt x="1707951" y="764985"/>
                  <a:pt x="1711476" y="722102"/>
                </a:cubicBezTo>
                <a:cubicBezTo>
                  <a:pt x="1714981" y="692036"/>
                  <a:pt x="1729563" y="677031"/>
                  <a:pt x="1759668" y="674135"/>
                </a:cubicBezTo>
                <a:close/>
                <a:moveTo>
                  <a:pt x="793775" y="11"/>
                </a:moveTo>
                <a:cubicBezTo>
                  <a:pt x="817583" y="491"/>
                  <a:pt x="841241" y="16808"/>
                  <a:pt x="859198" y="48643"/>
                </a:cubicBezTo>
                <a:cubicBezTo>
                  <a:pt x="889455" y="102195"/>
                  <a:pt x="894042" y="162104"/>
                  <a:pt x="896412" y="220282"/>
                </a:cubicBezTo>
                <a:cubicBezTo>
                  <a:pt x="900361" y="365970"/>
                  <a:pt x="900611" y="510910"/>
                  <a:pt x="899379" y="656833"/>
                </a:cubicBezTo>
                <a:cubicBezTo>
                  <a:pt x="900300" y="696767"/>
                  <a:pt x="890856" y="737174"/>
                  <a:pt x="891527" y="778340"/>
                </a:cubicBezTo>
                <a:cubicBezTo>
                  <a:pt x="891721" y="809152"/>
                  <a:pt x="903285" y="828156"/>
                  <a:pt x="929410" y="844972"/>
                </a:cubicBezTo>
                <a:cubicBezTo>
                  <a:pt x="1019368" y="901605"/>
                  <a:pt x="1112788" y="953808"/>
                  <a:pt x="1212645" y="993206"/>
                </a:cubicBezTo>
                <a:cubicBezTo>
                  <a:pt x="1274282" y="1018477"/>
                  <a:pt x="1331463" y="1053104"/>
                  <a:pt x="1397568" y="1062606"/>
                </a:cubicBezTo>
                <a:cubicBezTo>
                  <a:pt x="1400522" y="1067050"/>
                  <a:pt x="1403226" y="1072724"/>
                  <a:pt x="1408667" y="1064848"/>
                </a:cubicBezTo>
                <a:cubicBezTo>
                  <a:pt x="1408667" y="1064848"/>
                  <a:pt x="1403248" y="1059907"/>
                  <a:pt x="1401030" y="1058177"/>
                </a:cubicBezTo>
                <a:cubicBezTo>
                  <a:pt x="1329862" y="978412"/>
                  <a:pt x="1257211" y="899630"/>
                  <a:pt x="1205557" y="805855"/>
                </a:cubicBezTo>
                <a:cubicBezTo>
                  <a:pt x="1146526" y="697767"/>
                  <a:pt x="1087494" y="589680"/>
                  <a:pt x="1091658" y="461017"/>
                </a:cubicBezTo>
                <a:cubicBezTo>
                  <a:pt x="1093701" y="419118"/>
                  <a:pt x="1090813" y="376221"/>
                  <a:pt x="1136246" y="354623"/>
                </a:cubicBezTo>
                <a:cubicBezTo>
                  <a:pt x="1171553" y="338674"/>
                  <a:pt x="1212476" y="358477"/>
                  <a:pt x="1249396" y="410811"/>
                </a:cubicBezTo>
                <a:cubicBezTo>
                  <a:pt x="1311425" y="497705"/>
                  <a:pt x="1361597" y="592464"/>
                  <a:pt x="1406089" y="689921"/>
                </a:cubicBezTo>
                <a:cubicBezTo>
                  <a:pt x="1464591" y="819699"/>
                  <a:pt x="1525559" y="949975"/>
                  <a:pt x="1563076" y="1088336"/>
                </a:cubicBezTo>
                <a:cubicBezTo>
                  <a:pt x="1569695" y="1112754"/>
                  <a:pt x="1579529" y="1133972"/>
                  <a:pt x="1608628" y="1142413"/>
                </a:cubicBezTo>
                <a:cubicBezTo>
                  <a:pt x="1691976" y="1168221"/>
                  <a:pt x="1775944" y="1192550"/>
                  <a:pt x="1860626" y="1214139"/>
                </a:cubicBezTo>
                <a:lnTo>
                  <a:pt x="1935562" y="1230303"/>
                </a:lnTo>
                <a:lnTo>
                  <a:pt x="1747788" y="1230303"/>
                </a:lnTo>
                <a:lnTo>
                  <a:pt x="1589806" y="1184772"/>
                </a:lnTo>
                <a:lnTo>
                  <a:pt x="1526079" y="1230303"/>
                </a:lnTo>
                <a:lnTo>
                  <a:pt x="801090" y="1230303"/>
                </a:lnTo>
                <a:lnTo>
                  <a:pt x="904878" y="1202403"/>
                </a:lnTo>
                <a:cubicBezTo>
                  <a:pt x="954734" y="1191476"/>
                  <a:pt x="1004957" y="1182705"/>
                  <a:pt x="1055176" y="1175537"/>
                </a:cubicBezTo>
                <a:cubicBezTo>
                  <a:pt x="1174124" y="1158527"/>
                  <a:pt x="1292337" y="1138804"/>
                  <a:pt x="1415948" y="1136840"/>
                </a:cubicBezTo>
                <a:cubicBezTo>
                  <a:pt x="1239688" y="1049957"/>
                  <a:pt x="1053519" y="986716"/>
                  <a:pt x="892598" y="874722"/>
                </a:cubicBezTo>
                <a:cubicBezTo>
                  <a:pt x="700006" y="964050"/>
                  <a:pt x="499863" y="995436"/>
                  <a:pt x="293119" y="989588"/>
                </a:cubicBezTo>
                <a:cubicBezTo>
                  <a:pt x="220340" y="987712"/>
                  <a:pt x="149551" y="975981"/>
                  <a:pt x="79519" y="954145"/>
                </a:cubicBezTo>
                <a:cubicBezTo>
                  <a:pt x="64969" y="949925"/>
                  <a:pt x="49435" y="944223"/>
                  <a:pt x="35383" y="937539"/>
                </a:cubicBezTo>
                <a:cubicBezTo>
                  <a:pt x="23798" y="931353"/>
                  <a:pt x="12707" y="924305"/>
                  <a:pt x="4765" y="915168"/>
                </a:cubicBezTo>
                <a:lnTo>
                  <a:pt x="0" y="907194"/>
                </a:lnTo>
                <a:lnTo>
                  <a:pt x="0" y="864368"/>
                </a:lnTo>
                <a:lnTo>
                  <a:pt x="6448" y="849634"/>
                </a:lnTo>
                <a:cubicBezTo>
                  <a:pt x="13710" y="841484"/>
                  <a:pt x="23342" y="835095"/>
                  <a:pt x="34084" y="829571"/>
                </a:cubicBezTo>
                <a:cubicBezTo>
                  <a:pt x="60014" y="815574"/>
                  <a:pt x="87662" y="805770"/>
                  <a:pt x="117767" y="802875"/>
                </a:cubicBezTo>
                <a:cubicBezTo>
                  <a:pt x="214496" y="794200"/>
                  <a:pt x="310978" y="786757"/>
                  <a:pt x="409654" y="793863"/>
                </a:cubicBezTo>
                <a:cubicBezTo>
                  <a:pt x="514745" y="800981"/>
                  <a:pt x="622043" y="816239"/>
                  <a:pt x="728639" y="809556"/>
                </a:cubicBezTo>
                <a:cubicBezTo>
                  <a:pt x="730402" y="788115"/>
                  <a:pt x="712640" y="787091"/>
                  <a:pt x="702038" y="782387"/>
                </a:cubicBezTo>
                <a:cubicBezTo>
                  <a:pt x="554109" y="720458"/>
                  <a:pt x="423997" y="627507"/>
                  <a:pt x="293137" y="538252"/>
                </a:cubicBezTo>
                <a:cubicBezTo>
                  <a:pt x="202942" y="476442"/>
                  <a:pt x="117440" y="410451"/>
                  <a:pt x="41090" y="330922"/>
                </a:cubicBezTo>
                <a:cubicBezTo>
                  <a:pt x="31116" y="319933"/>
                  <a:pt x="20772" y="309189"/>
                  <a:pt x="11724" y="297585"/>
                </a:cubicBezTo>
                <a:lnTo>
                  <a:pt x="0" y="276675"/>
                </a:lnTo>
                <a:lnTo>
                  <a:pt x="0" y="194004"/>
                </a:lnTo>
                <a:lnTo>
                  <a:pt x="25987" y="178495"/>
                </a:lnTo>
                <a:cubicBezTo>
                  <a:pt x="36229" y="177037"/>
                  <a:pt x="47390" y="178970"/>
                  <a:pt x="59597" y="182076"/>
                </a:cubicBezTo>
                <a:cubicBezTo>
                  <a:pt x="115826" y="195996"/>
                  <a:pt x="165121" y="225185"/>
                  <a:pt x="212934" y="255355"/>
                </a:cubicBezTo>
                <a:cubicBezTo>
                  <a:pt x="395318" y="369119"/>
                  <a:pt x="559159" y="504784"/>
                  <a:pt x="708907" y="659399"/>
                </a:cubicBezTo>
                <a:cubicBezTo>
                  <a:pt x="731320" y="681876"/>
                  <a:pt x="754967" y="704603"/>
                  <a:pt x="777630" y="725848"/>
                </a:cubicBezTo>
                <a:cubicBezTo>
                  <a:pt x="779599" y="728810"/>
                  <a:pt x="784781" y="728575"/>
                  <a:pt x="794397" y="731798"/>
                </a:cubicBezTo>
                <a:cubicBezTo>
                  <a:pt x="776234" y="675560"/>
                  <a:pt x="760040" y="622283"/>
                  <a:pt x="745328" y="568024"/>
                </a:cubicBezTo>
                <a:cubicBezTo>
                  <a:pt x="711501" y="436818"/>
                  <a:pt x="690503" y="305639"/>
                  <a:pt x="694677" y="170567"/>
                </a:cubicBezTo>
                <a:cubicBezTo>
                  <a:pt x="697219" y="126202"/>
                  <a:pt x="704445" y="84067"/>
                  <a:pt x="727453" y="46400"/>
                </a:cubicBezTo>
                <a:cubicBezTo>
                  <a:pt x="746010" y="14887"/>
                  <a:pt x="769967" y="-470"/>
                  <a:pt x="793775" y="11"/>
                </a:cubicBezTo>
                <a:close/>
              </a:path>
            </a:pathLst>
          </a:custGeom>
          <a:solidFill>
            <a:schemeClr val="accent5">
              <a:lumMod val="90000"/>
            </a:schemeClr>
          </a:solidFill>
          <a:ln w="12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6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E641302-2D8B-5F6D-1356-633CB9C4B2DC}"/>
              </a:ext>
            </a:extLst>
          </p:cNvPr>
          <p:cNvSpPr/>
          <p:nvPr userDrawn="1"/>
        </p:nvSpPr>
        <p:spPr>
          <a:xfrm>
            <a:off x="9533962" y="187857"/>
            <a:ext cx="2271642" cy="3098448"/>
          </a:xfrm>
          <a:custGeom>
            <a:avLst/>
            <a:gdLst>
              <a:gd name="connsiteX0" fmla="*/ 1810420 w 2271642"/>
              <a:gd name="connsiteY0" fmla="*/ 2470767 h 3098448"/>
              <a:gd name="connsiteX1" fmla="*/ 1809800 w 2271642"/>
              <a:gd name="connsiteY1" fmla="*/ 2471751 h 3098448"/>
              <a:gd name="connsiteX2" fmla="*/ 1809965 w 2271642"/>
              <a:gd name="connsiteY2" fmla="*/ 2471262 h 3098448"/>
              <a:gd name="connsiteX3" fmla="*/ 1810420 w 2271642"/>
              <a:gd name="connsiteY3" fmla="*/ 2470767 h 3098448"/>
              <a:gd name="connsiteX4" fmla="*/ 1338010 w 2271642"/>
              <a:gd name="connsiteY4" fmla="*/ 2333511 h 3098448"/>
              <a:gd name="connsiteX5" fmla="*/ 1337501 w 2271642"/>
              <a:gd name="connsiteY5" fmla="*/ 2336893 h 3098448"/>
              <a:gd name="connsiteX6" fmla="*/ 1344777 w 2271642"/>
              <a:gd name="connsiteY6" fmla="*/ 2338468 h 3098448"/>
              <a:gd name="connsiteX7" fmla="*/ 1351926 w 2271642"/>
              <a:gd name="connsiteY7" fmla="*/ 2338341 h 3098448"/>
              <a:gd name="connsiteX8" fmla="*/ 1351927 w 2271642"/>
              <a:gd name="connsiteY8" fmla="*/ 2338341 h 3098448"/>
              <a:gd name="connsiteX9" fmla="*/ 1351759 w 2271642"/>
              <a:gd name="connsiteY9" fmla="*/ 2334922 h 3098448"/>
              <a:gd name="connsiteX10" fmla="*/ 1338010 w 2271642"/>
              <a:gd name="connsiteY10" fmla="*/ 2333511 h 3098448"/>
              <a:gd name="connsiteX11" fmla="*/ 1305623 w 2271642"/>
              <a:gd name="connsiteY11" fmla="*/ 2325084 h 3098448"/>
              <a:gd name="connsiteX12" fmla="*/ 1305222 w 2271642"/>
              <a:gd name="connsiteY12" fmla="*/ 2326779 h 3098448"/>
              <a:gd name="connsiteX13" fmla="*/ 1322504 w 2271642"/>
              <a:gd name="connsiteY13" fmla="*/ 2331559 h 3098448"/>
              <a:gd name="connsiteX14" fmla="*/ 1322505 w 2271642"/>
              <a:gd name="connsiteY14" fmla="*/ 2331559 h 3098448"/>
              <a:gd name="connsiteX15" fmla="*/ 1322083 w 2271642"/>
              <a:gd name="connsiteY15" fmla="*/ 2327760 h 3098448"/>
              <a:gd name="connsiteX16" fmla="*/ 1305623 w 2271642"/>
              <a:gd name="connsiteY16" fmla="*/ 2325084 h 3098448"/>
              <a:gd name="connsiteX17" fmla="*/ 1355080 w 2271642"/>
              <a:gd name="connsiteY17" fmla="*/ 2308134 h 3098448"/>
              <a:gd name="connsiteX18" fmla="*/ 1354726 w 2271642"/>
              <a:gd name="connsiteY18" fmla="*/ 2308687 h 3098448"/>
              <a:gd name="connsiteX19" fmla="*/ 1355080 w 2271642"/>
              <a:gd name="connsiteY19" fmla="*/ 2308136 h 3098448"/>
              <a:gd name="connsiteX20" fmla="*/ 2031386 w 2271642"/>
              <a:gd name="connsiteY20" fmla="*/ 2214108 h 3098448"/>
              <a:gd name="connsiteX21" fmla="*/ 2030592 w 2271642"/>
              <a:gd name="connsiteY21" fmla="*/ 2215059 h 3098448"/>
              <a:gd name="connsiteX22" fmla="*/ 2030838 w 2271642"/>
              <a:gd name="connsiteY22" fmla="*/ 2214167 h 3098448"/>
              <a:gd name="connsiteX23" fmla="*/ 2031386 w 2271642"/>
              <a:gd name="connsiteY23" fmla="*/ 2214108 h 3098448"/>
              <a:gd name="connsiteX24" fmla="*/ 1070526 w 2271642"/>
              <a:gd name="connsiteY24" fmla="*/ 2195565 h 3098448"/>
              <a:gd name="connsiteX25" fmla="*/ 1156782 w 2271642"/>
              <a:gd name="connsiteY25" fmla="*/ 2251389 h 3098448"/>
              <a:gd name="connsiteX26" fmla="*/ 1261420 w 2271642"/>
              <a:gd name="connsiteY26" fmla="*/ 2296004 h 3098448"/>
              <a:gd name="connsiteX27" fmla="*/ 1334751 w 2271642"/>
              <a:gd name="connsiteY27" fmla="*/ 2316207 h 3098448"/>
              <a:gd name="connsiteX28" fmla="*/ 1354668 w 2271642"/>
              <a:gd name="connsiteY28" fmla="*/ 2308781 h 3098448"/>
              <a:gd name="connsiteX29" fmla="*/ 1354953 w 2271642"/>
              <a:gd name="connsiteY29" fmla="*/ 2308989 h 3098448"/>
              <a:gd name="connsiteX30" fmla="*/ 1371296 w 2271642"/>
              <a:gd name="connsiteY30" fmla="*/ 2320631 h 3098448"/>
              <a:gd name="connsiteX31" fmla="*/ 1354953 w 2271642"/>
              <a:gd name="connsiteY31" fmla="*/ 2308989 h 3098448"/>
              <a:gd name="connsiteX32" fmla="*/ 1354973 w 2271642"/>
              <a:gd name="connsiteY32" fmla="*/ 2308851 h 3098448"/>
              <a:gd name="connsiteX33" fmla="*/ 1354953 w 2271642"/>
              <a:gd name="connsiteY33" fmla="*/ 2308987 h 3098448"/>
              <a:gd name="connsiteX34" fmla="*/ 1354668 w 2271642"/>
              <a:gd name="connsiteY34" fmla="*/ 2308780 h 3098448"/>
              <a:gd name="connsiteX35" fmla="*/ 1354668 w 2271642"/>
              <a:gd name="connsiteY35" fmla="*/ 2308781 h 3098448"/>
              <a:gd name="connsiteX36" fmla="*/ 1354585 w 2271642"/>
              <a:gd name="connsiteY36" fmla="*/ 2308718 h 3098448"/>
              <a:gd name="connsiteX37" fmla="*/ 1344641 w 2271642"/>
              <a:gd name="connsiteY37" fmla="*/ 2294668 h 3098448"/>
              <a:gd name="connsiteX38" fmla="*/ 1082889 w 2271642"/>
              <a:gd name="connsiteY38" fmla="*/ 2198106 h 3098448"/>
              <a:gd name="connsiteX39" fmla="*/ 1070526 w 2271642"/>
              <a:gd name="connsiteY39" fmla="*/ 2195565 h 3098448"/>
              <a:gd name="connsiteX40" fmla="*/ 1749280 w 2271642"/>
              <a:gd name="connsiteY40" fmla="*/ 2003414 h 3098448"/>
              <a:gd name="connsiteX41" fmla="*/ 1750074 w 2271642"/>
              <a:gd name="connsiteY41" fmla="*/ 2011496 h 3098448"/>
              <a:gd name="connsiteX42" fmla="*/ 1753761 w 2271642"/>
              <a:gd name="connsiteY42" fmla="*/ 2010595 h 3098448"/>
              <a:gd name="connsiteX43" fmla="*/ 1753766 w 2271642"/>
              <a:gd name="connsiteY43" fmla="*/ 2010594 h 3098448"/>
              <a:gd name="connsiteX44" fmla="*/ 1750082 w 2271642"/>
              <a:gd name="connsiteY44" fmla="*/ 2011494 h 3098448"/>
              <a:gd name="connsiteX45" fmla="*/ 1749286 w 2271642"/>
              <a:gd name="connsiteY45" fmla="*/ 2003417 h 3098448"/>
              <a:gd name="connsiteX46" fmla="*/ 879275 w 2271642"/>
              <a:gd name="connsiteY46" fmla="*/ 1979428 h 3098448"/>
              <a:gd name="connsiteX47" fmla="*/ 865023 w 2271642"/>
              <a:gd name="connsiteY47" fmla="*/ 1980318 h 3098448"/>
              <a:gd name="connsiteX48" fmla="*/ 835761 w 2271642"/>
              <a:gd name="connsiteY48" fmla="*/ 1990094 h 3098448"/>
              <a:gd name="connsiteX49" fmla="*/ 832164 w 2271642"/>
              <a:gd name="connsiteY49" fmla="*/ 2005774 h 3098448"/>
              <a:gd name="connsiteX50" fmla="*/ 847263 w 2271642"/>
              <a:gd name="connsiteY50" fmla="*/ 2008097 h 3098448"/>
              <a:gd name="connsiteX51" fmla="*/ 893623 w 2271642"/>
              <a:gd name="connsiteY51" fmla="*/ 1990402 h 3098448"/>
              <a:gd name="connsiteX52" fmla="*/ 879275 w 2271642"/>
              <a:gd name="connsiteY52" fmla="*/ 1979428 h 3098448"/>
              <a:gd name="connsiteX53" fmla="*/ 2241344 w 2271642"/>
              <a:gd name="connsiteY53" fmla="*/ 1911310 h 3098448"/>
              <a:gd name="connsiteX54" fmla="*/ 2227241 w 2271642"/>
              <a:gd name="connsiteY54" fmla="*/ 1936859 h 3098448"/>
              <a:gd name="connsiteX55" fmla="*/ 2233075 w 2271642"/>
              <a:gd name="connsiteY55" fmla="*/ 1940092 h 3098448"/>
              <a:gd name="connsiteX56" fmla="*/ 2244988 w 2271642"/>
              <a:gd name="connsiteY56" fmla="*/ 1913186 h 3098448"/>
              <a:gd name="connsiteX57" fmla="*/ 2267681 w 2271642"/>
              <a:gd name="connsiteY57" fmla="*/ 1882680 h 3098448"/>
              <a:gd name="connsiteX58" fmla="*/ 2267384 w 2271642"/>
              <a:gd name="connsiteY58" fmla="*/ 1883183 h 3098448"/>
              <a:gd name="connsiteX59" fmla="*/ 2259529 w 2271642"/>
              <a:gd name="connsiteY59" fmla="*/ 1896512 h 3098448"/>
              <a:gd name="connsiteX60" fmla="*/ 2267384 w 2271642"/>
              <a:gd name="connsiteY60" fmla="*/ 1883183 h 3098448"/>
              <a:gd name="connsiteX61" fmla="*/ 2267682 w 2271642"/>
              <a:gd name="connsiteY61" fmla="*/ 1882681 h 3098448"/>
              <a:gd name="connsiteX62" fmla="*/ 1447664 w 2271642"/>
              <a:gd name="connsiteY62" fmla="*/ 1824589 h 3098448"/>
              <a:gd name="connsiteX63" fmla="*/ 1418625 w 2271642"/>
              <a:gd name="connsiteY63" fmla="*/ 1827483 h 3098448"/>
              <a:gd name="connsiteX64" fmla="*/ 1418625 w 2271642"/>
              <a:gd name="connsiteY64" fmla="*/ 1827484 h 3098448"/>
              <a:gd name="connsiteX65" fmla="*/ 1447664 w 2271642"/>
              <a:gd name="connsiteY65" fmla="*/ 1824590 h 3098448"/>
              <a:gd name="connsiteX66" fmla="*/ 1299703 w 2271642"/>
              <a:gd name="connsiteY66" fmla="*/ 1804642 h 3098448"/>
              <a:gd name="connsiteX67" fmla="*/ 1334782 w 2271642"/>
              <a:gd name="connsiteY67" fmla="*/ 1824261 h 3098448"/>
              <a:gd name="connsiteX68" fmla="*/ 1345888 w 2271642"/>
              <a:gd name="connsiteY68" fmla="*/ 1828320 h 3098448"/>
              <a:gd name="connsiteX69" fmla="*/ 1334776 w 2271642"/>
              <a:gd name="connsiteY69" fmla="*/ 1824247 h 3098448"/>
              <a:gd name="connsiteX70" fmla="*/ 1511214 w 2271642"/>
              <a:gd name="connsiteY70" fmla="*/ 1766203 h 3098448"/>
              <a:gd name="connsiteX71" fmla="*/ 1528697 w 2271642"/>
              <a:gd name="connsiteY71" fmla="*/ 1774968 h 3098448"/>
              <a:gd name="connsiteX72" fmla="*/ 1528993 w 2271642"/>
              <a:gd name="connsiteY72" fmla="*/ 1775022 h 3098448"/>
              <a:gd name="connsiteX73" fmla="*/ 1528698 w 2271642"/>
              <a:gd name="connsiteY73" fmla="*/ 1774968 h 3098448"/>
              <a:gd name="connsiteX74" fmla="*/ 1643970 w 2271642"/>
              <a:gd name="connsiteY74" fmla="*/ 1747386 h 3098448"/>
              <a:gd name="connsiteX75" fmla="*/ 1640497 w 2271642"/>
              <a:gd name="connsiteY75" fmla="*/ 1752940 h 3098448"/>
              <a:gd name="connsiteX76" fmla="*/ 1631887 w 2271642"/>
              <a:gd name="connsiteY76" fmla="*/ 1747623 h 3098448"/>
              <a:gd name="connsiteX77" fmla="*/ 1643970 w 2271642"/>
              <a:gd name="connsiteY77" fmla="*/ 1747386 h 3098448"/>
              <a:gd name="connsiteX78" fmla="*/ 1143761 w 2271642"/>
              <a:gd name="connsiteY78" fmla="*/ 1728116 h 3098448"/>
              <a:gd name="connsiteX79" fmla="*/ 1134805 w 2271642"/>
              <a:gd name="connsiteY79" fmla="*/ 1730246 h 3098448"/>
              <a:gd name="connsiteX80" fmla="*/ 1134806 w 2271642"/>
              <a:gd name="connsiteY80" fmla="*/ 1730247 h 3098448"/>
              <a:gd name="connsiteX81" fmla="*/ 1004634 w 2271642"/>
              <a:gd name="connsiteY81" fmla="*/ 1681418 h 3098448"/>
              <a:gd name="connsiteX82" fmla="*/ 1018191 w 2271642"/>
              <a:gd name="connsiteY82" fmla="*/ 1689271 h 3098448"/>
              <a:gd name="connsiteX83" fmla="*/ 1045311 w 2271642"/>
              <a:gd name="connsiteY83" fmla="*/ 1699875 h 3098448"/>
              <a:gd name="connsiteX84" fmla="*/ 1078566 w 2271642"/>
              <a:gd name="connsiteY84" fmla="*/ 1713690 h 3098448"/>
              <a:gd name="connsiteX85" fmla="*/ 1045304 w 2271642"/>
              <a:gd name="connsiteY85" fmla="*/ 1699863 h 3098448"/>
              <a:gd name="connsiteX86" fmla="*/ 1018186 w 2271642"/>
              <a:gd name="connsiteY86" fmla="*/ 1689264 h 3098448"/>
              <a:gd name="connsiteX87" fmla="*/ 2073816 w 2271642"/>
              <a:gd name="connsiteY87" fmla="*/ 1677742 h 3098448"/>
              <a:gd name="connsiteX88" fmla="*/ 2080288 w 2271642"/>
              <a:gd name="connsiteY88" fmla="*/ 1691242 h 3098448"/>
              <a:gd name="connsiteX89" fmla="*/ 2125035 w 2271642"/>
              <a:gd name="connsiteY89" fmla="*/ 1687002 h 3098448"/>
              <a:gd name="connsiteX90" fmla="*/ 2133657 w 2271642"/>
              <a:gd name="connsiteY90" fmla="*/ 1688121 h 3098448"/>
              <a:gd name="connsiteX91" fmla="*/ 2170704 w 2271642"/>
              <a:gd name="connsiteY91" fmla="*/ 1723807 h 3098448"/>
              <a:gd name="connsiteX92" fmla="*/ 2189849 w 2271642"/>
              <a:gd name="connsiteY92" fmla="*/ 1724689 h 3098448"/>
              <a:gd name="connsiteX93" fmla="*/ 2192316 w 2271642"/>
              <a:gd name="connsiteY93" fmla="*/ 1748818 h 3098448"/>
              <a:gd name="connsiteX94" fmla="*/ 2211429 w 2271642"/>
              <a:gd name="connsiteY94" fmla="*/ 1754535 h 3098448"/>
              <a:gd name="connsiteX95" fmla="*/ 2231295 w 2271642"/>
              <a:gd name="connsiteY95" fmla="*/ 1754789 h 3098448"/>
              <a:gd name="connsiteX96" fmla="*/ 2259027 w 2271642"/>
              <a:gd name="connsiteY96" fmla="*/ 1781122 h 3098448"/>
              <a:gd name="connsiteX97" fmla="*/ 2254644 w 2271642"/>
              <a:gd name="connsiteY97" fmla="*/ 1800320 h 3098448"/>
              <a:gd name="connsiteX98" fmla="*/ 2263815 w 2271642"/>
              <a:gd name="connsiteY98" fmla="*/ 1814036 h 3098448"/>
              <a:gd name="connsiteX99" fmla="*/ 2256907 w 2271642"/>
              <a:gd name="connsiteY99" fmla="*/ 1824095 h 3098448"/>
              <a:gd name="connsiteX100" fmla="*/ 2259273 w 2271642"/>
              <a:gd name="connsiteY100" fmla="*/ 1854901 h 3098448"/>
              <a:gd name="connsiteX101" fmla="*/ 2268224 w 2271642"/>
              <a:gd name="connsiteY101" fmla="*/ 1883149 h 3098448"/>
              <a:gd name="connsiteX102" fmla="*/ 2267874 w 2271642"/>
              <a:gd name="connsiteY102" fmla="*/ 1883173 h 3098448"/>
              <a:gd name="connsiteX103" fmla="*/ 2267873 w 2271642"/>
              <a:gd name="connsiteY103" fmla="*/ 1883174 h 3098448"/>
              <a:gd name="connsiteX104" fmla="*/ 2271642 w 2271642"/>
              <a:gd name="connsiteY104" fmla="*/ 1897123 h 3098448"/>
              <a:gd name="connsiteX105" fmla="*/ 2235997 w 2271642"/>
              <a:gd name="connsiteY105" fmla="*/ 1962044 h 3098448"/>
              <a:gd name="connsiteX106" fmla="*/ 2219219 w 2271642"/>
              <a:gd name="connsiteY106" fmla="*/ 1958268 h 3098448"/>
              <a:gd name="connsiteX107" fmla="*/ 2165883 w 2271642"/>
              <a:gd name="connsiteY107" fmla="*/ 2025471 h 3098448"/>
              <a:gd name="connsiteX108" fmla="*/ 2165134 w 2271642"/>
              <a:gd name="connsiteY108" fmla="*/ 2026513 h 3098448"/>
              <a:gd name="connsiteX109" fmla="*/ 2159631 w 2271642"/>
              <a:gd name="connsiteY109" fmla="*/ 2023337 h 3098448"/>
              <a:gd name="connsiteX110" fmla="*/ 2111784 w 2271642"/>
              <a:gd name="connsiteY110" fmla="*/ 1990188 h 3098448"/>
              <a:gd name="connsiteX111" fmla="*/ 2080366 w 2271642"/>
              <a:gd name="connsiteY111" fmla="*/ 1977792 h 3098448"/>
              <a:gd name="connsiteX112" fmla="*/ 2059180 w 2271642"/>
              <a:gd name="connsiteY112" fmla="*/ 1965597 h 3098448"/>
              <a:gd name="connsiteX113" fmla="*/ 2020041 w 2271642"/>
              <a:gd name="connsiteY113" fmla="*/ 1936112 h 3098448"/>
              <a:gd name="connsiteX114" fmla="*/ 1999852 w 2271642"/>
              <a:gd name="connsiteY114" fmla="*/ 1923998 h 3098448"/>
              <a:gd name="connsiteX115" fmla="*/ 1985364 w 2271642"/>
              <a:gd name="connsiteY115" fmla="*/ 1901559 h 3098448"/>
              <a:gd name="connsiteX116" fmla="*/ 1977258 w 2271642"/>
              <a:gd name="connsiteY116" fmla="*/ 1891508 h 3098448"/>
              <a:gd name="connsiteX117" fmla="*/ 1965195 w 2271642"/>
              <a:gd name="connsiteY117" fmla="*/ 1889454 h 3098448"/>
              <a:gd name="connsiteX118" fmla="*/ 1957068 w 2271642"/>
              <a:gd name="connsiteY118" fmla="*/ 1879394 h 3098448"/>
              <a:gd name="connsiteX119" fmla="*/ 1943695 w 2271642"/>
              <a:gd name="connsiteY119" fmla="*/ 1872373 h 3098448"/>
              <a:gd name="connsiteX120" fmla="*/ 1925274 w 2271642"/>
              <a:gd name="connsiteY120" fmla="*/ 1853889 h 3098448"/>
              <a:gd name="connsiteX121" fmla="*/ 1943686 w 2271642"/>
              <a:gd name="connsiteY121" fmla="*/ 1872391 h 3098448"/>
              <a:gd name="connsiteX122" fmla="*/ 1957060 w 2271642"/>
              <a:gd name="connsiteY122" fmla="*/ 1879413 h 3098448"/>
              <a:gd name="connsiteX123" fmla="*/ 1965181 w 2271642"/>
              <a:gd name="connsiteY123" fmla="*/ 1889459 h 3098448"/>
              <a:gd name="connsiteX124" fmla="*/ 1977243 w 2271642"/>
              <a:gd name="connsiteY124" fmla="*/ 1891513 h 3098448"/>
              <a:gd name="connsiteX125" fmla="*/ 1985356 w 2271642"/>
              <a:gd name="connsiteY125" fmla="*/ 1901577 h 3098448"/>
              <a:gd name="connsiteX126" fmla="*/ 1999843 w 2271642"/>
              <a:gd name="connsiteY126" fmla="*/ 1924015 h 3098448"/>
              <a:gd name="connsiteX127" fmla="*/ 2020027 w 2271642"/>
              <a:gd name="connsiteY127" fmla="*/ 1936117 h 3098448"/>
              <a:gd name="connsiteX128" fmla="*/ 2059167 w 2271642"/>
              <a:gd name="connsiteY128" fmla="*/ 1965602 h 3098448"/>
              <a:gd name="connsiteX129" fmla="*/ 2080371 w 2271642"/>
              <a:gd name="connsiteY129" fmla="*/ 1977805 h 3098448"/>
              <a:gd name="connsiteX130" fmla="*/ 2111776 w 2271642"/>
              <a:gd name="connsiteY130" fmla="*/ 1990206 h 3098448"/>
              <a:gd name="connsiteX131" fmla="*/ 2159620 w 2271642"/>
              <a:gd name="connsiteY131" fmla="*/ 2023340 h 3098448"/>
              <a:gd name="connsiteX132" fmla="*/ 2165140 w 2271642"/>
              <a:gd name="connsiteY132" fmla="*/ 2026526 h 3098448"/>
              <a:gd name="connsiteX133" fmla="*/ 2127385 w 2271642"/>
              <a:gd name="connsiteY133" fmla="*/ 2079015 h 3098448"/>
              <a:gd name="connsiteX134" fmla="*/ 2085888 w 2271642"/>
              <a:gd name="connsiteY134" fmla="*/ 2133569 h 3098448"/>
              <a:gd name="connsiteX135" fmla="*/ 2076005 w 2271642"/>
              <a:gd name="connsiteY135" fmla="*/ 2146359 h 3098448"/>
              <a:gd name="connsiteX136" fmla="*/ 2075994 w 2271642"/>
              <a:gd name="connsiteY136" fmla="*/ 2146353 h 3098448"/>
              <a:gd name="connsiteX137" fmla="*/ 2037061 w 2271642"/>
              <a:gd name="connsiteY137" fmla="*/ 2196712 h 3098448"/>
              <a:gd name="connsiteX138" fmla="*/ 2032859 w 2271642"/>
              <a:gd name="connsiteY138" fmla="*/ 2206743 h 3098448"/>
              <a:gd name="connsiteX139" fmla="*/ 2026034 w 2271642"/>
              <a:gd name="connsiteY139" fmla="*/ 2203217 h 3098448"/>
              <a:gd name="connsiteX140" fmla="*/ 2009001 w 2271642"/>
              <a:gd name="connsiteY140" fmla="*/ 2202036 h 3098448"/>
              <a:gd name="connsiteX141" fmla="*/ 2001414 w 2271642"/>
              <a:gd name="connsiteY141" fmla="*/ 2196776 h 3098448"/>
              <a:gd name="connsiteX142" fmla="*/ 1992031 w 2271642"/>
              <a:gd name="connsiteY142" fmla="*/ 2197348 h 3098448"/>
              <a:gd name="connsiteX143" fmla="*/ 1975133 w 2271642"/>
              <a:gd name="connsiteY143" fmla="*/ 2189179 h 3098448"/>
              <a:gd name="connsiteX144" fmla="*/ 1956682 w 2271642"/>
              <a:gd name="connsiteY144" fmla="*/ 2183020 h 3098448"/>
              <a:gd name="connsiteX145" fmla="*/ 1935711 w 2271642"/>
              <a:gd name="connsiteY145" fmla="*/ 2167375 h 3098448"/>
              <a:gd name="connsiteX146" fmla="*/ 1926506 w 2271642"/>
              <a:gd name="connsiteY146" fmla="*/ 2164131 h 3098448"/>
              <a:gd name="connsiteX147" fmla="*/ 1913255 w 2271642"/>
              <a:gd name="connsiteY147" fmla="*/ 2150621 h 3098448"/>
              <a:gd name="connsiteX148" fmla="*/ 1896536 w 2271642"/>
              <a:gd name="connsiteY148" fmla="*/ 2141762 h 3098448"/>
              <a:gd name="connsiteX149" fmla="*/ 1870039 w 2271642"/>
              <a:gd name="connsiteY149" fmla="*/ 2117778 h 3098448"/>
              <a:gd name="connsiteX150" fmla="*/ 1851112 w 2271642"/>
              <a:gd name="connsiteY150" fmla="*/ 2099270 h 3098448"/>
              <a:gd name="connsiteX151" fmla="*/ 1832208 w 2271642"/>
              <a:gd name="connsiteY151" fmla="*/ 2080753 h 3098448"/>
              <a:gd name="connsiteX152" fmla="*/ 1816276 w 2271642"/>
              <a:gd name="connsiteY152" fmla="*/ 2064603 h 3098448"/>
              <a:gd name="connsiteX153" fmla="*/ 1796333 w 2271642"/>
              <a:gd name="connsiteY153" fmla="*/ 2041181 h 3098448"/>
              <a:gd name="connsiteX154" fmla="*/ 1782437 w 2271642"/>
              <a:gd name="connsiteY154" fmla="*/ 2037473 h 3098448"/>
              <a:gd name="connsiteX155" fmla="*/ 1762188 w 2271642"/>
              <a:gd name="connsiteY155" fmla="*/ 2017472 h 3098448"/>
              <a:gd name="connsiteX156" fmla="*/ 1755964 w 2271642"/>
              <a:gd name="connsiteY156" fmla="*/ 2016215 h 3098448"/>
              <a:gd name="connsiteX157" fmla="*/ 1756639 w 2271642"/>
              <a:gd name="connsiteY157" fmla="*/ 2009305 h 3098448"/>
              <a:gd name="connsiteX158" fmla="*/ 1755944 w 2271642"/>
              <a:gd name="connsiteY158" fmla="*/ 2009616 h 3098448"/>
              <a:gd name="connsiteX159" fmla="*/ 1756631 w 2271642"/>
              <a:gd name="connsiteY159" fmla="*/ 2009309 h 3098448"/>
              <a:gd name="connsiteX160" fmla="*/ 1755960 w 2271642"/>
              <a:gd name="connsiteY160" fmla="*/ 2016230 h 3098448"/>
              <a:gd name="connsiteX161" fmla="*/ 1762183 w 2271642"/>
              <a:gd name="connsiteY161" fmla="*/ 2017489 h 3098448"/>
              <a:gd name="connsiteX162" fmla="*/ 1782430 w 2271642"/>
              <a:gd name="connsiteY162" fmla="*/ 2037475 h 3098448"/>
              <a:gd name="connsiteX163" fmla="*/ 1796326 w 2271642"/>
              <a:gd name="connsiteY163" fmla="*/ 2041184 h 3098448"/>
              <a:gd name="connsiteX164" fmla="*/ 1816267 w 2271642"/>
              <a:gd name="connsiteY164" fmla="*/ 2064606 h 3098448"/>
              <a:gd name="connsiteX165" fmla="*/ 1832204 w 2271642"/>
              <a:gd name="connsiteY165" fmla="*/ 2080770 h 3098448"/>
              <a:gd name="connsiteX166" fmla="*/ 1851104 w 2271642"/>
              <a:gd name="connsiteY166" fmla="*/ 2099272 h 3098448"/>
              <a:gd name="connsiteX167" fmla="*/ 1870031 w 2271642"/>
              <a:gd name="connsiteY167" fmla="*/ 2117781 h 3098448"/>
              <a:gd name="connsiteX168" fmla="*/ 1896532 w 2271642"/>
              <a:gd name="connsiteY168" fmla="*/ 2141779 h 3098448"/>
              <a:gd name="connsiteX169" fmla="*/ 1913247 w 2271642"/>
              <a:gd name="connsiteY169" fmla="*/ 2150624 h 3098448"/>
              <a:gd name="connsiteX170" fmla="*/ 1926497 w 2271642"/>
              <a:gd name="connsiteY170" fmla="*/ 2164134 h 3098448"/>
              <a:gd name="connsiteX171" fmla="*/ 1935716 w 2271642"/>
              <a:gd name="connsiteY171" fmla="*/ 2167388 h 3098448"/>
              <a:gd name="connsiteX172" fmla="*/ 1956668 w 2271642"/>
              <a:gd name="connsiteY172" fmla="*/ 2183024 h 3098448"/>
              <a:gd name="connsiteX173" fmla="*/ 1975133 w 2271642"/>
              <a:gd name="connsiteY173" fmla="*/ 2189179 h 3098448"/>
              <a:gd name="connsiteX174" fmla="*/ 1992018 w 2271642"/>
              <a:gd name="connsiteY174" fmla="*/ 2197352 h 3098448"/>
              <a:gd name="connsiteX175" fmla="*/ 2001418 w 2271642"/>
              <a:gd name="connsiteY175" fmla="*/ 2196789 h 3098448"/>
              <a:gd name="connsiteX176" fmla="*/ 2008992 w 2271642"/>
              <a:gd name="connsiteY176" fmla="*/ 2202055 h 3098448"/>
              <a:gd name="connsiteX177" fmla="*/ 2026022 w 2271642"/>
              <a:gd name="connsiteY177" fmla="*/ 2203221 h 3098448"/>
              <a:gd name="connsiteX178" fmla="*/ 2032846 w 2271642"/>
              <a:gd name="connsiteY178" fmla="*/ 2206747 h 3098448"/>
              <a:gd name="connsiteX179" fmla="*/ 2030837 w 2271642"/>
              <a:gd name="connsiteY179" fmla="*/ 2214168 h 3098448"/>
              <a:gd name="connsiteX180" fmla="*/ 2008037 w 2271642"/>
              <a:gd name="connsiteY180" fmla="*/ 2229361 h 3098448"/>
              <a:gd name="connsiteX181" fmla="*/ 1988679 w 2271642"/>
              <a:gd name="connsiteY181" fmla="*/ 2252918 h 3098448"/>
              <a:gd name="connsiteX182" fmla="*/ 1969706 w 2271642"/>
              <a:gd name="connsiteY182" fmla="*/ 2276728 h 3098448"/>
              <a:gd name="connsiteX183" fmla="*/ 1969713 w 2271642"/>
              <a:gd name="connsiteY183" fmla="*/ 2276730 h 3098448"/>
              <a:gd name="connsiteX184" fmla="*/ 1966351 w 2271642"/>
              <a:gd name="connsiteY184" fmla="*/ 2282006 h 3098448"/>
              <a:gd name="connsiteX185" fmla="*/ 1955796 w 2271642"/>
              <a:gd name="connsiteY185" fmla="*/ 2293423 h 3098448"/>
              <a:gd name="connsiteX186" fmla="*/ 1898926 w 2271642"/>
              <a:gd name="connsiteY186" fmla="*/ 2350945 h 3098448"/>
              <a:gd name="connsiteX187" fmla="*/ 1852723 w 2271642"/>
              <a:gd name="connsiteY187" fmla="*/ 2394696 h 3098448"/>
              <a:gd name="connsiteX188" fmla="*/ 1847308 w 2271642"/>
              <a:gd name="connsiteY188" fmla="*/ 2401652 h 3098448"/>
              <a:gd name="connsiteX189" fmla="*/ 1827808 w 2271642"/>
              <a:gd name="connsiteY189" fmla="*/ 2431984 h 3098448"/>
              <a:gd name="connsiteX190" fmla="*/ 1809964 w 2271642"/>
              <a:gd name="connsiteY190" fmla="*/ 2471262 h 3098448"/>
              <a:gd name="connsiteX191" fmla="*/ 1782149 w 2271642"/>
              <a:gd name="connsiteY191" fmla="*/ 2500946 h 3098448"/>
              <a:gd name="connsiteX192" fmla="*/ 1736124 w 2271642"/>
              <a:gd name="connsiteY192" fmla="*/ 2543016 h 3098448"/>
              <a:gd name="connsiteX193" fmla="*/ 1704731 w 2271642"/>
              <a:gd name="connsiteY193" fmla="*/ 2549024 h 3098448"/>
              <a:gd name="connsiteX194" fmla="*/ 1709024 w 2271642"/>
              <a:gd name="connsiteY194" fmla="*/ 2589887 h 3098448"/>
              <a:gd name="connsiteX195" fmla="*/ 1746566 w 2271642"/>
              <a:gd name="connsiteY195" fmla="*/ 2827095 h 3098448"/>
              <a:gd name="connsiteX196" fmla="*/ 1784582 w 2271642"/>
              <a:gd name="connsiteY196" fmla="*/ 3031530 h 3098448"/>
              <a:gd name="connsiteX197" fmla="*/ 1806353 w 2271642"/>
              <a:gd name="connsiteY197" fmla="*/ 3066333 h 3098448"/>
              <a:gd name="connsiteX198" fmla="*/ 1810383 w 2271642"/>
              <a:gd name="connsiteY198" fmla="*/ 3093275 h 3098448"/>
              <a:gd name="connsiteX199" fmla="*/ 1790922 w 2271642"/>
              <a:gd name="connsiteY199" fmla="*/ 3093653 h 3098448"/>
              <a:gd name="connsiteX200" fmla="*/ 1751115 w 2271642"/>
              <a:gd name="connsiteY200" fmla="*/ 3031301 h 3098448"/>
              <a:gd name="connsiteX201" fmla="*/ 1734346 w 2271642"/>
              <a:gd name="connsiteY201" fmla="*/ 2951200 h 3098448"/>
              <a:gd name="connsiteX202" fmla="*/ 1714549 w 2271642"/>
              <a:gd name="connsiteY202" fmla="*/ 2846654 h 3098448"/>
              <a:gd name="connsiteX203" fmla="*/ 1699539 w 2271642"/>
              <a:gd name="connsiteY203" fmla="*/ 2757184 h 3098448"/>
              <a:gd name="connsiteX204" fmla="*/ 1689068 w 2271642"/>
              <a:gd name="connsiteY204" fmla="*/ 2702062 h 3098448"/>
              <a:gd name="connsiteX205" fmla="*/ 1687706 w 2271642"/>
              <a:gd name="connsiteY205" fmla="*/ 2693023 h 3098448"/>
              <a:gd name="connsiteX206" fmla="*/ 1684982 w 2271642"/>
              <a:gd name="connsiteY206" fmla="*/ 2659795 h 3098448"/>
              <a:gd name="connsiteX207" fmla="*/ 1676290 w 2271642"/>
              <a:gd name="connsiteY207" fmla="*/ 2623645 h 3098448"/>
              <a:gd name="connsiteX208" fmla="*/ 1676067 w 2271642"/>
              <a:gd name="connsiteY208" fmla="*/ 2615030 h 3098448"/>
              <a:gd name="connsiteX209" fmla="*/ 1677937 w 2271642"/>
              <a:gd name="connsiteY209" fmla="*/ 2599148 h 3098448"/>
              <a:gd name="connsiteX210" fmla="*/ 1669590 w 2271642"/>
              <a:gd name="connsiteY210" fmla="*/ 2568763 h 3098448"/>
              <a:gd name="connsiteX211" fmla="*/ 1669173 w 2271642"/>
              <a:gd name="connsiteY211" fmla="*/ 2537728 h 3098448"/>
              <a:gd name="connsiteX212" fmla="*/ 1651223 w 2271642"/>
              <a:gd name="connsiteY212" fmla="*/ 2516239 h 3098448"/>
              <a:gd name="connsiteX213" fmla="*/ 1631308 w 2271642"/>
              <a:gd name="connsiteY213" fmla="*/ 2506771 h 3098448"/>
              <a:gd name="connsiteX214" fmla="*/ 1613644 w 2271642"/>
              <a:gd name="connsiteY214" fmla="*/ 2495953 h 3098448"/>
              <a:gd name="connsiteX215" fmla="*/ 1610152 w 2271642"/>
              <a:gd name="connsiteY215" fmla="*/ 2492027 h 3098448"/>
              <a:gd name="connsiteX216" fmla="*/ 1579891 w 2271642"/>
              <a:gd name="connsiteY216" fmla="*/ 2450411 h 3098448"/>
              <a:gd name="connsiteX217" fmla="*/ 1521764 w 2271642"/>
              <a:gd name="connsiteY217" fmla="*/ 2443875 h 3098448"/>
              <a:gd name="connsiteX218" fmla="*/ 1492591 w 2271642"/>
              <a:gd name="connsiteY218" fmla="*/ 2444152 h 3098448"/>
              <a:gd name="connsiteX219" fmla="*/ 1485998 w 2271642"/>
              <a:gd name="connsiteY219" fmla="*/ 2444760 h 3098448"/>
              <a:gd name="connsiteX220" fmla="*/ 1438848 w 2271642"/>
              <a:gd name="connsiteY220" fmla="*/ 2435282 h 3098448"/>
              <a:gd name="connsiteX221" fmla="*/ 1344439 w 2271642"/>
              <a:gd name="connsiteY221" fmla="*/ 2404157 h 3098448"/>
              <a:gd name="connsiteX222" fmla="*/ 1087211 w 2271642"/>
              <a:gd name="connsiteY222" fmla="*/ 2280310 h 3098448"/>
              <a:gd name="connsiteX223" fmla="*/ 959618 w 2271642"/>
              <a:gd name="connsiteY223" fmla="*/ 2157419 h 3098448"/>
              <a:gd name="connsiteX224" fmla="*/ 941627 w 2271642"/>
              <a:gd name="connsiteY224" fmla="*/ 2141400 h 3098448"/>
              <a:gd name="connsiteX225" fmla="*/ 888884 w 2271642"/>
              <a:gd name="connsiteY225" fmla="*/ 2114708 h 3098448"/>
              <a:gd name="connsiteX226" fmla="*/ 828177 w 2271642"/>
              <a:gd name="connsiteY226" fmla="*/ 2054439 h 3098448"/>
              <a:gd name="connsiteX227" fmla="*/ 823542 w 2271642"/>
              <a:gd name="connsiteY227" fmla="*/ 2039946 h 3098448"/>
              <a:gd name="connsiteX228" fmla="*/ 822594 w 2271642"/>
              <a:gd name="connsiteY228" fmla="*/ 2002935 h 3098448"/>
              <a:gd name="connsiteX229" fmla="*/ 840804 w 2271642"/>
              <a:gd name="connsiteY229" fmla="*/ 1969595 h 3098448"/>
              <a:gd name="connsiteX230" fmla="*/ 893926 w 2271642"/>
              <a:gd name="connsiteY230" fmla="*/ 1960333 h 3098448"/>
              <a:gd name="connsiteX231" fmla="*/ 1023827 w 2271642"/>
              <a:gd name="connsiteY231" fmla="*/ 1977720 h 3098448"/>
              <a:gd name="connsiteX232" fmla="*/ 1156572 w 2271642"/>
              <a:gd name="connsiteY232" fmla="*/ 2004834 h 3098448"/>
              <a:gd name="connsiteX233" fmla="*/ 1197176 w 2271642"/>
              <a:gd name="connsiteY233" fmla="*/ 2015085 h 3098448"/>
              <a:gd name="connsiteX234" fmla="*/ 1246024 w 2271642"/>
              <a:gd name="connsiteY234" fmla="*/ 2025405 h 3098448"/>
              <a:gd name="connsiteX235" fmla="*/ 1369463 w 2271642"/>
              <a:gd name="connsiteY235" fmla="*/ 2054990 h 3098448"/>
              <a:gd name="connsiteX236" fmla="*/ 1473200 w 2271642"/>
              <a:gd name="connsiteY236" fmla="*/ 2087576 h 3098448"/>
              <a:gd name="connsiteX237" fmla="*/ 1558317 w 2271642"/>
              <a:gd name="connsiteY237" fmla="*/ 2118116 h 3098448"/>
              <a:gd name="connsiteX238" fmla="*/ 1580412 w 2271642"/>
              <a:gd name="connsiteY238" fmla="*/ 2123369 h 3098448"/>
              <a:gd name="connsiteX239" fmla="*/ 1592521 w 2271642"/>
              <a:gd name="connsiteY239" fmla="*/ 2079119 h 3098448"/>
              <a:gd name="connsiteX240" fmla="*/ 1592515 w 2271642"/>
              <a:gd name="connsiteY240" fmla="*/ 2079116 h 3098448"/>
              <a:gd name="connsiteX241" fmla="*/ 1595791 w 2271642"/>
              <a:gd name="connsiteY241" fmla="*/ 2062653 h 3098448"/>
              <a:gd name="connsiteX242" fmla="*/ 1586246 w 2271642"/>
              <a:gd name="connsiteY242" fmla="*/ 2007184 h 3098448"/>
              <a:gd name="connsiteX243" fmla="*/ 1574376 w 2271642"/>
              <a:gd name="connsiteY243" fmla="*/ 1979304 h 3098448"/>
              <a:gd name="connsiteX244" fmla="*/ 1573452 w 2271642"/>
              <a:gd name="connsiteY244" fmla="*/ 1972723 h 3098448"/>
              <a:gd name="connsiteX245" fmla="*/ 1573529 w 2271642"/>
              <a:gd name="connsiteY245" fmla="*/ 1972201 h 3098448"/>
              <a:gd name="connsiteX246" fmla="*/ 1614806 w 2271642"/>
              <a:gd name="connsiteY246" fmla="*/ 1996796 h 3098448"/>
              <a:gd name="connsiteX247" fmla="*/ 1617276 w 2271642"/>
              <a:gd name="connsiteY247" fmla="*/ 2014716 h 3098448"/>
              <a:gd name="connsiteX248" fmla="*/ 1630372 w 2271642"/>
              <a:gd name="connsiteY248" fmla="*/ 2007459 h 3098448"/>
              <a:gd name="connsiteX249" fmla="*/ 1652431 w 2271642"/>
              <a:gd name="connsiteY249" fmla="*/ 2018766 h 3098448"/>
              <a:gd name="connsiteX250" fmla="*/ 1652427 w 2271642"/>
              <a:gd name="connsiteY250" fmla="*/ 2018761 h 3098448"/>
              <a:gd name="connsiteX251" fmla="*/ 1630375 w 2271642"/>
              <a:gd name="connsiteY251" fmla="*/ 2007458 h 3098448"/>
              <a:gd name="connsiteX252" fmla="*/ 1636273 w 2271642"/>
              <a:gd name="connsiteY252" fmla="*/ 1999730 h 3098448"/>
              <a:gd name="connsiteX253" fmla="*/ 1636273 w 2271642"/>
              <a:gd name="connsiteY253" fmla="*/ 1999728 h 3098448"/>
              <a:gd name="connsiteX254" fmla="*/ 1639402 w 2271642"/>
              <a:gd name="connsiteY254" fmla="*/ 1995324 h 3098448"/>
              <a:gd name="connsiteX255" fmla="*/ 1710169 w 2271642"/>
              <a:gd name="connsiteY255" fmla="*/ 1903816 h 3098448"/>
              <a:gd name="connsiteX256" fmla="*/ 1730588 w 2271642"/>
              <a:gd name="connsiteY256" fmla="*/ 1883808 h 3098448"/>
              <a:gd name="connsiteX257" fmla="*/ 1756254 w 2271642"/>
              <a:gd name="connsiteY257" fmla="*/ 1897062 h 3098448"/>
              <a:gd name="connsiteX258" fmla="*/ 1796140 w 2271642"/>
              <a:gd name="connsiteY258" fmla="*/ 1914236 h 3098448"/>
              <a:gd name="connsiteX259" fmla="*/ 1808604 w 2271642"/>
              <a:gd name="connsiteY259" fmla="*/ 1916790 h 3098448"/>
              <a:gd name="connsiteX260" fmla="*/ 1859944 w 2271642"/>
              <a:gd name="connsiteY260" fmla="*/ 1939387 h 3098448"/>
              <a:gd name="connsiteX261" fmla="*/ 1906413 w 2271642"/>
              <a:gd name="connsiteY261" fmla="*/ 1961608 h 3098448"/>
              <a:gd name="connsiteX262" fmla="*/ 1906396 w 2271642"/>
              <a:gd name="connsiteY262" fmla="*/ 1961591 h 3098448"/>
              <a:gd name="connsiteX263" fmla="*/ 1882312 w 2271642"/>
              <a:gd name="connsiteY263" fmla="*/ 1952696 h 3098448"/>
              <a:gd name="connsiteX264" fmla="*/ 1859958 w 2271642"/>
              <a:gd name="connsiteY264" fmla="*/ 1939382 h 3098448"/>
              <a:gd name="connsiteX265" fmla="*/ 1808605 w 2271642"/>
              <a:gd name="connsiteY265" fmla="*/ 1916787 h 3098448"/>
              <a:gd name="connsiteX266" fmla="*/ 1796143 w 2271642"/>
              <a:gd name="connsiteY266" fmla="*/ 1914234 h 3098448"/>
              <a:gd name="connsiteX267" fmla="*/ 1756258 w 2271642"/>
              <a:gd name="connsiteY267" fmla="*/ 1897061 h 3098448"/>
              <a:gd name="connsiteX268" fmla="*/ 1730590 w 2271642"/>
              <a:gd name="connsiteY268" fmla="*/ 1883806 h 3098448"/>
              <a:gd name="connsiteX269" fmla="*/ 1730593 w 2271642"/>
              <a:gd name="connsiteY269" fmla="*/ 1883805 h 3098448"/>
              <a:gd name="connsiteX270" fmla="*/ 1770928 w 2271642"/>
              <a:gd name="connsiteY270" fmla="*/ 1844257 h 3098448"/>
              <a:gd name="connsiteX271" fmla="*/ 1776342 w 2271642"/>
              <a:gd name="connsiteY271" fmla="*/ 1840023 h 3098448"/>
              <a:gd name="connsiteX272" fmla="*/ 1776342 w 2271642"/>
              <a:gd name="connsiteY272" fmla="*/ 1840022 h 3098448"/>
              <a:gd name="connsiteX273" fmla="*/ 1776343 w 2271642"/>
              <a:gd name="connsiteY273" fmla="*/ 1840023 h 3098448"/>
              <a:gd name="connsiteX274" fmla="*/ 1776345 w 2271642"/>
              <a:gd name="connsiteY274" fmla="*/ 1840020 h 3098448"/>
              <a:gd name="connsiteX275" fmla="*/ 1776352 w 2271642"/>
              <a:gd name="connsiteY275" fmla="*/ 1840028 h 3098448"/>
              <a:gd name="connsiteX276" fmla="*/ 1781583 w 2271642"/>
              <a:gd name="connsiteY276" fmla="*/ 1835949 h 3098448"/>
              <a:gd name="connsiteX277" fmla="*/ 1853116 w 2271642"/>
              <a:gd name="connsiteY277" fmla="*/ 1788426 h 3098448"/>
              <a:gd name="connsiteX278" fmla="*/ 1854074 w 2271642"/>
              <a:gd name="connsiteY278" fmla="*/ 1789211 h 3098448"/>
              <a:gd name="connsiteX279" fmla="*/ 1867832 w 2271642"/>
              <a:gd name="connsiteY279" fmla="*/ 1796543 h 3098448"/>
              <a:gd name="connsiteX280" fmla="*/ 1874662 w 2271642"/>
              <a:gd name="connsiteY280" fmla="*/ 1809490 h 3098448"/>
              <a:gd name="connsiteX281" fmla="*/ 1886477 w 2271642"/>
              <a:gd name="connsiteY281" fmla="*/ 1819005 h 3098448"/>
              <a:gd name="connsiteX282" fmla="*/ 1903139 w 2271642"/>
              <a:gd name="connsiteY282" fmla="*/ 1839833 h 3098448"/>
              <a:gd name="connsiteX283" fmla="*/ 1912911 w 2271642"/>
              <a:gd name="connsiteY283" fmla="*/ 1851413 h 3098448"/>
              <a:gd name="connsiteX284" fmla="*/ 1925153 w 2271642"/>
              <a:gd name="connsiteY284" fmla="*/ 1853814 h 3098448"/>
              <a:gd name="connsiteX285" fmla="*/ 1912920 w 2271642"/>
              <a:gd name="connsiteY285" fmla="*/ 1851395 h 3098448"/>
              <a:gd name="connsiteX286" fmla="*/ 1903148 w 2271642"/>
              <a:gd name="connsiteY286" fmla="*/ 1839814 h 3098448"/>
              <a:gd name="connsiteX287" fmla="*/ 1886486 w 2271642"/>
              <a:gd name="connsiteY287" fmla="*/ 1818987 h 3098448"/>
              <a:gd name="connsiteX288" fmla="*/ 1874676 w 2271642"/>
              <a:gd name="connsiteY288" fmla="*/ 1809486 h 3098448"/>
              <a:gd name="connsiteX289" fmla="*/ 1867840 w 2271642"/>
              <a:gd name="connsiteY289" fmla="*/ 1796524 h 3098448"/>
              <a:gd name="connsiteX290" fmla="*/ 1854083 w 2271642"/>
              <a:gd name="connsiteY290" fmla="*/ 1789192 h 3098448"/>
              <a:gd name="connsiteX291" fmla="*/ 1853129 w 2271642"/>
              <a:gd name="connsiteY291" fmla="*/ 1788422 h 3098448"/>
              <a:gd name="connsiteX292" fmla="*/ 1866547 w 2271642"/>
              <a:gd name="connsiteY292" fmla="*/ 1778955 h 3098448"/>
              <a:gd name="connsiteX293" fmla="*/ 1886686 w 2271642"/>
              <a:gd name="connsiteY293" fmla="*/ 1771004 h 3098448"/>
              <a:gd name="connsiteX294" fmla="*/ 1919492 w 2271642"/>
              <a:gd name="connsiteY294" fmla="*/ 1747774 h 3098448"/>
              <a:gd name="connsiteX295" fmla="*/ 1962922 w 2271642"/>
              <a:gd name="connsiteY295" fmla="*/ 1716623 h 3098448"/>
              <a:gd name="connsiteX296" fmla="*/ 2012358 w 2271642"/>
              <a:gd name="connsiteY296" fmla="*/ 1696449 h 3098448"/>
              <a:gd name="connsiteX297" fmla="*/ 2027544 w 2271642"/>
              <a:gd name="connsiteY297" fmla="*/ 1692206 h 3098448"/>
              <a:gd name="connsiteX298" fmla="*/ 2065032 w 2271642"/>
              <a:gd name="connsiteY298" fmla="*/ 1678825 h 3098448"/>
              <a:gd name="connsiteX299" fmla="*/ 2073816 w 2271642"/>
              <a:gd name="connsiteY299" fmla="*/ 1677742 h 3098448"/>
              <a:gd name="connsiteX300" fmla="*/ 857303 w 2271642"/>
              <a:gd name="connsiteY300" fmla="*/ 1612200 h 3098448"/>
              <a:gd name="connsiteX301" fmla="*/ 876628 w 2271642"/>
              <a:gd name="connsiteY301" fmla="*/ 1623574 h 3098448"/>
              <a:gd name="connsiteX302" fmla="*/ 893053 w 2271642"/>
              <a:gd name="connsiteY302" fmla="*/ 1632485 h 3098448"/>
              <a:gd name="connsiteX303" fmla="*/ 876620 w 2271642"/>
              <a:gd name="connsiteY303" fmla="*/ 1623562 h 3098448"/>
              <a:gd name="connsiteX304" fmla="*/ 808286 w 2271642"/>
              <a:gd name="connsiteY304" fmla="*/ 1591616 h 3098448"/>
              <a:gd name="connsiteX305" fmla="*/ 818496 w 2271642"/>
              <a:gd name="connsiteY305" fmla="*/ 1595699 h 3098448"/>
              <a:gd name="connsiteX306" fmla="*/ 824078 w 2271642"/>
              <a:gd name="connsiteY306" fmla="*/ 1600155 h 3098448"/>
              <a:gd name="connsiteX307" fmla="*/ 818492 w 2271642"/>
              <a:gd name="connsiteY307" fmla="*/ 1595694 h 3098448"/>
              <a:gd name="connsiteX308" fmla="*/ 631251 w 2271642"/>
              <a:gd name="connsiteY308" fmla="*/ 1584737 h 3098448"/>
              <a:gd name="connsiteX309" fmla="*/ 623495 w 2271642"/>
              <a:gd name="connsiteY309" fmla="*/ 1586136 h 3098448"/>
              <a:gd name="connsiteX310" fmla="*/ 631051 w 2271642"/>
              <a:gd name="connsiteY310" fmla="*/ 1606123 h 3098448"/>
              <a:gd name="connsiteX311" fmla="*/ 635668 w 2271642"/>
              <a:gd name="connsiteY311" fmla="*/ 1601937 h 3098448"/>
              <a:gd name="connsiteX312" fmla="*/ 631251 w 2271642"/>
              <a:gd name="connsiteY312" fmla="*/ 1584737 h 3098448"/>
              <a:gd name="connsiteX313" fmla="*/ 772495 w 2271642"/>
              <a:gd name="connsiteY313" fmla="*/ 1565456 h 3098448"/>
              <a:gd name="connsiteX314" fmla="*/ 779584 w 2271642"/>
              <a:gd name="connsiteY314" fmla="*/ 1569901 h 3098448"/>
              <a:gd name="connsiteX315" fmla="*/ 788086 w 2271642"/>
              <a:gd name="connsiteY315" fmla="*/ 1575140 h 3098448"/>
              <a:gd name="connsiteX316" fmla="*/ 779580 w 2271642"/>
              <a:gd name="connsiteY316" fmla="*/ 1569895 h 3098448"/>
              <a:gd name="connsiteX317" fmla="*/ 1147542 w 2271642"/>
              <a:gd name="connsiteY317" fmla="*/ 1562167 h 3098448"/>
              <a:gd name="connsiteX318" fmla="*/ 1148574 w 2271642"/>
              <a:gd name="connsiteY318" fmla="*/ 1563009 h 3098448"/>
              <a:gd name="connsiteX319" fmla="*/ 1149917 w 2271642"/>
              <a:gd name="connsiteY319" fmla="*/ 1563629 h 3098448"/>
              <a:gd name="connsiteX320" fmla="*/ 1148574 w 2271642"/>
              <a:gd name="connsiteY320" fmla="*/ 1563008 h 3098448"/>
              <a:gd name="connsiteX321" fmla="*/ 1699033 w 2271642"/>
              <a:gd name="connsiteY321" fmla="*/ 1537551 h 3098448"/>
              <a:gd name="connsiteX322" fmla="*/ 1644753 w 2271642"/>
              <a:gd name="connsiteY322" fmla="*/ 1593336 h 3098448"/>
              <a:gd name="connsiteX323" fmla="*/ 1646140 w 2271642"/>
              <a:gd name="connsiteY323" fmla="*/ 1609266 h 3098448"/>
              <a:gd name="connsiteX324" fmla="*/ 1661176 w 2271642"/>
              <a:gd name="connsiteY324" fmla="*/ 1590733 h 3098448"/>
              <a:gd name="connsiteX325" fmla="*/ 1685852 w 2271642"/>
              <a:gd name="connsiteY325" fmla="*/ 1566857 h 3098448"/>
              <a:gd name="connsiteX326" fmla="*/ 1685853 w 2271642"/>
              <a:gd name="connsiteY326" fmla="*/ 1566855 h 3098448"/>
              <a:gd name="connsiteX327" fmla="*/ 1685855 w 2271642"/>
              <a:gd name="connsiteY327" fmla="*/ 1566853 h 3098448"/>
              <a:gd name="connsiteX328" fmla="*/ 921952 w 2271642"/>
              <a:gd name="connsiteY328" fmla="*/ 1531203 h 3098448"/>
              <a:gd name="connsiteX329" fmla="*/ 922664 w 2271642"/>
              <a:gd name="connsiteY329" fmla="*/ 1531500 h 3098448"/>
              <a:gd name="connsiteX330" fmla="*/ 922664 w 2271642"/>
              <a:gd name="connsiteY330" fmla="*/ 1531500 h 3098448"/>
              <a:gd name="connsiteX331" fmla="*/ 725405 w 2271642"/>
              <a:gd name="connsiteY331" fmla="*/ 1518022 h 3098448"/>
              <a:gd name="connsiteX332" fmla="*/ 758555 w 2271642"/>
              <a:gd name="connsiteY332" fmla="*/ 1550073 h 3098448"/>
              <a:gd name="connsiteX333" fmla="*/ 759457 w 2271642"/>
              <a:gd name="connsiteY333" fmla="*/ 1551615 h 3098448"/>
              <a:gd name="connsiteX334" fmla="*/ 758548 w 2271642"/>
              <a:gd name="connsiteY334" fmla="*/ 1550061 h 3098448"/>
              <a:gd name="connsiteX335" fmla="*/ 632696 w 2271642"/>
              <a:gd name="connsiteY335" fmla="*/ 1516378 h 3098448"/>
              <a:gd name="connsiteX336" fmla="*/ 659062 w 2271642"/>
              <a:gd name="connsiteY336" fmla="*/ 1551391 h 3098448"/>
              <a:gd name="connsiteX337" fmla="*/ 674430 w 2271642"/>
              <a:gd name="connsiteY337" fmla="*/ 1569741 h 3098448"/>
              <a:gd name="connsiteX338" fmla="*/ 692032 w 2271642"/>
              <a:gd name="connsiteY338" fmla="*/ 1587901 h 3098448"/>
              <a:gd name="connsiteX339" fmla="*/ 730333 w 2271642"/>
              <a:gd name="connsiteY339" fmla="*/ 1625118 h 3098448"/>
              <a:gd name="connsiteX340" fmla="*/ 816813 w 2271642"/>
              <a:gd name="connsiteY340" fmla="*/ 1686325 h 3098448"/>
              <a:gd name="connsiteX341" fmla="*/ 923779 w 2271642"/>
              <a:gd name="connsiteY341" fmla="*/ 1737665 h 3098448"/>
              <a:gd name="connsiteX342" fmla="*/ 958291 w 2271642"/>
              <a:gd name="connsiteY342" fmla="*/ 1746087 h 3098448"/>
              <a:gd name="connsiteX343" fmla="*/ 1080597 w 2271642"/>
              <a:gd name="connsiteY343" fmla="*/ 1794530 h 3098448"/>
              <a:gd name="connsiteX344" fmla="*/ 1117978 w 2271642"/>
              <a:gd name="connsiteY344" fmla="*/ 1806226 h 3098448"/>
              <a:gd name="connsiteX345" fmla="*/ 1151636 w 2271642"/>
              <a:gd name="connsiteY345" fmla="*/ 1825976 h 3098448"/>
              <a:gd name="connsiteX346" fmla="*/ 1151638 w 2271642"/>
              <a:gd name="connsiteY346" fmla="*/ 1825975 h 3098448"/>
              <a:gd name="connsiteX347" fmla="*/ 1188929 w 2271642"/>
              <a:gd name="connsiteY347" fmla="*/ 1843951 h 3098448"/>
              <a:gd name="connsiteX348" fmla="*/ 1194778 w 2271642"/>
              <a:gd name="connsiteY348" fmla="*/ 1846684 h 3098448"/>
              <a:gd name="connsiteX349" fmla="*/ 1160925 w 2271642"/>
              <a:gd name="connsiteY349" fmla="*/ 1844809 h 3098448"/>
              <a:gd name="connsiteX350" fmla="*/ 1033370 w 2271642"/>
              <a:gd name="connsiteY350" fmla="*/ 1826744 h 3098448"/>
              <a:gd name="connsiteX351" fmla="*/ 916379 w 2271642"/>
              <a:gd name="connsiteY351" fmla="*/ 1800086 h 3098448"/>
              <a:gd name="connsiteX352" fmla="*/ 719544 w 2271642"/>
              <a:gd name="connsiteY352" fmla="*/ 1724119 h 3098448"/>
              <a:gd name="connsiteX353" fmla="*/ 676373 w 2271642"/>
              <a:gd name="connsiteY353" fmla="*/ 1691140 h 3098448"/>
              <a:gd name="connsiteX354" fmla="*/ 667900 w 2271642"/>
              <a:gd name="connsiteY354" fmla="*/ 1673167 h 3098448"/>
              <a:gd name="connsiteX355" fmla="*/ 655445 w 2271642"/>
              <a:gd name="connsiteY355" fmla="*/ 1635394 h 3098448"/>
              <a:gd name="connsiteX356" fmla="*/ 628868 w 2271642"/>
              <a:gd name="connsiteY356" fmla="*/ 1611210 h 3098448"/>
              <a:gd name="connsiteX357" fmla="*/ 616171 w 2271642"/>
              <a:gd name="connsiteY357" fmla="*/ 1572147 h 3098448"/>
              <a:gd name="connsiteX358" fmla="*/ 632696 w 2271642"/>
              <a:gd name="connsiteY358" fmla="*/ 1516378 h 3098448"/>
              <a:gd name="connsiteX359" fmla="*/ 1002274 w 2271642"/>
              <a:gd name="connsiteY359" fmla="*/ 1475678 h 3098448"/>
              <a:gd name="connsiteX360" fmla="*/ 1002787 w 2271642"/>
              <a:gd name="connsiteY360" fmla="*/ 1482380 h 3098448"/>
              <a:gd name="connsiteX361" fmla="*/ 1014553 w 2271642"/>
              <a:gd name="connsiteY361" fmla="*/ 1484725 h 3098448"/>
              <a:gd name="connsiteX362" fmla="*/ 1002787 w 2271642"/>
              <a:gd name="connsiteY362" fmla="*/ 1482379 h 3098448"/>
              <a:gd name="connsiteX363" fmla="*/ 1002274 w 2271642"/>
              <a:gd name="connsiteY363" fmla="*/ 1475678 h 3098448"/>
              <a:gd name="connsiteX364" fmla="*/ 975279 w 2271642"/>
              <a:gd name="connsiteY364" fmla="*/ 1460351 h 3098448"/>
              <a:gd name="connsiteX365" fmla="*/ 986353 w 2271642"/>
              <a:gd name="connsiteY365" fmla="*/ 1467745 h 3098448"/>
              <a:gd name="connsiteX366" fmla="*/ 988728 w 2271642"/>
              <a:gd name="connsiteY366" fmla="*/ 1470691 h 3098448"/>
              <a:gd name="connsiteX367" fmla="*/ 986354 w 2271642"/>
              <a:gd name="connsiteY367" fmla="*/ 1467745 h 3098448"/>
              <a:gd name="connsiteX368" fmla="*/ 935109 w 2271642"/>
              <a:gd name="connsiteY368" fmla="*/ 1372098 h 3098448"/>
              <a:gd name="connsiteX369" fmla="*/ 962721 w 2271642"/>
              <a:gd name="connsiteY369" fmla="*/ 1392592 h 3098448"/>
              <a:gd name="connsiteX370" fmla="*/ 976894 w 2271642"/>
              <a:gd name="connsiteY370" fmla="*/ 1402163 h 3098448"/>
              <a:gd name="connsiteX371" fmla="*/ 984624 w 2271642"/>
              <a:gd name="connsiteY371" fmla="*/ 1406911 h 3098448"/>
              <a:gd name="connsiteX372" fmla="*/ 1111493 w 2271642"/>
              <a:gd name="connsiteY372" fmla="*/ 1462641 h 3098448"/>
              <a:gd name="connsiteX373" fmla="*/ 1197539 w 2271642"/>
              <a:gd name="connsiteY373" fmla="*/ 1495463 h 3098448"/>
              <a:gd name="connsiteX374" fmla="*/ 1255767 w 2271642"/>
              <a:gd name="connsiteY374" fmla="*/ 1523534 h 3098448"/>
              <a:gd name="connsiteX375" fmla="*/ 1311331 w 2271642"/>
              <a:gd name="connsiteY375" fmla="*/ 1552176 h 3098448"/>
              <a:gd name="connsiteX376" fmla="*/ 1364509 w 2271642"/>
              <a:gd name="connsiteY376" fmla="*/ 1581733 h 3098448"/>
              <a:gd name="connsiteX377" fmla="*/ 1391228 w 2271642"/>
              <a:gd name="connsiteY377" fmla="*/ 1596010 h 3098448"/>
              <a:gd name="connsiteX378" fmla="*/ 1417092 w 2271642"/>
              <a:gd name="connsiteY378" fmla="*/ 1610807 h 3098448"/>
              <a:gd name="connsiteX379" fmla="*/ 1437654 w 2271642"/>
              <a:gd name="connsiteY379" fmla="*/ 1620589 h 3098448"/>
              <a:gd name="connsiteX380" fmla="*/ 1453521 w 2271642"/>
              <a:gd name="connsiteY380" fmla="*/ 1637738 h 3098448"/>
              <a:gd name="connsiteX381" fmla="*/ 1463734 w 2271642"/>
              <a:gd name="connsiteY381" fmla="*/ 1640878 h 3098448"/>
              <a:gd name="connsiteX382" fmla="*/ 1494171 w 2271642"/>
              <a:gd name="connsiteY382" fmla="*/ 1657758 h 3098448"/>
              <a:gd name="connsiteX383" fmla="*/ 1535382 w 2271642"/>
              <a:gd name="connsiteY383" fmla="*/ 1686898 h 3098448"/>
              <a:gd name="connsiteX384" fmla="*/ 1568438 w 2271642"/>
              <a:gd name="connsiteY384" fmla="*/ 1703178 h 3098448"/>
              <a:gd name="connsiteX385" fmla="*/ 1571679 w 2271642"/>
              <a:gd name="connsiteY385" fmla="*/ 1709047 h 3098448"/>
              <a:gd name="connsiteX386" fmla="*/ 1605187 w 2271642"/>
              <a:gd name="connsiteY386" fmla="*/ 1727073 h 3098448"/>
              <a:gd name="connsiteX387" fmla="*/ 1608196 w 2271642"/>
              <a:gd name="connsiteY387" fmla="*/ 1732988 h 3098448"/>
              <a:gd name="connsiteX388" fmla="*/ 1623678 w 2271642"/>
              <a:gd name="connsiteY388" fmla="*/ 1742552 h 3098448"/>
              <a:gd name="connsiteX389" fmla="*/ 1617928 w 2271642"/>
              <a:gd name="connsiteY389" fmla="*/ 1747904 h 3098448"/>
              <a:gd name="connsiteX390" fmla="*/ 1631885 w 2271642"/>
              <a:gd name="connsiteY390" fmla="*/ 1747625 h 3098448"/>
              <a:gd name="connsiteX391" fmla="*/ 1640495 w 2271642"/>
              <a:gd name="connsiteY391" fmla="*/ 1752942 h 3098448"/>
              <a:gd name="connsiteX392" fmla="*/ 1609100 w 2271642"/>
              <a:gd name="connsiteY392" fmla="*/ 1754202 h 3098448"/>
              <a:gd name="connsiteX393" fmla="*/ 1607487 w 2271642"/>
              <a:gd name="connsiteY393" fmla="*/ 1788728 h 3098448"/>
              <a:gd name="connsiteX394" fmla="*/ 1622266 w 2271642"/>
              <a:gd name="connsiteY394" fmla="*/ 1806818 h 3098448"/>
              <a:gd name="connsiteX395" fmla="*/ 1634347 w 2271642"/>
              <a:gd name="connsiteY395" fmla="*/ 1827339 h 3098448"/>
              <a:gd name="connsiteX396" fmla="*/ 1631065 w 2271642"/>
              <a:gd name="connsiteY396" fmla="*/ 1833086 h 3098448"/>
              <a:gd name="connsiteX397" fmla="*/ 1608293 w 2271642"/>
              <a:gd name="connsiteY397" fmla="*/ 1846017 h 3098448"/>
              <a:gd name="connsiteX398" fmla="*/ 1589941 w 2271642"/>
              <a:gd name="connsiteY398" fmla="*/ 1844471 h 3098448"/>
              <a:gd name="connsiteX399" fmla="*/ 1599643 w 2271642"/>
              <a:gd name="connsiteY399" fmla="*/ 1911199 h 3098448"/>
              <a:gd name="connsiteX400" fmla="*/ 1612120 w 2271642"/>
              <a:gd name="connsiteY400" fmla="*/ 1977288 h 3098448"/>
              <a:gd name="connsiteX401" fmla="*/ 1612122 w 2271642"/>
              <a:gd name="connsiteY401" fmla="*/ 1977289 h 3098448"/>
              <a:gd name="connsiteX402" fmla="*/ 1614810 w 2271642"/>
              <a:gd name="connsiteY402" fmla="*/ 1996792 h 3098448"/>
              <a:gd name="connsiteX403" fmla="*/ 1573533 w 2271642"/>
              <a:gd name="connsiteY403" fmla="*/ 1972198 h 3098448"/>
              <a:gd name="connsiteX404" fmla="*/ 1576806 w 2271642"/>
              <a:gd name="connsiteY404" fmla="*/ 1950598 h 3098448"/>
              <a:gd name="connsiteX405" fmla="*/ 1576805 w 2271642"/>
              <a:gd name="connsiteY405" fmla="*/ 1950599 h 3098448"/>
              <a:gd name="connsiteX406" fmla="*/ 1560694 w 2271642"/>
              <a:gd name="connsiteY406" fmla="*/ 1873901 h 3098448"/>
              <a:gd name="connsiteX407" fmla="*/ 1558008 w 2271642"/>
              <a:gd name="connsiteY407" fmla="*/ 1855737 h 3098448"/>
              <a:gd name="connsiteX408" fmla="*/ 1547482 w 2271642"/>
              <a:gd name="connsiteY408" fmla="*/ 1838706 h 3098448"/>
              <a:gd name="connsiteX409" fmla="*/ 1481880 w 2271642"/>
              <a:gd name="connsiteY409" fmla="*/ 1824212 h 3098448"/>
              <a:gd name="connsiteX410" fmla="*/ 1472926 w 2271642"/>
              <a:gd name="connsiteY410" fmla="*/ 1824478 h 3098448"/>
              <a:gd name="connsiteX411" fmla="*/ 1438784 w 2271642"/>
              <a:gd name="connsiteY411" fmla="*/ 1836065 h 3098448"/>
              <a:gd name="connsiteX412" fmla="*/ 1403277 w 2271642"/>
              <a:gd name="connsiteY412" fmla="*/ 1839686 h 3098448"/>
              <a:gd name="connsiteX413" fmla="*/ 1403276 w 2271642"/>
              <a:gd name="connsiteY413" fmla="*/ 1839686 h 3098448"/>
              <a:gd name="connsiteX414" fmla="*/ 1371057 w 2271642"/>
              <a:gd name="connsiteY414" fmla="*/ 1841712 h 3098448"/>
              <a:gd name="connsiteX415" fmla="*/ 1358491 w 2271642"/>
              <a:gd name="connsiteY415" fmla="*/ 1842453 h 3098448"/>
              <a:gd name="connsiteX416" fmla="*/ 1358488 w 2271642"/>
              <a:gd name="connsiteY416" fmla="*/ 1842455 h 3098448"/>
              <a:gd name="connsiteX417" fmla="*/ 1358487 w 2271642"/>
              <a:gd name="connsiteY417" fmla="*/ 1842454 h 3098448"/>
              <a:gd name="connsiteX418" fmla="*/ 1358485 w 2271642"/>
              <a:gd name="connsiteY418" fmla="*/ 1842454 h 3098448"/>
              <a:gd name="connsiteX419" fmla="*/ 1358484 w 2271642"/>
              <a:gd name="connsiteY419" fmla="*/ 1842454 h 3098448"/>
              <a:gd name="connsiteX420" fmla="*/ 1219757 w 2271642"/>
              <a:gd name="connsiteY420" fmla="*/ 1848064 h 3098448"/>
              <a:gd name="connsiteX421" fmla="*/ 1194775 w 2271642"/>
              <a:gd name="connsiteY421" fmla="*/ 1846670 h 3098448"/>
              <a:gd name="connsiteX422" fmla="*/ 1188927 w 2271642"/>
              <a:gd name="connsiteY422" fmla="*/ 1843938 h 3098448"/>
              <a:gd name="connsiteX423" fmla="*/ 1151639 w 2271642"/>
              <a:gd name="connsiteY423" fmla="*/ 1825975 h 3098448"/>
              <a:gd name="connsiteX424" fmla="*/ 1117982 w 2271642"/>
              <a:gd name="connsiteY424" fmla="*/ 1806225 h 3098448"/>
              <a:gd name="connsiteX425" fmla="*/ 1080601 w 2271642"/>
              <a:gd name="connsiteY425" fmla="*/ 1794531 h 3098448"/>
              <a:gd name="connsiteX426" fmla="*/ 958295 w 2271642"/>
              <a:gd name="connsiteY426" fmla="*/ 1746087 h 3098448"/>
              <a:gd name="connsiteX427" fmla="*/ 923782 w 2271642"/>
              <a:gd name="connsiteY427" fmla="*/ 1737664 h 3098448"/>
              <a:gd name="connsiteX428" fmla="*/ 816817 w 2271642"/>
              <a:gd name="connsiteY428" fmla="*/ 1686324 h 3098448"/>
              <a:gd name="connsiteX429" fmla="*/ 730336 w 2271642"/>
              <a:gd name="connsiteY429" fmla="*/ 1625117 h 3098448"/>
              <a:gd name="connsiteX430" fmla="*/ 692036 w 2271642"/>
              <a:gd name="connsiteY430" fmla="*/ 1587901 h 3098448"/>
              <a:gd name="connsiteX431" fmla="*/ 674434 w 2271642"/>
              <a:gd name="connsiteY431" fmla="*/ 1569742 h 3098448"/>
              <a:gd name="connsiteX432" fmla="*/ 659066 w 2271642"/>
              <a:gd name="connsiteY432" fmla="*/ 1551392 h 3098448"/>
              <a:gd name="connsiteX433" fmla="*/ 632699 w 2271642"/>
              <a:gd name="connsiteY433" fmla="*/ 1516378 h 3098448"/>
              <a:gd name="connsiteX434" fmla="*/ 634077 w 2271642"/>
              <a:gd name="connsiteY434" fmla="*/ 1510140 h 3098448"/>
              <a:gd name="connsiteX435" fmla="*/ 665662 w 2271642"/>
              <a:gd name="connsiteY435" fmla="*/ 1456903 h 3098448"/>
              <a:gd name="connsiteX436" fmla="*/ 672983 w 2271642"/>
              <a:gd name="connsiteY436" fmla="*/ 1448316 h 3098448"/>
              <a:gd name="connsiteX437" fmla="*/ 673904 w 2271642"/>
              <a:gd name="connsiteY437" fmla="*/ 1447205 h 3098448"/>
              <a:gd name="connsiteX438" fmla="*/ 673903 w 2271642"/>
              <a:gd name="connsiteY438" fmla="*/ 1447204 h 3098448"/>
              <a:gd name="connsiteX439" fmla="*/ 721913 w 2271642"/>
              <a:gd name="connsiteY439" fmla="*/ 1412405 h 3098448"/>
              <a:gd name="connsiteX440" fmla="*/ 742441 w 2271642"/>
              <a:gd name="connsiteY440" fmla="*/ 1407197 h 3098448"/>
              <a:gd name="connsiteX441" fmla="*/ 776456 w 2271642"/>
              <a:gd name="connsiteY441" fmla="*/ 1390503 h 3098448"/>
              <a:gd name="connsiteX442" fmla="*/ 782407 w 2271642"/>
              <a:gd name="connsiteY442" fmla="*/ 1387189 h 3098448"/>
              <a:gd name="connsiteX443" fmla="*/ 840647 w 2271642"/>
              <a:gd name="connsiteY443" fmla="*/ 1472493 h 3098448"/>
              <a:gd name="connsiteX444" fmla="*/ 923226 w 2271642"/>
              <a:gd name="connsiteY444" fmla="*/ 1539577 h 3098448"/>
              <a:gd name="connsiteX445" fmla="*/ 923226 w 2271642"/>
              <a:gd name="connsiteY445" fmla="*/ 1539575 h 3098448"/>
              <a:gd name="connsiteX446" fmla="*/ 840648 w 2271642"/>
              <a:gd name="connsiteY446" fmla="*/ 1472492 h 3098448"/>
              <a:gd name="connsiteX447" fmla="*/ 782409 w 2271642"/>
              <a:gd name="connsiteY447" fmla="*/ 1387188 h 3098448"/>
              <a:gd name="connsiteX448" fmla="*/ 782890 w 2271642"/>
              <a:gd name="connsiteY448" fmla="*/ 1386912 h 3098448"/>
              <a:gd name="connsiteX449" fmla="*/ 782889 w 2271642"/>
              <a:gd name="connsiteY449" fmla="*/ 1386911 h 3098448"/>
              <a:gd name="connsiteX450" fmla="*/ 782891 w 2271642"/>
              <a:gd name="connsiteY450" fmla="*/ 1386912 h 3098448"/>
              <a:gd name="connsiteX451" fmla="*/ 782891 w 2271642"/>
              <a:gd name="connsiteY451" fmla="*/ 1386910 h 3098448"/>
              <a:gd name="connsiteX452" fmla="*/ 799141 w 2271642"/>
              <a:gd name="connsiteY452" fmla="*/ 1383432 h 3098448"/>
              <a:gd name="connsiteX453" fmla="*/ 799143 w 2271642"/>
              <a:gd name="connsiteY453" fmla="*/ 1383431 h 3098448"/>
              <a:gd name="connsiteX454" fmla="*/ 857751 w 2271642"/>
              <a:gd name="connsiteY454" fmla="*/ 1382038 h 3098448"/>
              <a:gd name="connsiteX455" fmla="*/ 884609 w 2271642"/>
              <a:gd name="connsiteY455" fmla="*/ 1375874 h 3098448"/>
              <a:gd name="connsiteX456" fmla="*/ 884620 w 2271642"/>
              <a:gd name="connsiteY456" fmla="*/ 1375887 h 3098448"/>
              <a:gd name="connsiteX457" fmla="*/ 890154 w 2271642"/>
              <a:gd name="connsiteY457" fmla="*/ 1374242 h 3098448"/>
              <a:gd name="connsiteX458" fmla="*/ 935109 w 2271642"/>
              <a:gd name="connsiteY458" fmla="*/ 1372098 h 3098448"/>
              <a:gd name="connsiteX459" fmla="*/ 935107 w 2271642"/>
              <a:gd name="connsiteY459" fmla="*/ 1372082 h 3098448"/>
              <a:gd name="connsiteX460" fmla="*/ 935717 w 2271642"/>
              <a:gd name="connsiteY460" fmla="*/ 1372139 h 3098448"/>
              <a:gd name="connsiteX461" fmla="*/ 993816 w 2271642"/>
              <a:gd name="connsiteY461" fmla="*/ 1373243 h 3098448"/>
              <a:gd name="connsiteX462" fmla="*/ 1054611 w 2271642"/>
              <a:gd name="connsiteY462" fmla="*/ 1385115 h 3098448"/>
              <a:gd name="connsiteX463" fmla="*/ 1073483 w 2271642"/>
              <a:gd name="connsiteY463" fmla="*/ 1389000 h 3098448"/>
              <a:gd name="connsiteX464" fmla="*/ 1126413 w 2271642"/>
              <a:gd name="connsiteY464" fmla="*/ 1401398 h 3098448"/>
              <a:gd name="connsiteX465" fmla="*/ 1129863 w 2271642"/>
              <a:gd name="connsiteY465" fmla="*/ 1402210 h 3098448"/>
              <a:gd name="connsiteX466" fmla="*/ 1195093 w 2271642"/>
              <a:gd name="connsiteY466" fmla="*/ 1424520 h 3098448"/>
              <a:gd name="connsiteX467" fmla="*/ 1265008 w 2271642"/>
              <a:gd name="connsiteY467" fmla="*/ 1456844 h 3098448"/>
              <a:gd name="connsiteX468" fmla="*/ 1314188 w 2271642"/>
              <a:gd name="connsiteY468" fmla="*/ 1477517 h 3098448"/>
              <a:gd name="connsiteX469" fmla="*/ 1323489 w 2271642"/>
              <a:gd name="connsiteY469" fmla="*/ 1484014 h 3098448"/>
              <a:gd name="connsiteX470" fmla="*/ 1328709 w 2271642"/>
              <a:gd name="connsiteY470" fmla="*/ 1484510 h 3098448"/>
              <a:gd name="connsiteX471" fmla="*/ 1335011 w 2271642"/>
              <a:gd name="connsiteY471" fmla="*/ 1485108 h 3098448"/>
              <a:gd name="connsiteX472" fmla="*/ 1343842 w 2271642"/>
              <a:gd name="connsiteY472" fmla="*/ 1492292 h 3098448"/>
              <a:gd name="connsiteX473" fmla="*/ 1355310 w 2271642"/>
              <a:gd name="connsiteY473" fmla="*/ 1493248 h 3098448"/>
              <a:gd name="connsiteX474" fmla="*/ 1375166 w 2271642"/>
              <a:gd name="connsiteY474" fmla="*/ 1511226 h 3098448"/>
              <a:gd name="connsiteX475" fmla="*/ 1408247 w 2271642"/>
              <a:gd name="connsiteY475" fmla="*/ 1523410 h 3098448"/>
              <a:gd name="connsiteX476" fmla="*/ 1419165 w 2271642"/>
              <a:gd name="connsiteY476" fmla="*/ 1526319 h 3098448"/>
              <a:gd name="connsiteX477" fmla="*/ 1423344 w 2271642"/>
              <a:gd name="connsiteY477" fmla="*/ 1532062 h 3098448"/>
              <a:gd name="connsiteX478" fmla="*/ 1435743 w 2271642"/>
              <a:gd name="connsiteY478" fmla="*/ 1536335 h 3098448"/>
              <a:gd name="connsiteX479" fmla="*/ 1444952 w 2271642"/>
              <a:gd name="connsiteY479" fmla="*/ 1545696 h 3098448"/>
              <a:gd name="connsiteX480" fmla="*/ 1444953 w 2271642"/>
              <a:gd name="connsiteY480" fmla="*/ 1545696 h 3098448"/>
              <a:gd name="connsiteX481" fmla="*/ 1444953 w 2271642"/>
              <a:gd name="connsiteY481" fmla="*/ 1545696 h 3098448"/>
              <a:gd name="connsiteX482" fmla="*/ 1445016 w 2271642"/>
              <a:gd name="connsiteY482" fmla="*/ 1545676 h 3098448"/>
              <a:gd name="connsiteX483" fmla="*/ 1448389 w 2271642"/>
              <a:gd name="connsiteY483" fmla="*/ 1544606 h 3098448"/>
              <a:gd name="connsiteX484" fmla="*/ 1455145 w 2271642"/>
              <a:gd name="connsiteY484" fmla="*/ 1545340 h 3098448"/>
              <a:gd name="connsiteX485" fmla="*/ 1458975 w 2271642"/>
              <a:gd name="connsiteY485" fmla="*/ 1551257 h 3098448"/>
              <a:gd name="connsiteX486" fmla="*/ 1498639 w 2271642"/>
              <a:gd name="connsiteY486" fmla="*/ 1575102 h 3098448"/>
              <a:gd name="connsiteX487" fmla="*/ 1541665 w 2271642"/>
              <a:gd name="connsiteY487" fmla="*/ 1602282 h 3098448"/>
              <a:gd name="connsiteX488" fmla="*/ 1541664 w 2271642"/>
              <a:gd name="connsiteY488" fmla="*/ 1602282 h 3098448"/>
              <a:gd name="connsiteX489" fmla="*/ 1603127 w 2271642"/>
              <a:gd name="connsiteY489" fmla="*/ 1641936 h 3098448"/>
              <a:gd name="connsiteX490" fmla="*/ 1664408 w 2271642"/>
              <a:gd name="connsiteY490" fmla="*/ 1677382 h 3098448"/>
              <a:gd name="connsiteX491" fmla="*/ 1666797 w 2271642"/>
              <a:gd name="connsiteY491" fmla="*/ 1698667 h 3098448"/>
              <a:gd name="connsiteX492" fmla="*/ 1656033 w 2271642"/>
              <a:gd name="connsiteY492" fmla="*/ 1739189 h 3098448"/>
              <a:gd name="connsiteX493" fmla="*/ 1651631 w 2271642"/>
              <a:gd name="connsiteY493" fmla="*/ 1728063 h 3098448"/>
              <a:gd name="connsiteX494" fmla="*/ 1623681 w 2271642"/>
              <a:gd name="connsiteY494" fmla="*/ 1742551 h 3098448"/>
              <a:gd name="connsiteX495" fmla="*/ 1608199 w 2271642"/>
              <a:gd name="connsiteY495" fmla="*/ 1732987 h 3098448"/>
              <a:gd name="connsiteX496" fmla="*/ 1605186 w 2271642"/>
              <a:gd name="connsiteY496" fmla="*/ 1727058 h 3098448"/>
              <a:gd name="connsiteX497" fmla="*/ 1571683 w 2271642"/>
              <a:gd name="connsiteY497" fmla="*/ 1709046 h 3098448"/>
              <a:gd name="connsiteX498" fmla="*/ 1568436 w 2271642"/>
              <a:gd name="connsiteY498" fmla="*/ 1703163 h 3098448"/>
              <a:gd name="connsiteX499" fmla="*/ 1535384 w 2271642"/>
              <a:gd name="connsiteY499" fmla="*/ 1686897 h 3098448"/>
              <a:gd name="connsiteX500" fmla="*/ 1494174 w 2271642"/>
              <a:gd name="connsiteY500" fmla="*/ 1657757 h 3098448"/>
              <a:gd name="connsiteX501" fmla="*/ 1463737 w 2271642"/>
              <a:gd name="connsiteY501" fmla="*/ 1640877 h 3098448"/>
              <a:gd name="connsiteX502" fmla="*/ 1453520 w 2271642"/>
              <a:gd name="connsiteY502" fmla="*/ 1637723 h 3098448"/>
              <a:gd name="connsiteX503" fmla="*/ 1437657 w 2271642"/>
              <a:gd name="connsiteY503" fmla="*/ 1620589 h 3098448"/>
              <a:gd name="connsiteX504" fmla="*/ 1417097 w 2271642"/>
              <a:gd name="connsiteY504" fmla="*/ 1610807 h 3098448"/>
              <a:gd name="connsiteX505" fmla="*/ 1391231 w 2271642"/>
              <a:gd name="connsiteY505" fmla="*/ 1596009 h 3098448"/>
              <a:gd name="connsiteX506" fmla="*/ 1364512 w 2271642"/>
              <a:gd name="connsiteY506" fmla="*/ 1581732 h 3098448"/>
              <a:gd name="connsiteX507" fmla="*/ 1311334 w 2271642"/>
              <a:gd name="connsiteY507" fmla="*/ 1552175 h 3098448"/>
              <a:gd name="connsiteX508" fmla="*/ 1255765 w 2271642"/>
              <a:gd name="connsiteY508" fmla="*/ 1523520 h 3098448"/>
              <a:gd name="connsiteX509" fmla="*/ 1197538 w 2271642"/>
              <a:gd name="connsiteY509" fmla="*/ 1495447 h 3098448"/>
              <a:gd name="connsiteX510" fmla="*/ 1111496 w 2271642"/>
              <a:gd name="connsiteY510" fmla="*/ 1462640 h 3098448"/>
              <a:gd name="connsiteX511" fmla="*/ 984623 w 2271642"/>
              <a:gd name="connsiteY511" fmla="*/ 1406895 h 3098448"/>
              <a:gd name="connsiteX512" fmla="*/ 976897 w 2271642"/>
              <a:gd name="connsiteY512" fmla="*/ 1402162 h 3098448"/>
              <a:gd name="connsiteX513" fmla="*/ 962724 w 2271642"/>
              <a:gd name="connsiteY513" fmla="*/ 1392590 h 3098448"/>
              <a:gd name="connsiteX514" fmla="*/ 935107 w 2271642"/>
              <a:gd name="connsiteY514" fmla="*/ 1372082 h 3098448"/>
              <a:gd name="connsiteX515" fmla="*/ 566727 w 2271642"/>
              <a:gd name="connsiteY515" fmla="*/ 1128943 h 3098448"/>
              <a:gd name="connsiteX516" fmla="*/ 566721 w 2271642"/>
              <a:gd name="connsiteY516" fmla="*/ 1128946 h 3098448"/>
              <a:gd name="connsiteX517" fmla="*/ 553933 w 2271642"/>
              <a:gd name="connsiteY517" fmla="*/ 1141286 h 3098448"/>
              <a:gd name="connsiteX518" fmla="*/ 531195 w 2271642"/>
              <a:gd name="connsiteY518" fmla="*/ 1145827 h 3098448"/>
              <a:gd name="connsiteX519" fmla="*/ 531154 w 2271642"/>
              <a:gd name="connsiteY519" fmla="*/ 1145173 h 3098448"/>
              <a:gd name="connsiteX520" fmla="*/ 531152 w 2271642"/>
              <a:gd name="connsiteY520" fmla="*/ 1145175 h 3098448"/>
              <a:gd name="connsiteX521" fmla="*/ 531152 w 2271642"/>
              <a:gd name="connsiteY521" fmla="*/ 1145172 h 3098448"/>
              <a:gd name="connsiteX522" fmla="*/ 529153 w 2271642"/>
              <a:gd name="connsiteY522" fmla="*/ 1146087 h 3098448"/>
              <a:gd name="connsiteX523" fmla="*/ 529154 w 2271642"/>
              <a:gd name="connsiteY523" fmla="*/ 1146086 h 3098448"/>
              <a:gd name="connsiteX524" fmla="*/ 531195 w 2271642"/>
              <a:gd name="connsiteY524" fmla="*/ 1145827 h 3098448"/>
              <a:gd name="connsiteX525" fmla="*/ 531195 w 2271642"/>
              <a:gd name="connsiteY525" fmla="*/ 1145831 h 3098448"/>
              <a:gd name="connsiteX526" fmla="*/ 553932 w 2271642"/>
              <a:gd name="connsiteY526" fmla="*/ 1141292 h 3098448"/>
              <a:gd name="connsiteX527" fmla="*/ 566727 w 2271642"/>
              <a:gd name="connsiteY527" fmla="*/ 1128943 h 3098448"/>
              <a:gd name="connsiteX528" fmla="*/ 364204 w 2271642"/>
              <a:gd name="connsiteY528" fmla="*/ 1078488 h 3098448"/>
              <a:gd name="connsiteX529" fmla="*/ 352682 w 2271642"/>
              <a:gd name="connsiteY529" fmla="*/ 1087490 h 3098448"/>
              <a:gd name="connsiteX530" fmla="*/ 356254 w 2271642"/>
              <a:gd name="connsiteY530" fmla="*/ 1091195 h 3098448"/>
              <a:gd name="connsiteX531" fmla="*/ 356256 w 2271642"/>
              <a:gd name="connsiteY531" fmla="*/ 1091195 h 3098448"/>
              <a:gd name="connsiteX532" fmla="*/ 366297 w 2271642"/>
              <a:gd name="connsiteY532" fmla="*/ 1080424 h 3098448"/>
              <a:gd name="connsiteX533" fmla="*/ 364204 w 2271642"/>
              <a:gd name="connsiteY533" fmla="*/ 1078488 h 3098448"/>
              <a:gd name="connsiteX534" fmla="*/ 784605 w 2271642"/>
              <a:gd name="connsiteY534" fmla="*/ 999806 h 3098448"/>
              <a:gd name="connsiteX535" fmla="*/ 784605 w 2271642"/>
              <a:gd name="connsiteY535" fmla="*/ 999807 h 3098448"/>
              <a:gd name="connsiteX536" fmla="*/ 790400 w 2271642"/>
              <a:gd name="connsiteY536" fmla="*/ 1000164 h 3098448"/>
              <a:gd name="connsiteX537" fmla="*/ 790384 w 2271642"/>
              <a:gd name="connsiteY537" fmla="*/ 1000443 h 3098448"/>
              <a:gd name="connsiteX538" fmla="*/ 790190 w 2271642"/>
              <a:gd name="connsiteY538" fmla="*/ 1003751 h 3098448"/>
              <a:gd name="connsiteX539" fmla="*/ 790191 w 2271642"/>
              <a:gd name="connsiteY539" fmla="*/ 1003751 h 3098448"/>
              <a:gd name="connsiteX540" fmla="*/ 790191 w 2271642"/>
              <a:gd name="connsiteY540" fmla="*/ 1003750 h 3098448"/>
              <a:gd name="connsiteX541" fmla="*/ 790384 w 2271642"/>
              <a:gd name="connsiteY541" fmla="*/ 1000443 h 3098448"/>
              <a:gd name="connsiteX542" fmla="*/ 790400 w 2271642"/>
              <a:gd name="connsiteY542" fmla="*/ 1000164 h 3098448"/>
              <a:gd name="connsiteX543" fmla="*/ 790400 w 2271642"/>
              <a:gd name="connsiteY543" fmla="*/ 1000164 h 3098448"/>
              <a:gd name="connsiteX544" fmla="*/ 790400 w 2271642"/>
              <a:gd name="connsiteY544" fmla="*/ 1000162 h 3098448"/>
              <a:gd name="connsiteX545" fmla="*/ 645122 w 2271642"/>
              <a:gd name="connsiteY545" fmla="*/ 997072 h 3098448"/>
              <a:gd name="connsiteX546" fmla="*/ 641893 w 2271642"/>
              <a:gd name="connsiteY546" fmla="*/ 1002709 h 3098448"/>
              <a:gd name="connsiteX547" fmla="*/ 641893 w 2271642"/>
              <a:gd name="connsiteY547" fmla="*/ 1002710 h 3098448"/>
              <a:gd name="connsiteX548" fmla="*/ 645122 w 2271642"/>
              <a:gd name="connsiteY548" fmla="*/ 997072 h 3098448"/>
              <a:gd name="connsiteX549" fmla="*/ 719357 w 2271642"/>
              <a:gd name="connsiteY549" fmla="*/ 971488 h 3098448"/>
              <a:gd name="connsiteX550" fmla="*/ 718854 w 2271642"/>
              <a:gd name="connsiteY550" fmla="*/ 974731 h 3098448"/>
              <a:gd name="connsiteX551" fmla="*/ 719357 w 2271642"/>
              <a:gd name="connsiteY551" fmla="*/ 971489 h 3098448"/>
              <a:gd name="connsiteX552" fmla="*/ 704167 w 2271642"/>
              <a:gd name="connsiteY552" fmla="*/ 965752 h 3098448"/>
              <a:gd name="connsiteX553" fmla="*/ 704148 w 2271642"/>
              <a:gd name="connsiteY553" fmla="*/ 966526 h 3098448"/>
              <a:gd name="connsiteX554" fmla="*/ 703450 w 2271642"/>
              <a:gd name="connsiteY554" fmla="*/ 994821 h 3098448"/>
              <a:gd name="connsiteX555" fmla="*/ 706644 w 2271642"/>
              <a:gd name="connsiteY555" fmla="*/ 1066219 h 3098448"/>
              <a:gd name="connsiteX556" fmla="*/ 713606 w 2271642"/>
              <a:gd name="connsiteY556" fmla="*/ 1059530 h 3098448"/>
              <a:gd name="connsiteX557" fmla="*/ 706645 w 2271642"/>
              <a:gd name="connsiteY557" fmla="*/ 1066217 h 3098448"/>
              <a:gd name="connsiteX558" fmla="*/ 703451 w 2271642"/>
              <a:gd name="connsiteY558" fmla="*/ 994821 h 3098448"/>
              <a:gd name="connsiteX559" fmla="*/ 704148 w 2271642"/>
              <a:gd name="connsiteY559" fmla="*/ 966526 h 3098448"/>
              <a:gd name="connsiteX560" fmla="*/ 704167 w 2271642"/>
              <a:gd name="connsiteY560" fmla="*/ 965753 h 3098448"/>
              <a:gd name="connsiteX561" fmla="*/ 526699 w 2271642"/>
              <a:gd name="connsiteY561" fmla="*/ 960918 h 3098448"/>
              <a:gd name="connsiteX562" fmla="*/ 529425 w 2271642"/>
              <a:gd name="connsiteY562" fmla="*/ 989483 h 3098448"/>
              <a:gd name="connsiteX563" fmla="*/ 530474 w 2271642"/>
              <a:gd name="connsiteY563" fmla="*/ 1020407 h 3098448"/>
              <a:gd name="connsiteX564" fmla="*/ 529426 w 2271642"/>
              <a:gd name="connsiteY564" fmla="*/ 989484 h 3098448"/>
              <a:gd name="connsiteX565" fmla="*/ 885531 w 2271642"/>
              <a:gd name="connsiteY565" fmla="*/ 934523 h 3098448"/>
              <a:gd name="connsiteX566" fmla="*/ 885530 w 2271642"/>
              <a:gd name="connsiteY566" fmla="*/ 934523 h 3098448"/>
              <a:gd name="connsiteX567" fmla="*/ 878953 w 2271642"/>
              <a:gd name="connsiteY567" fmla="*/ 942877 h 3098448"/>
              <a:gd name="connsiteX568" fmla="*/ 874906 w 2271642"/>
              <a:gd name="connsiteY568" fmla="*/ 985699 h 3098448"/>
              <a:gd name="connsiteX569" fmla="*/ 870658 w 2271642"/>
              <a:gd name="connsiteY569" fmla="*/ 1020564 h 3098448"/>
              <a:gd name="connsiteX570" fmla="*/ 870330 w 2271642"/>
              <a:gd name="connsiteY570" fmla="*/ 1028966 h 3098448"/>
              <a:gd name="connsiteX571" fmla="*/ 869872 w 2271642"/>
              <a:gd name="connsiteY571" fmla="*/ 1032378 h 3098448"/>
              <a:gd name="connsiteX572" fmla="*/ 870331 w 2271642"/>
              <a:gd name="connsiteY572" fmla="*/ 1028967 h 3098448"/>
              <a:gd name="connsiteX573" fmla="*/ 870658 w 2271642"/>
              <a:gd name="connsiteY573" fmla="*/ 1020565 h 3098448"/>
              <a:gd name="connsiteX574" fmla="*/ 874906 w 2271642"/>
              <a:gd name="connsiteY574" fmla="*/ 985699 h 3098448"/>
              <a:gd name="connsiteX575" fmla="*/ 878954 w 2271642"/>
              <a:gd name="connsiteY575" fmla="*/ 942876 h 3098448"/>
              <a:gd name="connsiteX576" fmla="*/ 720468 w 2271642"/>
              <a:gd name="connsiteY576" fmla="*/ 933690 h 3098448"/>
              <a:gd name="connsiteX577" fmla="*/ 718972 w 2271642"/>
              <a:gd name="connsiteY577" fmla="*/ 939497 h 3098448"/>
              <a:gd name="connsiteX578" fmla="*/ 718973 w 2271642"/>
              <a:gd name="connsiteY578" fmla="*/ 939498 h 3098448"/>
              <a:gd name="connsiteX579" fmla="*/ 808671 w 2271642"/>
              <a:gd name="connsiteY579" fmla="*/ 914346 h 3098448"/>
              <a:gd name="connsiteX580" fmla="*/ 808670 w 2271642"/>
              <a:gd name="connsiteY580" fmla="*/ 914347 h 3098448"/>
              <a:gd name="connsiteX581" fmla="*/ 802634 w 2271642"/>
              <a:gd name="connsiteY581" fmla="*/ 990198 h 3098448"/>
              <a:gd name="connsiteX582" fmla="*/ 796872 w 2271642"/>
              <a:gd name="connsiteY582" fmla="*/ 1037259 h 3098448"/>
              <a:gd name="connsiteX583" fmla="*/ 802635 w 2271642"/>
              <a:gd name="connsiteY583" fmla="*/ 990196 h 3098448"/>
              <a:gd name="connsiteX584" fmla="*/ 888561 w 2271642"/>
              <a:gd name="connsiteY584" fmla="*/ 902372 h 3098448"/>
              <a:gd name="connsiteX585" fmla="*/ 883658 w 2271642"/>
              <a:gd name="connsiteY585" fmla="*/ 923532 h 3098448"/>
              <a:gd name="connsiteX586" fmla="*/ 883658 w 2271642"/>
              <a:gd name="connsiteY586" fmla="*/ 923533 h 3098448"/>
              <a:gd name="connsiteX587" fmla="*/ 888561 w 2271642"/>
              <a:gd name="connsiteY587" fmla="*/ 902373 h 3098448"/>
              <a:gd name="connsiteX588" fmla="*/ 588505 w 2271642"/>
              <a:gd name="connsiteY588" fmla="*/ 884722 h 3098448"/>
              <a:gd name="connsiteX589" fmla="*/ 594540 w 2271642"/>
              <a:gd name="connsiteY589" fmla="*/ 928651 h 3098448"/>
              <a:gd name="connsiteX590" fmla="*/ 591916 w 2271642"/>
              <a:gd name="connsiteY590" fmla="*/ 962029 h 3098448"/>
              <a:gd name="connsiteX591" fmla="*/ 591441 w 2271642"/>
              <a:gd name="connsiteY591" fmla="*/ 969980 h 3098448"/>
              <a:gd name="connsiteX592" fmla="*/ 597001 w 2271642"/>
              <a:gd name="connsiteY592" fmla="*/ 974352 h 3098448"/>
              <a:gd name="connsiteX593" fmla="*/ 590621 w 2271642"/>
              <a:gd name="connsiteY593" fmla="*/ 983904 h 3098448"/>
              <a:gd name="connsiteX594" fmla="*/ 598507 w 2271642"/>
              <a:gd name="connsiteY594" fmla="*/ 998311 h 3098448"/>
              <a:gd name="connsiteX595" fmla="*/ 594011 w 2271642"/>
              <a:gd name="connsiteY595" fmla="*/ 1038180 h 3098448"/>
              <a:gd name="connsiteX596" fmla="*/ 599208 w 2271642"/>
              <a:gd name="connsiteY596" fmla="*/ 1068543 h 3098448"/>
              <a:gd name="connsiteX597" fmla="*/ 594012 w 2271642"/>
              <a:gd name="connsiteY597" fmla="*/ 1121610 h 3098448"/>
              <a:gd name="connsiteX598" fmla="*/ 596425 w 2271642"/>
              <a:gd name="connsiteY598" fmla="*/ 1138180 h 3098448"/>
              <a:gd name="connsiteX599" fmla="*/ 596423 w 2271642"/>
              <a:gd name="connsiteY599" fmla="*/ 1138182 h 3098448"/>
              <a:gd name="connsiteX600" fmla="*/ 579676 w 2271642"/>
              <a:gd name="connsiteY600" fmla="*/ 1146324 h 3098448"/>
              <a:gd name="connsiteX601" fmla="*/ 532196 w 2271642"/>
              <a:gd name="connsiteY601" fmla="*/ 1162511 h 3098448"/>
              <a:gd name="connsiteX602" fmla="*/ 532196 w 2271642"/>
              <a:gd name="connsiteY602" fmla="*/ 1162507 h 3098448"/>
              <a:gd name="connsiteX603" fmla="*/ 454964 w 2271642"/>
              <a:gd name="connsiteY603" fmla="*/ 1187008 h 3098448"/>
              <a:gd name="connsiteX604" fmla="*/ 376300 w 2271642"/>
              <a:gd name="connsiteY604" fmla="*/ 1208299 h 3098448"/>
              <a:gd name="connsiteX605" fmla="*/ 293329 w 2271642"/>
              <a:gd name="connsiteY605" fmla="*/ 1193131 h 3098448"/>
              <a:gd name="connsiteX606" fmla="*/ 272334 w 2271642"/>
              <a:gd name="connsiteY606" fmla="*/ 1178199 h 3098448"/>
              <a:gd name="connsiteX607" fmla="*/ 272785 w 2271642"/>
              <a:gd name="connsiteY607" fmla="*/ 1134885 h 3098448"/>
              <a:gd name="connsiteX608" fmla="*/ 251690 w 2271642"/>
              <a:gd name="connsiteY608" fmla="*/ 1142682 h 3098448"/>
              <a:gd name="connsiteX609" fmla="*/ 261499 w 2271642"/>
              <a:gd name="connsiteY609" fmla="*/ 1113640 h 3098448"/>
              <a:gd name="connsiteX610" fmla="*/ 311792 w 2271642"/>
              <a:gd name="connsiteY610" fmla="*/ 1072343 h 3098448"/>
              <a:gd name="connsiteX611" fmla="*/ 354167 w 2271642"/>
              <a:gd name="connsiteY611" fmla="*/ 1046099 h 3098448"/>
              <a:gd name="connsiteX612" fmla="*/ 361602 w 2271642"/>
              <a:gd name="connsiteY612" fmla="*/ 1032685 h 3098448"/>
              <a:gd name="connsiteX613" fmla="*/ 367094 w 2271642"/>
              <a:gd name="connsiteY613" fmla="*/ 1024900 h 3098448"/>
              <a:gd name="connsiteX614" fmla="*/ 394161 w 2271642"/>
              <a:gd name="connsiteY614" fmla="*/ 1004256 h 3098448"/>
              <a:gd name="connsiteX615" fmla="*/ 508849 w 2271642"/>
              <a:gd name="connsiteY615" fmla="*/ 922313 h 3098448"/>
              <a:gd name="connsiteX616" fmla="*/ 522310 w 2271642"/>
              <a:gd name="connsiteY616" fmla="*/ 915526 h 3098448"/>
              <a:gd name="connsiteX617" fmla="*/ 521878 w 2271642"/>
              <a:gd name="connsiteY617" fmla="*/ 926369 h 3098448"/>
              <a:gd name="connsiteX618" fmla="*/ 522310 w 2271642"/>
              <a:gd name="connsiteY618" fmla="*/ 915527 h 3098448"/>
              <a:gd name="connsiteX619" fmla="*/ 547421 w 2271642"/>
              <a:gd name="connsiteY619" fmla="*/ 903584 h 3098448"/>
              <a:gd name="connsiteX620" fmla="*/ 576819 w 2271642"/>
              <a:gd name="connsiteY620" fmla="*/ 887791 h 3098448"/>
              <a:gd name="connsiteX621" fmla="*/ 585127 w 2271642"/>
              <a:gd name="connsiteY621" fmla="*/ 885164 h 3098448"/>
              <a:gd name="connsiteX622" fmla="*/ 588505 w 2271642"/>
              <a:gd name="connsiteY622" fmla="*/ 884722 h 3098448"/>
              <a:gd name="connsiteX623" fmla="*/ 975256 w 2271642"/>
              <a:gd name="connsiteY623" fmla="*/ 871952 h 3098448"/>
              <a:gd name="connsiteX624" fmla="*/ 974298 w 2271642"/>
              <a:gd name="connsiteY624" fmla="*/ 875762 h 3098448"/>
              <a:gd name="connsiteX625" fmla="*/ 988277 w 2271642"/>
              <a:gd name="connsiteY625" fmla="*/ 880497 h 3098448"/>
              <a:gd name="connsiteX626" fmla="*/ 989654 w 2271642"/>
              <a:gd name="connsiteY626" fmla="*/ 875802 h 3098448"/>
              <a:gd name="connsiteX627" fmla="*/ 975256 w 2271642"/>
              <a:gd name="connsiteY627" fmla="*/ 871952 h 3098448"/>
              <a:gd name="connsiteX628" fmla="*/ 955855 w 2271642"/>
              <a:gd name="connsiteY628" fmla="*/ 867015 h 3098448"/>
              <a:gd name="connsiteX629" fmla="*/ 945801 w 2271642"/>
              <a:gd name="connsiteY629" fmla="*/ 871936 h 3098448"/>
              <a:gd name="connsiteX630" fmla="*/ 948784 w 2271642"/>
              <a:gd name="connsiteY630" fmla="*/ 876515 h 3098448"/>
              <a:gd name="connsiteX631" fmla="*/ 957754 w 2271642"/>
              <a:gd name="connsiteY631" fmla="*/ 870183 h 3098448"/>
              <a:gd name="connsiteX632" fmla="*/ 955855 w 2271642"/>
              <a:gd name="connsiteY632" fmla="*/ 867015 h 3098448"/>
              <a:gd name="connsiteX633" fmla="*/ 816879 w 2271642"/>
              <a:gd name="connsiteY633" fmla="*/ 845698 h 3098448"/>
              <a:gd name="connsiteX634" fmla="*/ 814187 w 2271642"/>
              <a:gd name="connsiteY634" fmla="*/ 859120 h 3098448"/>
              <a:gd name="connsiteX635" fmla="*/ 808801 w 2271642"/>
              <a:gd name="connsiteY635" fmla="*/ 913042 h 3098448"/>
              <a:gd name="connsiteX636" fmla="*/ 814188 w 2271642"/>
              <a:gd name="connsiteY636" fmla="*/ 859122 h 3098448"/>
              <a:gd name="connsiteX637" fmla="*/ 709253 w 2271642"/>
              <a:gd name="connsiteY637" fmla="*/ 828477 h 3098448"/>
              <a:gd name="connsiteX638" fmla="*/ 712336 w 2271642"/>
              <a:gd name="connsiteY638" fmla="*/ 855495 h 3098448"/>
              <a:gd name="connsiteX639" fmla="*/ 705885 w 2271642"/>
              <a:gd name="connsiteY639" fmla="*/ 921319 h 3098448"/>
              <a:gd name="connsiteX640" fmla="*/ 707546 w 2271642"/>
              <a:gd name="connsiteY640" fmla="*/ 936615 h 3098448"/>
              <a:gd name="connsiteX641" fmla="*/ 705886 w 2271642"/>
              <a:gd name="connsiteY641" fmla="*/ 921319 h 3098448"/>
              <a:gd name="connsiteX642" fmla="*/ 712337 w 2271642"/>
              <a:gd name="connsiteY642" fmla="*/ 855495 h 3098448"/>
              <a:gd name="connsiteX643" fmla="*/ 713378 w 2271642"/>
              <a:gd name="connsiteY643" fmla="*/ 841623 h 3098448"/>
              <a:gd name="connsiteX644" fmla="*/ 818907 w 2271642"/>
              <a:gd name="connsiteY644" fmla="*/ 786874 h 3098448"/>
              <a:gd name="connsiteX645" fmla="*/ 819916 w 2271642"/>
              <a:gd name="connsiteY645" fmla="*/ 809049 h 3098448"/>
              <a:gd name="connsiteX646" fmla="*/ 819934 w 2271642"/>
              <a:gd name="connsiteY646" fmla="*/ 817185 h 3098448"/>
              <a:gd name="connsiteX647" fmla="*/ 819916 w 2271642"/>
              <a:gd name="connsiteY647" fmla="*/ 809047 h 3098448"/>
              <a:gd name="connsiteX648" fmla="*/ 908664 w 2271642"/>
              <a:gd name="connsiteY648" fmla="*/ 781182 h 3098448"/>
              <a:gd name="connsiteX649" fmla="*/ 937865 w 2271642"/>
              <a:gd name="connsiteY649" fmla="*/ 782800 h 3098448"/>
              <a:gd name="connsiteX650" fmla="*/ 942871 w 2271642"/>
              <a:gd name="connsiteY650" fmla="*/ 781528 h 3098448"/>
              <a:gd name="connsiteX651" fmla="*/ 940673 w 2271642"/>
              <a:gd name="connsiteY651" fmla="*/ 808677 h 3098448"/>
              <a:gd name="connsiteX652" fmla="*/ 933266 w 2271642"/>
              <a:gd name="connsiteY652" fmla="*/ 873734 h 3098448"/>
              <a:gd name="connsiteX653" fmla="*/ 890992 w 2271642"/>
              <a:gd name="connsiteY653" fmla="*/ 867889 h 3098448"/>
              <a:gd name="connsiteX654" fmla="*/ 893274 w 2271642"/>
              <a:gd name="connsiteY654" fmla="*/ 856754 h 3098448"/>
              <a:gd name="connsiteX655" fmla="*/ 904752 w 2271642"/>
              <a:gd name="connsiteY655" fmla="*/ 828783 h 3098448"/>
              <a:gd name="connsiteX656" fmla="*/ 902650 w 2271642"/>
              <a:gd name="connsiteY656" fmla="*/ 820228 h 3098448"/>
              <a:gd name="connsiteX657" fmla="*/ 908663 w 2271642"/>
              <a:gd name="connsiteY657" fmla="*/ 781182 h 3098448"/>
              <a:gd name="connsiteX658" fmla="*/ 894054 w 2271642"/>
              <a:gd name="connsiteY658" fmla="*/ 779600 h 3098448"/>
              <a:gd name="connsiteX659" fmla="*/ 908660 w 2271642"/>
              <a:gd name="connsiteY659" fmla="*/ 781183 h 3098448"/>
              <a:gd name="connsiteX660" fmla="*/ 902647 w 2271642"/>
              <a:gd name="connsiteY660" fmla="*/ 820231 h 3098448"/>
              <a:gd name="connsiteX661" fmla="*/ 904749 w 2271642"/>
              <a:gd name="connsiteY661" fmla="*/ 828784 h 3098448"/>
              <a:gd name="connsiteX662" fmla="*/ 893272 w 2271642"/>
              <a:gd name="connsiteY662" fmla="*/ 856756 h 3098448"/>
              <a:gd name="connsiteX663" fmla="*/ 890990 w 2271642"/>
              <a:gd name="connsiteY663" fmla="*/ 867890 h 3098448"/>
              <a:gd name="connsiteX664" fmla="*/ 871448 w 2271642"/>
              <a:gd name="connsiteY664" fmla="*/ 867214 h 3098448"/>
              <a:gd name="connsiteX665" fmla="*/ 889639 w 2271642"/>
              <a:gd name="connsiteY665" fmla="*/ 874495 h 3098448"/>
              <a:gd name="connsiteX666" fmla="*/ 886784 w 2271642"/>
              <a:gd name="connsiteY666" fmla="*/ 891180 h 3098448"/>
              <a:gd name="connsiteX667" fmla="*/ 886784 w 2271642"/>
              <a:gd name="connsiteY667" fmla="*/ 891181 h 3098448"/>
              <a:gd name="connsiteX668" fmla="*/ 886785 w 2271642"/>
              <a:gd name="connsiteY668" fmla="*/ 891182 h 3098448"/>
              <a:gd name="connsiteX669" fmla="*/ 889641 w 2271642"/>
              <a:gd name="connsiteY669" fmla="*/ 874497 h 3098448"/>
              <a:gd name="connsiteX670" fmla="*/ 889639 w 2271642"/>
              <a:gd name="connsiteY670" fmla="*/ 874497 h 3098448"/>
              <a:gd name="connsiteX671" fmla="*/ 890990 w 2271642"/>
              <a:gd name="connsiteY671" fmla="*/ 867893 h 3098448"/>
              <a:gd name="connsiteX672" fmla="*/ 911729 w 2271642"/>
              <a:gd name="connsiteY672" fmla="*/ 866835 h 3098448"/>
              <a:gd name="connsiteX673" fmla="*/ 933265 w 2271642"/>
              <a:gd name="connsiteY673" fmla="*/ 873737 h 3098448"/>
              <a:gd name="connsiteX674" fmla="*/ 933207 w 2271642"/>
              <a:gd name="connsiteY674" fmla="*/ 874219 h 3098448"/>
              <a:gd name="connsiteX675" fmla="*/ 894013 w 2271642"/>
              <a:gd name="connsiteY675" fmla="*/ 874470 h 3098448"/>
              <a:gd name="connsiteX676" fmla="*/ 933210 w 2271642"/>
              <a:gd name="connsiteY676" fmla="*/ 874220 h 3098448"/>
              <a:gd name="connsiteX677" fmla="*/ 933114 w 2271642"/>
              <a:gd name="connsiteY677" fmla="*/ 875058 h 3098448"/>
              <a:gd name="connsiteX678" fmla="*/ 924820 w 2271642"/>
              <a:gd name="connsiteY678" fmla="*/ 990089 h 3098448"/>
              <a:gd name="connsiteX679" fmla="*/ 929147 w 2271642"/>
              <a:gd name="connsiteY679" fmla="*/ 1015344 h 3098448"/>
              <a:gd name="connsiteX680" fmla="*/ 924776 w 2271642"/>
              <a:gd name="connsiteY680" fmla="*/ 1054522 h 3098448"/>
              <a:gd name="connsiteX681" fmla="*/ 865482 w 2271642"/>
              <a:gd name="connsiteY681" fmla="*/ 1064978 h 3098448"/>
              <a:gd name="connsiteX682" fmla="*/ 816515 w 2271642"/>
              <a:gd name="connsiteY682" fmla="*/ 1073911 h 3098448"/>
              <a:gd name="connsiteX683" fmla="*/ 805020 w 2271642"/>
              <a:gd name="connsiteY683" fmla="*/ 1073379 h 3098448"/>
              <a:gd name="connsiteX684" fmla="*/ 866485 w 2271642"/>
              <a:gd name="connsiteY684" fmla="*/ 1044499 h 3098448"/>
              <a:gd name="connsiteX685" fmla="*/ 797960 w 2271642"/>
              <a:gd name="connsiteY685" fmla="*/ 1056079 h 3098448"/>
              <a:gd name="connsiteX686" fmla="*/ 794472 w 2271642"/>
              <a:gd name="connsiteY686" fmla="*/ 1056861 h 3098448"/>
              <a:gd name="connsiteX687" fmla="*/ 794472 w 2271642"/>
              <a:gd name="connsiteY687" fmla="*/ 1056864 h 3098448"/>
              <a:gd name="connsiteX688" fmla="*/ 711351 w 2271642"/>
              <a:gd name="connsiteY688" fmla="*/ 1079066 h 3098448"/>
              <a:gd name="connsiteX689" fmla="*/ 707817 w 2271642"/>
              <a:gd name="connsiteY689" fmla="*/ 1080202 h 3098448"/>
              <a:gd name="connsiteX690" fmla="*/ 706639 w 2271642"/>
              <a:gd name="connsiteY690" fmla="*/ 1079276 h 3098448"/>
              <a:gd name="connsiteX691" fmla="*/ 706637 w 2271642"/>
              <a:gd name="connsiteY691" fmla="*/ 1079276 h 3098448"/>
              <a:gd name="connsiteX692" fmla="*/ 707816 w 2271642"/>
              <a:gd name="connsiteY692" fmla="*/ 1080204 h 3098448"/>
              <a:gd name="connsiteX693" fmla="*/ 651027 w 2271642"/>
              <a:gd name="connsiteY693" fmla="*/ 1098541 h 3098448"/>
              <a:gd name="connsiteX694" fmla="*/ 650062 w 2271642"/>
              <a:gd name="connsiteY694" fmla="*/ 1099061 h 3098448"/>
              <a:gd name="connsiteX695" fmla="*/ 650062 w 2271642"/>
              <a:gd name="connsiteY695" fmla="*/ 1099058 h 3098448"/>
              <a:gd name="connsiteX696" fmla="*/ 622838 w 2271642"/>
              <a:gd name="connsiteY696" fmla="*/ 1119027 h 3098448"/>
              <a:gd name="connsiteX697" fmla="*/ 596428 w 2271642"/>
              <a:gd name="connsiteY697" fmla="*/ 1138177 h 3098448"/>
              <a:gd name="connsiteX698" fmla="*/ 594015 w 2271642"/>
              <a:gd name="connsiteY698" fmla="*/ 1121608 h 3098448"/>
              <a:gd name="connsiteX699" fmla="*/ 599210 w 2271642"/>
              <a:gd name="connsiteY699" fmla="*/ 1068542 h 3098448"/>
              <a:gd name="connsiteX700" fmla="*/ 594015 w 2271642"/>
              <a:gd name="connsiteY700" fmla="*/ 1038179 h 3098448"/>
              <a:gd name="connsiteX701" fmla="*/ 598510 w 2271642"/>
              <a:gd name="connsiteY701" fmla="*/ 998308 h 3098448"/>
              <a:gd name="connsiteX702" fmla="*/ 590623 w 2271642"/>
              <a:gd name="connsiteY702" fmla="*/ 983901 h 3098448"/>
              <a:gd name="connsiteX703" fmla="*/ 597004 w 2271642"/>
              <a:gd name="connsiteY703" fmla="*/ 974350 h 3098448"/>
              <a:gd name="connsiteX704" fmla="*/ 591444 w 2271642"/>
              <a:gd name="connsiteY704" fmla="*/ 969978 h 3098448"/>
              <a:gd name="connsiteX705" fmla="*/ 591918 w 2271642"/>
              <a:gd name="connsiteY705" fmla="*/ 962026 h 3098448"/>
              <a:gd name="connsiteX706" fmla="*/ 594542 w 2271642"/>
              <a:gd name="connsiteY706" fmla="*/ 928649 h 3098448"/>
              <a:gd name="connsiteX707" fmla="*/ 588508 w 2271642"/>
              <a:gd name="connsiteY707" fmla="*/ 884720 h 3098448"/>
              <a:gd name="connsiteX708" fmla="*/ 603705 w 2271642"/>
              <a:gd name="connsiteY708" fmla="*/ 870378 h 3098448"/>
              <a:gd name="connsiteX709" fmla="*/ 613238 w 2271642"/>
              <a:gd name="connsiteY709" fmla="*/ 864770 h 3098448"/>
              <a:gd name="connsiteX710" fmla="*/ 615796 w 2271642"/>
              <a:gd name="connsiteY710" fmla="*/ 875425 h 3098448"/>
              <a:gd name="connsiteX711" fmla="*/ 620459 w 2271642"/>
              <a:gd name="connsiteY711" fmla="*/ 874357 h 3098448"/>
              <a:gd name="connsiteX712" fmla="*/ 645794 w 2271642"/>
              <a:gd name="connsiteY712" fmla="*/ 845535 h 3098448"/>
              <a:gd name="connsiteX713" fmla="*/ 648290 w 2271642"/>
              <a:gd name="connsiteY713" fmla="*/ 844593 h 3098448"/>
              <a:gd name="connsiteX714" fmla="*/ 641042 w 2271642"/>
              <a:gd name="connsiteY714" fmla="*/ 967621 h 3098448"/>
              <a:gd name="connsiteX715" fmla="*/ 641042 w 2271642"/>
              <a:gd name="connsiteY715" fmla="*/ 967622 h 3098448"/>
              <a:gd name="connsiteX716" fmla="*/ 644198 w 2271642"/>
              <a:gd name="connsiteY716" fmla="*/ 905736 h 3098448"/>
              <a:gd name="connsiteX717" fmla="*/ 648290 w 2271642"/>
              <a:gd name="connsiteY717" fmla="*/ 844594 h 3098448"/>
              <a:gd name="connsiteX718" fmla="*/ 709661 w 2271642"/>
              <a:gd name="connsiteY718" fmla="*/ 822998 h 3098448"/>
              <a:gd name="connsiteX719" fmla="*/ 709259 w 2271642"/>
              <a:gd name="connsiteY719" fmla="*/ 828404 h 3098448"/>
              <a:gd name="connsiteX720" fmla="*/ 709662 w 2271642"/>
              <a:gd name="connsiteY720" fmla="*/ 822999 h 3098448"/>
              <a:gd name="connsiteX721" fmla="*/ 733518 w 2271642"/>
              <a:gd name="connsiteY721" fmla="*/ 815869 h 3098448"/>
              <a:gd name="connsiteX722" fmla="*/ 733518 w 2271642"/>
              <a:gd name="connsiteY722" fmla="*/ 815869 h 3098448"/>
              <a:gd name="connsiteX723" fmla="*/ 734773 w 2271642"/>
              <a:gd name="connsiteY723" fmla="*/ 815492 h 3098448"/>
              <a:gd name="connsiteX724" fmla="*/ 751382 w 2271642"/>
              <a:gd name="connsiteY724" fmla="*/ 807459 h 3098448"/>
              <a:gd name="connsiteX725" fmla="*/ 775559 w 2271642"/>
              <a:gd name="connsiteY725" fmla="*/ 797732 h 3098448"/>
              <a:gd name="connsiteX726" fmla="*/ 797555 w 2271642"/>
              <a:gd name="connsiteY726" fmla="*/ 790259 h 3098448"/>
              <a:gd name="connsiteX727" fmla="*/ 812031 w 2271642"/>
              <a:gd name="connsiteY727" fmla="*/ 785304 h 3098448"/>
              <a:gd name="connsiteX728" fmla="*/ 818804 w 2271642"/>
              <a:gd name="connsiteY728" fmla="*/ 784667 h 3098448"/>
              <a:gd name="connsiteX729" fmla="*/ 818802 w 2271642"/>
              <a:gd name="connsiteY729" fmla="*/ 784666 h 3098448"/>
              <a:gd name="connsiteX730" fmla="*/ 894054 w 2271642"/>
              <a:gd name="connsiteY730" fmla="*/ 779600 h 3098448"/>
              <a:gd name="connsiteX731" fmla="*/ 1756345 w 2271642"/>
              <a:gd name="connsiteY731" fmla="*/ 771382 h 3098448"/>
              <a:gd name="connsiteX732" fmla="*/ 1743028 w 2271642"/>
              <a:gd name="connsiteY732" fmla="*/ 783626 h 3098448"/>
              <a:gd name="connsiteX733" fmla="*/ 1745960 w 2271642"/>
              <a:gd name="connsiteY733" fmla="*/ 787069 h 3098448"/>
              <a:gd name="connsiteX734" fmla="*/ 1760670 w 2271642"/>
              <a:gd name="connsiteY734" fmla="*/ 776348 h 3098448"/>
              <a:gd name="connsiteX735" fmla="*/ 1756345 w 2271642"/>
              <a:gd name="connsiteY735" fmla="*/ 771382 h 3098448"/>
              <a:gd name="connsiteX736" fmla="*/ 1767793 w 2271642"/>
              <a:gd name="connsiteY736" fmla="*/ 754796 h 3098448"/>
              <a:gd name="connsiteX737" fmla="*/ 1756744 w 2271642"/>
              <a:gd name="connsiteY737" fmla="*/ 760546 h 3098448"/>
              <a:gd name="connsiteX738" fmla="*/ 1765989 w 2271642"/>
              <a:gd name="connsiteY738" fmla="*/ 767456 h 3098448"/>
              <a:gd name="connsiteX739" fmla="*/ 1771470 w 2271642"/>
              <a:gd name="connsiteY739" fmla="*/ 757641 h 3098448"/>
              <a:gd name="connsiteX740" fmla="*/ 1767793 w 2271642"/>
              <a:gd name="connsiteY740" fmla="*/ 754796 h 3098448"/>
              <a:gd name="connsiteX741" fmla="*/ 736535 w 2271642"/>
              <a:gd name="connsiteY741" fmla="*/ 539951 h 3098448"/>
              <a:gd name="connsiteX742" fmla="*/ 736715 w 2271642"/>
              <a:gd name="connsiteY742" fmla="*/ 541579 h 3098448"/>
              <a:gd name="connsiteX743" fmla="*/ 736716 w 2271642"/>
              <a:gd name="connsiteY743" fmla="*/ 541579 h 3098448"/>
              <a:gd name="connsiteX744" fmla="*/ 736489 w 2271642"/>
              <a:gd name="connsiteY744" fmla="*/ 539531 h 3098448"/>
              <a:gd name="connsiteX745" fmla="*/ 736489 w 2271642"/>
              <a:gd name="connsiteY745" fmla="*/ 539533 h 3098448"/>
              <a:gd name="connsiteX746" fmla="*/ 736490 w 2271642"/>
              <a:gd name="connsiteY746" fmla="*/ 539533 h 3098448"/>
              <a:gd name="connsiteX747" fmla="*/ 797289 w 2271642"/>
              <a:gd name="connsiteY747" fmla="*/ 527317 h 3098448"/>
              <a:gd name="connsiteX748" fmla="*/ 795496 w 2271642"/>
              <a:gd name="connsiteY748" fmla="*/ 527790 h 3098448"/>
              <a:gd name="connsiteX749" fmla="*/ 797287 w 2271642"/>
              <a:gd name="connsiteY749" fmla="*/ 527318 h 3098448"/>
              <a:gd name="connsiteX750" fmla="*/ 798259 w 2271642"/>
              <a:gd name="connsiteY750" fmla="*/ 534937 h 3098448"/>
              <a:gd name="connsiteX751" fmla="*/ 767102 w 2271642"/>
              <a:gd name="connsiteY751" fmla="*/ 540150 h 3098448"/>
              <a:gd name="connsiteX752" fmla="*/ 798261 w 2271642"/>
              <a:gd name="connsiteY752" fmla="*/ 534938 h 3098448"/>
              <a:gd name="connsiteX753" fmla="*/ 797289 w 2271642"/>
              <a:gd name="connsiteY753" fmla="*/ 527317 h 3098448"/>
              <a:gd name="connsiteX754" fmla="*/ 474382 w 2271642"/>
              <a:gd name="connsiteY754" fmla="*/ 492686 h 3098448"/>
              <a:gd name="connsiteX755" fmla="*/ 473287 w 2271642"/>
              <a:gd name="connsiteY755" fmla="*/ 497672 h 3098448"/>
              <a:gd name="connsiteX756" fmla="*/ 474383 w 2271642"/>
              <a:gd name="connsiteY756" fmla="*/ 492687 h 3098448"/>
              <a:gd name="connsiteX757" fmla="*/ 901911 w 2271642"/>
              <a:gd name="connsiteY757" fmla="*/ 485734 h 3098448"/>
              <a:gd name="connsiteX758" fmla="*/ 903290 w 2271642"/>
              <a:gd name="connsiteY758" fmla="*/ 491312 h 3098448"/>
              <a:gd name="connsiteX759" fmla="*/ 903542 w 2271642"/>
              <a:gd name="connsiteY759" fmla="*/ 493782 h 3098448"/>
              <a:gd name="connsiteX760" fmla="*/ 903290 w 2271642"/>
              <a:gd name="connsiteY760" fmla="*/ 491311 h 3098448"/>
              <a:gd name="connsiteX761" fmla="*/ 647795 w 2271642"/>
              <a:gd name="connsiteY761" fmla="*/ 457489 h 3098448"/>
              <a:gd name="connsiteX762" fmla="*/ 615863 w 2271642"/>
              <a:gd name="connsiteY762" fmla="*/ 473958 h 3098448"/>
              <a:gd name="connsiteX763" fmla="*/ 615666 w 2271642"/>
              <a:gd name="connsiteY763" fmla="*/ 485905 h 3098448"/>
              <a:gd name="connsiteX764" fmla="*/ 609252 w 2271642"/>
              <a:gd name="connsiteY764" fmla="*/ 497298 h 3098448"/>
              <a:gd name="connsiteX765" fmla="*/ 609253 w 2271642"/>
              <a:gd name="connsiteY765" fmla="*/ 497301 h 3098448"/>
              <a:gd name="connsiteX766" fmla="*/ 615667 w 2271642"/>
              <a:gd name="connsiteY766" fmla="*/ 485909 h 3098448"/>
              <a:gd name="connsiteX767" fmla="*/ 615863 w 2271642"/>
              <a:gd name="connsiteY767" fmla="*/ 473963 h 3098448"/>
              <a:gd name="connsiteX768" fmla="*/ 647794 w 2271642"/>
              <a:gd name="connsiteY768" fmla="*/ 457495 h 3098448"/>
              <a:gd name="connsiteX769" fmla="*/ 679147 w 2271642"/>
              <a:gd name="connsiteY769" fmla="*/ 485030 h 3098448"/>
              <a:gd name="connsiteX770" fmla="*/ 685905 w 2271642"/>
              <a:gd name="connsiteY770" fmla="*/ 538924 h 3098448"/>
              <a:gd name="connsiteX771" fmla="*/ 693920 w 2271642"/>
              <a:gd name="connsiteY771" fmla="*/ 558640 h 3098448"/>
              <a:gd name="connsiteX772" fmla="*/ 693922 w 2271642"/>
              <a:gd name="connsiteY772" fmla="*/ 558637 h 3098448"/>
              <a:gd name="connsiteX773" fmla="*/ 685905 w 2271642"/>
              <a:gd name="connsiteY773" fmla="*/ 538919 h 3098448"/>
              <a:gd name="connsiteX774" fmla="*/ 679147 w 2271642"/>
              <a:gd name="connsiteY774" fmla="*/ 485025 h 3098448"/>
              <a:gd name="connsiteX775" fmla="*/ 647795 w 2271642"/>
              <a:gd name="connsiteY775" fmla="*/ 457489 h 3098448"/>
              <a:gd name="connsiteX776" fmla="*/ 451737 w 2271642"/>
              <a:gd name="connsiteY776" fmla="*/ 453897 h 3098448"/>
              <a:gd name="connsiteX777" fmla="*/ 450097 w 2271642"/>
              <a:gd name="connsiteY777" fmla="*/ 457820 h 3098448"/>
              <a:gd name="connsiteX778" fmla="*/ 450098 w 2271642"/>
              <a:gd name="connsiteY778" fmla="*/ 457819 h 3098448"/>
              <a:gd name="connsiteX779" fmla="*/ 443969 w 2271642"/>
              <a:gd name="connsiteY779" fmla="*/ 444573 h 3098448"/>
              <a:gd name="connsiteX780" fmla="*/ 441784 w 2271642"/>
              <a:gd name="connsiteY780" fmla="*/ 446620 h 3098448"/>
              <a:gd name="connsiteX781" fmla="*/ 441785 w 2271642"/>
              <a:gd name="connsiteY781" fmla="*/ 446621 h 3098448"/>
              <a:gd name="connsiteX782" fmla="*/ 443970 w 2271642"/>
              <a:gd name="connsiteY782" fmla="*/ 444575 h 3098448"/>
              <a:gd name="connsiteX783" fmla="*/ 1190793 w 2271642"/>
              <a:gd name="connsiteY783" fmla="*/ 399058 h 3098448"/>
              <a:gd name="connsiteX784" fmla="*/ 1192279 w 2271642"/>
              <a:gd name="connsiteY784" fmla="*/ 413534 h 3098448"/>
              <a:gd name="connsiteX785" fmla="*/ 1195098 w 2271642"/>
              <a:gd name="connsiteY785" fmla="*/ 413419 h 3098448"/>
              <a:gd name="connsiteX786" fmla="*/ 1195894 w 2271642"/>
              <a:gd name="connsiteY786" fmla="*/ 399310 h 3098448"/>
              <a:gd name="connsiteX787" fmla="*/ 1190793 w 2271642"/>
              <a:gd name="connsiteY787" fmla="*/ 399058 h 3098448"/>
              <a:gd name="connsiteX788" fmla="*/ 425018 w 2271642"/>
              <a:gd name="connsiteY788" fmla="*/ 381861 h 3098448"/>
              <a:gd name="connsiteX789" fmla="*/ 424924 w 2271642"/>
              <a:gd name="connsiteY789" fmla="*/ 384980 h 3098448"/>
              <a:gd name="connsiteX790" fmla="*/ 430299 w 2271642"/>
              <a:gd name="connsiteY790" fmla="*/ 382330 h 3098448"/>
              <a:gd name="connsiteX791" fmla="*/ 436151 w 2271642"/>
              <a:gd name="connsiteY791" fmla="*/ 388237 h 3098448"/>
              <a:gd name="connsiteX792" fmla="*/ 440504 w 2271642"/>
              <a:gd name="connsiteY792" fmla="*/ 388225 h 3098448"/>
              <a:gd name="connsiteX793" fmla="*/ 441177 w 2271642"/>
              <a:gd name="connsiteY793" fmla="*/ 392886 h 3098448"/>
              <a:gd name="connsiteX794" fmla="*/ 455100 w 2271642"/>
              <a:gd name="connsiteY794" fmla="*/ 395496 h 3098448"/>
              <a:gd name="connsiteX795" fmla="*/ 460945 w 2271642"/>
              <a:gd name="connsiteY795" fmla="*/ 398793 h 3098448"/>
              <a:gd name="connsiteX796" fmla="*/ 465012 w 2271642"/>
              <a:gd name="connsiteY796" fmla="*/ 405540 h 3098448"/>
              <a:gd name="connsiteX797" fmla="*/ 470165 w 2271642"/>
              <a:gd name="connsiteY797" fmla="*/ 413333 h 3098448"/>
              <a:gd name="connsiteX798" fmla="*/ 478518 w 2271642"/>
              <a:gd name="connsiteY798" fmla="*/ 417666 h 3098448"/>
              <a:gd name="connsiteX799" fmla="*/ 486940 w 2271642"/>
              <a:gd name="connsiteY799" fmla="*/ 426561 h 3098448"/>
              <a:gd name="connsiteX800" fmla="*/ 486942 w 2271642"/>
              <a:gd name="connsiteY800" fmla="*/ 426559 h 3098448"/>
              <a:gd name="connsiteX801" fmla="*/ 470167 w 2271642"/>
              <a:gd name="connsiteY801" fmla="*/ 413330 h 3098448"/>
              <a:gd name="connsiteX802" fmla="*/ 465013 w 2271642"/>
              <a:gd name="connsiteY802" fmla="*/ 405537 h 3098448"/>
              <a:gd name="connsiteX803" fmla="*/ 460946 w 2271642"/>
              <a:gd name="connsiteY803" fmla="*/ 398791 h 3098448"/>
              <a:gd name="connsiteX804" fmla="*/ 455101 w 2271642"/>
              <a:gd name="connsiteY804" fmla="*/ 395493 h 3098448"/>
              <a:gd name="connsiteX805" fmla="*/ 441179 w 2271642"/>
              <a:gd name="connsiteY805" fmla="*/ 392883 h 3098448"/>
              <a:gd name="connsiteX806" fmla="*/ 440504 w 2271642"/>
              <a:gd name="connsiteY806" fmla="*/ 388223 h 3098448"/>
              <a:gd name="connsiteX807" fmla="*/ 436152 w 2271642"/>
              <a:gd name="connsiteY807" fmla="*/ 388233 h 3098448"/>
              <a:gd name="connsiteX808" fmla="*/ 430300 w 2271642"/>
              <a:gd name="connsiteY808" fmla="*/ 382327 h 3098448"/>
              <a:gd name="connsiteX809" fmla="*/ 424925 w 2271642"/>
              <a:gd name="connsiteY809" fmla="*/ 384977 h 3098448"/>
              <a:gd name="connsiteX810" fmla="*/ 417717 w 2271642"/>
              <a:gd name="connsiteY810" fmla="*/ 372533 h 3098448"/>
              <a:gd name="connsiteX811" fmla="*/ 408264 w 2271642"/>
              <a:gd name="connsiteY811" fmla="*/ 376304 h 3098448"/>
              <a:gd name="connsiteX812" fmla="*/ 383828 w 2271642"/>
              <a:gd name="connsiteY812" fmla="*/ 376458 h 3098448"/>
              <a:gd name="connsiteX813" fmla="*/ 383827 w 2271642"/>
              <a:gd name="connsiteY813" fmla="*/ 376461 h 3098448"/>
              <a:gd name="connsiteX814" fmla="*/ 408263 w 2271642"/>
              <a:gd name="connsiteY814" fmla="*/ 376307 h 3098448"/>
              <a:gd name="connsiteX815" fmla="*/ 417716 w 2271642"/>
              <a:gd name="connsiteY815" fmla="*/ 372536 h 3098448"/>
              <a:gd name="connsiteX816" fmla="*/ 421346 w 2271642"/>
              <a:gd name="connsiteY816" fmla="*/ 382624 h 3098448"/>
              <a:gd name="connsiteX817" fmla="*/ 425026 w 2271642"/>
              <a:gd name="connsiteY817" fmla="*/ 381602 h 3098448"/>
              <a:gd name="connsiteX818" fmla="*/ 425026 w 2271642"/>
              <a:gd name="connsiteY818" fmla="*/ 381600 h 3098448"/>
              <a:gd name="connsiteX819" fmla="*/ 421347 w 2271642"/>
              <a:gd name="connsiteY819" fmla="*/ 382620 h 3098448"/>
              <a:gd name="connsiteX820" fmla="*/ 417717 w 2271642"/>
              <a:gd name="connsiteY820" fmla="*/ 372533 h 3098448"/>
              <a:gd name="connsiteX821" fmla="*/ 1193734 w 2271642"/>
              <a:gd name="connsiteY821" fmla="*/ 367601 h 3098448"/>
              <a:gd name="connsiteX822" fmla="*/ 1193735 w 2271642"/>
              <a:gd name="connsiteY822" fmla="*/ 367602 h 3098448"/>
              <a:gd name="connsiteX823" fmla="*/ 1192004 w 2271642"/>
              <a:gd name="connsiteY823" fmla="*/ 380327 h 3098448"/>
              <a:gd name="connsiteX824" fmla="*/ 1195460 w 2271642"/>
              <a:gd name="connsiteY824" fmla="*/ 381087 h 3098448"/>
              <a:gd name="connsiteX825" fmla="*/ 1199272 w 2271642"/>
              <a:gd name="connsiteY825" fmla="*/ 369236 h 3098448"/>
              <a:gd name="connsiteX826" fmla="*/ 1193734 w 2271642"/>
              <a:gd name="connsiteY826" fmla="*/ 367601 h 3098448"/>
              <a:gd name="connsiteX827" fmla="*/ 746933 w 2271642"/>
              <a:gd name="connsiteY827" fmla="*/ 333754 h 3098448"/>
              <a:gd name="connsiteX828" fmla="*/ 812109 w 2271642"/>
              <a:gd name="connsiteY828" fmla="*/ 390686 h 3098448"/>
              <a:gd name="connsiteX829" fmla="*/ 863099 w 2271642"/>
              <a:gd name="connsiteY829" fmla="*/ 444771 h 3098448"/>
              <a:gd name="connsiteX830" fmla="*/ 892545 w 2271642"/>
              <a:gd name="connsiteY830" fmla="*/ 467018 h 3098448"/>
              <a:gd name="connsiteX831" fmla="*/ 898383 w 2271642"/>
              <a:gd name="connsiteY831" fmla="*/ 471474 h 3098448"/>
              <a:gd name="connsiteX832" fmla="*/ 898383 w 2271642"/>
              <a:gd name="connsiteY832" fmla="*/ 471475 h 3098448"/>
              <a:gd name="connsiteX833" fmla="*/ 898384 w 2271642"/>
              <a:gd name="connsiteY833" fmla="*/ 471474 h 3098448"/>
              <a:gd name="connsiteX834" fmla="*/ 898384 w 2271642"/>
              <a:gd name="connsiteY834" fmla="*/ 471476 h 3098448"/>
              <a:gd name="connsiteX835" fmla="*/ 908863 w 2271642"/>
              <a:gd name="connsiteY835" fmla="*/ 489915 h 3098448"/>
              <a:gd name="connsiteX836" fmla="*/ 905381 w 2271642"/>
              <a:gd name="connsiteY836" fmla="*/ 511764 h 3098448"/>
              <a:gd name="connsiteX837" fmla="*/ 905381 w 2271642"/>
              <a:gd name="connsiteY837" fmla="*/ 511769 h 3098448"/>
              <a:gd name="connsiteX838" fmla="*/ 902294 w 2271642"/>
              <a:gd name="connsiteY838" fmla="*/ 518330 h 3098448"/>
              <a:gd name="connsiteX839" fmla="*/ 895499 w 2271642"/>
              <a:gd name="connsiteY839" fmla="*/ 526830 h 3098448"/>
              <a:gd name="connsiteX840" fmla="*/ 894435 w 2271642"/>
              <a:gd name="connsiteY840" fmla="*/ 533680 h 3098448"/>
              <a:gd name="connsiteX841" fmla="*/ 905282 w 2271642"/>
              <a:gd name="connsiteY841" fmla="*/ 537179 h 3098448"/>
              <a:gd name="connsiteX842" fmla="*/ 905160 w 2271642"/>
              <a:gd name="connsiteY842" fmla="*/ 541497 h 3098448"/>
              <a:gd name="connsiteX843" fmla="*/ 904843 w 2271642"/>
              <a:gd name="connsiteY843" fmla="*/ 543736 h 3098448"/>
              <a:gd name="connsiteX844" fmla="*/ 888369 w 2271642"/>
              <a:gd name="connsiteY844" fmla="*/ 547381 h 3098448"/>
              <a:gd name="connsiteX845" fmla="*/ 885191 w 2271642"/>
              <a:gd name="connsiteY845" fmla="*/ 565700 h 3098448"/>
              <a:gd name="connsiteX846" fmla="*/ 914087 w 2271642"/>
              <a:gd name="connsiteY846" fmla="*/ 588438 h 3098448"/>
              <a:gd name="connsiteX847" fmla="*/ 914086 w 2271642"/>
              <a:gd name="connsiteY847" fmla="*/ 588436 h 3098448"/>
              <a:gd name="connsiteX848" fmla="*/ 952042 w 2271642"/>
              <a:gd name="connsiteY848" fmla="*/ 618290 h 3098448"/>
              <a:gd name="connsiteX849" fmla="*/ 951944 w 2271642"/>
              <a:gd name="connsiteY849" fmla="*/ 653327 h 3098448"/>
              <a:gd name="connsiteX850" fmla="*/ 914974 w 2271642"/>
              <a:gd name="connsiteY850" fmla="*/ 626289 h 3098448"/>
              <a:gd name="connsiteX851" fmla="*/ 914974 w 2271642"/>
              <a:gd name="connsiteY851" fmla="*/ 626290 h 3098448"/>
              <a:gd name="connsiteX852" fmla="*/ 857256 w 2271642"/>
              <a:gd name="connsiteY852" fmla="*/ 584768 h 3098448"/>
              <a:gd name="connsiteX853" fmla="*/ 821360 w 2271642"/>
              <a:gd name="connsiteY853" fmla="*/ 553087 h 3098448"/>
              <a:gd name="connsiteX854" fmla="*/ 809635 w 2271642"/>
              <a:gd name="connsiteY854" fmla="*/ 554248 h 3098448"/>
              <a:gd name="connsiteX855" fmla="*/ 809517 w 2271642"/>
              <a:gd name="connsiteY855" fmla="*/ 551858 h 3098448"/>
              <a:gd name="connsiteX856" fmla="*/ 800847 w 2271642"/>
              <a:gd name="connsiteY856" fmla="*/ 499867 h 3098448"/>
              <a:gd name="connsiteX857" fmla="*/ 789376 w 2271642"/>
              <a:gd name="connsiteY857" fmla="*/ 451679 h 3098448"/>
              <a:gd name="connsiteX858" fmla="*/ 778713 w 2271642"/>
              <a:gd name="connsiteY858" fmla="*/ 418415 h 3098448"/>
              <a:gd name="connsiteX859" fmla="*/ 760710 w 2271642"/>
              <a:gd name="connsiteY859" fmla="*/ 377887 h 3098448"/>
              <a:gd name="connsiteX860" fmla="*/ 760710 w 2271642"/>
              <a:gd name="connsiteY860" fmla="*/ 377884 h 3098448"/>
              <a:gd name="connsiteX861" fmla="*/ 747857 w 2271642"/>
              <a:gd name="connsiteY861" fmla="*/ 335064 h 3098448"/>
              <a:gd name="connsiteX862" fmla="*/ 746933 w 2271642"/>
              <a:gd name="connsiteY862" fmla="*/ 333754 h 3098448"/>
              <a:gd name="connsiteX863" fmla="*/ 1123210 w 2271642"/>
              <a:gd name="connsiteY863" fmla="*/ 329859 h 3098448"/>
              <a:gd name="connsiteX864" fmla="*/ 1118118 w 2271642"/>
              <a:gd name="connsiteY864" fmla="*/ 335512 h 3098448"/>
              <a:gd name="connsiteX865" fmla="*/ 1121875 w 2271642"/>
              <a:gd name="connsiteY865" fmla="*/ 345578 h 3098448"/>
              <a:gd name="connsiteX866" fmla="*/ 1123209 w 2271642"/>
              <a:gd name="connsiteY866" fmla="*/ 329864 h 3098448"/>
              <a:gd name="connsiteX867" fmla="*/ 1123209 w 2271642"/>
              <a:gd name="connsiteY867" fmla="*/ 329865 h 3098448"/>
              <a:gd name="connsiteX868" fmla="*/ 1165038 w 2271642"/>
              <a:gd name="connsiteY868" fmla="*/ 311256 h 3098448"/>
              <a:gd name="connsiteX869" fmla="*/ 1165037 w 2271642"/>
              <a:gd name="connsiteY869" fmla="*/ 311257 h 3098448"/>
              <a:gd name="connsiteX870" fmla="*/ 1165038 w 2271642"/>
              <a:gd name="connsiteY870" fmla="*/ 311257 h 3098448"/>
              <a:gd name="connsiteX871" fmla="*/ 1164518 w 2271642"/>
              <a:gd name="connsiteY871" fmla="*/ 320871 h 3098448"/>
              <a:gd name="connsiteX872" fmla="*/ 1166359 w 2271642"/>
              <a:gd name="connsiteY872" fmla="*/ 320953 h 3098448"/>
              <a:gd name="connsiteX873" fmla="*/ 1169924 w 2271642"/>
              <a:gd name="connsiteY873" fmla="*/ 311977 h 3098448"/>
              <a:gd name="connsiteX874" fmla="*/ 1165038 w 2271642"/>
              <a:gd name="connsiteY874" fmla="*/ 311257 h 3098448"/>
              <a:gd name="connsiteX875" fmla="*/ 1177234 w 2271642"/>
              <a:gd name="connsiteY875" fmla="*/ 268862 h 3098448"/>
              <a:gd name="connsiteX876" fmla="*/ 1173780 w 2271642"/>
              <a:gd name="connsiteY876" fmla="*/ 276366 h 3098448"/>
              <a:gd name="connsiteX877" fmla="*/ 1173778 w 2271642"/>
              <a:gd name="connsiteY877" fmla="*/ 276367 h 3098448"/>
              <a:gd name="connsiteX878" fmla="*/ 1173941 w 2271642"/>
              <a:gd name="connsiteY878" fmla="*/ 284322 h 3098448"/>
              <a:gd name="connsiteX879" fmla="*/ 1176952 w 2271642"/>
              <a:gd name="connsiteY879" fmla="*/ 284420 h 3098448"/>
              <a:gd name="connsiteX880" fmla="*/ 1181399 w 2271642"/>
              <a:gd name="connsiteY880" fmla="*/ 270910 h 3098448"/>
              <a:gd name="connsiteX881" fmla="*/ 1177234 w 2271642"/>
              <a:gd name="connsiteY881" fmla="*/ 268862 h 3098448"/>
              <a:gd name="connsiteX882" fmla="*/ 39495 w 2271642"/>
              <a:gd name="connsiteY882" fmla="*/ 257043 h 3098448"/>
              <a:gd name="connsiteX883" fmla="*/ 39495 w 2271642"/>
              <a:gd name="connsiteY883" fmla="*/ 257044 h 3098448"/>
              <a:gd name="connsiteX884" fmla="*/ 39493 w 2271642"/>
              <a:gd name="connsiteY884" fmla="*/ 257044 h 3098448"/>
              <a:gd name="connsiteX885" fmla="*/ 51143 w 2271642"/>
              <a:gd name="connsiteY885" fmla="*/ 252726 h 3098448"/>
              <a:gd name="connsiteX886" fmla="*/ 40101 w 2271642"/>
              <a:gd name="connsiteY886" fmla="*/ 257528 h 3098448"/>
              <a:gd name="connsiteX887" fmla="*/ 40022 w 2271642"/>
              <a:gd name="connsiteY887" fmla="*/ 257115 h 3098448"/>
              <a:gd name="connsiteX888" fmla="*/ 40020 w 2271642"/>
              <a:gd name="connsiteY888" fmla="*/ 257116 h 3098448"/>
              <a:gd name="connsiteX889" fmla="*/ 40099 w 2271642"/>
              <a:gd name="connsiteY889" fmla="*/ 257527 h 3098448"/>
              <a:gd name="connsiteX890" fmla="*/ 39657 w 2271642"/>
              <a:gd name="connsiteY890" fmla="*/ 257719 h 3098448"/>
              <a:gd name="connsiteX891" fmla="*/ 39659 w 2271642"/>
              <a:gd name="connsiteY891" fmla="*/ 257722 h 3098448"/>
              <a:gd name="connsiteX892" fmla="*/ 40100 w 2271642"/>
              <a:gd name="connsiteY892" fmla="*/ 257528 h 3098448"/>
              <a:gd name="connsiteX893" fmla="*/ 48437 w 2271642"/>
              <a:gd name="connsiteY893" fmla="*/ 264831 h 3098448"/>
              <a:gd name="connsiteX894" fmla="*/ 48439 w 2271642"/>
              <a:gd name="connsiteY894" fmla="*/ 264834 h 3098448"/>
              <a:gd name="connsiteX895" fmla="*/ 54435 w 2271642"/>
              <a:gd name="connsiteY895" fmla="*/ 255447 h 3098448"/>
              <a:gd name="connsiteX896" fmla="*/ 51143 w 2271642"/>
              <a:gd name="connsiteY896" fmla="*/ 252726 h 3098448"/>
              <a:gd name="connsiteX897" fmla="*/ 33549 w 2271642"/>
              <a:gd name="connsiteY897" fmla="*/ 242383 h 3098448"/>
              <a:gd name="connsiteX898" fmla="*/ 17902 w 2271642"/>
              <a:gd name="connsiteY898" fmla="*/ 243753 h 3098448"/>
              <a:gd name="connsiteX899" fmla="*/ 25924 w 2271642"/>
              <a:gd name="connsiteY899" fmla="*/ 255063 h 3098448"/>
              <a:gd name="connsiteX900" fmla="*/ 39495 w 2271642"/>
              <a:gd name="connsiteY900" fmla="*/ 257045 h 3098448"/>
              <a:gd name="connsiteX901" fmla="*/ 39495 w 2271642"/>
              <a:gd name="connsiteY901" fmla="*/ 257044 h 3098448"/>
              <a:gd name="connsiteX902" fmla="*/ 39496 w 2271642"/>
              <a:gd name="connsiteY902" fmla="*/ 257044 h 3098448"/>
              <a:gd name="connsiteX903" fmla="*/ 70802 w 2271642"/>
              <a:gd name="connsiteY903" fmla="*/ 217667 h 3098448"/>
              <a:gd name="connsiteX904" fmla="*/ 63596 w 2271642"/>
              <a:gd name="connsiteY904" fmla="*/ 222017 h 3098448"/>
              <a:gd name="connsiteX905" fmla="*/ 83016 w 2271642"/>
              <a:gd name="connsiteY905" fmla="*/ 225318 h 3098448"/>
              <a:gd name="connsiteX906" fmla="*/ 83016 w 2271642"/>
              <a:gd name="connsiteY906" fmla="*/ 225317 h 3098448"/>
              <a:gd name="connsiteX907" fmla="*/ 83688 w 2271642"/>
              <a:gd name="connsiteY907" fmla="*/ 223089 h 3098448"/>
              <a:gd name="connsiteX908" fmla="*/ 70802 w 2271642"/>
              <a:gd name="connsiteY908" fmla="*/ 217667 h 3098448"/>
              <a:gd name="connsiteX909" fmla="*/ 1194708 w 2271642"/>
              <a:gd name="connsiteY909" fmla="*/ 216865 h 3098448"/>
              <a:gd name="connsiteX910" fmla="*/ 1186452 w 2271642"/>
              <a:gd name="connsiteY910" fmla="*/ 241601 h 3098448"/>
              <a:gd name="connsiteX911" fmla="*/ 1191331 w 2271642"/>
              <a:gd name="connsiteY911" fmla="*/ 243335 h 3098448"/>
              <a:gd name="connsiteX912" fmla="*/ 1200250 w 2271642"/>
              <a:gd name="connsiteY912" fmla="*/ 220116 h 3098448"/>
              <a:gd name="connsiteX913" fmla="*/ 1194708 w 2271642"/>
              <a:gd name="connsiteY913" fmla="*/ 216865 h 3098448"/>
              <a:gd name="connsiteX914" fmla="*/ 79489 w 2271642"/>
              <a:gd name="connsiteY914" fmla="*/ 145597 h 3098448"/>
              <a:gd name="connsiteX915" fmla="*/ 71027 w 2271642"/>
              <a:gd name="connsiteY915" fmla="*/ 161369 h 3098448"/>
              <a:gd name="connsiteX916" fmla="*/ 79489 w 2271642"/>
              <a:gd name="connsiteY916" fmla="*/ 145597 h 3098448"/>
              <a:gd name="connsiteX917" fmla="*/ 136278 w 2271642"/>
              <a:gd name="connsiteY917" fmla="*/ 124578 h 3098448"/>
              <a:gd name="connsiteX918" fmla="*/ 128886 w 2271642"/>
              <a:gd name="connsiteY918" fmla="*/ 129118 h 3098448"/>
              <a:gd name="connsiteX919" fmla="*/ 130193 w 2271642"/>
              <a:gd name="connsiteY919" fmla="*/ 131875 h 3098448"/>
              <a:gd name="connsiteX920" fmla="*/ 130193 w 2271642"/>
              <a:gd name="connsiteY920" fmla="*/ 131873 h 3098448"/>
              <a:gd name="connsiteX921" fmla="*/ 148607 w 2271642"/>
              <a:gd name="connsiteY921" fmla="*/ 130036 h 3098448"/>
              <a:gd name="connsiteX922" fmla="*/ 136278 w 2271642"/>
              <a:gd name="connsiteY922" fmla="*/ 124578 h 3098448"/>
              <a:gd name="connsiteX923" fmla="*/ 181428 w 2271642"/>
              <a:gd name="connsiteY923" fmla="*/ 113668 h 3098448"/>
              <a:gd name="connsiteX924" fmla="*/ 181430 w 2271642"/>
              <a:gd name="connsiteY924" fmla="*/ 113668 h 3098448"/>
              <a:gd name="connsiteX925" fmla="*/ 181429 w 2271642"/>
              <a:gd name="connsiteY925" fmla="*/ 113668 h 3098448"/>
              <a:gd name="connsiteX926" fmla="*/ 97432 w 2271642"/>
              <a:gd name="connsiteY926" fmla="*/ 113562 h 3098448"/>
              <a:gd name="connsiteX927" fmla="*/ 92723 w 2271642"/>
              <a:gd name="connsiteY927" fmla="*/ 113885 h 3098448"/>
              <a:gd name="connsiteX928" fmla="*/ 92721 w 2271642"/>
              <a:gd name="connsiteY928" fmla="*/ 113886 h 3098448"/>
              <a:gd name="connsiteX929" fmla="*/ 188856 w 2271642"/>
              <a:gd name="connsiteY929" fmla="*/ 110677 h 3098448"/>
              <a:gd name="connsiteX930" fmla="*/ 181428 w 2271642"/>
              <a:gd name="connsiteY930" fmla="*/ 113666 h 3098448"/>
              <a:gd name="connsiteX931" fmla="*/ 181425 w 2271642"/>
              <a:gd name="connsiteY931" fmla="*/ 113666 h 3098448"/>
              <a:gd name="connsiteX932" fmla="*/ 170525 w 2271642"/>
              <a:gd name="connsiteY932" fmla="*/ 118050 h 3098448"/>
              <a:gd name="connsiteX933" fmla="*/ 172387 w 2271642"/>
              <a:gd name="connsiteY933" fmla="*/ 123395 h 3098448"/>
              <a:gd name="connsiteX934" fmla="*/ 191861 w 2271642"/>
              <a:gd name="connsiteY934" fmla="*/ 117780 h 3098448"/>
              <a:gd name="connsiteX935" fmla="*/ 190381 w 2271642"/>
              <a:gd name="connsiteY935" fmla="*/ 114282 h 3098448"/>
              <a:gd name="connsiteX936" fmla="*/ 190379 w 2271642"/>
              <a:gd name="connsiteY936" fmla="*/ 114282 h 3098448"/>
              <a:gd name="connsiteX937" fmla="*/ 189518 w 2271642"/>
              <a:gd name="connsiteY937" fmla="*/ 112243 h 3098448"/>
              <a:gd name="connsiteX938" fmla="*/ 190379 w 2271642"/>
              <a:gd name="connsiteY938" fmla="*/ 114284 h 3098448"/>
              <a:gd name="connsiteX939" fmla="*/ 183171 w 2271642"/>
              <a:gd name="connsiteY939" fmla="*/ 114129 h 3098448"/>
              <a:gd name="connsiteX940" fmla="*/ 181430 w 2271642"/>
              <a:gd name="connsiteY940" fmla="*/ 113668 h 3098448"/>
              <a:gd name="connsiteX941" fmla="*/ 188857 w 2271642"/>
              <a:gd name="connsiteY941" fmla="*/ 110678 h 3098448"/>
              <a:gd name="connsiteX942" fmla="*/ 219987 w 2271642"/>
              <a:gd name="connsiteY942" fmla="*/ 101815 h 3098448"/>
              <a:gd name="connsiteX943" fmla="*/ 219987 w 2271642"/>
              <a:gd name="connsiteY943" fmla="*/ 101816 h 3098448"/>
              <a:gd name="connsiteX944" fmla="*/ 229191 w 2271642"/>
              <a:gd name="connsiteY944" fmla="*/ 114247 h 3098448"/>
              <a:gd name="connsiteX945" fmla="*/ 229192 w 2271642"/>
              <a:gd name="connsiteY945" fmla="*/ 114246 h 3098448"/>
              <a:gd name="connsiteX946" fmla="*/ 219987 w 2271642"/>
              <a:gd name="connsiteY946" fmla="*/ 101815 h 3098448"/>
              <a:gd name="connsiteX947" fmla="*/ 282012 w 2271642"/>
              <a:gd name="connsiteY947" fmla="*/ 87951 h 3098448"/>
              <a:gd name="connsiteX948" fmla="*/ 307153 w 2271642"/>
              <a:gd name="connsiteY948" fmla="*/ 89689 h 3098448"/>
              <a:gd name="connsiteX949" fmla="*/ 357942 w 2271642"/>
              <a:gd name="connsiteY949" fmla="*/ 93955 h 3098448"/>
              <a:gd name="connsiteX950" fmla="*/ 395828 w 2271642"/>
              <a:gd name="connsiteY950" fmla="*/ 110768 h 3098448"/>
              <a:gd name="connsiteX951" fmla="*/ 444214 w 2271642"/>
              <a:gd name="connsiteY951" fmla="*/ 128258 h 3098448"/>
              <a:gd name="connsiteX952" fmla="*/ 509444 w 2271642"/>
              <a:gd name="connsiteY952" fmla="*/ 150951 h 3098448"/>
              <a:gd name="connsiteX953" fmla="*/ 637116 w 2271642"/>
              <a:gd name="connsiteY953" fmla="*/ 228050 h 3098448"/>
              <a:gd name="connsiteX954" fmla="*/ 682879 w 2271642"/>
              <a:gd name="connsiteY954" fmla="*/ 268696 h 3098448"/>
              <a:gd name="connsiteX955" fmla="*/ 702135 w 2271642"/>
              <a:gd name="connsiteY955" fmla="*/ 292957 h 3098448"/>
              <a:gd name="connsiteX956" fmla="*/ 702518 w 2271642"/>
              <a:gd name="connsiteY956" fmla="*/ 299271 h 3098448"/>
              <a:gd name="connsiteX957" fmla="*/ 746930 w 2271642"/>
              <a:gd name="connsiteY957" fmla="*/ 333752 h 3098448"/>
              <a:gd name="connsiteX958" fmla="*/ 747854 w 2271642"/>
              <a:gd name="connsiteY958" fmla="*/ 335061 h 3098448"/>
              <a:gd name="connsiteX959" fmla="*/ 760706 w 2271642"/>
              <a:gd name="connsiteY959" fmla="*/ 377884 h 3098448"/>
              <a:gd name="connsiteX960" fmla="*/ 778710 w 2271642"/>
              <a:gd name="connsiteY960" fmla="*/ 418410 h 3098448"/>
              <a:gd name="connsiteX961" fmla="*/ 789373 w 2271642"/>
              <a:gd name="connsiteY961" fmla="*/ 451675 h 3098448"/>
              <a:gd name="connsiteX962" fmla="*/ 800844 w 2271642"/>
              <a:gd name="connsiteY962" fmla="*/ 499864 h 3098448"/>
              <a:gd name="connsiteX963" fmla="*/ 809515 w 2271642"/>
              <a:gd name="connsiteY963" fmla="*/ 551854 h 3098448"/>
              <a:gd name="connsiteX964" fmla="*/ 809632 w 2271642"/>
              <a:gd name="connsiteY964" fmla="*/ 554245 h 3098448"/>
              <a:gd name="connsiteX965" fmla="*/ 721181 w 2271642"/>
              <a:gd name="connsiteY965" fmla="*/ 563023 h 3098448"/>
              <a:gd name="connsiteX966" fmla="*/ 721180 w 2271642"/>
              <a:gd name="connsiteY966" fmla="*/ 563020 h 3098448"/>
              <a:gd name="connsiteX967" fmla="*/ 692465 w 2271642"/>
              <a:gd name="connsiteY967" fmla="*/ 565868 h 3098448"/>
              <a:gd name="connsiteX968" fmla="*/ 691451 w 2271642"/>
              <a:gd name="connsiteY968" fmla="*/ 562599 h 3098448"/>
              <a:gd name="connsiteX969" fmla="*/ 691450 w 2271642"/>
              <a:gd name="connsiteY969" fmla="*/ 562601 h 3098448"/>
              <a:gd name="connsiteX970" fmla="*/ 692465 w 2271642"/>
              <a:gd name="connsiteY970" fmla="*/ 565873 h 3098448"/>
              <a:gd name="connsiteX971" fmla="*/ 691991 w 2271642"/>
              <a:gd name="connsiteY971" fmla="*/ 565920 h 3098448"/>
              <a:gd name="connsiteX972" fmla="*/ 691992 w 2271642"/>
              <a:gd name="connsiteY972" fmla="*/ 565923 h 3098448"/>
              <a:gd name="connsiteX973" fmla="*/ 680641 w 2271642"/>
              <a:gd name="connsiteY973" fmla="*/ 565663 h 3098448"/>
              <a:gd name="connsiteX974" fmla="*/ 629499 w 2271642"/>
              <a:gd name="connsiteY974" fmla="*/ 558383 h 3098448"/>
              <a:gd name="connsiteX975" fmla="*/ 629497 w 2271642"/>
              <a:gd name="connsiteY975" fmla="*/ 558378 h 3098448"/>
              <a:gd name="connsiteX976" fmla="*/ 548657 w 2271642"/>
              <a:gd name="connsiteY976" fmla="*/ 546870 h 3098448"/>
              <a:gd name="connsiteX977" fmla="*/ 547362 w 2271642"/>
              <a:gd name="connsiteY977" fmla="*/ 546582 h 3098448"/>
              <a:gd name="connsiteX978" fmla="*/ 535844 w 2271642"/>
              <a:gd name="connsiteY978" fmla="*/ 515890 h 3098448"/>
              <a:gd name="connsiteX979" fmla="*/ 532650 w 2271642"/>
              <a:gd name="connsiteY979" fmla="*/ 500458 h 3098448"/>
              <a:gd name="connsiteX980" fmla="*/ 513710 w 2271642"/>
              <a:gd name="connsiteY980" fmla="*/ 472858 h 3098448"/>
              <a:gd name="connsiteX981" fmla="*/ 503688 w 2271642"/>
              <a:gd name="connsiteY981" fmla="*/ 459901 h 3098448"/>
              <a:gd name="connsiteX982" fmla="*/ 500399 w 2271642"/>
              <a:gd name="connsiteY982" fmla="*/ 450713 h 3098448"/>
              <a:gd name="connsiteX983" fmla="*/ 489480 w 2271642"/>
              <a:gd name="connsiteY983" fmla="*/ 431260 h 3098448"/>
              <a:gd name="connsiteX984" fmla="*/ 484827 w 2271642"/>
              <a:gd name="connsiteY984" fmla="*/ 428757 h 3098448"/>
              <a:gd name="connsiteX985" fmla="*/ 484825 w 2271642"/>
              <a:gd name="connsiteY985" fmla="*/ 428759 h 3098448"/>
              <a:gd name="connsiteX986" fmla="*/ 489479 w 2271642"/>
              <a:gd name="connsiteY986" fmla="*/ 431262 h 3098448"/>
              <a:gd name="connsiteX987" fmla="*/ 500398 w 2271642"/>
              <a:gd name="connsiteY987" fmla="*/ 450715 h 3098448"/>
              <a:gd name="connsiteX988" fmla="*/ 503687 w 2271642"/>
              <a:gd name="connsiteY988" fmla="*/ 459904 h 3098448"/>
              <a:gd name="connsiteX989" fmla="*/ 513709 w 2271642"/>
              <a:gd name="connsiteY989" fmla="*/ 472862 h 3098448"/>
              <a:gd name="connsiteX990" fmla="*/ 532649 w 2271642"/>
              <a:gd name="connsiteY990" fmla="*/ 500461 h 3098448"/>
              <a:gd name="connsiteX991" fmla="*/ 535843 w 2271642"/>
              <a:gd name="connsiteY991" fmla="*/ 515892 h 3098448"/>
              <a:gd name="connsiteX992" fmla="*/ 535843 w 2271642"/>
              <a:gd name="connsiteY992" fmla="*/ 515899 h 3098448"/>
              <a:gd name="connsiteX993" fmla="*/ 547362 w 2271642"/>
              <a:gd name="connsiteY993" fmla="*/ 546592 h 3098448"/>
              <a:gd name="connsiteX994" fmla="*/ 483390 w 2271642"/>
              <a:gd name="connsiteY994" fmla="*/ 533362 h 3098448"/>
              <a:gd name="connsiteX995" fmla="*/ 483384 w 2271642"/>
              <a:gd name="connsiteY995" fmla="*/ 533354 h 3098448"/>
              <a:gd name="connsiteX996" fmla="*/ 462972 w 2271642"/>
              <a:gd name="connsiteY996" fmla="*/ 529730 h 3098448"/>
              <a:gd name="connsiteX997" fmla="*/ 379604 w 2271642"/>
              <a:gd name="connsiteY997" fmla="*/ 510927 h 3098448"/>
              <a:gd name="connsiteX998" fmla="*/ 253338 w 2271642"/>
              <a:gd name="connsiteY998" fmla="*/ 476482 h 3098448"/>
              <a:gd name="connsiteX999" fmla="*/ 199264 w 2271642"/>
              <a:gd name="connsiteY999" fmla="*/ 451900 h 3098448"/>
              <a:gd name="connsiteX1000" fmla="*/ 150460 w 2271642"/>
              <a:gd name="connsiteY1000" fmla="*/ 428299 h 3098448"/>
              <a:gd name="connsiteX1001" fmla="*/ 100720 w 2271642"/>
              <a:gd name="connsiteY1001" fmla="*/ 386855 h 3098448"/>
              <a:gd name="connsiteX1002" fmla="*/ 58214 w 2271642"/>
              <a:gd name="connsiteY1002" fmla="*/ 338356 h 3098448"/>
              <a:gd name="connsiteX1003" fmla="*/ 41950 w 2271642"/>
              <a:gd name="connsiteY1003" fmla="*/ 295317 h 3098448"/>
              <a:gd name="connsiteX1004" fmla="*/ 28506 w 2271642"/>
              <a:gd name="connsiteY1004" fmla="*/ 272106 h 3098448"/>
              <a:gd name="connsiteX1005" fmla="*/ 0 w 2271642"/>
              <a:gd name="connsiteY1005" fmla="*/ 238259 h 3098448"/>
              <a:gd name="connsiteX1006" fmla="*/ 6891 w 2271642"/>
              <a:gd name="connsiteY1006" fmla="*/ 206234 h 3098448"/>
              <a:gd name="connsiteX1007" fmla="*/ 32140 w 2271642"/>
              <a:gd name="connsiteY1007" fmla="*/ 188596 h 3098448"/>
              <a:gd name="connsiteX1008" fmla="*/ 29756 w 2271642"/>
              <a:gd name="connsiteY1008" fmla="*/ 183498 h 3098448"/>
              <a:gd name="connsiteX1009" fmla="*/ 11274 w 2271642"/>
              <a:gd name="connsiteY1009" fmla="*/ 189264 h 3098448"/>
              <a:gd name="connsiteX1010" fmla="*/ 76578 w 2271642"/>
              <a:gd name="connsiteY1010" fmla="*/ 117950 h 3098448"/>
              <a:gd name="connsiteX1011" fmla="*/ 86983 w 2271642"/>
              <a:gd name="connsiteY1011" fmla="*/ 113881 h 3098448"/>
              <a:gd name="connsiteX1012" fmla="*/ 86982 w 2271642"/>
              <a:gd name="connsiteY1012" fmla="*/ 113880 h 3098448"/>
              <a:gd name="connsiteX1013" fmla="*/ 147869 w 2271642"/>
              <a:gd name="connsiteY1013" fmla="*/ 94185 h 3098448"/>
              <a:gd name="connsiteX1014" fmla="*/ 200749 w 2271642"/>
              <a:gd name="connsiteY1014" fmla="*/ 91295 h 3098448"/>
              <a:gd name="connsiteX1015" fmla="*/ 257529 w 2271642"/>
              <a:gd name="connsiteY1015" fmla="*/ 91043 h 3098448"/>
              <a:gd name="connsiteX1016" fmla="*/ 282012 w 2271642"/>
              <a:gd name="connsiteY1016" fmla="*/ 87951 h 3098448"/>
              <a:gd name="connsiteX1017" fmla="*/ 1209329 w 2271642"/>
              <a:gd name="connsiteY1017" fmla="*/ 67850 h 3098448"/>
              <a:gd name="connsiteX1018" fmla="*/ 1205766 w 2271642"/>
              <a:gd name="connsiteY1018" fmla="*/ 79346 h 3098448"/>
              <a:gd name="connsiteX1019" fmla="*/ 1153705 w 2271642"/>
              <a:gd name="connsiteY1019" fmla="*/ 188277 h 3098448"/>
              <a:gd name="connsiteX1020" fmla="*/ 1126644 w 2271642"/>
              <a:gd name="connsiteY1020" fmla="*/ 276636 h 3098448"/>
              <a:gd name="connsiteX1021" fmla="*/ 1124437 w 2271642"/>
              <a:gd name="connsiteY1021" fmla="*/ 293762 h 3098448"/>
              <a:gd name="connsiteX1022" fmla="*/ 1114910 w 2271642"/>
              <a:gd name="connsiteY1022" fmla="*/ 308524 h 3098448"/>
              <a:gd name="connsiteX1023" fmla="*/ 1123514 w 2271642"/>
              <a:gd name="connsiteY1023" fmla="*/ 328173 h 3098448"/>
              <a:gd name="connsiteX1024" fmla="*/ 1123513 w 2271642"/>
              <a:gd name="connsiteY1024" fmla="*/ 328174 h 3098448"/>
              <a:gd name="connsiteX1025" fmla="*/ 1123515 w 2271642"/>
              <a:gd name="connsiteY1025" fmla="*/ 328176 h 3098448"/>
              <a:gd name="connsiteX1026" fmla="*/ 1123307 w 2271642"/>
              <a:gd name="connsiteY1026" fmla="*/ 328729 h 3098448"/>
              <a:gd name="connsiteX1027" fmla="*/ 1123307 w 2271642"/>
              <a:gd name="connsiteY1027" fmla="*/ 328734 h 3098448"/>
              <a:gd name="connsiteX1028" fmla="*/ 1123513 w 2271642"/>
              <a:gd name="connsiteY1028" fmla="*/ 328182 h 3098448"/>
              <a:gd name="connsiteX1029" fmla="*/ 1123992 w 2271642"/>
              <a:gd name="connsiteY1029" fmla="*/ 329273 h 3098448"/>
              <a:gd name="connsiteX1030" fmla="*/ 1123994 w 2271642"/>
              <a:gd name="connsiteY1030" fmla="*/ 329271 h 3098448"/>
              <a:gd name="connsiteX1031" fmla="*/ 1123515 w 2271642"/>
              <a:gd name="connsiteY1031" fmla="*/ 328176 h 3098448"/>
              <a:gd name="connsiteX1032" fmla="*/ 1123514 w 2271642"/>
              <a:gd name="connsiteY1032" fmla="*/ 328174 h 3098448"/>
              <a:gd name="connsiteX1033" fmla="*/ 1123514 w 2271642"/>
              <a:gd name="connsiteY1033" fmla="*/ 328173 h 3098448"/>
              <a:gd name="connsiteX1034" fmla="*/ 1126368 w 2271642"/>
              <a:gd name="connsiteY1034" fmla="*/ 320557 h 3098448"/>
              <a:gd name="connsiteX1035" fmla="*/ 1145777 w 2271642"/>
              <a:gd name="connsiteY1035" fmla="*/ 237652 h 3098448"/>
              <a:gd name="connsiteX1036" fmla="*/ 1198158 w 2271642"/>
              <a:gd name="connsiteY1036" fmla="*/ 116936 h 3098448"/>
              <a:gd name="connsiteX1037" fmla="*/ 1208193 w 2271642"/>
              <a:gd name="connsiteY1037" fmla="*/ 92229 h 3098448"/>
              <a:gd name="connsiteX1038" fmla="*/ 1209329 w 2271642"/>
              <a:gd name="connsiteY1038" fmla="*/ 67850 h 3098448"/>
              <a:gd name="connsiteX1039" fmla="*/ 1237058 w 2271642"/>
              <a:gd name="connsiteY1039" fmla="*/ 0 h 3098448"/>
              <a:gd name="connsiteX1040" fmla="*/ 1254265 w 2271642"/>
              <a:gd name="connsiteY1040" fmla="*/ 48022 h 3098448"/>
              <a:gd name="connsiteX1041" fmla="*/ 1277229 w 2271642"/>
              <a:gd name="connsiteY1041" fmla="*/ 30813 h 3098448"/>
              <a:gd name="connsiteX1042" fmla="*/ 1286888 w 2271642"/>
              <a:gd name="connsiteY1042" fmla="*/ 61502 h 3098448"/>
              <a:gd name="connsiteX1043" fmla="*/ 1302129 w 2271642"/>
              <a:gd name="connsiteY1043" fmla="*/ 49935 h 3098448"/>
              <a:gd name="connsiteX1044" fmla="*/ 1306386 w 2271642"/>
              <a:gd name="connsiteY1044" fmla="*/ 57661 h 3098448"/>
              <a:gd name="connsiteX1045" fmla="*/ 1319115 w 2271642"/>
              <a:gd name="connsiteY1045" fmla="*/ 228225 h 3098448"/>
              <a:gd name="connsiteX1046" fmla="*/ 1324322 w 2271642"/>
              <a:gd name="connsiteY1046" fmla="*/ 305082 h 3098448"/>
              <a:gd name="connsiteX1047" fmla="*/ 1328951 w 2271642"/>
              <a:gd name="connsiteY1047" fmla="*/ 468585 h 3098448"/>
              <a:gd name="connsiteX1048" fmla="*/ 1333910 w 2271642"/>
              <a:gd name="connsiteY1048" fmla="*/ 672973 h 3098448"/>
              <a:gd name="connsiteX1049" fmla="*/ 1342705 w 2271642"/>
              <a:gd name="connsiteY1049" fmla="*/ 806848 h 3098448"/>
              <a:gd name="connsiteX1050" fmla="*/ 1345866 w 2271642"/>
              <a:gd name="connsiteY1050" fmla="*/ 863781 h 3098448"/>
              <a:gd name="connsiteX1051" fmla="*/ 1314555 w 2271642"/>
              <a:gd name="connsiteY1051" fmla="*/ 932775 h 3098448"/>
              <a:gd name="connsiteX1052" fmla="*/ 1353904 w 2271642"/>
              <a:gd name="connsiteY1052" fmla="*/ 1029826 h 3098448"/>
              <a:gd name="connsiteX1053" fmla="*/ 1384290 w 2271642"/>
              <a:gd name="connsiteY1053" fmla="*/ 1085011 h 3098448"/>
              <a:gd name="connsiteX1054" fmla="*/ 1384813 w 2271642"/>
              <a:gd name="connsiteY1054" fmla="*/ 1091709 h 3098448"/>
              <a:gd name="connsiteX1055" fmla="*/ 1392468 w 2271642"/>
              <a:gd name="connsiteY1055" fmla="*/ 1132269 h 3098448"/>
              <a:gd name="connsiteX1056" fmla="*/ 1443300 w 2271642"/>
              <a:gd name="connsiteY1056" fmla="*/ 1259570 h 3098448"/>
              <a:gd name="connsiteX1057" fmla="*/ 1489251 w 2271642"/>
              <a:gd name="connsiteY1057" fmla="*/ 1403484 h 3098448"/>
              <a:gd name="connsiteX1058" fmla="*/ 1492945 w 2271642"/>
              <a:gd name="connsiteY1058" fmla="*/ 1387531 h 3098448"/>
              <a:gd name="connsiteX1059" fmla="*/ 1500989 w 2271642"/>
              <a:gd name="connsiteY1059" fmla="*/ 1328852 h 3098448"/>
              <a:gd name="connsiteX1060" fmla="*/ 1489938 w 2271642"/>
              <a:gd name="connsiteY1060" fmla="*/ 1279932 h 3098448"/>
              <a:gd name="connsiteX1061" fmla="*/ 1481452 w 2271642"/>
              <a:gd name="connsiteY1061" fmla="*/ 1225409 h 3098448"/>
              <a:gd name="connsiteX1062" fmla="*/ 1485891 w 2271642"/>
              <a:gd name="connsiteY1062" fmla="*/ 1157853 h 3098448"/>
              <a:gd name="connsiteX1063" fmla="*/ 1497430 w 2271642"/>
              <a:gd name="connsiteY1063" fmla="*/ 1097897 h 3098448"/>
              <a:gd name="connsiteX1064" fmla="*/ 1518257 w 2271642"/>
              <a:gd name="connsiteY1064" fmla="*/ 1038903 h 3098448"/>
              <a:gd name="connsiteX1065" fmla="*/ 1540342 w 2271642"/>
              <a:gd name="connsiteY1065" fmla="*/ 987541 h 3098448"/>
              <a:gd name="connsiteX1066" fmla="*/ 1585895 w 2271642"/>
              <a:gd name="connsiteY1066" fmla="*/ 909548 h 3098448"/>
              <a:gd name="connsiteX1067" fmla="*/ 1610096 w 2271642"/>
              <a:gd name="connsiteY1067" fmla="*/ 877215 h 3098448"/>
              <a:gd name="connsiteX1068" fmla="*/ 1670581 w 2271642"/>
              <a:gd name="connsiteY1068" fmla="*/ 817762 h 3098448"/>
              <a:gd name="connsiteX1069" fmla="*/ 1678734 w 2271642"/>
              <a:gd name="connsiteY1069" fmla="*/ 807717 h 3098448"/>
              <a:gd name="connsiteX1070" fmla="*/ 1727490 w 2271642"/>
              <a:gd name="connsiteY1070" fmla="*/ 759569 h 3098448"/>
              <a:gd name="connsiteX1071" fmla="*/ 1792675 w 2271642"/>
              <a:gd name="connsiteY1071" fmla="*/ 717782 h 3098448"/>
              <a:gd name="connsiteX1072" fmla="*/ 1828286 w 2271642"/>
              <a:gd name="connsiteY1072" fmla="*/ 709529 h 3098448"/>
              <a:gd name="connsiteX1073" fmla="*/ 1843451 w 2271642"/>
              <a:gd name="connsiteY1073" fmla="*/ 700976 h 3098448"/>
              <a:gd name="connsiteX1074" fmla="*/ 1851449 w 2271642"/>
              <a:gd name="connsiteY1074" fmla="*/ 710917 h 3098448"/>
              <a:gd name="connsiteX1075" fmla="*/ 1883486 w 2271642"/>
              <a:gd name="connsiteY1075" fmla="*/ 687025 h 3098448"/>
              <a:gd name="connsiteX1076" fmla="*/ 1917390 w 2271642"/>
              <a:gd name="connsiteY1076" fmla="*/ 685968 h 3098448"/>
              <a:gd name="connsiteX1077" fmla="*/ 1976705 w 2271642"/>
              <a:gd name="connsiteY1077" fmla="*/ 709942 h 3098448"/>
              <a:gd name="connsiteX1078" fmla="*/ 2029290 w 2271642"/>
              <a:gd name="connsiteY1078" fmla="*/ 750965 h 3098448"/>
              <a:gd name="connsiteX1079" fmla="*/ 2034405 w 2271642"/>
              <a:gd name="connsiteY1079" fmla="*/ 755467 h 3098448"/>
              <a:gd name="connsiteX1080" fmla="*/ 2058049 w 2271642"/>
              <a:gd name="connsiteY1080" fmla="*/ 776872 h 3098448"/>
              <a:gd name="connsiteX1081" fmla="*/ 2052787 w 2271642"/>
              <a:gd name="connsiteY1081" fmla="*/ 810377 h 3098448"/>
              <a:gd name="connsiteX1082" fmla="*/ 2061005 w 2271642"/>
              <a:gd name="connsiteY1082" fmla="*/ 815146 h 3098448"/>
              <a:gd name="connsiteX1083" fmla="*/ 2056721 w 2271642"/>
              <a:gd name="connsiteY1083" fmla="*/ 825335 h 3098448"/>
              <a:gd name="connsiteX1084" fmla="*/ 2065571 w 2271642"/>
              <a:gd name="connsiteY1084" fmla="*/ 847241 h 3098448"/>
              <a:gd name="connsiteX1085" fmla="*/ 2092352 w 2271642"/>
              <a:gd name="connsiteY1085" fmla="*/ 865138 h 3098448"/>
              <a:gd name="connsiteX1086" fmla="*/ 2089700 w 2271642"/>
              <a:gd name="connsiteY1086" fmla="*/ 909412 h 3098448"/>
              <a:gd name="connsiteX1087" fmla="*/ 2053954 w 2271642"/>
              <a:gd name="connsiteY1087" fmla="*/ 969045 h 3098448"/>
              <a:gd name="connsiteX1088" fmla="*/ 1987589 w 2271642"/>
              <a:gd name="connsiteY1088" fmla="*/ 1070748 h 3098448"/>
              <a:gd name="connsiteX1089" fmla="*/ 1870115 w 2271642"/>
              <a:gd name="connsiteY1089" fmla="*/ 1265288 h 3098448"/>
              <a:gd name="connsiteX1090" fmla="*/ 1832620 w 2271642"/>
              <a:gd name="connsiteY1090" fmla="*/ 1359718 h 3098448"/>
              <a:gd name="connsiteX1091" fmla="*/ 1801021 w 2271642"/>
              <a:gd name="connsiteY1091" fmla="*/ 1460216 h 3098448"/>
              <a:gd name="connsiteX1092" fmla="*/ 1790492 w 2271642"/>
              <a:gd name="connsiteY1092" fmla="*/ 1513228 h 3098448"/>
              <a:gd name="connsiteX1093" fmla="*/ 1784612 w 2271642"/>
              <a:gd name="connsiteY1093" fmla="*/ 1554982 h 3098448"/>
              <a:gd name="connsiteX1094" fmla="*/ 1784608 w 2271642"/>
              <a:gd name="connsiteY1094" fmla="*/ 1554968 h 3098448"/>
              <a:gd name="connsiteX1095" fmla="*/ 1756649 w 2271642"/>
              <a:gd name="connsiteY1095" fmla="*/ 1527765 h 3098448"/>
              <a:gd name="connsiteX1096" fmla="*/ 1708792 w 2271642"/>
              <a:gd name="connsiteY1096" fmla="*/ 1544807 h 3098448"/>
              <a:gd name="connsiteX1097" fmla="*/ 1686268 w 2271642"/>
              <a:gd name="connsiteY1097" fmla="*/ 1566569 h 3098448"/>
              <a:gd name="connsiteX1098" fmla="*/ 1686494 w 2271642"/>
              <a:gd name="connsiteY1098" fmla="*/ 1566239 h 3098448"/>
              <a:gd name="connsiteX1099" fmla="*/ 1686488 w 2271642"/>
              <a:gd name="connsiteY1099" fmla="*/ 1566245 h 3098448"/>
              <a:gd name="connsiteX1100" fmla="*/ 1686266 w 2271642"/>
              <a:gd name="connsiteY1100" fmla="*/ 1566570 h 3098448"/>
              <a:gd name="connsiteX1101" fmla="*/ 1685760 w 2271642"/>
              <a:gd name="connsiteY1101" fmla="*/ 1567063 h 3098448"/>
              <a:gd name="connsiteX1102" fmla="*/ 1685759 w 2271642"/>
              <a:gd name="connsiteY1102" fmla="*/ 1567065 h 3098448"/>
              <a:gd name="connsiteX1103" fmla="*/ 1686268 w 2271642"/>
              <a:gd name="connsiteY1103" fmla="*/ 1566569 h 3098448"/>
              <a:gd name="connsiteX1104" fmla="*/ 1654255 w 2271642"/>
              <a:gd name="connsiteY1104" fmla="*/ 1615091 h 3098448"/>
              <a:gd name="connsiteX1105" fmla="*/ 1661010 w 2271642"/>
              <a:gd name="connsiteY1105" fmla="*/ 1634016 h 3098448"/>
              <a:gd name="connsiteX1106" fmla="*/ 1665010 w 2271642"/>
              <a:gd name="connsiteY1106" fmla="*/ 1665219 h 3098448"/>
              <a:gd name="connsiteX1107" fmla="*/ 1664411 w 2271642"/>
              <a:gd name="connsiteY1107" fmla="*/ 1677380 h 3098448"/>
              <a:gd name="connsiteX1108" fmla="*/ 1603130 w 2271642"/>
              <a:gd name="connsiteY1108" fmla="*/ 1641934 h 3098448"/>
              <a:gd name="connsiteX1109" fmla="*/ 1541665 w 2271642"/>
              <a:gd name="connsiteY1109" fmla="*/ 1602279 h 3098448"/>
              <a:gd name="connsiteX1110" fmla="*/ 1498640 w 2271642"/>
              <a:gd name="connsiteY1110" fmla="*/ 1575101 h 3098448"/>
              <a:gd name="connsiteX1111" fmla="*/ 1458976 w 2271642"/>
              <a:gd name="connsiteY1111" fmla="*/ 1551255 h 3098448"/>
              <a:gd name="connsiteX1112" fmla="*/ 1455146 w 2271642"/>
              <a:gd name="connsiteY1112" fmla="*/ 1545340 h 3098448"/>
              <a:gd name="connsiteX1113" fmla="*/ 1448389 w 2271642"/>
              <a:gd name="connsiteY1113" fmla="*/ 1544600 h 3098448"/>
              <a:gd name="connsiteX1114" fmla="*/ 1445016 w 2271642"/>
              <a:gd name="connsiteY1114" fmla="*/ 1545676 h 3098448"/>
              <a:gd name="connsiteX1115" fmla="*/ 1444953 w 2271642"/>
              <a:gd name="connsiteY1115" fmla="*/ 1545696 h 3098448"/>
              <a:gd name="connsiteX1116" fmla="*/ 1440357 w 2271642"/>
              <a:gd name="connsiteY1116" fmla="*/ 1541266 h 3098448"/>
              <a:gd name="connsiteX1117" fmla="*/ 1435745 w 2271642"/>
              <a:gd name="connsiteY1117" fmla="*/ 1536334 h 3098448"/>
              <a:gd name="connsiteX1118" fmla="*/ 1423345 w 2271642"/>
              <a:gd name="connsiteY1118" fmla="*/ 1532062 h 3098448"/>
              <a:gd name="connsiteX1119" fmla="*/ 1419166 w 2271642"/>
              <a:gd name="connsiteY1119" fmla="*/ 1526319 h 3098448"/>
              <a:gd name="connsiteX1120" fmla="*/ 1408248 w 2271642"/>
              <a:gd name="connsiteY1120" fmla="*/ 1523408 h 3098448"/>
              <a:gd name="connsiteX1121" fmla="*/ 1375167 w 2271642"/>
              <a:gd name="connsiteY1121" fmla="*/ 1511225 h 3098448"/>
              <a:gd name="connsiteX1122" fmla="*/ 1355312 w 2271642"/>
              <a:gd name="connsiteY1122" fmla="*/ 1493247 h 3098448"/>
              <a:gd name="connsiteX1123" fmla="*/ 1335011 w 2271642"/>
              <a:gd name="connsiteY1123" fmla="*/ 1485108 h 3098448"/>
              <a:gd name="connsiteX1124" fmla="*/ 1335011 w 2271642"/>
              <a:gd name="connsiteY1124" fmla="*/ 1485108 h 3098448"/>
              <a:gd name="connsiteX1125" fmla="*/ 1335010 w 2271642"/>
              <a:gd name="connsiteY1125" fmla="*/ 1485108 h 3098448"/>
              <a:gd name="connsiteX1126" fmla="*/ 1328709 w 2271642"/>
              <a:gd name="connsiteY1126" fmla="*/ 1484510 h 3098448"/>
              <a:gd name="connsiteX1127" fmla="*/ 1323490 w 2271642"/>
              <a:gd name="connsiteY1127" fmla="*/ 1484014 h 3098448"/>
              <a:gd name="connsiteX1128" fmla="*/ 1314188 w 2271642"/>
              <a:gd name="connsiteY1128" fmla="*/ 1477515 h 3098448"/>
              <a:gd name="connsiteX1129" fmla="*/ 1265008 w 2271642"/>
              <a:gd name="connsiteY1129" fmla="*/ 1456841 h 3098448"/>
              <a:gd name="connsiteX1130" fmla="*/ 1195089 w 2271642"/>
              <a:gd name="connsiteY1130" fmla="*/ 1424505 h 3098448"/>
              <a:gd name="connsiteX1131" fmla="*/ 1129864 w 2271642"/>
              <a:gd name="connsiteY1131" fmla="*/ 1402208 h 3098448"/>
              <a:gd name="connsiteX1132" fmla="*/ 1132995 w 2271642"/>
              <a:gd name="connsiteY1132" fmla="*/ 1402959 h 3098448"/>
              <a:gd name="connsiteX1133" fmla="*/ 1196330 w 2271642"/>
              <a:gd name="connsiteY1133" fmla="*/ 1413878 h 3098448"/>
              <a:gd name="connsiteX1134" fmla="*/ 1224589 w 2271642"/>
              <a:gd name="connsiteY1134" fmla="*/ 1416050 h 3098448"/>
              <a:gd name="connsiteX1135" fmla="*/ 1226755 w 2271642"/>
              <a:gd name="connsiteY1135" fmla="*/ 1411057 h 3098448"/>
              <a:gd name="connsiteX1136" fmla="*/ 1212317 w 2271642"/>
              <a:gd name="connsiteY1136" fmla="*/ 1405240 h 3098448"/>
              <a:gd name="connsiteX1137" fmla="*/ 1213615 w 2271642"/>
              <a:gd name="connsiteY1137" fmla="*/ 1397317 h 3098448"/>
              <a:gd name="connsiteX1138" fmla="*/ 1232478 w 2271642"/>
              <a:gd name="connsiteY1138" fmla="*/ 1387754 h 3098448"/>
              <a:gd name="connsiteX1139" fmla="*/ 1300087 w 2271642"/>
              <a:gd name="connsiteY1139" fmla="*/ 1392888 h 3098448"/>
              <a:gd name="connsiteX1140" fmla="*/ 1452237 w 2271642"/>
              <a:gd name="connsiteY1140" fmla="*/ 1444291 h 3098448"/>
              <a:gd name="connsiteX1141" fmla="*/ 1462285 w 2271642"/>
              <a:gd name="connsiteY1141" fmla="*/ 1418807 h 3098448"/>
              <a:gd name="connsiteX1142" fmla="*/ 1436266 w 2271642"/>
              <a:gd name="connsiteY1142" fmla="*/ 1329989 h 3098448"/>
              <a:gd name="connsiteX1143" fmla="*/ 1382750 w 2271642"/>
              <a:gd name="connsiteY1143" fmla="*/ 1182281 h 3098448"/>
              <a:gd name="connsiteX1144" fmla="*/ 1381322 w 2271642"/>
              <a:gd name="connsiteY1144" fmla="*/ 1170033 h 3098448"/>
              <a:gd name="connsiteX1145" fmla="*/ 1317739 w 2271642"/>
              <a:gd name="connsiteY1145" fmla="*/ 1151918 h 3098448"/>
              <a:gd name="connsiteX1146" fmla="*/ 1242031 w 2271642"/>
              <a:gd name="connsiteY1146" fmla="*/ 1124345 h 3098448"/>
              <a:gd name="connsiteX1147" fmla="*/ 1119269 w 2271642"/>
              <a:gd name="connsiteY1147" fmla="*/ 1055769 h 3098448"/>
              <a:gd name="connsiteX1148" fmla="*/ 1064887 w 2271642"/>
              <a:gd name="connsiteY1148" fmla="*/ 1047947 h 3098448"/>
              <a:gd name="connsiteX1149" fmla="*/ 1045136 w 2271642"/>
              <a:gd name="connsiteY1149" fmla="*/ 1046791 h 3098448"/>
              <a:gd name="connsiteX1150" fmla="*/ 984483 w 2271642"/>
              <a:gd name="connsiteY1150" fmla="*/ 1044519 h 3098448"/>
              <a:gd name="connsiteX1151" fmla="*/ 924779 w 2271642"/>
              <a:gd name="connsiteY1151" fmla="*/ 1054517 h 3098448"/>
              <a:gd name="connsiteX1152" fmla="*/ 929149 w 2271642"/>
              <a:gd name="connsiteY1152" fmla="*/ 1015339 h 3098448"/>
              <a:gd name="connsiteX1153" fmla="*/ 924821 w 2271642"/>
              <a:gd name="connsiteY1153" fmla="*/ 990085 h 3098448"/>
              <a:gd name="connsiteX1154" fmla="*/ 933116 w 2271642"/>
              <a:gd name="connsiteY1154" fmla="*/ 875054 h 3098448"/>
              <a:gd name="connsiteX1155" fmla="*/ 933211 w 2271642"/>
              <a:gd name="connsiteY1155" fmla="*/ 874215 h 3098448"/>
              <a:gd name="connsiteX1156" fmla="*/ 934141 w 2271642"/>
              <a:gd name="connsiteY1156" fmla="*/ 874086 h 3098448"/>
              <a:gd name="connsiteX1157" fmla="*/ 933268 w 2271642"/>
              <a:gd name="connsiteY1157" fmla="*/ 873732 h 3098448"/>
              <a:gd name="connsiteX1158" fmla="*/ 940674 w 2271642"/>
              <a:gd name="connsiteY1158" fmla="*/ 808675 h 3098448"/>
              <a:gd name="connsiteX1159" fmla="*/ 942872 w 2271642"/>
              <a:gd name="connsiteY1159" fmla="*/ 781526 h 3098448"/>
              <a:gd name="connsiteX1160" fmla="*/ 952399 w 2271642"/>
              <a:gd name="connsiteY1160" fmla="*/ 776306 h 3098448"/>
              <a:gd name="connsiteX1161" fmla="*/ 971474 w 2271642"/>
              <a:gd name="connsiteY1161" fmla="*/ 768366 h 3098448"/>
              <a:gd name="connsiteX1162" fmla="*/ 1113223 w 2271642"/>
              <a:gd name="connsiteY1162" fmla="*/ 820709 h 3098448"/>
              <a:gd name="connsiteX1163" fmla="*/ 1149999 w 2271642"/>
              <a:gd name="connsiteY1163" fmla="*/ 835121 h 3098448"/>
              <a:gd name="connsiteX1164" fmla="*/ 1111408 w 2271642"/>
              <a:gd name="connsiteY1164" fmla="*/ 784626 h 3098448"/>
              <a:gd name="connsiteX1165" fmla="*/ 1066502 w 2271642"/>
              <a:gd name="connsiteY1165" fmla="*/ 746262 h 3098448"/>
              <a:gd name="connsiteX1166" fmla="*/ 963202 w 2271642"/>
              <a:gd name="connsiteY1166" fmla="*/ 661557 h 3098448"/>
              <a:gd name="connsiteX1167" fmla="*/ 951945 w 2271642"/>
              <a:gd name="connsiteY1167" fmla="*/ 653322 h 3098448"/>
              <a:gd name="connsiteX1168" fmla="*/ 952043 w 2271642"/>
              <a:gd name="connsiteY1168" fmla="*/ 618286 h 3098448"/>
              <a:gd name="connsiteX1169" fmla="*/ 1141185 w 2271642"/>
              <a:gd name="connsiteY1169" fmla="*/ 779016 h 3098448"/>
              <a:gd name="connsiteX1170" fmla="*/ 1149291 w 2271642"/>
              <a:gd name="connsiteY1170" fmla="*/ 758180 h 3098448"/>
              <a:gd name="connsiteX1171" fmla="*/ 1131486 w 2271642"/>
              <a:gd name="connsiteY1171" fmla="*/ 638675 h 3098448"/>
              <a:gd name="connsiteX1172" fmla="*/ 1108731 w 2271642"/>
              <a:gd name="connsiteY1172" fmla="*/ 410360 h 3098448"/>
              <a:gd name="connsiteX1173" fmla="*/ 1114855 w 2271642"/>
              <a:gd name="connsiteY1173" fmla="*/ 308582 h 3098448"/>
              <a:gd name="connsiteX1174" fmla="*/ 1114854 w 2271642"/>
              <a:gd name="connsiteY1174" fmla="*/ 308582 h 3098448"/>
              <a:gd name="connsiteX1175" fmla="*/ 1114865 w 2271642"/>
              <a:gd name="connsiteY1175" fmla="*/ 308424 h 3098448"/>
              <a:gd name="connsiteX1176" fmla="*/ 1114908 w 2271642"/>
              <a:gd name="connsiteY1176" fmla="*/ 308524 h 3098448"/>
              <a:gd name="connsiteX1177" fmla="*/ 1114909 w 2271642"/>
              <a:gd name="connsiteY1177" fmla="*/ 308524 h 3098448"/>
              <a:gd name="connsiteX1178" fmla="*/ 1114865 w 2271642"/>
              <a:gd name="connsiteY1178" fmla="*/ 308420 h 3098448"/>
              <a:gd name="connsiteX1179" fmla="*/ 1114854 w 2271642"/>
              <a:gd name="connsiteY1179" fmla="*/ 308580 h 3098448"/>
              <a:gd name="connsiteX1180" fmla="*/ 1114225 w 2271642"/>
              <a:gd name="connsiteY1180" fmla="*/ 309199 h 3098448"/>
              <a:gd name="connsiteX1181" fmla="*/ 1151929 w 2271642"/>
              <a:gd name="connsiteY1181" fmla="*/ 169219 h 3098448"/>
              <a:gd name="connsiteX1182" fmla="*/ 1205944 w 2271642"/>
              <a:gd name="connsiteY1182" fmla="*/ 53605 h 3098448"/>
              <a:gd name="connsiteX1183" fmla="*/ 1217227 w 2271642"/>
              <a:gd name="connsiteY1183" fmla="*/ 21748 h 3098448"/>
              <a:gd name="connsiteX1184" fmla="*/ 1237058 w 2271642"/>
              <a:gd name="connsiteY1184" fmla="*/ 0 h 309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</a:cxnLst>
            <a:rect l="l" t="t" r="r" b="b"/>
            <a:pathLst>
              <a:path w="2271642" h="3098448">
                <a:moveTo>
                  <a:pt x="1810420" y="2470767"/>
                </a:moveTo>
                <a:lnTo>
                  <a:pt x="1809800" y="2471751"/>
                </a:lnTo>
                <a:cubicBezTo>
                  <a:pt x="1809810" y="2471568"/>
                  <a:pt x="1809952" y="2471446"/>
                  <a:pt x="1809965" y="2471262"/>
                </a:cubicBezTo>
                <a:cubicBezTo>
                  <a:pt x="1810115" y="2471091"/>
                  <a:pt x="1810268" y="2470936"/>
                  <a:pt x="1810420" y="2470767"/>
                </a:cubicBezTo>
                <a:close/>
                <a:moveTo>
                  <a:pt x="1338010" y="2333511"/>
                </a:moveTo>
                <a:cubicBezTo>
                  <a:pt x="1337836" y="2334634"/>
                  <a:pt x="1337670" y="2335772"/>
                  <a:pt x="1337501" y="2336893"/>
                </a:cubicBezTo>
                <a:cubicBezTo>
                  <a:pt x="1339917" y="2337426"/>
                  <a:pt x="1342323" y="2338217"/>
                  <a:pt x="1344777" y="2338468"/>
                </a:cubicBezTo>
                <a:cubicBezTo>
                  <a:pt x="1347128" y="2338706"/>
                  <a:pt x="1349536" y="2338401"/>
                  <a:pt x="1351926" y="2338341"/>
                </a:cubicBezTo>
                <a:lnTo>
                  <a:pt x="1351927" y="2338341"/>
                </a:lnTo>
                <a:cubicBezTo>
                  <a:pt x="1351868" y="2337202"/>
                  <a:pt x="1351814" y="2336062"/>
                  <a:pt x="1351759" y="2334922"/>
                </a:cubicBezTo>
                <a:cubicBezTo>
                  <a:pt x="1347179" y="2334467"/>
                  <a:pt x="1342591" y="2333982"/>
                  <a:pt x="1338010" y="2333511"/>
                </a:cubicBezTo>
                <a:close/>
                <a:moveTo>
                  <a:pt x="1305623" y="2325084"/>
                </a:moveTo>
                <a:cubicBezTo>
                  <a:pt x="1305491" y="2325653"/>
                  <a:pt x="1305355" y="2326209"/>
                  <a:pt x="1305222" y="2326779"/>
                </a:cubicBezTo>
                <a:cubicBezTo>
                  <a:pt x="1310748" y="2328308"/>
                  <a:pt x="1316274" y="2329839"/>
                  <a:pt x="1322504" y="2331559"/>
                </a:cubicBezTo>
                <a:lnTo>
                  <a:pt x="1322505" y="2331559"/>
                </a:lnTo>
                <a:cubicBezTo>
                  <a:pt x="1322300" y="2329567"/>
                  <a:pt x="1322347" y="2327809"/>
                  <a:pt x="1322083" y="2327760"/>
                </a:cubicBezTo>
                <a:cubicBezTo>
                  <a:pt x="1316615" y="2326750"/>
                  <a:pt x="1311115" y="2325935"/>
                  <a:pt x="1305623" y="2325084"/>
                </a:cubicBezTo>
                <a:close/>
                <a:moveTo>
                  <a:pt x="1355080" y="2308134"/>
                </a:moveTo>
                <a:lnTo>
                  <a:pt x="1354726" y="2308687"/>
                </a:lnTo>
                <a:lnTo>
                  <a:pt x="1355080" y="2308136"/>
                </a:lnTo>
                <a:close/>
                <a:moveTo>
                  <a:pt x="2031386" y="2214108"/>
                </a:moveTo>
                <a:lnTo>
                  <a:pt x="2030592" y="2215059"/>
                </a:lnTo>
                <a:cubicBezTo>
                  <a:pt x="2030691" y="2214771"/>
                  <a:pt x="2030752" y="2214451"/>
                  <a:pt x="2030838" y="2214167"/>
                </a:cubicBezTo>
                <a:cubicBezTo>
                  <a:pt x="2031035" y="2214178"/>
                  <a:pt x="2031185" y="2214084"/>
                  <a:pt x="2031386" y="2214108"/>
                </a:cubicBezTo>
                <a:close/>
                <a:moveTo>
                  <a:pt x="1070526" y="2195565"/>
                </a:moveTo>
                <a:cubicBezTo>
                  <a:pt x="1096158" y="2219908"/>
                  <a:pt x="1126219" y="2236159"/>
                  <a:pt x="1156782" y="2251389"/>
                </a:cubicBezTo>
                <a:cubicBezTo>
                  <a:pt x="1190774" y="2268341"/>
                  <a:pt x="1225136" y="2284659"/>
                  <a:pt x="1261420" y="2296004"/>
                </a:cubicBezTo>
                <a:cubicBezTo>
                  <a:pt x="1285607" y="2303580"/>
                  <a:pt x="1310293" y="2309533"/>
                  <a:pt x="1334751" y="2316207"/>
                </a:cubicBezTo>
                <a:cubicBezTo>
                  <a:pt x="1343349" y="2318554"/>
                  <a:pt x="1350626" y="2317647"/>
                  <a:pt x="1354668" y="2308781"/>
                </a:cubicBezTo>
                <a:cubicBezTo>
                  <a:pt x="1354758" y="2308841"/>
                  <a:pt x="1354864" y="2308928"/>
                  <a:pt x="1354953" y="2308989"/>
                </a:cubicBezTo>
                <a:cubicBezTo>
                  <a:pt x="1352017" y="2318711"/>
                  <a:pt x="1357821" y="2320632"/>
                  <a:pt x="1371296" y="2320631"/>
                </a:cubicBezTo>
                <a:cubicBezTo>
                  <a:pt x="1363392" y="2314992"/>
                  <a:pt x="1359131" y="2311966"/>
                  <a:pt x="1354953" y="2308989"/>
                </a:cubicBezTo>
                <a:lnTo>
                  <a:pt x="1354973" y="2308851"/>
                </a:lnTo>
                <a:lnTo>
                  <a:pt x="1354953" y="2308987"/>
                </a:lnTo>
                <a:lnTo>
                  <a:pt x="1354668" y="2308780"/>
                </a:lnTo>
                <a:lnTo>
                  <a:pt x="1354668" y="2308781"/>
                </a:lnTo>
                <a:cubicBezTo>
                  <a:pt x="1354647" y="2308773"/>
                  <a:pt x="1354610" y="2308740"/>
                  <a:pt x="1354585" y="2308718"/>
                </a:cubicBezTo>
                <a:cubicBezTo>
                  <a:pt x="1357821" y="2299349"/>
                  <a:pt x="1351615" y="2297228"/>
                  <a:pt x="1344641" y="2294668"/>
                </a:cubicBezTo>
                <a:cubicBezTo>
                  <a:pt x="1257358" y="2262568"/>
                  <a:pt x="1170155" y="2230243"/>
                  <a:pt x="1082889" y="2198106"/>
                </a:cubicBezTo>
                <a:cubicBezTo>
                  <a:pt x="1078982" y="2196663"/>
                  <a:pt x="1074658" y="2196379"/>
                  <a:pt x="1070526" y="2195565"/>
                </a:cubicBezTo>
                <a:close/>
                <a:moveTo>
                  <a:pt x="1749280" y="2003414"/>
                </a:moveTo>
                <a:cubicBezTo>
                  <a:pt x="1747951" y="2006329"/>
                  <a:pt x="1747111" y="2010105"/>
                  <a:pt x="1750074" y="2011496"/>
                </a:cubicBezTo>
                <a:cubicBezTo>
                  <a:pt x="1750619" y="2011754"/>
                  <a:pt x="1752258" y="2011207"/>
                  <a:pt x="1753761" y="2010595"/>
                </a:cubicBezTo>
                <a:lnTo>
                  <a:pt x="1753766" y="2010594"/>
                </a:lnTo>
                <a:lnTo>
                  <a:pt x="1750082" y="2011494"/>
                </a:lnTo>
                <a:lnTo>
                  <a:pt x="1749286" y="2003417"/>
                </a:lnTo>
                <a:close/>
                <a:moveTo>
                  <a:pt x="879275" y="1979428"/>
                </a:moveTo>
                <a:cubicBezTo>
                  <a:pt x="874361" y="1978553"/>
                  <a:pt x="869464" y="1979655"/>
                  <a:pt x="865023" y="1980318"/>
                </a:cubicBezTo>
                <a:cubicBezTo>
                  <a:pt x="854925" y="1981814"/>
                  <a:pt x="844654" y="1985172"/>
                  <a:pt x="835761" y="1990094"/>
                </a:cubicBezTo>
                <a:cubicBezTo>
                  <a:pt x="832474" y="1991904"/>
                  <a:pt x="830586" y="2001285"/>
                  <a:pt x="832164" y="2005774"/>
                </a:cubicBezTo>
                <a:cubicBezTo>
                  <a:pt x="834630" y="2012813"/>
                  <a:pt x="841333" y="2011750"/>
                  <a:pt x="847263" y="2008097"/>
                </a:cubicBezTo>
                <a:cubicBezTo>
                  <a:pt x="860923" y="1999708"/>
                  <a:pt x="874447" y="1990929"/>
                  <a:pt x="893623" y="1990402"/>
                </a:cubicBezTo>
                <a:cubicBezTo>
                  <a:pt x="889119" y="1983157"/>
                  <a:pt x="884189" y="1980305"/>
                  <a:pt x="879275" y="1979428"/>
                </a:cubicBezTo>
                <a:close/>
                <a:moveTo>
                  <a:pt x="2241344" y="1911310"/>
                </a:moveTo>
                <a:cubicBezTo>
                  <a:pt x="2236646" y="1919820"/>
                  <a:pt x="2231939" y="1928349"/>
                  <a:pt x="2227241" y="1936859"/>
                </a:cubicBezTo>
                <a:cubicBezTo>
                  <a:pt x="2229175" y="1937938"/>
                  <a:pt x="2231126" y="1939015"/>
                  <a:pt x="2233075" y="1940092"/>
                </a:cubicBezTo>
                <a:cubicBezTo>
                  <a:pt x="2237044" y="1931129"/>
                  <a:pt x="2241025" y="1922161"/>
                  <a:pt x="2244988" y="1913186"/>
                </a:cubicBezTo>
                <a:close/>
                <a:moveTo>
                  <a:pt x="2267681" y="1882680"/>
                </a:moveTo>
                <a:cubicBezTo>
                  <a:pt x="2267587" y="1882846"/>
                  <a:pt x="2267492" y="1883012"/>
                  <a:pt x="2267384" y="1883183"/>
                </a:cubicBezTo>
                <a:cubicBezTo>
                  <a:pt x="2258281" y="1882281"/>
                  <a:pt x="2256491" y="1887540"/>
                  <a:pt x="2259529" y="1896512"/>
                </a:cubicBezTo>
                <a:cubicBezTo>
                  <a:pt x="2262155" y="1892077"/>
                  <a:pt x="2264777" y="1887628"/>
                  <a:pt x="2267384" y="1883183"/>
                </a:cubicBezTo>
                <a:lnTo>
                  <a:pt x="2267682" y="1882681"/>
                </a:lnTo>
                <a:close/>
                <a:moveTo>
                  <a:pt x="1447664" y="1824589"/>
                </a:moveTo>
                <a:lnTo>
                  <a:pt x="1418625" y="1827483"/>
                </a:lnTo>
                <a:lnTo>
                  <a:pt x="1418625" y="1827484"/>
                </a:lnTo>
                <a:cubicBezTo>
                  <a:pt x="1428303" y="1826515"/>
                  <a:pt x="1437981" y="1825546"/>
                  <a:pt x="1447664" y="1824590"/>
                </a:cubicBezTo>
                <a:close/>
                <a:moveTo>
                  <a:pt x="1299703" y="1804642"/>
                </a:moveTo>
                <a:lnTo>
                  <a:pt x="1334782" y="1824261"/>
                </a:lnTo>
                <a:lnTo>
                  <a:pt x="1345888" y="1828320"/>
                </a:lnTo>
                <a:lnTo>
                  <a:pt x="1334776" y="1824247"/>
                </a:lnTo>
                <a:close/>
                <a:moveTo>
                  <a:pt x="1511214" y="1766203"/>
                </a:moveTo>
                <a:lnTo>
                  <a:pt x="1528697" y="1774968"/>
                </a:lnTo>
                <a:lnTo>
                  <a:pt x="1528993" y="1775022"/>
                </a:lnTo>
                <a:lnTo>
                  <a:pt x="1528698" y="1774968"/>
                </a:lnTo>
                <a:close/>
                <a:moveTo>
                  <a:pt x="1643970" y="1747386"/>
                </a:moveTo>
                <a:cubicBezTo>
                  <a:pt x="1642620" y="1749812"/>
                  <a:pt x="1641584" y="1751427"/>
                  <a:pt x="1640497" y="1752940"/>
                </a:cubicBezTo>
                <a:cubicBezTo>
                  <a:pt x="1637521" y="1751178"/>
                  <a:pt x="1634846" y="1749407"/>
                  <a:pt x="1631887" y="1747623"/>
                </a:cubicBezTo>
                <a:cubicBezTo>
                  <a:pt x="1636241" y="1747538"/>
                  <a:pt x="1640094" y="1747465"/>
                  <a:pt x="1643970" y="1747386"/>
                </a:cubicBezTo>
                <a:close/>
                <a:moveTo>
                  <a:pt x="1143761" y="1728116"/>
                </a:moveTo>
                <a:lnTo>
                  <a:pt x="1134805" y="1730246"/>
                </a:lnTo>
                <a:lnTo>
                  <a:pt x="1134806" y="1730247"/>
                </a:lnTo>
                <a:close/>
                <a:moveTo>
                  <a:pt x="1004634" y="1681418"/>
                </a:moveTo>
                <a:lnTo>
                  <a:pt x="1018191" y="1689271"/>
                </a:lnTo>
                <a:cubicBezTo>
                  <a:pt x="1026954" y="1692958"/>
                  <a:pt x="1036724" y="1696377"/>
                  <a:pt x="1045311" y="1699875"/>
                </a:cubicBezTo>
                <a:lnTo>
                  <a:pt x="1078566" y="1713690"/>
                </a:lnTo>
                <a:lnTo>
                  <a:pt x="1045304" y="1699863"/>
                </a:lnTo>
                <a:cubicBezTo>
                  <a:pt x="1036717" y="1696364"/>
                  <a:pt x="1026948" y="1692947"/>
                  <a:pt x="1018186" y="1689264"/>
                </a:cubicBezTo>
                <a:close/>
                <a:moveTo>
                  <a:pt x="2073816" y="1677742"/>
                </a:moveTo>
                <a:cubicBezTo>
                  <a:pt x="2075998" y="1682274"/>
                  <a:pt x="2078145" y="1686787"/>
                  <a:pt x="2080288" y="1691242"/>
                </a:cubicBezTo>
                <a:cubicBezTo>
                  <a:pt x="2095081" y="1684153"/>
                  <a:pt x="2108557" y="1670938"/>
                  <a:pt x="2125035" y="1687002"/>
                </a:cubicBezTo>
                <a:cubicBezTo>
                  <a:pt x="2126713" y="1688616"/>
                  <a:pt x="2130713" y="1687926"/>
                  <a:pt x="2133657" y="1688121"/>
                </a:cubicBezTo>
                <a:cubicBezTo>
                  <a:pt x="2162474" y="1690139"/>
                  <a:pt x="2165679" y="1693089"/>
                  <a:pt x="2170704" y="1723807"/>
                </a:cubicBezTo>
                <a:cubicBezTo>
                  <a:pt x="2176797" y="1724086"/>
                  <a:pt x="2183240" y="1724385"/>
                  <a:pt x="2189849" y="1724689"/>
                </a:cubicBezTo>
                <a:cubicBezTo>
                  <a:pt x="2190580" y="1731815"/>
                  <a:pt x="2191369" y="1739614"/>
                  <a:pt x="2192316" y="1748818"/>
                </a:cubicBezTo>
                <a:cubicBezTo>
                  <a:pt x="2198717" y="1750814"/>
                  <a:pt x="2204939" y="1753545"/>
                  <a:pt x="2211429" y="1754535"/>
                </a:cubicBezTo>
                <a:cubicBezTo>
                  <a:pt x="2217892" y="1755533"/>
                  <a:pt x="2224599" y="1754769"/>
                  <a:pt x="2231295" y="1754789"/>
                </a:cubicBezTo>
                <a:cubicBezTo>
                  <a:pt x="2229550" y="1780371"/>
                  <a:pt x="2233849" y="1784888"/>
                  <a:pt x="2259027" y="1781122"/>
                </a:cubicBezTo>
                <a:cubicBezTo>
                  <a:pt x="2257150" y="1788438"/>
                  <a:pt x="2253879" y="1794648"/>
                  <a:pt x="2254644" y="1800320"/>
                </a:cubicBezTo>
                <a:cubicBezTo>
                  <a:pt x="2255295" y="1805188"/>
                  <a:pt x="2260559" y="1809465"/>
                  <a:pt x="2263815" y="1814036"/>
                </a:cubicBezTo>
                <a:cubicBezTo>
                  <a:pt x="2261783" y="1817000"/>
                  <a:pt x="2259752" y="1819964"/>
                  <a:pt x="2256907" y="1824095"/>
                </a:cubicBezTo>
                <a:cubicBezTo>
                  <a:pt x="2267792" y="1832411"/>
                  <a:pt x="2273683" y="1842119"/>
                  <a:pt x="2259273" y="1854901"/>
                </a:cubicBezTo>
                <a:cubicBezTo>
                  <a:pt x="2274441" y="1861426"/>
                  <a:pt x="2272761" y="1872002"/>
                  <a:pt x="2268224" y="1883149"/>
                </a:cubicBezTo>
                <a:lnTo>
                  <a:pt x="2267874" y="1883173"/>
                </a:lnTo>
                <a:lnTo>
                  <a:pt x="2267873" y="1883174"/>
                </a:lnTo>
                <a:lnTo>
                  <a:pt x="2271642" y="1897123"/>
                </a:lnTo>
                <a:cubicBezTo>
                  <a:pt x="2268687" y="1923566"/>
                  <a:pt x="2255364" y="1944469"/>
                  <a:pt x="2235997" y="1962044"/>
                </a:cubicBezTo>
                <a:cubicBezTo>
                  <a:pt x="2228832" y="1968534"/>
                  <a:pt x="2224161" y="1966168"/>
                  <a:pt x="2219219" y="1958268"/>
                </a:cubicBezTo>
                <a:cubicBezTo>
                  <a:pt x="2198169" y="1978453"/>
                  <a:pt x="2182073" y="2001555"/>
                  <a:pt x="2165883" y="2025471"/>
                </a:cubicBezTo>
                <a:cubicBezTo>
                  <a:pt x="2165652" y="2025818"/>
                  <a:pt x="2165377" y="2026162"/>
                  <a:pt x="2165134" y="2026513"/>
                </a:cubicBezTo>
                <a:cubicBezTo>
                  <a:pt x="2163292" y="2025447"/>
                  <a:pt x="2161455" y="2024393"/>
                  <a:pt x="2159631" y="2023337"/>
                </a:cubicBezTo>
                <a:cubicBezTo>
                  <a:pt x="2142243" y="2012892"/>
                  <a:pt x="2120718" y="2008701"/>
                  <a:pt x="2111784" y="1990188"/>
                </a:cubicBezTo>
                <a:cubicBezTo>
                  <a:pt x="2105686" y="1977331"/>
                  <a:pt x="2091116" y="1982364"/>
                  <a:pt x="2080366" y="1977792"/>
                </a:cubicBezTo>
                <a:cubicBezTo>
                  <a:pt x="2073655" y="1974891"/>
                  <a:pt x="2066584" y="1969746"/>
                  <a:pt x="2059180" y="1965597"/>
                </a:cubicBezTo>
                <a:cubicBezTo>
                  <a:pt x="2043341" y="1956603"/>
                  <a:pt x="2032661" y="1946175"/>
                  <a:pt x="2020041" y="1936112"/>
                </a:cubicBezTo>
                <a:cubicBezTo>
                  <a:pt x="2013554" y="1931018"/>
                  <a:pt x="2005185" y="1929349"/>
                  <a:pt x="1999852" y="1923998"/>
                </a:cubicBezTo>
                <a:cubicBezTo>
                  <a:pt x="1993884" y="1917983"/>
                  <a:pt x="1990960" y="1907666"/>
                  <a:pt x="1985364" y="1901559"/>
                </a:cubicBezTo>
                <a:cubicBezTo>
                  <a:pt x="1982883" y="1898852"/>
                  <a:pt x="1980398" y="1893487"/>
                  <a:pt x="1977258" y="1891508"/>
                </a:cubicBezTo>
                <a:cubicBezTo>
                  <a:pt x="1974524" y="1889817"/>
                  <a:pt x="1968217" y="1891577"/>
                  <a:pt x="1965195" y="1889454"/>
                </a:cubicBezTo>
                <a:cubicBezTo>
                  <a:pt x="1961491" y="1886847"/>
                  <a:pt x="1960889" y="1882038"/>
                  <a:pt x="1957068" y="1879394"/>
                </a:cubicBezTo>
                <a:cubicBezTo>
                  <a:pt x="1953173" y="1876655"/>
                  <a:pt x="1947734" y="1875412"/>
                  <a:pt x="1943695" y="1872373"/>
                </a:cubicBezTo>
                <a:lnTo>
                  <a:pt x="1925274" y="1853889"/>
                </a:lnTo>
                <a:lnTo>
                  <a:pt x="1943686" y="1872391"/>
                </a:lnTo>
                <a:cubicBezTo>
                  <a:pt x="1947722" y="1875416"/>
                  <a:pt x="1953159" y="1876660"/>
                  <a:pt x="1957060" y="1879413"/>
                </a:cubicBezTo>
                <a:cubicBezTo>
                  <a:pt x="1960880" y="1882057"/>
                  <a:pt x="1961481" y="1886865"/>
                  <a:pt x="1965181" y="1889459"/>
                </a:cubicBezTo>
                <a:cubicBezTo>
                  <a:pt x="1968204" y="1891581"/>
                  <a:pt x="1974511" y="1889821"/>
                  <a:pt x="1977243" y="1891513"/>
                </a:cubicBezTo>
                <a:cubicBezTo>
                  <a:pt x="1980384" y="1893493"/>
                  <a:pt x="1982875" y="1898871"/>
                  <a:pt x="1985356" y="1901577"/>
                </a:cubicBezTo>
                <a:cubicBezTo>
                  <a:pt x="1990946" y="1907671"/>
                  <a:pt x="1993872" y="1917987"/>
                  <a:pt x="1999843" y="1924015"/>
                </a:cubicBezTo>
                <a:cubicBezTo>
                  <a:pt x="2005171" y="1929354"/>
                  <a:pt x="2013539" y="1931021"/>
                  <a:pt x="2020027" y="1936117"/>
                </a:cubicBezTo>
                <a:cubicBezTo>
                  <a:pt x="2032648" y="1946180"/>
                  <a:pt x="2043327" y="1956607"/>
                  <a:pt x="2059167" y="1965602"/>
                </a:cubicBezTo>
                <a:cubicBezTo>
                  <a:pt x="2066570" y="1969752"/>
                  <a:pt x="2073641" y="1974895"/>
                  <a:pt x="2080371" y="1977805"/>
                </a:cubicBezTo>
                <a:cubicBezTo>
                  <a:pt x="2091104" y="1982368"/>
                  <a:pt x="2105676" y="1977349"/>
                  <a:pt x="2111776" y="1990206"/>
                </a:cubicBezTo>
                <a:cubicBezTo>
                  <a:pt x="2120718" y="2008701"/>
                  <a:pt x="2142234" y="2012911"/>
                  <a:pt x="2159620" y="2023340"/>
                </a:cubicBezTo>
                <a:cubicBezTo>
                  <a:pt x="2161441" y="2024398"/>
                  <a:pt x="2163293" y="2025446"/>
                  <a:pt x="2165140" y="2026526"/>
                </a:cubicBezTo>
                <a:cubicBezTo>
                  <a:pt x="2153299" y="2044015"/>
                  <a:pt x="2141158" y="2062278"/>
                  <a:pt x="2127385" y="2079015"/>
                </a:cubicBezTo>
                <a:cubicBezTo>
                  <a:pt x="2113183" y="2096268"/>
                  <a:pt x="2099323" y="2115063"/>
                  <a:pt x="2085888" y="2133569"/>
                </a:cubicBezTo>
                <a:cubicBezTo>
                  <a:pt x="2082732" y="2137937"/>
                  <a:pt x="2079281" y="2142085"/>
                  <a:pt x="2076005" y="2146359"/>
                </a:cubicBezTo>
                <a:lnTo>
                  <a:pt x="2075994" y="2146353"/>
                </a:lnTo>
                <a:lnTo>
                  <a:pt x="2037061" y="2196712"/>
                </a:lnTo>
                <a:cubicBezTo>
                  <a:pt x="2034970" y="2199545"/>
                  <a:pt x="2033843" y="2203084"/>
                  <a:pt x="2032859" y="2206743"/>
                </a:cubicBezTo>
                <a:cubicBezTo>
                  <a:pt x="2030592" y="2205514"/>
                  <a:pt x="2028231" y="2204453"/>
                  <a:pt x="2026034" y="2203217"/>
                </a:cubicBezTo>
                <a:cubicBezTo>
                  <a:pt x="2020629" y="2202804"/>
                  <a:pt x="2014286" y="2203450"/>
                  <a:pt x="2009001" y="2202036"/>
                </a:cubicBezTo>
                <a:cubicBezTo>
                  <a:pt x="2006027" y="2201250"/>
                  <a:pt x="2004216" y="2197949"/>
                  <a:pt x="2001414" y="2196776"/>
                </a:cubicBezTo>
                <a:cubicBezTo>
                  <a:pt x="1998084" y="2195400"/>
                  <a:pt x="1994883" y="2198309"/>
                  <a:pt x="1992031" y="2197348"/>
                </a:cubicBezTo>
                <a:cubicBezTo>
                  <a:pt x="1986259" y="2195402"/>
                  <a:pt x="1981120" y="2191280"/>
                  <a:pt x="1975133" y="2189179"/>
                </a:cubicBezTo>
                <a:cubicBezTo>
                  <a:pt x="1968800" y="2187025"/>
                  <a:pt x="1962226" y="2185867"/>
                  <a:pt x="1956682" y="2183020"/>
                </a:cubicBezTo>
                <a:cubicBezTo>
                  <a:pt x="1947544" y="2178447"/>
                  <a:pt x="1940808" y="2172187"/>
                  <a:pt x="1935711" y="2167375"/>
                </a:cubicBezTo>
                <a:cubicBezTo>
                  <a:pt x="1933926" y="2165704"/>
                  <a:pt x="1928897" y="2165920"/>
                  <a:pt x="1926506" y="2164131"/>
                </a:cubicBezTo>
                <a:cubicBezTo>
                  <a:pt x="1921515" y="2160442"/>
                  <a:pt x="1918946" y="2154563"/>
                  <a:pt x="1913255" y="2150621"/>
                </a:cubicBezTo>
                <a:cubicBezTo>
                  <a:pt x="1907980" y="2146965"/>
                  <a:pt x="1901266" y="2145688"/>
                  <a:pt x="1896536" y="2141762"/>
                </a:cubicBezTo>
                <a:cubicBezTo>
                  <a:pt x="1887224" y="2134255"/>
                  <a:pt x="1881819" y="2122013"/>
                  <a:pt x="1870039" y="2117778"/>
                </a:cubicBezTo>
                <a:cubicBezTo>
                  <a:pt x="1868983" y="2106745"/>
                  <a:pt x="1857910" y="2105089"/>
                  <a:pt x="1851112" y="2099270"/>
                </a:cubicBezTo>
                <a:cubicBezTo>
                  <a:pt x="1844483" y="2093576"/>
                  <a:pt x="1838326" y="2086164"/>
                  <a:pt x="1832208" y="2080753"/>
                </a:cubicBezTo>
                <a:cubicBezTo>
                  <a:pt x="1826898" y="2076057"/>
                  <a:pt x="1822014" y="2069732"/>
                  <a:pt x="1816276" y="2064603"/>
                </a:cubicBezTo>
                <a:cubicBezTo>
                  <a:pt x="1809262" y="2058269"/>
                  <a:pt x="1797538" y="2054150"/>
                  <a:pt x="1796333" y="2041181"/>
                </a:cubicBezTo>
                <a:cubicBezTo>
                  <a:pt x="1789272" y="2043339"/>
                  <a:pt x="1791083" y="2033774"/>
                  <a:pt x="1782437" y="2037473"/>
                </a:cubicBezTo>
                <a:cubicBezTo>
                  <a:pt x="1776278" y="2028498"/>
                  <a:pt x="1768702" y="2022903"/>
                  <a:pt x="1762188" y="2017472"/>
                </a:cubicBezTo>
                <a:cubicBezTo>
                  <a:pt x="1761612" y="2016999"/>
                  <a:pt x="1757467" y="2019571"/>
                  <a:pt x="1755964" y="2016215"/>
                </a:cubicBezTo>
                <a:cubicBezTo>
                  <a:pt x="1755388" y="2014915"/>
                  <a:pt x="1758341" y="2010884"/>
                  <a:pt x="1756639" y="2009305"/>
                </a:cubicBezTo>
                <a:lnTo>
                  <a:pt x="1755944" y="2009616"/>
                </a:lnTo>
                <a:lnTo>
                  <a:pt x="1756631" y="2009309"/>
                </a:lnTo>
                <a:cubicBezTo>
                  <a:pt x="1758333" y="2010886"/>
                  <a:pt x="1755380" y="2014918"/>
                  <a:pt x="1755960" y="2016230"/>
                </a:cubicBezTo>
                <a:cubicBezTo>
                  <a:pt x="1757464" y="2019588"/>
                  <a:pt x="1761603" y="2017002"/>
                  <a:pt x="1762183" y="2017489"/>
                </a:cubicBezTo>
                <a:cubicBezTo>
                  <a:pt x="1768699" y="2022919"/>
                  <a:pt x="1776274" y="2028514"/>
                  <a:pt x="1782430" y="2037475"/>
                </a:cubicBezTo>
                <a:cubicBezTo>
                  <a:pt x="1791073" y="2033777"/>
                  <a:pt x="1789264" y="2043342"/>
                  <a:pt x="1796326" y="2041184"/>
                </a:cubicBezTo>
                <a:cubicBezTo>
                  <a:pt x="1797532" y="2054166"/>
                  <a:pt x="1809258" y="2058284"/>
                  <a:pt x="1816267" y="2064606"/>
                </a:cubicBezTo>
                <a:cubicBezTo>
                  <a:pt x="1822005" y="2069735"/>
                  <a:pt x="1826888" y="2076060"/>
                  <a:pt x="1832204" y="2080770"/>
                </a:cubicBezTo>
                <a:cubicBezTo>
                  <a:pt x="1838317" y="2086167"/>
                  <a:pt x="1844476" y="2093578"/>
                  <a:pt x="1851104" y="2099272"/>
                </a:cubicBezTo>
                <a:cubicBezTo>
                  <a:pt x="1857902" y="2105091"/>
                  <a:pt x="1868979" y="2106761"/>
                  <a:pt x="1870031" y="2117781"/>
                </a:cubicBezTo>
                <a:cubicBezTo>
                  <a:pt x="1881810" y="2122016"/>
                  <a:pt x="1887216" y="2134258"/>
                  <a:pt x="1896532" y="2141779"/>
                </a:cubicBezTo>
                <a:cubicBezTo>
                  <a:pt x="1901263" y="2145704"/>
                  <a:pt x="1907977" y="2146981"/>
                  <a:pt x="1913247" y="2150624"/>
                </a:cubicBezTo>
                <a:cubicBezTo>
                  <a:pt x="1918935" y="2154566"/>
                  <a:pt x="1921504" y="2160445"/>
                  <a:pt x="1926497" y="2164134"/>
                </a:cubicBezTo>
                <a:cubicBezTo>
                  <a:pt x="1928890" y="2165922"/>
                  <a:pt x="1933914" y="2165708"/>
                  <a:pt x="1935716" y="2167388"/>
                </a:cubicBezTo>
                <a:cubicBezTo>
                  <a:pt x="1940812" y="2172200"/>
                  <a:pt x="1947529" y="2178452"/>
                  <a:pt x="1956668" y="2183024"/>
                </a:cubicBezTo>
                <a:cubicBezTo>
                  <a:pt x="1962226" y="2185867"/>
                  <a:pt x="1968806" y="2187039"/>
                  <a:pt x="1975133" y="2189179"/>
                </a:cubicBezTo>
                <a:cubicBezTo>
                  <a:pt x="1981110" y="2191299"/>
                  <a:pt x="1986247" y="2195406"/>
                  <a:pt x="1992018" y="2197352"/>
                </a:cubicBezTo>
                <a:cubicBezTo>
                  <a:pt x="1994870" y="2198313"/>
                  <a:pt x="1998084" y="2195400"/>
                  <a:pt x="2001418" y="2196789"/>
                </a:cubicBezTo>
                <a:cubicBezTo>
                  <a:pt x="2004216" y="2197949"/>
                  <a:pt x="2006013" y="2201255"/>
                  <a:pt x="2008992" y="2202055"/>
                </a:cubicBezTo>
                <a:cubicBezTo>
                  <a:pt x="2014272" y="2203454"/>
                  <a:pt x="2020628" y="2202804"/>
                  <a:pt x="2026022" y="2203221"/>
                </a:cubicBezTo>
                <a:cubicBezTo>
                  <a:pt x="2028216" y="2204457"/>
                  <a:pt x="2030578" y="2205519"/>
                  <a:pt x="2032846" y="2206747"/>
                </a:cubicBezTo>
                <a:cubicBezTo>
                  <a:pt x="2032190" y="2209216"/>
                  <a:pt x="2031588" y="2211758"/>
                  <a:pt x="2030837" y="2214168"/>
                </a:cubicBezTo>
                <a:cubicBezTo>
                  <a:pt x="2019322" y="2213196"/>
                  <a:pt x="2012950" y="2221743"/>
                  <a:pt x="2008037" y="2229361"/>
                </a:cubicBezTo>
                <a:cubicBezTo>
                  <a:pt x="2002489" y="2237969"/>
                  <a:pt x="1995552" y="2245421"/>
                  <a:pt x="1988679" y="2252918"/>
                </a:cubicBezTo>
                <a:lnTo>
                  <a:pt x="1969706" y="2276728"/>
                </a:lnTo>
                <a:lnTo>
                  <a:pt x="1969713" y="2276730"/>
                </a:lnTo>
                <a:cubicBezTo>
                  <a:pt x="1968624" y="2278514"/>
                  <a:pt x="1967288" y="2280091"/>
                  <a:pt x="1966351" y="2282006"/>
                </a:cubicBezTo>
                <a:cubicBezTo>
                  <a:pt x="1964164" y="2286480"/>
                  <a:pt x="1959451" y="2289719"/>
                  <a:pt x="1955796" y="2293423"/>
                </a:cubicBezTo>
                <a:cubicBezTo>
                  <a:pt x="1936848" y="2312605"/>
                  <a:pt x="1917766" y="2331649"/>
                  <a:pt x="1898926" y="2350945"/>
                </a:cubicBezTo>
                <a:cubicBezTo>
                  <a:pt x="1884103" y="2366115"/>
                  <a:pt x="1874623" y="2386905"/>
                  <a:pt x="1852723" y="2394696"/>
                </a:cubicBezTo>
                <a:cubicBezTo>
                  <a:pt x="1850387" y="2395534"/>
                  <a:pt x="1848952" y="2399175"/>
                  <a:pt x="1847308" y="2401652"/>
                </a:cubicBezTo>
                <a:cubicBezTo>
                  <a:pt x="1840669" y="2411682"/>
                  <a:pt x="1833057" y="2421251"/>
                  <a:pt x="1827808" y="2431984"/>
                </a:cubicBezTo>
                <a:cubicBezTo>
                  <a:pt x="1821500" y="2444869"/>
                  <a:pt x="1811081" y="2455987"/>
                  <a:pt x="1809964" y="2471262"/>
                </a:cubicBezTo>
                <a:cubicBezTo>
                  <a:pt x="1800622" y="2481093"/>
                  <a:pt x="1790666" y="2490435"/>
                  <a:pt x="1782149" y="2500946"/>
                </a:cubicBezTo>
                <a:cubicBezTo>
                  <a:pt x="1768849" y="2517363"/>
                  <a:pt x="1753630" y="2531869"/>
                  <a:pt x="1736124" y="2543016"/>
                </a:cubicBezTo>
                <a:cubicBezTo>
                  <a:pt x="1728118" y="2548115"/>
                  <a:pt x="1716211" y="2547060"/>
                  <a:pt x="1704731" y="2549024"/>
                </a:cubicBezTo>
                <a:cubicBezTo>
                  <a:pt x="1706033" y="2561736"/>
                  <a:pt x="1706863" y="2575924"/>
                  <a:pt x="1709024" y="2589887"/>
                </a:cubicBezTo>
                <a:cubicBezTo>
                  <a:pt x="1721290" y="2668999"/>
                  <a:pt x="1733150" y="2748181"/>
                  <a:pt x="1746566" y="2827095"/>
                </a:cubicBezTo>
                <a:cubicBezTo>
                  <a:pt x="1758184" y="2895414"/>
                  <a:pt x="1771444" y="2963466"/>
                  <a:pt x="1784582" y="3031530"/>
                </a:cubicBezTo>
                <a:cubicBezTo>
                  <a:pt x="1787255" y="3045372"/>
                  <a:pt x="1790272" y="3059537"/>
                  <a:pt x="1806353" y="3066333"/>
                </a:cubicBezTo>
                <a:cubicBezTo>
                  <a:pt x="1813633" y="3069411"/>
                  <a:pt x="1814899" y="3086553"/>
                  <a:pt x="1810383" y="3093275"/>
                </a:cubicBezTo>
                <a:cubicBezTo>
                  <a:pt x="1806074" y="3099673"/>
                  <a:pt x="1797003" y="3100520"/>
                  <a:pt x="1790922" y="3093653"/>
                </a:cubicBezTo>
                <a:cubicBezTo>
                  <a:pt x="1774446" y="3075036"/>
                  <a:pt x="1755697" y="3058092"/>
                  <a:pt x="1751115" y="3031301"/>
                </a:cubicBezTo>
                <a:cubicBezTo>
                  <a:pt x="1746517" y="3004428"/>
                  <a:pt x="1739660" y="2977959"/>
                  <a:pt x="1734346" y="2951200"/>
                </a:cubicBezTo>
                <a:cubicBezTo>
                  <a:pt x="1727434" y="2916408"/>
                  <a:pt x="1720812" y="2881568"/>
                  <a:pt x="1714549" y="2846654"/>
                </a:cubicBezTo>
                <a:cubicBezTo>
                  <a:pt x="1709211" y="2816895"/>
                  <a:pt x="1704717" y="2786981"/>
                  <a:pt x="1699539" y="2757184"/>
                </a:cubicBezTo>
                <a:cubicBezTo>
                  <a:pt x="1696341" y="2738765"/>
                  <a:pt x="1692544" y="2720434"/>
                  <a:pt x="1689068" y="2702062"/>
                </a:cubicBezTo>
                <a:cubicBezTo>
                  <a:pt x="1688499" y="2699062"/>
                  <a:pt x="1688653" y="2695871"/>
                  <a:pt x="1687706" y="2693023"/>
                </a:cubicBezTo>
                <a:cubicBezTo>
                  <a:pt x="1684154" y="2682369"/>
                  <a:pt x="1696396" y="2671814"/>
                  <a:pt x="1684982" y="2659795"/>
                </a:cubicBezTo>
                <a:cubicBezTo>
                  <a:pt x="1676904" y="2651296"/>
                  <a:pt x="1687072" y="2634339"/>
                  <a:pt x="1676290" y="2623645"/>
                </a:cubicBezTo>
                <a:cubicBezTo>
                  <a:pt x="1674741" y="2622107"/>
                  <a:pt x="1674628" y="2616268"/>
                  <a:pt x="1676067" y="2615030"/>
                </a:cubicBezTo>
                <a:cubicBezTo>
                  <a:pt x="1681979" y="2609971"/>
                  <a:pt x="1679805" y="2604940"/>
                  <a:pt x="1677937" y="2599148"/>
                </a:cubicBezTo>
                <a:cubicBezTo>
                  <a:pt x="1674704" y="2589142"/>
                  <a:pt x="1671032" y="2579084"/>
                  <a:pt x="1669590" y="2568763"/>
                </a:cubicBezTo>
                <a:cubicBezTo>
                  <a:pt x="1668149" y="2558398"/>
                  <a:pt x="1669210" y="2547696"/>
                  <a:pt x="1669173" y="2537728"/>
                </a:cubicBezTo>
                <a:cubicBezTo>
                  <a:pt x="1661006" y="2531664"/>
                  <a:pt x="1650217" y="2529960"/>
                  <a:pt x="1651223" y="2516239"/>
                </a:cubicBezTo>
                <a:cubicBezTo>
                  <a:pt x="1651663" y="2510264"/>
                  <a:pt x="1640758" y="2508042"/>
                  <a:pt x="1631308" y="2506771"/>
                </a:cubicBezTo>
                <a:cubicBezTo>
                  <a:pt x="1625033" y="2505936"/>
                  <a:pt x="1613590" y="2509302"/>
                  <a:pt x="1613644" y="2495953"/>
                </a:cubicBezTo>
                <a:cubicBezTo>
                  <a:pt x="1613650" y="2494611"/>
                  <a:pt x="1611605" y="2492395"/>
                  <a:pt x="1610152" y="2492027"/>
                </a:cubicBezTo>
                <a:cubicBezTo>
                  <a:pt x="1588870" y="2486570"/>
                  <a:pt x="1585488" y="2468031"/>
                  <a:pt x="1579891" y="2450411"/>
                </a:cubicBezTo>
                <a:cubicBezTo>
                  <a:pt x="1560676" y="2448184"/>
                  <a:pt x="1541258" y="2445544"/>
                  <a:pt x="1521764" y="2443875"/>
                </a:cubicBezTo>
                <a:cubicBezTo>
                  <a:pt x="1512116" y="2443046"/>
                  <a:pt x="1502315" y="2443936"/>
                  <a:pt x="1492591" y="2444152"/>
                </a:cubicBezTo>
                <a:cubicBezTo>
                  <a:pt x="1490347" y="2444194"/>
                  <a:pt x="1487321" y="2445740"/>
                  <a:pt x="1485998" y="2444760"/>
                </a:cubicBezTo>
                <a:cubicBezTo>
                  <a:pt x="1471634" y="2434108"/>
                  <a:pt x="1454124" y="2440193"/>
                  <a:pt x="1438848" y="2435282"/>
                </a:cubicBezTo>
                <a:cubicBezTo>
                  <a:pt x="1407303" y="2425138"/>
                  <a:pt x="1376164" y="2413641"/>
                  <a:pt x="1344439" y="2404157"/>
                </a:cubicBezTo>
                <a:cubicBezTo>
                  <a:pt x="1252162" y="2376545"/>
                  <a:pt x="1166459" y="2334773"/>
                  <a:pt x="1087211" y="2280310"/>
                </a:cubicBezTo>
                <a:cubicBezTo>
                  <a:pt x="1038250" y="2246653"/>
                  <a:pt x="993363" y="2207682"/>
                  <a:pt x="959618" y="2157419"/>
                </a:cubicBezTo>
                <a:cubicBezTo>
                  <a:pt x="955252" y="2150909"/>
                  <a:pt x="948498" y="2145226"/>
                  <a:pt x="941627" y="2141400"/>
                </a:cubicBezTo>
                <a:cubicBezTo>
                  <a:pt x="924431" y="2131811"/>
                  <a:pt x="906609" y="2123328"/>
                  <a:pt x="888884" y="2114708"/>
                </a:cubicBezTo>
                <a:cubicBezTo>
                  <a:pt x="861794" y="2101542"/>
                  <a:pt x="843521" y="2079439"/>
                  <a:pt x="828177" y="2054439"/>
                </a:cubicBezTo>
                <a:cubicBezTo>
                  <a:pt x="825531" y="2050133"/>
                  <a:pt x="822079" y="2043596"/>
                  <a:pt x="823542" y="2039946"/>
                </a:cubicBezTo>
                <a:cubicBezTo>
                  <a:pt x="828719" y="2027085"/>
                  <a:pt x="825587" y="2015393"/>
                  <a:pt x="822594" y="2002935"/>
                </a:cubicBezTo>
                <a:cubicBezTo>
                  <a:pt x="818573" y="1986196"/>
                  <a:pt x="824103" y="1974604"/>
                  <a:pt x="840804" y="1969595"/>
                </a:cubicBezTo>
                <a:cubicBezTo>
                  <a:pt x="857987" y="1964444"/>
                  <a:pt x="876522" y="1958883"/>
                  <a:pt x="893926" y="1960333"/>
                </a:cubicBezTo>
                <a:cubicBezTo>
                  <a:pt x="937408" y="1963960"/>
                  <a:pt x="980774" y="1970285"/>
                  <a:pt x="1023827" y="1977720"/>
                </a:cubicBezTo>
                <a:cubicBezTo>
                  <a:pt x="1068302" y="1985397"/>
                  <a:pt x="1112364" y="1995584"/>
                  <a:pt x="1156572" y="2004834"/>
                </a:cubicBezTo>
                <a:cubicBezTo>
                  <a:pt x="1170339" y="2007715"/>
                  <a:pt x="1186173" y="2007784"/>
                  <a:pt x="1197176" y="2015085"/>
                </a:cubicBezTo>
                <a:cubicBezTo>
                  <a:pt x="1213099" y="2025648"/>
                  <a:pt x="1229925" y="2021650"/>
                  <a:pt x="1246024" y="2025405"/>
                </a:cubicBezTo>
                <a:cubicBezTo>
                  <a:pt x="1287232" y="2035005"/>
                  <a:pt x="1328635" y="2043929"/>
                  <a:pt x="1369463" y="2054990"/>
                </a:cubicBezTo>
                <a:cubicBezTo>
                  <a:pt x="1404417" y="2064458"/>
                  <a:pt x="1438829" y="2076069"/>
                  <a:pt x="1473200" y="2087576"/>
                </a:cubicBezTo>
                <a:cubicBezTo>
                  <a:pt x="1501765" y="2097145"/>
                  <a:pt x="1529880" y="2108111"/>
                  <a:pt x="1558317" y="2118116"/>
                </a:cubicBezTo>
                <a:cubicBezTo>
                  <a:pt x="1565083" y="2120488"/>
                  <a:pt x="1572326" y="2121488"/>
                  <a:pt x="1580412" y="2123369"/>
                </a:cubicBezTo>
                <a:lnTo>
                  <a:pt x="1592521" y="2079119"/>
                </a:lnTo>
                <a:lnTo>
                  <a:pt x="1592515" y="2079116"/>
                </a:lnTo>
                <a:cubicBezTo>
                  <a:pt x="1593739" y="2073635"/>
                  <a:pt x="1595494" y="2068131"/>
                  <a:pt x="1595791" y="2062653"/>
                </a:cubicBezTo>
                <a:cubicBezTo>
                  <a:pt x="1596788" y="2044380"/>
                  <a:pt x="1590696" y="2025464"/>
                  <a:pt x="1586246" y="2007184"/>
                </a:cubicBezTo>
                <a:cubicBezTo>
                  <a:pt x="1583889" y="1997507"/>
                  <a:pt x="1578288" y="1988637"/>
                  <a:pt x="1574376" y="1979304"/>
                </a:cubicBezTo>
                <a:cubicBezTo>
                  <a:pt x="1573531" y="1977295"/>
                  <a:pt x="1572806" y="1974601"/>
                  <a:pt x="1573452" y="1972723"/>
                </a:cubicBezTo>
                <a:cubicBezTo>
                  <a:pt x="1573509" y="1972537"/>
                  <a:pt x="1573467" y="1972372"/>
                  <a:pt x="1573529" y="1972201"/>
                </a:cubicBezTo>
                <a:cubicBezTo>
                  <a:pt x="1587273" y="1979657"/>
                  <a:pt x="1601088" y="1987692"/>
                  <a:pt x="1614806" y="1996796"/>
                </a:cubicBezTo>
                <a:cubicBezTo>
                  <a:pt x="1615605" y="2002773"/>
                  <a:pt x="1616706" y="2008665"/>
                  <a:pt x="1617276" y="2014716"/>
                </a:cubicBezTo>
                <a:cubicBezTo>
                  <a:pt x="1622974" y="2013109"/>
                  <a:pt x="1627011" y="2010527"/>
                  <a:pt x="1630372" y="2007459"/>
                </a:cubicBezTo>
                <a:cubicBezTo>
                  <a:pt x="1636947" y="2012148"/>
                  <a:pt x="1643807" y="2016549"/>
                  <a:pt x="1652431" y="2018766"/>
                </a:cubicBezTo>
                <a:lnTo>
                  <a:pt x="1652427" y="2018761"/>
                </a:lnTo>
                <a:lnTo>
                  <a:pt x="1630375" y="2007458"/>
                </a:lnTo>
                <a:lnTo>
                  <a:pt x="1636273" y="1999730"/>
                </a:lnTo>
                <a:lnTo>
                  <a:pt x="1636273" y="1999728"/>
                </a:lnTo>
                <a:cubicBezTo>
                  <a:pt x="1637247" y="1998208"/>
                  <a:pt x="1638518" y="1996980"/>
                  <a:pt x="1639402" y="1995324"/>
                </a:cubicBezTo>
                <a:cubicBezTo>
                  <a:pt x="1657775" y="1960774"/>
                  <a:pt x="1681765" y="1930626"/>
                  <a:pt x="1710169" y="1903816"/>
                </a:cubicBezTo>
                <a:cubicBezTo>
                  <a:pt x="1717101" y="1897280"/>
                  <a:pt x="1723786" y="1890480"/>
                  <a:pt x="1730588" y="1883808"/>
                </a:cubicBezTo>
                <a:cubicBezTo>
                  <a:pt x="1739367" y="1887867"/>
                  <a:pt x="1747240" y="1892974"/>
                  <a:pt x="1756254" y="1897062"/>
                </a:cubicBezTo>
                <a:cubicBezTo>
                  <a:pt x="1768861" y="1902756"/>
                  <a:pt x="1780541" y="1908813"/>
                  <a:pt x="1796140" y="1914236"/>
                </a:cubicBezTo>
                <a:cubicBezTo>
                  <a:pt x="1800004" y="1915587"/>
                  <a:pt x="1804742" y="1915467"/>
                  <a:pt x="1808604" y="1916790"/>
                </a:cubicBezTo>
                <a:cubicBezTo>
                  <a:pt x="1826851" y="1923105"/>
                  <a:pt x="1843423" y="1930990"/>
                  <a:pt x="1859944" y="1939387"/>
                </a:cubicBezTo>
                <a:cubicBezTo>
                  <a:pt x="1875322" y="1947106"/>
                  <a:pt x="1888714" y="1959758"/>
                  <a:pt x="1906413" y="1961608"/>
                </a:cubicBezTo>
                <a:lnTo>
                  <a:pt x="1906396" y="1961591"/>
                </a:lnTo>
                <a:lnTo>
                  <a:pt x="1882312" y="1952696"/>
                </a:lnTo>
                <a:cubicBezTo>
                  <a:pt x="1874829" y="1948338"/>
                  <a:pt x="1867640" y="1943244"/>
                  <a:pt x="1859958" y="1939382"/>
                </a:cubicBezTo>
                <a:cubicBezTo>
                  <a:pt x="1843424" y="1930987"/>
                  <a:pt x="1826852" y="1923104"/>
                  <a:pt x="1808605" y="1916787"/>
                </a:cubicBezTo>
                <a:cubicBezTo>
                  <a:pt x="1804744" y="1915464"/>
                  <a:pt x="1800007" y="1915586"/>
                  <a:pt x="1796143" y="1914234"/>
                </a:cubicBezTo>
                <a:cubicBezTo>
                  <a:pt x="1780543" y="1908811"/>
                  <a:pt x="1768864" y="1902754"/>
                  <a:pt x="1756258" y="1897061"/>
                </a:cubicBezTo>
                <a:cubicBezTo>
                  <a:pt x="1747243" y="1892974"/>
                  <a:pt x="1739370" y="1887865"/>
                  <a:pt x="1730590" y="1883806"/>
                </a:cubicBezTo>
                <a:lnTo>
                  <a:pt x="1730593" y="1883805"/>
                </a:lnTo>
                <a:cubicBezTo>
                  <a:pt x="1744025" y="1870607"/>
                  <a:pt x="1757447" y="1857397"/>
                  <a:pt x="1770928" y="1844257"/>
                </a:cubicBezTo>
                <a:lnTo>
                  <a:pt x="1776342" y="1840023"/>
                </a:lnTo>
                <a:lnTo>
                  <a:pt x="1776342" y="1840022"/>
                </a:lnTo>
                <a:lnTo>
                  <a:pt x="1776343" y="1840023"/>
                </a:lnTo>
                <a:lnTo>
                  <a:pt x="1776345" y="1840020"/>
                </a:lnTo>
                <a:lnTo>
                  <a:pt x="1776352" y="1840028"/>
                </a:lnTo>
                <a:lnTo>
                  <a:pt x="1781583" y="1835949"/>
                </a:lnTo>
                <a:cubicBezTo>
                  <a:pt x="1808135" y="1824113"/>
                  <a:pt x="1829921" y="1805207"/>
                  <a:pt x="1853116" y="1788426"/>
                </a:cubicBezTo>
                <a:cubicBezTo>
                  <a:pt x="1853429" y="1788654"/>
                  <a:pt x="1853783" y="1789005"/>
                  <a:pt x="1854074" y="1789211"/>
                </a:cubicBezTo>
                <a:cubicBezTo>
                  <a:pt x="1858351" y="1792202"/>
                  <a:pt x="1864610" y="1793582"/>
                  <a:pt x="1867832" y="1796543"/>
                </a:cubicBezTo>
                <a:cubicBezTo>
                  <a:pt x="1871005" y="1799443"/>
                  <a:pt x="1871335" y="1805843"/>
                  <a:pt x="1874662" y="1809490"/>
                </a:cubicBezTo>
                <a:cubicBezTo>
                  <a:pt x="1877882" y="1813037"/>
                  <a:pt x="1883266" y="1815396"/>
                  <a:pt x="1886477" y="1819005"/>
                </a:cubicBezTo>
                <a:cubicBezTo>
                  <a:pt x="1892384" y="1825657"/>
                  <a:pt x="1897136" y="1833708"/>
                  <a:pt x="1903139" y="1839833"/>
                </a:cubicBezTo>
                <a:cubicBezTo>
                  <a:pt x="1906440" y="1843218"/>
                  <a:pt x="1908736" y="1848870"/>
                  <a:pt x="1912911" y="1851413"/>
                </a:cubicBezTo>
                <a:lnTo>
                  <a:pt x="1925153" y="1853814"/>
                </a:lnTo>
                <a:lnTo>
                  <a:pt x="1912920" y="1851395"/>
                </a:lnTo>
                <a:cubicBezTo>
                  <a:pt x="1908748" y="1848865"/>
                  <a:pt x="1906449" y="1843199"/>
                  <a:pt x="1903148" y="1839814"/>
                </a:cubicBezTo>
                <a:cubicBezTo>
                  <a:pt x="1897148" y="1833704"/>
                  <a:pt x="1892397" y="1825653"/>
                  <a:pt x="1886486" y="1818987"/>
                </a:cubicBezTo>
                <a:cubicBezTo>
                  <a:pt x="1883275" y="1815377"/>
                  <a:pt x="1877891" y="1813018"/>
                  <a:pt x="1874676" y="1809486"/>
                </a:cubicBezTo>
                <a:cubicBezTo>
                  <a:pt x="1871348" y="1805839"/>
                  <a:pt x="1871014" y="1799424"/>
                  <a:pt x="1867840" y="1796524"/>
                </a:cubicBezTo>
                <a:cubicBezTo>
                  <a:pt x="1864623" y="1793578"/>
                  <a:pt x="1858359" y="1792183"/>
                  <a:pt x="1854083" y="1789192"/>
                </a:cubicBezTo>
                <a:cubicBezTo>
                  <a:pt x="1853792" y="1788987"/>
                  <a:pt x="1853425" y="1788641"/>
                  <a:pt x="1853129" y="1788422"/>
                </a:cubicBezTo>
                <a:cubicBezTo>
                  <a:pt x="1857560" y="1785215"/>
                  <a:pt x="1861951" y="1781931"/>
                  <a:pt x="1866547" y="1778955"/>
                </a:cubicBezTo>
                <a:cubicBezTo>
                  <a:pt x="1872484" y="1775105"/>
                  <a:pt x="1880654" y="1774750"/>
                  <a:pt x="1886686" y="1771004"/>
                </a:cubicBezTo>
                <a:cubicBezTo>
                  <a:pt x="1898055" y="1763951"/>
                  <a:pt x="1908608" y="1755586"/>
                  <a:pt x="1919492" y="1747774"/>
                </a:cubicBezTo>
                <a:cubicBezTo>
                  <a:pt x="1933968" y="1737391"/>
                  <a:pt x="1948445" y="1727007"/>
                  <a:pt x="1962922" y="1716623"/>
                </a:cubicBezTo>
                <a:cubicBezTo>
                  <a:pt x="1984019" y="1721150"/>
                  <a:pt x="1996507" y="1704772"/>
                  <a:pt x="2012358" y="1696449"/>
                </a:cubicBezTo>
                <a:cubicBezTo>
                  <a:pt x="2016935" y="1694051"/>
                  <a:pt x="2022388" y="1692555"/>
                  <a:pt x="2027544" y="1692206"/>
                </a:cubicBezTo>
                <a:cubicBezTo>
                  <a:pt x="2041413" y="1691295"/>
                  <a:pt x="2054298" y="1688601"/>
                  <a:pt x="2065032" y="1678825"/>
                </a:cubicBezTo>
                <a:cubicBezTo>
                  <a:pt x="2066825" y="1677186"/>
                  <a:pt x="2070850" y="1678035"/>
                  <a:pt x="2073816" y="1677742"/>
                </a:cubicBezTo>
                <a:close/>
                <a:moveTo>
                  <a:pt x="857303" y="1612200"/>
                </a:moveTo>
                <a:lnTo>
                  <a:pt x="876628" y="1623574"/>
                </a:lnTo>
                <a:lnTo>
                  <a:pt x="893053" y="1632485"/>
                </a:lnTo>
                <a:lnTo>
                  <a:pt x="876620" y="1623562"/>
                </a:lnTo>
                <a:close/>
                <a:moveTo>
                  <a:pt x="808286" y="1591616"/>
                </a:moveTo>
                <a:lnTo>
                  <a:pt x="818496" y="1595699"/>
                </a:lnTo>
                <a:lnTo>
                  <a:pt x="824078" y="1600155"/>
                </a:lnTo>
                <a:lnTo>
                  <a:pt x="818492" y="1595694"/>
                </a:lnTo>
                <a:close/>
                <a:moveTo>
                  <a:pt x="631251" y="1584737"/>
                </a:moveTo>
                <a:cubicBezTo>
                  <a:pt x="629483" y="1582616"/>
                  <a:pt x="627158" y="1583594"/>
                  <a:pt x="623495" y="1586136"/>
                </a:cubicBezTo>
                <a:cubicBezTo>
                  <a:pt x="625448" y="1591300"/>
                  <a:pt x="628250" y="1598711"/>
                  <a:pt x="631051" y="1606123"/>
                </a:cubicBezTo>
                <a:cubicBezTo>
                  <a:pt x="632595" y="1604732"/>
                  <a:pt x="634126" y="1603328"/>
                  <a:pt x="635668" y="1601937"/>
                </a:cubicBezTo>
                <a:cubicBezTo>
                  <a:pt x="634232" y="1592081"/>
                  <a:pt x="633021" y="1586860"/>
                  <a:pt x="631251" y="1584737"/>
                </a:cubicBezTo>
                <a:close/>
                <a:moveTo>
                  <a:pt x="772495" y="1565456"/>
                </a:moveTo>
                <a:lnTo>
                  <a:pt x="779584" y="1569901"/>
                </a:lnTo>
                <a:lnTo>
                  <a:pt x="788086" y="1575140"/>
                </a:lnTo>
                <a:lnTo>
                  <a:pt x="779580" y="1569895"/>
                </a:lnTo>
                <a:close/>
                <a:moveTo>
                  <a:pt x="1147542" y="1562167"/>
                </a:moveTo>
                <a:lnTo>
                  <a:pt x="1148574" y="1563009"/>
                </a:lnTo>
                <a:lnTo>
                  <a:pt x="1149917" y="1563629"/>
                </a:lnTo>
                <a:lnTo>
                  <a:pt x="1148574" y="1563008"/>
                </a:lnTo>
                <a:close/>
                <a:moveTo>
                  <a:pt x="1699033" y="1537551"/>
                </a:moveTo>
                <a:cubicBezTo>
                  <a:pt x="1671763" y="1548494"/>
                  <a:pt x="1662290" y="1575143"/>
                  <a:pt x="1644753" y="1593336"/>
                </a:cubicBezTo>
                <a:cubicBezTo>
                  <a:pt x="1643075" y="1595073"/>
                  <a:pt x="1645253" y="1600583"/>
                  <a:pt x="1646140" y="1609266"/>
                </a:cubicBezTo>
                <a:cubicBezTo>
                  <a:pt x="1653097" y="1600619"/>
                  <a:pt x="1656739" y="1595280"/>
                  <a:pt x="1661176" y="1590733"/>
                </a:cubicBezTo>
                <a:lnTo>
                  <a:pt x="1685852" y="1566857"/>
                </a:lnTo>
                <a:lnTo>
                  <a:pt x="1685853" y="1566855"/>
                </a:lnTo>
                <a:lnTo>
                  <a:pt x="1685855" y="1566853"/>
                </a:lnTo>
                <a:close/>
                <a:moveTo>
                  <a:pt x="921952" y="1531203"/>
                </a:moveTo>
                <a:lnTo>
                  <a:pt x="922664" y="1531500"/>
                </a:lnTo>
                <a:lnTo>
                  <a:pt x="922664" y="1531500"/>
                </a:lnTo>
                <a:close/>
                <a:moveTo>
                  <a:pt x="725405" y="1518022"/>
                </a:moveTo>
                <a:lnTo>
                  <a:pt x="758555" y="1550073"/>
                </a:lnTo>
                <a:lnTo>
                  <a:pt x="759457" y="1551615"/>
                </a:lnTo>
                <a:lnTo>
                  <a:pt x="758548" y="1550061"/>
                </a:lnTo>
                <a:close/>
                <a:moveTo>
                  <a:pt x="632696" y="1516378"/>
                </a:moveTo>
                <a:cubicBezTo>
                  <a:pt x="640941" y="1528578"/>
                  <a:pt x="649577" y="1540485"/>
                  <a:pt x="659062" y="1551391"/>
                </a:cubicBezTo>
                <a:cubicBezTo>
                  <a:pt x="664030" y="1557329"/>
                  <a:pt x="669161" y="1563452"/>
                  <a:pt x="674430" y="1569741"/>
                </a:cubicBezTo>
                <a:cubicBezTo>
                  <a:pt x="680153" y="1575641"/>
                  <a:pt x="686034" y="1581715"/>
                  <a:pt x="692032" y="1587901"/>
                </a:cubicBezTo>
                <a:cubicBezTo>
                  <a:pt x="704118" y="1600198"/>
                  <a:pt x="716254" y="1613367"/>
                  <a:pt x="730333" y="1625118"/>
                </a:cubicBezTo>
                <a:cubicBezTo>
                  <a:pt x="757848" y="1649145"/>
                  <a:pt x="787840" y="1670184"/>
                  <a:pt x="816813" y="1686325"/>
                </a:cubicBezTo>
                <a:cubicBezTo>
                  <a:pt x="854397" y="1707210"/>
                  <a:pt x="889423" y="1725568"/>
                  <a:pt x="923779" y="1737665"/>
                </a:cubicBezTo>
                <a:cubicBezTo>
                  <a:pt x="935340" y="1741626"/>
                  <a:pt x="947493" y="1742523"/>
                  <a:pt x="958291" y="1746087"/>
                </a:cubicBezTo>
                <a:cubicBezTo>
                  <a:pt x="1004780" y="1761884"/>
                  <a:pt x="1044593" y="1780163"/>
                  <a:pt x="1080597" y="1794530"/>
                </a:cubicBezTo>
                <a:cubicBezTo>
                  <a:pt x="1092365" y="1799253"/>
                  <a:pt x="1105811" y="1801500"/>
                  <a:pt x="1117978" y="1806226"/>
                </a:cubicBezTo>
                <a:cubicBezTo>
                  <a:pt x="1130158" y="1811082"/>
                  <a:pt x="1140096" y="1819783"/>
                  <a:pt x="1151636" y="1825976"/>
                </a:cubicBezTo>
                <a:lnTo>
                  <a:pt x="1151638" y="1825975"/>
                </a:lnTo>
                <a:cubicBezTo>
                  <a:pt x="1163798" y="1832927"/>
                  <a:pt x="1176788" y="1837428"/>
                  <a:pt x="1188929" y="1843951"/>
                </a:cubicBezTo>
                <a:cubicBezTo>
                  <a:pt x="1190799" y="1844979"/>
                  <a:pt x="1192841" y="1845709"/>
                  <a:pt x="1194778" y="1846684"/>
                </a:cubicBezTo>
                <a:cubicBezTo>
                  <a:pt x="1183470" y="1846082"/>
                  <a:pt x="1172157" y="1845993"/>
                  <a:pt x="1160925" y="1844809"/>
                </a:cubicBezTo>
                <a:cubicBezTo>
                  <a:pt x="1118226" y="1840264"/>
                  <a:pt x="1075339" y="1837811"/>
                  <a:pt x="1033370" y="1826744"/>
                </a:cubicBezTo>
                <a:cubicBezTo>
                  <a:pt x="994707" y="1816552"/>
                  <a:pt x="955054" y="1810214"/>
                  <a:pt x="916379" y="1800086"/>
                </a:cubicBezTo>
                <a:cubicBezTo>
                  <a:pt x="848050" y="1782170"/>
                  <a:pt x="781461" y="1758936"/>
                  <a:pt x="719544" y="1724119"/>
                </a:cubicBezTo>
                <a:cubicBezTo>
                  <a:pt x="703905" y="1715329"/>
                  <a:pt x="690003" y="1703053"/>
                  <a:pt x="676373" y="1691140"/>
                </a:cubicBezTo>
                <a:cubicBezTo>
                  <a:pt x="671803" y="1687148"/>
                  <a:pt x="670035" y="1679475"/>
                  <a:pt x="667900" y="1673167"/>
                </a:cubicBezTo>
                <a:cubicBezTo>
                  <a:pt x="663625" y="1660556"/>
                  <a:pt x="662138" y="1646418"/>
                  <a:pt x="655445" y="1635394"/>
                </a:cubicBezTo>
                <a:cubicBezTo>
                  <a:pt x="649462" y="1625536"/>
                  <a:pt x="638602" y="1618188"/>
                  <a:pt x="628868" y="1611210"/>
                </a:cubicBezTo>
                <a:cubicBezTo>
                  <a:pt x="609887" y="1597590"/>
                  <a:pt x="608754" y="1594322"/>
                  <a:pt x="616171" y="1572147"/>
                </a:cubicBezTo>
                <a:cubicBezTo>
                  <a:pt x="622331" y="1553734"/>
                  <a:pt x="630052" y="1535204"/>
                  <a:pt x="632696" y="1516378"/>
                </a:cubicBezTo>
                <a:close/>
                <a:moveTo>
                  <a:pt x="1002274" y="1475678"/>
                </a:moveTo>
                <a:cubicBezTo>
                  <a:pt x="1002992" y="1476600"/>
                  <a:pt x="1002651" y="1482302"/>
                  <a:pt x="1002787" y="1482380"/>
                </a:cubicBezTo>
                <a:lnTo>
                  <a:pt x="1014553" y="1484725"/>
                </a:lnTo>
                <a:cubicBezTo>
                  <a:pt x="1010880" y="1482950"/>
                  <a:pt x="1006396" y="1484761"/>
                  <a:pt x="1002787" y="1482379"/>
                </a:cubicBezTo>
                <a:cubicBezTo>
                  <a:pt x="1002651" y="1482303"/>
                  <a:pt x="1002998" y="1476614"/>
                  <a:pt x="1002274" y="1475678"/>
                </a:cubicBezTo>
                <a:close/>
                <a:moveTo>
                  <a:pt x="975279" y="1460351"/>
                </a:moveTo>
                <a:lnTo>
                  <a:pt x="986353" y="1467745"/>
                </a:lnTo>
                <a:lnTo>
                  <a:pt x="988728" y="1470691"/>
                </a:lnTo>
                <a:lnTo>
                  <a:pt x="986354" y="1467745"/>
                </a:lnTo>
                <a:close/>
                <a:moveTo>
                  <a:pt x="935109" y="1372098"/>
                </a:moveTo>
                <a:cubicBezTo>
                  <a:pt x="943453" y="1379936"/>
                  <a:pt x="952381" y="1386878"/>
                  <a:pt x="962721" y="1392592"/>
                </a:cubicBezTo>
                <a:cubicBezTo>
                  <a:pt x="968134" y="1395767"/>
                  <a:pt x="973841" y="1399809"/>
                  <a:pt x="976894" y="1402163"/>
                </a:cubicBezTo>
                <a:cubicBezTo>
                  <a:pt x="979067" y="1403917"/>
                  <a:pt x="982024" y="1405686"/>
                  <a:pt x="984624" y="1406911"/>
                </a:cubicBezTo>
                <a:cubicBezTo>
                  <a:pt x="1018867" y="1423523"/>
                  <a:pt x="1061436" y="1442420"/>
                  <a:pt x="1111493" y="1462641"/>
                </a:cubicBezTo>
                <a:cubicBezTo>
                  <a:pt x="1137833" y="1473390"/>
                  <a:pt x="1167797" y="1482383"/>
                  <a:pt x="1197539" y="1495463"/>
                </a:cubicBezTo>
                <a:cubicBezTo>
                  <a:pt x="1217287" y="1504984"/>
                  <a:pt x="1236651" y="1514317"/>
                  <a:pt x="1255767" y="1523534"/>
                </a:cubicBezTo>
                <a:cubicBezTo>
                  <a:pt x="1274678" y="1533013"/>
                  <a:pt x="1293996" y="1541714"/>
                  <a:pt x="1311331" y="1552176"/>
                </a:cubicBezTo>
                <a:cubicBezTo>
                  <a:pt x="1329161" y="1562084"/>
                  <a:pt x="1346846" y="1571920"/>
                  <a:pt x="1364509" y="1581733"/>
                </a:cubicBezTo>
                <a:lnTo>
                  <a:pt x="1391228" y="1596010"/>
                </a:lnTo>
                <a:lnTo>
                  <a:pt x="1417092" y="1610807"/>
                </a:lnTo>
                <a:cubicBezTo>
                  <a:pt x="1423715" y="1614490"/>
                  <a:pt x="1431231" y="1616105"/>
                  <a:pt x="1437654" y="1620589"/>
                </a:cubicBezTo>
                <a:cubicBezTo>
                  <a:pt x="1443285" y="1624521"/>
                  <a:pt x="1447152" y="1633673"/>
                  <a:pt x="1453521" y="1637738"/>
                </a:cubicBezTo>
                <a:cubicBezTo>
                  <a:pt x="1455845" y="1639219"/>
                  <a:pt x="1460135" y="1639454"/>
                  <a:pt x="1463734" y="1640878"/>
                </a:cubicBezTo>
                <a:cubicBezTo>
                  <a:pt x="1475236" y="1645385"/>
                  <a:pt x="1482925" y="1650402"/>
                  <a:pt x="1494171" y="1657758"/>
                </a:cubicBezTo>
                <a:cubicBezTo>
                  <a:pt x="1508228" y="1666690"/>
                  <a:pt x="1521184" y="1677035"/>
                  <a:pt x="1535382" y="1686898"/>
                </a:cubicBezTo>
                <a:cubicBezTo>
                  <a:pt x="1543249" y="1692338"/>
                  <a:pt x="1560785" y="1699141"/>
                  <a:pt x="1568438" y="1703178"/>
                </a:cubicBezTo>
                <a:cubicBezTo>
                  <a:pt x="1570657" y="1704346"/>
                  <a:pt x="1568969" y="1707332"/>
                  <a:pt x="1571679" y="1709047"/>
                </a:cubicBezTo>
                <a:cubicBezTo>
                  <a:pt x="1580039" y="1714716"/>
                  <a:pt x="1597098" y="1722052"/>
                  <a:pt x="1605187" y="1727073"/>
                </a:cubicBezTo>
                <a:cubicBezTo>
                  <a:pt x="1607301" y="1728396"/>
                  <a:pt x="1605527" y="1731230"/>
                  <a:pt x="1608196" y="1732988"/>
                </a:cubicBezTo>
                <a:cubicBezTo>
                  <a:pt x="1612879" y="1736132"/>
                  <a:pt x="1618493" y="1739347"/>
                  <a:pt x="1623678" y="1742552"/>
                </a:cubicBezTo>
                <a:cubicBezTo>
                  <a:pt x="1621749" y="1744174"/>
                  <a:pt x="1619808" y="1745667"/>
                  <a:pt x="1617928" y="1747904"/>
                </a:cubicBezTo>
                <a:cubicBezTo>
                  <a:pt x="1623476" y="1747789"/>
                  <a:pt x="1627886" y="1747700"/>
                  <a:pt x="1631885" y="1747625"/>
                </a:cubicBezTo>
                <a:cubicBezTo>
                  <a:pt x="1634843" y="1749409"/>
                  <a:pt x="1637517" y="1751180"/>
                  <a:pt x="1640495" y="1752942"/>
                </a:cubicBezTo>
                <a:cubicBezTo>
                  <a:pt x="1636181" y="1758906"/>
                  <a:pt x="1631600" y="1758375"/>
                  <a:pt x="1609100" y="1754202"/>
                </a:cubicBezTo>
                <a:cubicBezTo>
                  <a:pt x="1615561" y="1766459"/>
                  <a:pt x="1622150" y="1778464"/>
                  <a:pt x="1607487" y="1788728"/>
                </a:cubicBezTo>
                <a:cubicBezTo>
                  <a:pt x="1613021" y="1795426"/>
                  <a:pt x="1618052" y="1800846"/>
                  <a:pt x="1622266" y="1806818"/>
                </a:cubicBezTo>
                <a:cubicBezTo>
                  <a:pt x="1626857" y="1813329"/>
                  <a:pt x="1632120" y="1819951"/>
                  <a:pt x="1634347" y="1827339"/>
                </a:cubicBezTo>
                <a:lnTo>
                  <a:pt x="1631065" y="1833086"/>
                </a:lnTo>
                <a:cubicBezTo>
                  <a:pt x="1625488" y="1838803"/>
                  <a:pt x="1614115" y="1845708"/>
                  <a:pt x="1608293" y="1846017"/>
                </a:cubicBezTo>
                <a:cubicBezTo>
                  <a:pt x="1603141" y="1846287"/>
                  <a:pt x="1597913" y="1845202"/>
                  <a:pt x="1589941" y="1844471"/>
                </a:cubicBezTo>
                <a:cubicBezTo>
                  <a:pt x="1591775" y="1867086"/>
                  <a:pt x="1595478" y="1889195"/>
                  <a:pt x="1599643" y="1911199"/>
                </a:cubicBezTo>
                <a:lnTo>
                  <a:pt x="1612120" y="1977288"/>
                </a:lnTo>
                <a:lnTo>
                  <a:pt x="1612122" y="1977289"/>
                </a:lnTo>
                <a:cubicBezTo>
                  <a:pt x="1613191" y="1983735"/>
                  <a:pt x="1613942" y="1990284"/>
                  <a:pt x="1614810" y="1996792"/>
                </a:cubicBezTo>
                <a:cubicBezTo>
                  <a:pt x="1601092" y="1987689"/>
                  <a:pt x="1587276" y="1979655"/>
                  <a:pt x="1573533" y="1972198"/>
                </a:cubicBezTo>
                <a:lnTo>
                  <a:pt x="1576806" y="1950598"/>
                </a:lnTo>
                <a:lnTo>
                  <a:pt x="1576805" y="1950599"/>
                </a:lnTo>
                <a:cubicBezTo>
                  <a:pt x="1577313" y="1924278"/>
                  <a:pt x="1565127" y="1899554"/>
                  <a:pt x="1560694" y="1873901"/>
                </a:cubicBezTo>
                <a:cubicBezTo>
                  <a:pt x="1559672" y="1867983"/>
                  <a:pt x="1551137" y="1864761"/>
                  <a:pt x="1558008" y="1855737"/>
                </a:cubicBezTo>
                <a:cubicBezTo>
                  <a:pt x="1561288" y="1851402"/>
                  <a:pt x="1556304" y="1841788"/>
                  <a:pt x="1547482" y="1838706"/>
                </a:cubicBezTo>
                <a:cubicBezTo>
                  <a:pt x="1526142" y="1831267"/>
                  <a:pt x="1504986" y="1823302"/>
                  <a:pt x="1481880" y="1824212"/>
                </a:cubicBezTo>
                <a:cubicBezTo>
                  <a:pt x="1478868" y="1824324"/>
                  <a:pt x="1475277" y="1823215"/>
                  <a:pt x="1472926" y="1824478"/>
                </a:cubicBezTo>
                <a:cubicBezTo>
                  <a:pt x="1461922" y="1830413"/>
                  <a:pt x="1450467" y="1833903"/>
                  <a:pt x="1438784" y="1836065"/>
                </a:cubicBezTo>
                <a:lnTo>
                  <a:pt x="1403277" y="1839686"/>
                </a:lnTo>
                <a:lnTo>
                  <a:pt x="1403276" y="1839686"/>
                </a:lnTo>
                <a:cubicBezTo>
                  <a:pt x="1392479" y="1840240"/>
                  <a:pt x="1381695" y="1840729"/>
                  <a:pt x="1371057" y="1841712"/>
                </a:cubicBezTo>
                <a:lnTo>
                  <a:pt x="1358491" y="1842453"/>
                </a:lnTo>
                <a:lnTo>
                  <a:pt x="1358488" y="1842455"/>
                </a:lnTo>
                <a:lnTo>
                  <a:pt x="1358487" y="1842454"/>
                </a:lnTo>
                <a:lnTo>
                  <a:pt x="1358485" y="1842454"/>
                </a:lnTo>
                <a:lnTo>
                  <a:pt x="1358484" y="1842454"/>
                </a:lnTo>
                <a:lnTo>
                  <a:pt x="1219757" y="1848064"/>
                </a:lnTo>
                <a:cubicBezTo>
                  <a:pt x="1211444" y="1848256"/>
                  <a:pt x="1203116" y="1847116"/>
                  <a:pt x="1194775" y="1846670"/>
                </a:cubicBezTo>
                <a:cubicBezTo>
                  <a:pt x="1192838" y="1845696"/>
                  <a:pt x="1190796" y="1844965"/>
                  <a:pt x="1188927" y="1843938"/>
                </a:cubicBezTo>
                <a:cubicBezTo>
                  <a:pt x="1176789" y="1837430"/>
                  <a:pt x="1163800" y="1832927"/>
                  <a:pt x="1151639" y="1825975"/>
                </a:cubicBezTo>
                <a:cubicBezTo>
                  <a:pt x="1140098" y="1819782"/>
                  <a:pt x="1130163" y="1811082"/>
                  <a:pt x="1117982" y="1806225"/>
                </a:cubicBezTo>
                <a:cubicBezTo>
                  <a:pt x="1105814" y="1801500"/>
                  <a:pt x="1092368" y="1799252"/>
                  <a:pt x="1080601" y="1794531"/>
                </a:cubicBezTo>
                <a:cubicBezTo>
                  <a:pt x="1044596" y="1780163"/>
                  <a:pt x="1004783" y="1761883"/>
                  <a:pt x="958295" y="1746087"/>
                </a:cubicBezTo>
                <a:cubicBezTo>
                  <a:pt x="947497" y="1742523"/>
                  <a:pt x="935337" y="1741613"/>
                  <a:pt x="923782" y="1737664"/>
                </a:cubicBezTo>
                <a:cubicBezTo>
                  <a:pt x="889425" y="1725567"/>
                  <a:pt x="854401" y="1707211"/>
                  <a:pt x="816817" y="1686324"/>
                </a:cubicBezTo>
                <a:cubicBezTo>
                  <a:pt x="787844" y="1670184"/>
                  <a:pt x="757852" y="1649144"/>
                  <a:pt x="730336" y="1625117"/>
                </a:cubicBezTo>
                <a:cubicBezTo>
                  <a:pt x="716256" y="1613366"/>
                  <a:pt x="704122" y="1600198"/>
                  <a:pt x="692036" y="1587901"/>
                </a:cubicBezTo>
                <a:cubicBezTo>
                  <a:pt x="686037" y="1581715"/>
                  <a:pt x="680158" y="1575641"/>
                  <a:pt x="674434" y="1569742"/>
                </a:cubicBezTo>
                <a:cubicBezTo>
                  <a:pt x="669164" y="1563453"/>
                  <a:pt x="664033" y="1557329"/>
                  <a:pt x="659066" y="1551392"/>
                </a:cubicBezTo>
                <a:cubicBezTo>
                  <a:pt x="649581" y="1540484"/>
                  <a:pt x="640944" y="1528578"/>
                  <a:pt x="632699" y="1516378"/>
                </a:cubicBezTo>
                <a:cubicBezTo>
                  <a:pt x="632994" y="1514297"/>
                  <a:pt x="633941" y="1512243"/>
                  <a:pt x="634077" y="1510140"/>
                </a:cubicBezTo>
                <a:cubicBezTo>
                  <a:pt x="635729" y="1485205"/>
                  <a:pt x="646112" y="1469336"/>
                  <a:pt x="665662" y="1456903"/>
                </a:cubicBezTo>
                <a:cubicBezTo>
                  <a:pt x="668702" y="1454977"/>
                  <a:pt x="671031" y="1451510"/>
                  <a:pt x="672983" y="1448316"/>
                </a:cubicBezTo>
                <a:lnTo>
                  <a:pt x="673904" y="1447205"/>
                </a:lnTo>
                <a:lnTo>
                  <a:pt x="673903" y="1447204"/>
                </a:lnTo>
                <a:cubicBezTo>
                  <a:pt x="685778" y="1428561"/>
                  <a:pt x="702724" y="1418529"/>
                  <a:pt x="721913" y="1412405"/>
                </a:cubicBezTo>
                <a:lnTo>
                  <a:pt x="742441" y="1407197"/>
                </a:lnTo>
                <a:cubicBezTo>
                  <a:pt x="755260" y="1404602"/>
                  <a:pt x="768190" y="1404792"/>
                  <a:pt x="776456" y="1390503"/>
                </a:cubicBezTo>
                <a:cubicBezTo>
                  <a:pt x="777391" y="1388888"/>
                  <a:pt x="780132" y="1388159"/>
                  <a:pt x="782407" y="1387189"/>
                </a:cubicBezTo>
                <a:cubicBezTo>
                  <a:pt x="797303" y="1417416"/>
                  <a:pt x="816996" y="1446737"/>
                  <a:pt x="840647" y="1472493"/>
                </a:cubicBezTo>
                <a:cubicBezTo>
                  <a:pt x="865214" y="1499303"/>
                  <a:pt x="894675" y="1521221"/>
                  <a:pt x="923226" y="1539577"/>
                </a:cubicBezTo>
                <a:lnTo>
                  <a:pt x="923226" y="1539575"/>
                </a:lnTo>
                <a:lnTo>
                  <a:pt x="840648" y="1472492"/>
                </a:lnTo>
                <a:cubicBezTo>
                  <a:pt x="816998" y="1446736"/>
                  <a:pt x="797303" y="1417416"/>
                  <a:pt x="782409" y="1387188"/>
                </a:cubicBezTo>
                <a:lnTo>
                  <a:pt x="782890" y="1386912"/>
                </a:lnTo>
                <a:lnTo>
                  <a:pt x="782889" y="1386911"/>
                </a:lnTo>
                <a:lnTo>
                  <a:pt x="782891" y="1386912"/>
                </a:lnTo>
                <a:lnTo>
                  <a:pt x="782891" y="1386910"/>
                </a:lnTo>
                <a:lnTo>
                  <a:pt x="799141" y="1383432"/>
                </a:lnTo>
                <a:lnTo>
                  <a:pt x="799143" y="1383431"/>
                </a:lnTo>
                <a:cubicBezTo>
                  <a:pt x="818635" y="1382260"/>
                  <a:pt x="838293" y="1383486"/>
                  <a:pt x="857751" y="1382038"/>
                </a:cubicBezTo>
                <a:cubicBezTo>
                  <a:pt x="866812" y="1381362"/>
                  <a:pt x="875743" y="1378578"/>
                  <a:pt x="884609" y="1375874"/>
                </a:cubicBezTo>
                <a:lnTo>
                  <a:pt x="884620" y="1375887"/>
                </a:lnTo>
                <a:lnTo>
                  <a:pt x="890154" y="1374242"/>
                </a:lnTo>
                <a:cubicBezTo>
                  <a:pt x="905030" y="1369891"/>
                  <a:pt x="919095" y="1368780"/>
                  <a:pt x="935109" y="1372098"/>
                </a:cubicBezTo>
                <a:close/>
                <a:moveTo>
                  <a:pt x="935107" y="1372082"/>
                </a:moveTo>
                <a:cubicBezTo>
                  <a:pt x="935323" y="1372132"/>
                  <a:pt x="935501" y="1372090"/>
                  <a:pt x="935717" y="1372139"/>
                </a:cubicBezTo>
                <a:cubicBezTo>
                  <a:pt x="954331" y="1376125"/>
                  <a:pt x="974389" y="1373416"/>
                  <a:pt x="993816" y="1373243"/>
                </a:cubicBezTo>
                <a:cubicBezTo>
                  <a:pt x="1014894" y="1373057"/>
                  <a:pt x="1035592" y="1373370"/>
                  <a:pt x="1054611" y="1385115"/>
                </a:cubicBezTo>
                <a:cubicBezTo>
                  <a:pt x="1059802" y="1388317"/>
                  <a:pt x="1067297" y="1389564"/>
                  <a:pt x="1073483" y="1389000"/>
                </a:cubicBezTo>
                <a:cubicBezTo>
                  <a:pt x="1092649" y="1387273"/>
                  <a:pt x="1109244" y="1395242"/>
                  <a:pt x="1126413" y="1401398"/>
                </a:cubicBezTo>
                <a:cubicBezTo>
                  <a:pt x="1127534" y="1401798"/>
                  <a:pt x="1128670" y="1401849"/>
                  <a:pt x="1129863" y="1402210"/>
                </a:cubicBezTo>
                <a:cubicBezTo>
                  <a:pt x="1148775" y="1409481"/>
                  <a:pt x="1173578" y="1416928"/>
                  <a:pt x="1195093" y="1424520"/>
                </a:cubicBezTo>
                <a:cubicBezTo>
                  <a:pt x="1219429" y="1432798"/>
                  <a:pt x="1242199" y="1446127"/>
                  <a:pt x="1265008" y="1456844"/>
                </a:cubicBezTo>
                <a:cubicBezTo>
                  <a:pt x="1280742" y="1464295"/>
                  <a:pt x="1300514" y="1467257"/>
                  <a:pt x="1314188" y="1477517"/>
                </a:cubicBezTo>
                <a:cubicBezTo>
                  <a:pt x="1316441" y="1481259"/>
                  <a:pt x="1319780" y="1483087"/>
                  <a:pt x="1323489" y="1484014"/>
                </a:cubicBezTo>
                <a:lnTo>
                  <a:pt x="1328709" y="1484510"/>
                </a:lnTo>
                <a:lnTo>
                  <a:pt x="1335011" y="1485108"/>
                </a:lnTo>
                <a:lnTo>
                  <a:pt x="1343842" y="1492292"/>
                </a:lnTo>
                <a:cubicBezTo>
                  <a:pt x="1347404" y="1492976"/>
                  <a:pt x="1351406" y="1492623"/>
                  <a:pt x="1355310" y="1493248"/>
                </a:cubicBezTo>
                <a:cubicBezTo>
                  <a:pt x="1361256" y="1500774"/>
                  <a:pt x="1367245" y="1506571"/>
                  <a:pt x="1375166" y="1511226"/>
                </a:cubicBezTo>
                <a:cubicBezTo>
                  <a:pt x="1385791" y="1517479"/>
                  <a:pt x="1398062" y="1519119"/>
                  <a:pt x="1408247" y="1523410"/>
                </a:cubicBezTo>
                <a:cubicBezTo>
                  <a:pt x="1412637" y="1525266"/>
                  <a:pt x="1415838" y="1524746"/>
                  <a:pt x="1419165" y="1526319"/>
                </a:cubicBezTo>
                <a:cubicBezTo>
                  <a:pt x="1422370" y="1527842"/>
                  <a:pt x="1420831" y="1530899"/>
                  <a:pt x="1423344" y="1532062"/>
                </a:cubicBezTo>
                <a:cubicBezTo>
                  <a:pt x="1426328" y="1533372"/>
                  <a:pt x="1431342" y="1534003"/>
                  <a:pt x="1435743" y="1536335"/>
                </a:cubicBezTo>
                <a:cubicBezTo>
                  <a:pt x="1439100" y="1538139"/>
                  <a:pt x="1441617" y="1544561"/>
                  <a:pt x="1444952" y="1545696"/>
                </a:cubicBezTo>
                <a:lnTo>
                  <a:pt x="1444953" y="1545696"/>
                </a:lnTo>
                <a:lnTo>
                  <a:pt x="1444953" y="1545696"/>
                </a:lnTo>
                <a:lnTo>
                  <a:pt x="1445016" y="1545676"/>
                </a:lnTo>
                <a:lnTo>
                  <a:pt x="1448389" y="1544606"/>
                </a:lnTo>
                <a:cubicBezTo>
                  <a:pt x="1450013" y="1544083"/>
                  <a:pt x="1452190" y="1543863"/>
                  <a:pt x="1455145" y="1545340"/>
                </a:cubicBezTo>
                <a:cubicBezTo>
                  <a:pt x="1458179" y="1546844"/>
                  <a:pt x="1458451" y="1550933"/>
                  <a:pt x="1458975" y="1551257"/>
                </a:cubicBezTo>
                <a:cubicBezTo>
                  <a:pt x="1469274" y="1557886"/>
                  <a:pt x="1483589" y="1566239"/>
                  <a:pt x="1498639" y="1575102"/>
                </a:cubicBezTo>
                <a:cubicBezTo>
                  <a:pt x="1513858" y="1583894"/>
                  <a:pt x="1529439" y="1593351"/>
                  <a:pt x="1541665" y="1602282"/>
                </a:cubicBezTo>
                <a:lnTo>
                  <a:pt x="1541664" y="1602282"/>
                </a:lnTo>
                <a:cubicBezTo>
                  <a:pt x="1561223" y="1616089"/>
                  <a:pt x="1581841" y="1629309"/>
                  <a:pt x="1603127" y="1641936"/>
                </a:cubicBezTo>
                <a:cubicBezTo>
                  <a:pt x="1623907" y="1654172"/>
                  <a:pt x="1643611" y="1666128"/>
                  <a:pt x="1664408" y="1677382"/>
                </a:cubicBezTo>
                <a:cubicBezTo>
                  <a:pt x="1664410" y="1684446"/>
                  <a:pt x="1665014" y="1691403"/>
                  <a:pt x="1666797" y="1698667"/>
                </a:cubicBezTo>
                <a:cubicBezTo>
                  <a:pt x="1670365" y="1713176"/>
                  <a:pt x="1673181" y="1728881"/>
                  <a:pt x="1656033" y="1739189"/>
                </a:cubicBezTo>
                <a:cubicBezTo>
                  <a:pt x="1654784" y="1736035"/>
                  <a:pt x="1653582" y="1732988"/>
                  <a:pt x="1651631" y="1728063"/>
                </a:cubicBezTo>
                <a:cubicBezTo>
                  <a:pt x="1643047" y="1732627"/>
                  <a:pt x="1633171" y="1734564"/>
                  <a:pt x="1623681" y="1742551"/>
                </a:cubicBezTo>
                <a:cubicBezTo>
                  <a:pt x="1618496" y="1739346"/>
                  <a:pt x="1612882" y="1736131"/>
                  <a:pt x="1608199" y="1732987"/>
                </a:cubicBezTo>
                <a:cubicBezTo>
                  <a:pt x="1605530" y="1731229"/>
                  <a:pt x="1607304" y="1728395"/>
                  <a:pt x="1605186" y="1727058"/>
                </a:cubicBezTo>
                <a:cubicBezTo>
                  <a:pt x="1597098" y="1722036"/>
                  <a:pt x="1580042" y="1714715"/>
                  <a:pt x="1571683" y="1709046"/>
                </a:cubicBezTo>
                <a:cubicBezTo>
                  <a:pt x="1568968" y="1707318"/>
                  <a:pt x="1570655" y="1704331"/>
                  <a:pt x="1568436" y="1703163"/>
                </a:cubicBezTo>
                <a:cubicBezTo>
                  <a:pt x="1560789" y="1699141"/>
                  <a:pt x="1543252" y="1692338"/>
                  <a:pt x="1535384" y="1686897"/>
                </a:cubicBezTo>
                <a:cubicBezTo>
                  <a:pt x="1521187" y="1677034"/>
                  <a:pt x="1508226" y="1666676"/>
                  <a:pt x="1494174" y="1657757"/>
                </a:cubicBezTo>
                <a:cubicBezTo>
                  <a:pt x="1482927" y="1650401"/>
                  <a:pt x="1475239" y="1645385"/>
                  <a:pt x="1463737" y="1640877"/>
                </a:cubicBezTo>
                <a:cubicBezTo>
                  <a:pt x="1460138" y="1639453"/>
                  <a:pt x="1455843" y="1639203"/>
                  <a:pt x="1453520" y="1637723"/>
                </a:cubicBezTo>
                <a:cubicBezTo>
                  <a:pt x="1447155" y="1633671"/>
                  <a:pt x="1443283" y="1624507"/>
                  <a:pt x="1437657" y="1620589"/>
                </a:cubicBezTo>
                <a:cubicBezTo>
                  <a:pt x="1431232" y="1616106"/>
                  <a:pt x="1423717" y="1614489"/>
                  <a:pt x="1417097" y="1610807"/>
                </a:cubicBezTo>
                <a:lnTo>
                  <a:pt x="1391231" y="1596009"/>
                </a:lnTo>
                <a:lnTo>
                  <a:pt x="1364512" y="1581732"/>
                </a:lnTo>
                <a:cubicBezTo>
                  <a:pt x="1346849" y="1571919"/>
                  <a:pt x="1329164" y="1562082"/>
                  <a:pt x="1311334" y="1552175"/>
                </a:cubicBezTo>
                <a:cubicBezTo>
                  <a:pt x="1294000" y="1541713"/>
                  <a:pt x="1274678" y="1532998"/>
                  <a:pt x="1255765" y="1523520"/>
                </a:cubicBezTo>
                <a:cubicBezTo>
                  <a:pt x="1236654" y="1514315"/>
                  <a:pt x="1217285" y="1504969"/>
                  <a:pt x="1197538" y="1495447"/>
                </a:cubicBezTo>
                <a:cubicBezTo>
                  <a:pt x="1167801" y="1482382"/>
                  <a:pt x="1137837" y="1473388"/>
                  <a:pt x="1111496" y="1462640"/>
                </a:cubicBezTo>
                <a:cubicBezTo>
                  <a:pt x="1061441" y="1442418"/>
                  <a:pt x="1018871" y="1423522"/>
                  <a:pt x="984623" y="1406895"/>
                </a:cubicBezTo>
                <a:cubicBezTo>
                  <a:pt x="982027" y="1405684"/>
                  <a:pt x="979071" y="1403915"/>
                  <a:pt x="976897" y="1402162"/>
                </a:cubicBezTo>
                <a:cubicBezTo>
                  <a:pt x="973841" y="1399794"/>
                  <a:pt x="968137" y="1395766"/>
                  <a:pt x="962724" y="1392590"/>
                </a:cubicBezTo>
                <a:cubicBezTo>
                  <a:pt x="952384" y="1386877"/>
                  <a:pt x="943452" y="1379922"/>
                  <a:pt x="935107" y="1372082"/>
                </a:cubicBezTo>
                <a:close/>
                <a:moveTo>
                  <a:pt x="566727" y="1128943"/>
                </a:moveTo>
                <a:lnTo>
                  <a:pt x="566721" y="1128946"/>
                </a:lnTo>
                <a:lnTo>
                  <a:pt x="553933" y="1141286"/>
                </a:lnTo>
                <a:cubicBezTo>
                  <a:pt x="549052" y="1143600"/>
                  <a:pt x="542511" y="1144611"/>
                  <a:pt x="531195" y="1145827"/>
                </a:cubicBezTo>
                <a:lnTo>
                  <a:pt x="531154" y="1145173"/>
                </a:lnTo>
                <a:lnTo>
                  <a:pt x="531152" y="1145175"/>
                </a:lnTo>
                <a:lnTo>
                  <a:pt x="531152" y="1145172"/>
                </a:lnTo>
                <a:lnTo>
                  <a:pt x="529153" y="1146087"/>
                </a:lnTo>
                <a:lnTo>
                  <a:pt x="529154" y="1146086"/>
                </a:lnTo>
                <a:cubicBezTo>
                  <a:pt x="530001" y="1145999"/>
                  <a:pt x="530398" y="1145914"/>
                  <a:pt x="531195" y="1145827"/>
                </a:cubicBezTo>
                <a:lnTo>
                  <a:pt x="531195" y="1145831"/>
                </a:lnTo>
                <a:lnTo>
                  <a:pt x="553932" y="1141292"/>
                </a:lnTo>
                <a:cubicBezTo>
                  <a:pt x="558815" y="1138979"/>
                  <a:pt x="562041" y="1135364"/>
                  <a:pt x="566727" y="1128943"/>
                </a:cubicBezTo>
                <a:close/>
                <a:moveTo>
                  <a:pt x="364204" y="1078488"/>
                </a:moveTo>
                <a:lnTo>
                  <a:pt x="352682" y="1087490"/>
                </a:lnTo>
                <a:cubicBezTo>
                  <a:pt x="353872" y="1088725"/>
                  <a:pt x="355065" y="1089962"/>
                  <a:pt x="356254" y="1091195"/>
                </a:cubicBezTo>
                <a:lnTo>
                  <a:pt x="356256" y="1091195"/>
                </a:lnTo>
                <a:cubicBezTo>
                  <a:pt x="359599" y="1087605"/>
                  <a:pt x="362949" y="1084015"/>
                  <a:pt x="366297" y="1080424"/>
                </a:cubicBezTo>
                <a:cubicBezTo>
                  <a:pt x="365601" y="1079778"/>
                  <a:pt x="364900" y="1079137"/>
                  <a:pt x="364204" y="1078488"/>
                </a:cubicBezTo>
                <a:close/>
                <a:moveTo>
                  <a:pt x="784605" y="999806"/>
                </a:moveTo>
                <a:lnTo>
                  <a:pt x="784605" y="999807"/>
                </a:lnTo>
                <a:lnTo>
                  <a:pt x="790400" y="1000164"/>
                </a:lnTo>
                <a:lnTo>
                  <a:pt x="790384" y="1000443"/>
                </a:lnTo>
                <a:lnTo>
                  <a:pt x="790190" y="1003751"/>
                </a:lnTo>
                <a:lnTo>
                  <a:pt x="790191" y="1003751"/>
                </a:lnTo>
                <a:lnTo>
                  <a:pt x="790191" y="1003750"/>
                </a:lnTo>
                <a:lnTo>
                  <a:pt x="790384" y="1000443"/>
                </a:lnTo>
                <a:lnTo>
                  <a:pt x="790400" y="1000164"/>
                </a:lnTo>
                <a:lnTo>
                  <a:pt x="790400" y="1000164"/>
                </a:lnTo>
                <a:lnTo>
                  <a:pt x="790400" y="1000162"/>
                </a:lnTo>
                <a:close/>
                <a:moveTo>
                  <a:pt x="645122" y="997072"/>
                </a:moveTo>
                <a:lnTo>
                  <a:pt x="641893" y="1002709"/>
                </a:lnTo>
                <a:lnTo>
                  <a:pt x="641893" y="1002710"/>
                </a:lnTo>
                <a:lnTo>
                  <a:pt x="645122" y="997072"/>
                </a:lnTo>
                <a:close/>
                <a:moveTo>
                  <a:pt x="719357" y="971488"/>
                </a:moveTo>
                <a:lnTo>
                  <a:pt x="718854" y="974731"/>
                </a:lnTo>
                <a:lnTo>
                  <a:pt x="719357" y="971489"/>
                </a:lnTo>
                <a:close/>
                <a:moveTo>
                  <a:pt x="704167" y="965752"/>
                </a:moveTo>
                <a:lnTo>
                  <a:pt x="704148" y="966526"/>
                </a:lnTo>
                <a:lnTo>
                  <a:pt x="703450" y="994821"/>
                </a:lnTo>
                <a:cubicBezTo>
                  <a:pt x="705187" y="1015937"/>
                  <a:pt x="709800" y="1040885"/>
                  <a:pt x="706644" y="1066219"/>
                </a:cubicBezTo>
                <a:cubicBezTo>
                  <a:pt x="712084" y="1065354"/>
                  <a:pt x="713500" y="1062559"/>
                  <a:pt x="713606" y="1059530"/>
                </a:cubicBezTo>
                <a:lnTo>
                  <a:pt x="706645" y="1066217"/>
                </a:lnTo>
                <a:cubicBezTo>
                  <a:pt x="709800" y="1040887"/>
                  <a:pt x="705187" y="1015936"/>
                  <a:pt x="703451" y="994821"/>
                </a:cubicBezTo>
                <a:lnTo>
                  <a:pt x="704148" y="966526"/>
                </a:lnTo>
                <a:lnTo>
                  <a:pt x="704167" y="965753"/>
                </a:lnTo>
                <a:close/>
                <a:moveTo>
                  <a:pt x="526699" y="960918"/>
                </a:moveTo>
                <a:lnTo>
                  <a:pt x="529425" y="989483"/>
                </a:lnTo>
                <a:lnTo>
                  <a:pt x="530474" y="1020407"/>
                </a:lnTo>
                <a:lnTo>
                  <a:pt x="529426" y="989484"/>
                </a:lnTo>
                <a:close/>
                <a:moveTo>
                  <a:pt x="885531" y="934523"/>
                </a:moveTo>
                <a:lnTo>
                  <a:pt x="885530" y="934523"/>
                </a:lnTo>
                <a:cubicBezTo>
                  <a:pt x="884934" y="938072"/>
                  <a:pt x="879555" y="939399"/>
                  <a:pt x="878953" y="942877"/>
                </a:cubicBezTo>
                <a:cubicBezTo>
                  <a:pt x="876487" y="956685"/>
                  <a:pt x="875626" y="971954"/>
                  <a:pt x="874906" y="985699"/>
                </a:cubicBezTo>
                <a:cubicBezTo>
                  <a:pt x="874342" y="999300"/>
                  <a:pt x="873580" y="1011700"/>
                  <a:pt x="870658" y="1020564"/>
                </a:cubicBezTo>
                <a:cubicBezTo>
                  <a:pt x="869340" y="1024533"/>
                  <a:pt x="870498" y="1027986"/>
                  <a:pt x="870330" y="1028966"/>
                </a:cubicBezTo>
                <a:lnTo>
                  <a:pt x="869872" y="1032378"/>
                </a:lnTo>
                <a:lnTo>
                  <a:pt x="870331" y="1028967"/>
                </a:lnTo>
                <a:cubicBezTo>
                  <a:pt x="870498" y="1027987"/>
                  <a:pt x="869340" y="1024533"/>
                  <a:pt x="870658" y="1020565"/>
                </a:cubicBezTo>
                <a:cubicBezTo>
                  <a:pt x="873580" y="1011700"/>
                  <a:pt x="874342" y="999302"/>
                  <a:pt x="874906" y="985699"/>
                </a:cubicBezTo>
                <a:cubicBezTo>
                  <a:pt x="875626" y="971952"/>
                  <a:pt x="876487" y="956684"/>
                  <a:pt x="878954" y="942876"/>
                </a:cubicBezTo>
                <a:close/>
                <a:moveTo>
                  <a:pt x="720468" y="933690"/>
                </a:moveTo>
                <a:lnTo>
                  <a:pt x="718972" y="939497"/>
                </a:lnTo>
                <a:lnTo>
                  <a:pt x="718973" y="939498"/>
                </a:lnTo>
                <a:close/>
                <a:moveTo>
                  <a:pt x="808671" y="914346"/>
                </a:moveTo>
                <a:lnTo>
                  <a:pt x="808670" y="914347"/>
                </a:lnTo>
                <a:cubicBezTo>
                  <a:pt x="804926" y="939676"/>
                  <a:pt x="803150" y="963269"/>
                  <a:pt x="802634" y="990198"/>
                </a:cubicBezTo>
                <a:lnTo>
                  <a:pt x="796872" y="1037259"/>
                </a:lnTo>
                <a:lnTo>
                  <a:pt x="802635" y="990196"/>
                </a:lnTo>
                <a:close/>
                <a:moveTo>
                  <a:pt x="888561" y="902372"/>
                </a:moveTo>
                <a:lnTo>
                  <a:pt x="883658" y="923532"/>
                </a:lnTo>
                <a:lnTo>
                  <a:pt x="883658" y="923533"/>
                </a:lnTo>
                <a:lnTo>
                  <a:pt x="888561" y="902373"/>
                </a:lnTo>
                <a:close/>
                <a:moveTo>
                  <a:pt x="588505" y="884722"/>
                </a:moveTo>
                <a:cubicBezTo>
                  <a:pt x="588850" y="899694"/>
                  <a:pt x="589985" y="914534"/>
                  <a:pt x="594540" y="928651"/>
                </a:cubicBezTo>
                <a:cubicBezTo>
                  <a:pt x="597692" y="938445"/>
                  <a:pt x="592444" y="950718"/>
                  <a:pt x="591916" y="962029"/>
                </a:cubicBezTo>
                <a:cubicBezTo>
                  <a:pt x="591835" y="964350"/>
                  <a:pt x="590599" y="967719"/>
                  <a:pt x="591441" y="969980"/>
                </a:cubicBezTo>
                <a:cubicBezTo>
                  <a:pt x="591635" y="970505"/>
                  <a:pt x="597001" y="974352"/>
                  <a:pt x="597001" y="974352"/>
                </a:cubicBezTo>
                <a:cubicBezTo>
                  <a:pt x="596783" y="979311"/>
                  <a:pt x="590128" y="979109"/>
                  <a:pt x="590621" y="983904"/>
                </a:cubicBezTo>
                <a:cubicBezTo>
                  <a:pt x="596020" y="987063"/>
                  <a:pt x="595302" y="993875"/>
                  <a:pt x="598507" y="998311"/>
                </a:cubicBezTo>
                <a:cubicBezTo>
                  <a:pt x="595974" y="1010417"/>
                  <a:pt x="593634" y="1023654"/>
                  <a:pt x="594011" y="1038180"/>
                </a:cubicBezTo>
                <a:cubicBezTo>
                  <a:pt x="594301" y="1047582"/>
                  <a:pt x="598663" y="1058503"/>
                  <a:pt x="599208" y="1068543"/>
                </a:cubicBezTo>
                <a:cubicBezTo>
                  <a:pt x="600026" y="1085389"/>
                  <a:pt x="593309" y="1102675"/>
                  <a:pt x="594012" y="1121610"/>
                </a:cubicBezTo>
                <a:cubicBezTo>
                  <a:pt x="594130" y="1126866"/>
                  <a:pt x="595325" y="1132499"/>
                  <a:pt x="596425" y="1138180"/>
                </a:cubicBezTo>
                <a:lnTo>
                  <a:pt x="596423" y="1138182"/>
                </a:lnTo>
                <a:cubicBezTo>
                  <a:pt x="590906" y="1141173"/>
                  <a:pt x="585366" y="1144244"/>
                  <a:pt x="579676" y="1146324"/>
                </a:cubicBezTo>
                <a:cubicBezTo>
                  <a:pt x="563980" y="1152069"/>
                  <a:pt x="548083" y="1157284"/>
                  <a:pt x="532196" y="1162511"/>
                </a:cubicBezTo>
                <a:lnTo>
                  <a:pt x="532196" y="1162507"/>
                </a:lnTo>
                <a:lnTo>
                  <a:pt x="454964" y="1187008"/>
                </a:lnTo>
                <a:cubicBezTo>
                  <a:pt x="429007" y="1194977"/>
                  <a:pt x="402707" y="1201966"/>
                  <a:pt x="376300" y="1208299"/>
                </a:cubicBezTo>
                <a:cubicBezTo>
                  <a:pt x="346746" y="1215379"/>
                  <a:pt x="318772" y="1210723"/>
                  <a:pt x="293329" y="1193131"/>
                </a:cubicBezTo>
                <a:cubicBezTo>
                  <a:pt x="286230" y="1188220"/>
                  <a:pt x="277366" y="1184709"/>
                  <a:pt x="272334" y="1178199"/>
                </a:cubicBezTo>
                <a:cubicBezTo>
                  <a:pt x="261690" y="1164437"/>
                  <a:pt x="263206" y="1149051"/>
                  <a:pt x="272785" y="1134885"/>
                </a:cubicBezTo>
                <a:cubicBezTo>
                  <a:pt x="261439" y="1127688"/>
                  <a:pt x="260051" y="1140801"/>
                  <a:pt x="251690" y="1142682"/>
                </a:cubicBezTo>
                <a:cubicBezTo>
                  <a:pt x="248281" y="1130433"/>
                  <a:pt x="251806" y="1121437"/>
                  <a:pt x="261499" y="1113640"/>
                </a:cubicBezTo>
                <a:cubicBezTo>
                  <a:pt x="278398" y="1100040"/>
                  <a:pt x="294388" y="1085238"/>
                  <a:pt x="311792" y="1072343"/>
                </a:cubicBezTo>
                <a:cubicBezTo>
                  <a:pt x="325096" y="1062481"/>
                  <a:pt x="340014" y="1054817"/>
                  <a:pt x="354167" y="1046099"/>
                </a:cubicBezTo>
                <a:cubicBezTo>
                  <a:pt x="359013" y="1043118"/>
                  <a:pt x="366106" y="1041558"/>
                  <a:pt x="361602" y="1032685"/>
                </a:cubicBezTo>
                <a:cubicBezTo>
                  <a:pt x="360914" y="1031324"/>
                  <a:pt x="364613" y="1026897"/>
                  <a:pt x="367094" y="1024900"/>
                </a:cubicBezTo>
                <a:cubicBezTo>
                  <a:pt x="375930" y="1017785"/>
                  <a:pt x="385144" y="1011143"/>
                  <a:pt x="394161" y="1004256"/>
                </a:cubicBezTo>
                <a:cubicBezTo>
                  <a:pt x="431526" y="975718"/>
                  <a:pt x="468092" y="946006"/>
                  <a:pt x="508849" y="922313"/>
                </a:cubicBezTo>
                <a:cubicBezTo>
                  <a:pt x="513188" y="919795"/>
                  <a:pt x="517767" y="917692"/>
                  <a:pt x="522310" y="915526"/>
                </a:cubicBezTo>
                <a:cubicBezTo>
                  <a:pt x="522260" y="919171"/>
                  <a:pt x="521694" y="922660"/>
                  <a:pt x="521878" y="926369"/>
                </a:cubicBezTo>
                <a:lnTo>
                  <a:pt x="522310" y="915527"/>
                </a:lnTo>
                <a:cubicBezTo>
                  <a:pt x="530676" y="911542"/>
                  <a:pt x="539149" y="907746"/>
                  <a:pt x="547421" y="903584"/>
                </a:cubicBezTo>
                <a:cubicBezTo>
                  <a:pt x="557355" y="898586"/>
                  <a:pt x="566957" y="892934"/>
                  <a:pt x="576819" y="887791"/>
                </a:cubicBezTo>
                <a:cubicBezTo>
                  <a:pt x="579366" y="886462"/>
                  <a:pt x="582294" y="885371"/>
                  <a:pt x="585127" y="885164"/>
                </a:cubicBezTo>
                <a:cubicBezTo>
                  <a:pt x="586318" y="885077"/>
                  <a:pt x="587376" y="884864"/>
                  <a:pt x="588505" y="884722"/>
                </a:cubicBezTo>
                <a:close/>
                <a:moveTo>
                  <a:pt x="975256" y="871952"/>
                </a:moveTo>
                <a:cubicBezTo>
                  <a:pt x="974937" y="873225"/>
                  <a:pt x="974616" y="874493"/>
                  <a:pt x="974298" y="875762"/>
                </a:cubicBezTo>
                <a:cubicBezTo>
                  <a:pt x="978958" y="877341"/>
                  <a:pt x="983620" y="878920"/>
                  <a:pt x="988277" y="880497"/>
                </a:cubicBezTo>
                <a:cubicBezTo>
                  <a:pt x="988737" y="878931"/>
                  <a:pt x="989198" y="877368"/>
                  <a:pt x="989654" y="875802"/>
                </a:cubicBezTo>
                <a:cubicBezTo>
                  <a:pt x="984856" y="874520"/>
                  <a:pt x="980057" y="873237"/>
                  <a:pt x="975256" y="871952"/>
                </a:cubicBezTo>
                <a:close/>
                <a:moveTo>
                  <a:pt x="955855" y="867015"/>
                </a:moveTo>
                <a:cubicBezTo>
                  <a:pt x="952434" y="868500"/>
                  <a:pt x="949128" y="870244"/>
                  <a:pt x="945801" y="871936"/>
                </a:cubicBezTo>
                <a:cubicBezTo>
                  <a:pt x="946796" y="873462"/>
                  <a:pt x="947789" y="874989"/>
                  <a:pt x="948784" y="876515"/>
                </a:cubicBezTo>
                <a:cubicBezTo>
                  <a:pt x="951806" y="874448"/>
                  <a:pt x="954866" y="872421"/>
                  <a:pt x="957754" y="870183"/>
                </a:cubicBezTo>
                <a:cubicBezTo>
                  <a:pt x="957875" y="870088"/>
                  <a:pt x="956011" y="866943"/>
                  <a:pt x="955855" y="867015"/>
                </a:cubicBezTo>
                <a:close/>
                <a:moveTo>
                  <a:pt x="816879" y="845698"/>
                </a:moveTo>
                <a:lnTo>
                  <a:pt x="814187" y="859120"/>
                </a:lnTo>
                <a:lnTo>
                  <a:pt x="808801" y="913042"/>
                </a:lnTo>
                <a:lnTo>
                  <a:pt x="814188" y="859122"/>
                </a:lnTo>
                <a:close/>
                <a:moveTo>
                  <a:pt x="709253" y="828477"/>
                </a:moveTo>
                <a:cubicBezTo>
                  <a:pt x="715549" y="836356"/>
                  <a:pt x="712928" y="846648"/>
                  <a:pt x="712336" y="855495"/>
                </a:cubicBezTo>
                <a:cubicBezTo>
                  <a:pt x="710853" y="875989"/>
                  <a:pt x="707632" y="898711"/>
                  <a:pt x="705885" y="921319"/>
                </a:cubicBezTo>
                <a:lnTo>
                  <a:pt x="707546" y="936615"/>
                </a:lnTo>
                <a:cubicBezTo>
                  <a:pt x="708080" y="931913"/>
                  <a:pt x="705480" y="926439"/>
                  <a:pt x="705886" y="921319"/>
                </a:cubicBezTo>
                <a:cubicBezTo>
                  <a:pt x="707634" y="898711"/>
                  <a:pt x="710855" y="875988"/>
                  <a:pt x="712337" y="855495"/>
                </a:cubicBezTo>
                <a:cubicBezTo>
                  <a:pt x="712633" y="851072"/>
                  <a:pt x="713436" y="846287"/>
                  <a:pt x="713378" y="841623"/>
                </a:cubicBezTo>
                <a:close/>
                <a:moveTo>
                  <a:pt x="818907" y="786874"/>
                </a:moveTo>
                <a:lnTo>
                  <a:pt x="819916" y="809049"/>
                </a:lnTo>
                <a:lnTo>
                  <a:pt x="819934" y="817185"/>
                </a:lnTo>
                <a:lnTo>
                  <a:pt x="819916" y="809047"/>
                </a:lnTo>
                <a:close/>
                <a:moveTo>
                  <a:pt x="908664" y="781182"/>
                </a:moveTo>
                <a:cubicBezTo>
                  <a:pt x="918338" y="782542"/>
                  <a:pt x="928064" y="784046"/>
                  <a:pt x="937865" y="782800"/>
                </a:cubicBezTo>
                <a:cubicBezTo>
                  <a:pt x="939338" y="782613"/>
                  <a:pt x="941132" y="781985"/>
                  <a:pt x="942871" y="781528"/>
                </a:cubicBezTo>
                <a:cubicBezTo>
                  <a:pt x="942041" y="790630"/>
                  <a:pt x="941513" y="799118"/>
                  <a:pt x="940673" y="808677"/>
                </a:cubicBezTo>
                <a:cubicBezTo>
                  <a:pt x="938284" y="829660"/>
                  <a:pt x="935786" y="851591"/>
                  <a:pt x="933266" y="873734"/>
                </a:cubicBezTo>
                <a:cubicBezTo>
                  <a:pt x="918645" y="864351"/>
                  <a:pt x="904549" y="866661"/>
                  <a:pt x="890992" y="867889"/>
                </a:cubicBezTo>
                <a:cubicBezTo>
                  <a:pt x="891714" y="864135"/>
                  <a:pt x="892326" y="860384"/>
                  <a:pt x="893274" y="856754"/>
                </a:cubicBezTo>
                <a:cubicBezTo>
                  <a:pt x="895556" y="847141"/>
                  <a:pt x="902403" y="838011"/>
                  <a:pt x="904752" y="828783"/>
                </a:cubicBezTo>
                <a:cubicBezTo>
                  <a:pt x="905681" y="825127"/>
                  <a:pt x="902581" y="820923"/>
                  <a:pt x="902650" y="820228"/>
                </a:cubicBezTo>
                <a:cubicBezTo>
                  <a:pt x="903818" y="812628"/>
                  <a:pt x="907258" y="790327"/>
                  <a:pt x="908663" y="781182"/>
                </a:cubicBezTo>
                <a:close/>
                <a:moveTo>
                  <a:pt x="894054" y="779600"/>
                </a:moveTo>
                <a:cubicBezTo>
                  <a:pt x="898885" y="779650"/>
                  <a:pt x="903780" y="780495"/>
                  <a:pt x="908660" y="781183"/>
                </a:cubicBezTo>
                <a:cubicBezTo>
                  <a:pt x="907258" y="790330"/>
                  <a:pt x="903818" y="812631"/>
                  <a:pt x="902647" y="820231"/>
                </a:cubicBezTo>
                <a:cubicBezTo>
                  <a:pt x="902579" y="820926"/>
                  <a:pt x="905679" y="825128"/>
                  <a:pt x="904749" y="828784"/>
                </a:cubicBezTo>
                <a:cubicBezTo>
                  <a:pt x="902402" y="838012"/>
                  <a:pt x="895554" y="847142"/>
                  <a:pt x="893272" y="856756"/>
                </a:cubicBezTo>
                <a:cubicBezTo>
                  <a:pt x="892324" y="860384"/>
                  <a:pt x="891713" y="864135"/>
                  <a:pt x="890990" y="867890"/>
                </a:cubicBezTo>
                <a:cubicBezTo>
                  <a:pt x="884352" y="868494"/>
                  <a:pt x="877800" y="868832"/>
                  <a:pt x="871448" y="867214"/>
                </a:cubicBezTo>
                <a:cubicBezTo>
                  <a:pt x="877358" y="870837"/>
                  <a:pt x="883443" y="872968"/>
                  <a:pt x="889639" y="874495"/>
                </a:cubicBezTo>
                <a:cubicBezTo>
                  <a:pt x="888532" y="880997"/>
                  <a:pt x="887614" y="886983"/>
                  <a:pt x="886784" y="891180"/>
                </a:cubicBezTo>
                <a:lnTo>
                  <a:pt x="886784" y="891181"/>
                </a:lnTo>
                <a:lnTo>
                  <a:pt x="886785" y="891182"/>
                </a:lnTo>
                <a:lnTo>
                  <a:pt x="889641" y="874497"/>
                </a:lnTo>
                <a:lnTo>
                  <a:pt x="889639" y="874497"/>
                </a:lnTo>
                <a:lnTo>
                  <a:pt x="890990" y="867893"/>
                </a:lnTo>
                <a:cubicBezTo>
                  <a:pt x="897769" y="867278"/>
                  <a:pt x="904682" y="866394"/>
                  <a:pt x="911729" y="866835"/>
                </a:cubicBezTo>
                <a:cubicBezTo>
                  <a:pt x="918775" y="867278"/>
                  <a:pt x="925954" y="869046"/>
                  <a:pt x="933265" y="873737"/>
                </a:cubicBezTo>
                <a:cubicBezTo>
                  <a:pt x="933244" y="873902"/>
                  <a:pt x="933227" y="874054"/>
                  <a:pt x="933207" y="874219"/>
                </a:cubicBezTo>
                <a:lnTo>
                  <a:pt x="894013" y="874470"/>
                </a:lnTo>
                <a:lnTo>
                  <a:pt x="933210" y="874220"/>
                </a:lnTo>
                <a:cubicBezTo>
                  <a:pt x="933178" y="874505"/>
                  <a:pt x="933147" y="874773"/>
                  <a:pt x="933114" y="875058"/>
                </a:cubicBezTo>
                <a:cubicBezTo>
                  <a:pt x="928136" y="915912"/>
                  <a:pt x="924859" y="955180"/>
                  <a:pt x="924820" y="990089"/>
                </a:cubicBezTo>
                <a:cubicBezTo>
                  <a:pt x="924938" y="998466"/>
                  <a:pt x="918219" y="1007549"/>
                  <a:pt x="929147" y="1015344"/>
                </a:cubicBezTo>
                <a:cubicBezTo>
                  <a:pt x="926950" y="1028542"/>
                  <a:pt x="925818" y="1041815"/>
                  <a:pt x="924776" y="1054522"/>
                </a:cubicBezTo>
                <a:cubicBezTo>
                  <a:pt x="905007" y="1057989"/>
                  <a:pt x="885225" y="1061339"/>
                  <a:pt x="865482" y="1064978"/>
                </a:cubicBezTo>
                <a:lnTo>
                  <a:pt x="816515" y="1073911"/>
                </a:lnTo>
                <a:cubicBezTo>
                  <a:pt x="813665" y="1074415"/>
                  <a:pt x="810593" y="1073679"/>
                  <a:pt x="805020" y="1073379"/>
                </a:cubicBezTo>
                <a:cubicBezTo>
                  <a:pt x="824339" y="1057221"/>
                  <a:pt x="846729" y="1054642"/>
                  <a:pt x="866485" y="1044499"/>
                </a:cubicBezTo>
                <a:cubicBezTo>
                  <a:pt x="843640" y="1048345"/>
                  <a:pt x="820743" y="1051914"/>
                  <a:pt x="797960" y="1056079"/>
                </a:cubicBezTo>
                <a:lnTo>
                  <a:pt x="794472" y="1056861"/>
                </a:lnTo>
                <a:lnTo>
                  <a:pt x="794472" y="1056864"/>
                </a:lnTo>
                <a:lnTo>
                  <a:pt x="711351" y="1079066"/>
                </a:lnTo>
                <a:cubicBezTo>
                  <a:pt x="710173" y="1079439"/>
                  <a:pt x="708994" y="1079824"/>
                  <a:pt x="707817" y="1080202"/>
                </a:cubicBezTo>
                <a:lnTo>
                  <a:pt x="706639" y="1079276"/>
                </a:lnTo>
                <a:lnTo>
                  <a:pt x="706637" y="1079276"/>
                </a:lnTo>
                <a:cubicBezTo>
                  <a:pt x="707153" y="1079981"/>
                  <a:pt x="707374" y="1079753"/>
                  <a:pt x="707816" y="1080204"/>
                </a:cubicBezTo>
                <a:cubicBezTo>
                  <a:pt x="688883" y="1086300"/>
                  <a:pt x="670002" y="1092588"/>
                  <a:pt x="651027" y="1098541"/>
                </a:cubicBezTo>
                <a:cubicBezTo>
                  <a:pt x="650654" y="1098658"/>
                  <a:pt x="650425" y="1098939"/>
                  <a:pt x="650062" y="1099061"/>
                </a:cubicBezTo>
                <a:lnTo>
                  <a:pt x="650062" y="1099058"/>
                </a:lnTo>
                <a:lnTo>
                  <a:pt x="622838" y="1119027"/>
                </a:lnTo>
                <a:cubicBezTo>
                  <a:pt x="615541" y="1126736"/>
                  <a:pt x="606209" y="1132878"/>
                  <a:pt x="596428" y="1138177"/>
                </a:cubicBezTo>
                <a:cubicBezTo>
                  <a:pt x="595327" y="1132498"/>
                  <a:pt x="594133" y="1126864"/>
                  <a:pt x="594015" y="1121608"/>
                </a:cubicBezTo>
                <a:cubicBezTo>
                  <a:pt x="593312" y="1102673"/>
                  <a:pt x="600028" y="1085386"/>
                  <a:pt x="599210" y="1068542"/>
                </a:cubicBezTo>
                <a:cubicBezTo>
                  <a:pt x="598667" y="1058503"/>
                  <a:pt x="594304" y="1047579"/>
                  <a:pt x="594015" y="1038179"/>
                </a:cubicBezTo>
                <a:cubicBezTo>
                  <a:pt x="593637" y="1023652"/>
                  <a:pt x="595976" y="1010416"/>
                  <a:pt x="598510" y="998308"/>
                </a:cubicBezTo>
                <a:cubicBezTo>
                  <a:pt x="595306" y="993873"/>
                  <a:pt x="596023" y="987062"/>
                  <a:pt x="590623" y="983901"/>
                </a:cubicBezTo>
                <a:cubicBezTo>
                  <a:pt x="590132" y="979109"/>
                  <a:pt x="596786" y="979309"/>
                  <a:pt x="597004" y="974350"/>
                </a:cubicBezTo>
                <a:cubicBezTo>
                  <a:pt x="597004" y="974350"/>
                  <a:pt x="591637" y="970503"/>
                  <a:pt x="591444" y="969978"/>
                </a:cubicBezTo>
                <a:cubicBezTo>
                  <a:pt x="590602" y="967718"/>
                  <a:pt x="591838" y="964348"/>
                  <a:pt x="591918" y="962026"/>
                </a:cubicBezTo>
                <a:cubicBezTo>
                  <a:pt x="592449" y="950715"/>
                  <a:pt x="597697" y="938442"/>
                  <a:pt x="594542" y="928649"/>
                </a:cubicBezTo>
                <a:cubicBezTo>
                  <a:pt x="589986" y="914532"/>
                  <a:pt x="588853" y="899692"/>
                  <a:pt x="588508" y="884720"/>
                </a:cubicBezTo>
                <a:cubicBezTo>
                  <a:pt x="596499" y="883722"/>
                  <a:pt x="602830" y="881083"/>
                  <a:pt x="603705" y="870378"/>
                </a:cubicBezTo>
                <a:cubicBezTo>
                  <a:pt x="603876" y="868287"/>
                  <a:pt x="609789" y="866697"/>
                  <a:pt x="613238" y="864770"/>
                </a:cubicBezTo>
                <a:cubicBezTo>
                  <a:pt x="614206" y="868806"/>
                  <a:pt x="615004" y="872117"/>
                  <a:pt x="615796" y="875425"/>
                </a:cubicBezTo>
                <a:cubicBezTo>
                  <a:pt x="617751" y="874979"/>
                  <a:pt x="620472" y="874421"/>
                  <a:pt x="620459" y="874357"/>
                </a:cubicBezTo>
                <a:cubicBezTo>
                  <a:pt x="616787" y="854210"/>
                  <a:pt x="635482" y="850078"/>
                  <a:pt x="645794" y="845535"/>
                </a:cubicBezTo>
                <a:cubicBezTo>
                  <a:pt x="646607" y="845176"/>
                  <a:pt x="647474" y="844945"/>
                  <a:pt x="648290" y="844593"/>
                </a:cubicBezTo>
                <a:cubicBezTo>
                  <a:pt x="648707" y="885691"/>
                  <a:pt x="639375" y="925529"/>
                  <a:pt x="641042" y="967621"/>
                </a:cubicBezTo>
                <a:lnTo>
                  <a:pt x="641042" y="967622"/>
                </a:lnTo>
                <a:lnTo>
                  <a:pt x="644198" y="905736"/>
                </a:lnTo>
                <a:cubicBezTo>
                  <a:pt x="646270" y="885377"/>
                  <a:pt x="648499" y="865143"/>
                  <a:pt x="648290" y="844594"/>
                </a:cubicBezTo>
                <a:cubicBezTo>
                  <a:pt x="668152" y="836013"/>
                  <a:pt x="688819" y="829231"/>
                  <a:pt x="709661" y="822998"/>
                </a:cubicBezTo>
                <a:lnTo>
                  <a:pt x="709259" y="828404"/>
                </a:lnTo>
                <a:lnTo>
                  <a:pt x="709662" y="822999"/>
                </a:lnTo>
                <a:lnTo>
                  <a:pt x="733518" y="815869"/>
                </a:lnTo>
                <a:lnTo>
                  <a:pt x="733518" y="815869"/>
                </a:lnTo>
                <a:cubicBezTo>
                  <a:pt x="733936" y="815750"/>
                  <a:pt x="734353" y="815610"/>
                  <a:pt x="734773" y="815492"/>
                </a:cubicBezTo>
                <a:cubicBezTo>
                  <a:pt x="741389" y="813638"/>
                  <a:pt x="746159" y="811383"/>
                  <a:pt x="751382" y="807459"/>
                </a:cubicBezTo>
                <a:cubicBezTo>
                  <a:pt x="758344" y="802230"/>
                  <a:pt x="764803" y="795467"/>
                  <a:pt x="775559" y="797732"/>
                </a:cubicBezTo>
                <a:cubicBezTo>
                  <a:pt x="783616" y="799432"/>
                  <a:pt x="791524" y="798599"/>
                  <a:pt x="797555" y="790259"/>
                </a:cubicBezTo>
                <a:cubicBezTo>
                  <a:pt x="800031" y="786836"/>
                  <a:pt x="806968" y="785754"/>
                  <a:pt x="812031" y="785304"/>
                </a:cubicBezTo>
                <a:lnTo>
                  <a:pt x="818804" y="784667"/>
                </a:lnTo>
                <a:lnTo>
                  <a:pt x="818802" y="784666"/>
                </a:lnTo>
                <a:cubicBezTo>
                  <a:pt x="843873" y="782304"/>
                  <a:pt x="868978" y="779346"/>
                  <a:pt x="894054" y="779600"/>
                </a:cubicBezTo>
                <a:close/>
                <a:moveTo>
                  <a:pt x="1756345" y="771382"/>
                </a:moveTo>
                <a:cubicBezTo>
                  <a:pt x="1751915" y="775460"/>
                  <a:pt x="1747471" y="779542"/>
                  <a:pt x="1743028" y="783626"/>
                </a:cubicBezTo>
                <a:cubicBezTo>
                  <a:pt x="1744015" y="784773"/>
                  <a:pt x="1744988" y="785920"/>
                  <a:pt x="1745960" y="787069"/>
                </a:cubicBezTo>
                <a:cubicBezTo>
                  <a:pt x="1750867" y="783491"/>
                  <a:pt x="1755762" y="779924"/>
                  <a:pt x="1760670" y="776348"/>
                </a:cubicBezTo>
                <a:cubicBezTo>
                  <a:pt x="1759220" y="774699"/>
                  <a:pt x="1757796" y="773037"/>
                  <a:pt x="1756345" y="771382"/>
                </a:cubicBezTo>
                <a:close/>
                <a:moveTo>
                  <a:pt x="1767793" y="754796"/>
                </a:moveTo>
                <a:cubicBezTo>
                  <a:pt x="1764718" y="756396"/>
                  <a:pt x="1761655" y="757992"/>
                  <a:pt x="1756744" y="760546"/>
                </a:cubicBezTo>
                <a:cubicBezTo>
                  <a:pt x="1760772" y="763552"/>
                  <a:pt x="1763381" y="765505"/>
                  <a:pt x="1765989" y="767456"/>
                </a:cubicBezTo>
                <a:cubicBezTo>
                  <a:pt x="1767815" y="764184"/>
                  <a:pt x="1769643" y="760912"/>
                  <a:pt x="1771470" y="757641"/>
                </a:cubicBezTo>
                <a:cubicBezTo>
                  <a:pt x="1770236" y="756698"/>
                  <a:pt x="1769015" y="755746"/>
                  <a:pt x="1767793" y="754796"/>
                </a:cubicBezTo>
                <a:close/>
                <a:moveTo>
                  <a:pt x="736535" y="539951"/>
                </a:moveTo>
                <a:lnTo>
                  <a:pt x="736715" y="541579"/>
                </a:lnTo>
                <a:lnTo>
                  <a:pt x="736716" y="541579"/>
                </a:lnTo>
                <a:close/>
                <a:moveTo>
                  <a:pt x="736489" y="539531"/>
                </a:moveTo>
                <a:lnTo>
                  <a:pt x="736489" y="539533"/>
                </a:lnTo>
                <a:lnTo>
                  <a:pt x="736490" y="539533"/>
                </a:lnTo>
                <a:close/>
                <a:moveTo>
                  <a:pt x="797289" y="527317"/>
                </a:moveTo>
                <a:lnTo>
                  <a:pt x="795496" y="527790"/>
                </a:lnTo>
                <a:lnTo>
                  <a:pt x="797287" y="527318"/>
                </a:lnTo>
                <a:cubicBezTo>
                  <a:pt x="797610" y="529856"/>
                  <a:pt x="797935" y="532398"/>
                  <a:pt x="798259" y="534937"/>
                </a:cubicBezTo>
                <a:lnTo>
                  <a:pt x="767102" y="540150"/>
                </a:lnTo>
                <a:cubicBezTo>
                  <a:pt x="777489" y="538414"/>
                  <a:pt x="787876" y="536673"/>
                  <a:pt x="798261" y="534938"/>
                </a:cubicBezTo>
                <a:cubicBezTo>
                  <a:pt x="797938" y="532399"/>
                  <a:pt x="797613" y="529857"/>
                  <a:pt x="797289" y="527317"/>
                </a:cubicBezTo>
                <a:close/>
                <a:moveTo>
                  <a:pt x="474382" y="492686"/>
                </a:moveTo>
                <a:lnTo>
                  <a:pt x="473287" y="497672"/>
                </a:lnTo>
                <a:lnTo>
                  <a:pt x="474383" y="492687"/>
                </a:lnTo>
                <a:close/>
                <a:moveTo>
                  <a:pt x="901911" y="485734"/>
                </a:moveTo>
                <a:lnTo>
                  <a:pt x="903290" y="491312"/>
                </a:lnTo>
                <a:lnTo>
                  <a:pt x="903542" y="493782"/>
                </a:lnTo>
                <a:lnTo>
                  <a:pt x="903290" y="491311"/>
                </a:lnTo>
                <a:close/>
                <a:moveTo>
                  <a:pt x="647795" y="457489"/>
                </a:moveTo>
                <a:cubicBezTo>
                  <a:pt x="631608" y="459553"/>
                  <a:pt x="620928" y="466845"/>
                  <a:pt x="615863" y="473958"/>
                </a:cubicBezTo>
                <a:cubicBezTo>
                  <a:pt x="614384" y="476034"/>
                  <a:pt x="616868" y="481126"/>
                  <a:pt x="615666" y="485905"/>
                </a:cubicBezTo>
                <a:cubicBezTo>
                  <a:pt x="614606" y="489893"/>
                  <a:pt x="613863" y="494221"/>
                  <a:pt x="609252" y="497298"/>
                </a:cubicBezTo>
                <a:lnTo>
                  <a:pt x="609253" y="497301"/>
                </a:lnTo>
                <a:lnTo>
                  <a:pt x="615667" y="485909"/>
                </a:lnTo>
                <a:cubicBezTo>
                  <a:pt x="616867" y="481130"/>
                  <a:pt x="614383" y="476039"/>
                  <a:pt x="615863" y="473963"/>
                </a:cubicBezTo>
                <a:cubicBezTo>
                  <a:pt x="620927" y="466850"/>
                  <a:pt x="631609" y="459557"/>
                  <a:pt x="647794" y="457495"/>
                </a:cubicBezTo>
                <a:cubicBezTo>
                  <a:pt x="666678" y="455071"/>
                  <a:pt x="674999" y="467842"/>
                  <a:pt x="679147" y="485030"/>
                </a:cubicBezTo>
                <a:cubicBezTo>
                  <a:pt x="682421" y="502450"/>
                  <a:pt x="682924" y="523497"/>
                  <a:pt x="685905" y="538924"/>
                </a:cubicBezTo>
                <a:lnTo>
                  <a:pt x="693920" y="558640"/>
                </a:lnTo>
                <a:lnTo>
                  <a:pt x="693922" y="558637"/>
                </a:lnTo>
                <a:cubicBezTo>
                  <a:pt x="692097" y="551690"/>
                  <a:pt x="687507" y="545965"/>
                  <a:pt x="685905" y="538919"/>
                </a:cubicBezTo>
                <a:cubicBezTo>
                  <a:pt x="682925" y="523494"/>
                  <a:pt x="682422" y="502446"/>
                  <a:pt x="679147" y="485025"/>
                </a:cubicBezTo>
                <a:cubicBezTo>
                  <a:pt x="674999" y="467836"/>
                  <a:pt x="666679" y="455067"/>
                  <a:pt x="647795" y="457489"/>
                </a:cubicBezTo>
                <a:close/>
                <a:moveTo>
                  <a:pt x="451737" y="453897"/>
                </a:moveTo>
                <a:lnTo>
                  <a:pt x="450097" y="457820"/>
                </a:lnTo>
                <a:lnTo>
                  <a:pt x="450098" y="457819"/>
                </a:lnTo>
                <a:close/>
                <a:moveTo>
                  <a:pt x="443969" y="444573"/>
                </a:moveTo>
                <a:lnTo>
                  <a:pt x="441784" y="446620"/>
                </a:lnTo>
                <a:lnTo>
                  <a:pt x="441785" y="446621"/>
                </a:lnTo>
                <a:lnTo>
                  <a:pt x="443970" y="444575"/>
                </a:lnTo>
                <a:close/>
                <a:moveTo>
                  <a:pt x="1190793" y="399058"/>
                </a:moveTo>
                <a:cubicBezTo>
                  <a:pt x="1191290" y="403884"/>
                  <a:pt x="1191784" y="408707"/>
                  <a:pt x="1192279" y="413534"/>
                </a:cubicBezTo>
                <a:cubicBezTo>
                  <a:pt x="1193215" y="413496"/>
                  <a:pt x="1194157" y="413459"/>
                  <a:pt x="1195098" y="413419"/>
                </a:cubicBezTo>
                <a:cubicBezTo>
                  <a:pt x="1195362" y="408717"/>
                  <a:pt x="1195625" y="404013"/>
                  <a:pt x="1195894" y="399310"/>
                </a:cubicBezTo>
                <a:cubicBezTo>
                  <a:pt x="1194193" y="399226"/>
                  <a:pt x="1192495" y="399142"/>
                  <a:pt x="1190793" y="399058"/>
                </a:cubicBezTo>
                <a:close/>
                <a:moveTo>
                  <a:pt x="425018" y="381861"/>
                </a:moveTo>
                <a:lnTo>
                  <a:pt x="424924" y="384980"/>
                </a:lnTo>
                <a:cubicBezTo>
                  <a:pt x="425129" y="386340"/>
                  <a:pt x="426313" y="386583"/>
                  <a:pt x="430299" y="382330"/>
                </a:cubicBezTo>
                <a:cubicBezTo>
                  <a:pt x="432994" y="385202"/>
                  <a:pt x="430752" y="388994"/>
                  <a:pt x="436151" y="388237"/>
                </a:cubicBezTo>
                <a:cubicBezTo>
                  <a:pt x="430551" y="394729"/>
                  <a:pt x="441745" y="384246"/>
                  <a:pt x="440504" y="388225"/>
                </a:cubicBezTo>
                <a:cubicBezTo>
                  <a:pt x="439358" y="390601"/>
                  <a:pt x="439427" y="391986"/>
                  <a:pt x="441177" y="392886"/>
                </a:cubicBezTo>
                <a:cubicBezTo>
                  <a:pt x="446303" y="393216"/>
                  <a:pt x="450960" y="393844"/>
                  <a:pt x="455100" y="395496"/>
                </a:cubicBezTo>
                <a:cubicBezTo>
                  <a:pt x="457172" y="396318"/>
                  <a:pt x="459120" y="397393"/>
                  <a:pt x="460945" y="398793"/>
                </a:cubicBezTo>
                <a:cubicBezTo>
                  <a:pt x="462452" y="400667"/>
                  <a:pt x="463807" y="402894"/>
                  <a:pt x="465012" y="405540"/>
                </a:cubicBezTo>
                <a:cubicBezTo>
                  <a:pt x="466116" y="407952"/>
                  <a:pt x="463884" y="413831"/>
                  <a:pt x="470165" y="413333"/>
                </a:cubicBezTo>
                <a:cubicBezTo>
                  <a:pt x="472512" y="412838"/>
                  <a:pt x="475509" y="414872"/>
                  <a:pt x="478518" y="417666"/>
                </a:cubicBezTo>
                <a:lnTo>
                  <a:pt x="486940" y="426561"/>
                </a:lnTo>
                <a:lnTo>
                  <a:pt x="486942" y="426559"/>
                </a:lnTo>
                <a:cubicBezTo>
                  <a:pt x="482155" y="421465"/>
                  <a:pt x="474860" y="412339"/>
                  <a:pt x="470167" y="413330"/>
                </a:cubicBezTo>
                <a:cubicBezTo>
                  <a:pt x="463886" y="413830"/>
                  <a:pt x="466114" y="407948"/>
                  <a:pt x="465013" y="405537"/>
                </a:cubicBezTo>
                <a:cubicBezTo>
                  <a:pt x="463809" y="402891"/>
                  <a:pt x="462453" y="400663"/>
                  <a:pt x="460946" y="398791"/>
                </a:cubicBezTo>
                <a:cubicBezTo>
                  <a:pt x="459121" y="397390"/>
                  <a:pt x="457173" y="396314"/>
                  <a:pt x="455101" y="395493"/>
                </a:cubicBezTo>
                <a:cubicBezTo>
                  <a:pt x="450961" y="393840"/>
                  <a:pt x="446304" y="393213"/>
                  <a:pt x="441179" y="392883"/>
                </a:cubicBezTo>
                <a:cubicBezTo>
                  <a:pt x="439428" y="391983"/>
                  <a:pt x="439360" y="390598"/>
                  <a:pt x="440504" y="388223"/>
                </a:cubicBezTo>
                <a:cubicBezTo>
                  <a:pt x="441746" y="384243"/>
                  <a:pt x="430551" y="394726"/>
                  <a:pt x="436152" y="388233"/>
                </a:cubicBezTo>
                <a:cubicBezTo>
                  <a:pt x="430753" y="388991"/>
                  <a:pt x="432995" y="385200"/>
                  <a:pt x="430300" y="382327"/>
                </a:cubicBezTo>
                <a:cubicBezTo>
                  <a:pt x="426315" y="386581"/>
                  <a:pt x="425130" y="386338"/>
                  <a:pt x="424925" y="384977"/>
                </a:cubicBezTo>
                <a:close/>
                <a:moveTo>
                  <a:pt x="417717" y="372533"/>
                </a:moveTo>
                <a:cubicBezTo>
                  <a:pt x="415469" y="371623"/>
                  <a:pt x="411697" y="374099"/>
                  <a:pt x="408264" y="376304"/>
                </a:cubicBezTo>
                <a:cubicBezTo>
                  <a:pt x="401009" y="378672"/>
                  <a:pt x="393105" y="377042"/>
                  <a:pt x="383828" y="376458"/>
                </a:cubicBezTo>
                <a:lnTo>
                  <a:pt x="383827" y="376461"/>
                </a:lnTo>
                <a:lnTo>
                  <a:pt x="408263" y="376307"/>
                </a:lnTo>
                <a:cubicBezTo>
                  <a:pt x="411695" y="374104"/>
                  <a:pt x="415467" y="371626"/>
                  <a:pt x="417716" y="372536"/>
                </a:cubicBezTo>
                <a:cubicBezTo>
                  <a:pt x="420578" y="373593"/>
                  <a:pt x="419254" y="380364"/>
                  <a:pt x="421346" y="382624"/>
                </a:cubicBezTo>
                <a:lnTo>
                  <a:pt x="425026" y="381602"/>
                </a:lnTo>
                <a:lnTo>
                  <a:pt x="425026" y="381600"/>
                </a:lnTo>
                <a:cubicBezTo>
                  <a:pt x="424556" y="380467"/>
                  <a:pt x="421769" y="383053"/>
                  <a:pt x="421347" y="382620"/>
                </a:cubicBezTo>
                <a:cubicBezTo>
                  <a:pt x="419256" y="380362"/>
                  <a:pt x="420579" y="373592"/>
                  <a:pt x="417717" y="372533"/>
                </a:cubicBezTo>
                <a:close/>
                <a:moveTo>
                  <a:pt x="1193734" y="367601"/>
                </a:moveTo>
                <a:lnTo>
                  <a:pt x="1193735" y="367602"/>
                </a:lnTo>
                <a:cubicBezTo>
                  <a:pt x="1193155" y="371843"/>
                  <a:pt x="1192580" y="376085"/>
                  <a:pt x="1192004" y="380327"/>
                </a:cubicBezTo>
                <a:cubicBezTo>
                  <a:pt x="1193159" y="380579"/>
                  <a:pt x="1194309" y="380835"/>
                  <a:pt x="1195460" y="381087"/>
                </a:cubicBezTo>
                <a:cubicBezTo>
                  <a:pt x="1196730" y="377138"/>
                  <a:pt x="1198002" y="373184"/>
                  <a:pt x="1199272" y="369236"/>
                </a:cubicBezTo>
                <a:cubicBezTo>
                  <a:pt x="1197423" y="368691"/>
                  <a:pt x="1195579" y="368148"/>
                  <a:pt x="1193734" y="367601"/>
                </a:cubicBezTo>
                <a:close/>
                <a:moveTo>
                  <a:pt x="746933" y="333754"/>
                </a:moveTo>
                <a:cubicBezTo>
                  <a:pt x="769367" y="351831"/>
                  <a:pt x="791306" y="370519"/>
                  <a:pt x="812109" y="390686"/>
                </a:cubicBezTo>
                <a:cubicBezTo>
                  <a:pt x="829976" y="407998"/>
                  <a:pt x="848157" y="424509"/>
                  <a:pt x="863099" y="444771"/>
                </a:cubicBezTo>
                <a:cubicBezTo>
                  <a:pt x="870174" y="454366"/>
                  <a:pt x="881420" y="462828"/>
                  <a:pt x="892545" y="467018"/>
                </a:cubicBezTo>
                <a:lnTo>
                  <a:pt x="898383" y="471474"/>
                </a:lnTo>
                <a:lnTo>
                  <a:pt x="898383" y="471475"/>
                </a:lnTo>
                <a:lnTo>
                  <a:pt x="898384" y="471474"/>
                </a:lnTo>
                <a:lnTo>
                  <a:pt x="898384" y="471476"/>
                </a:lnTo>
                <a:lnTo>
                  <a:pt x="908863" y="489915"/>
                </a:lnTo>
                <a:lnTo>
                  <a:pt x="905381" y="511764"/>
                </a:lnTo>
                <a:lnTo>
                  <a:pt x="905381" y="511769"/>
                </a:lnTo>
                <a:cubicBezTo>
                  <a:pt x="904333" y="513968"/>
                  <a:pt x="903730" y="516424"/>
                  <a:pt x="902294" y="518330"/>
                </a:cubicBezTo>
                <a:cubicBezTo>
                  <a:pt x="900110" y="521232"/>
                  <a:pt x="897317" y="523728"/>
                  <a:pt x="895499" y="526830"/>
                </a:cubicBezTo>
                <a:cubicBezTo>
                  <a:pt x="894437" y="528635"/>
                  <a:pt x="894758" y="531265"/>
                  <a:pt x="894435" y="533680"/>
                </a:cubicBezTo>
                <a:cubicBezTo>
                  <a:pt x="898096" y="534862"/>
                  <a:pt x="901684" y="536020"/>
                  <a:pt x="905282" y="537179"/>
                </a:cubicBezTo>
                <a:cubicBezTo>
                  <a:pt x="905175" y="538612"/>
                  <a:pt x="905301" y="540066"/>
                  <a:pt x="905160" y="541497"/>
                </a:cubicBezTo>
                <a:cubicBezTo>
                  <a:pt x="905014" y="541955"/>
                  <a:pt x="904968" y="543078"/>
                  <a:pt x="904843" y="543736"/>
                </a:cubicBezTo>
                <a:cubicBezTo>
                  <a:pt x="899744" y="544863"/>
                  <a:pt x="894827" y="545951"/>
                  <a:pt x="888369" y="547381"/>
                </a:cubicBezTo>
                <a:cubicBezTo>
                  <a:pt x="887392" y="553035"/>
                  <a:pt x="886280" y="559436"/>
                  <a:pt x="885191" y="565700"/>
                </a:cubicBezTo>
                <a:lnTo>
                  <a:pt x="914087" y="588438"/>
                </a:lnTo>
                <a:lnTo>
                  <a:pt x="914086" y="588436"/>
                </a:lnTo>
                <a:cubicBezTo>
                  <a:pt x="926741" y="598394"/>
                  <a:pt x="939334" y="608464"/>
                  <a:pt x="952042" y="618290"/>
                </a:cubicBezTo>
                <a:cubicBezTo>
                  <a:pt x="952562" y="629228"/>
                  <a:pt x="951163" y="641035"/>
                  <a:pt x="951944" y="653327"/>
                </a:cubicBezTo>
                <a:lnTo>
                  <a:pt x="914974" y="626289"/>
                </a:lnTo>
                <a:lnTo>
                  <a:pt x="914974" y="626290"/>
                </a:lnTo>
                <a:cubicBezTo>
                  <a:pt x="895651" y="612559"/>
                  <a:pt x="876271" y="598908"/>
                  <a:pt x="857256" y="584768"/>
                </a:cubicBezTo>
                <a:cubicBezTo>
                  <a:pt x="843873" y="574820"/>
                  <a:pt x="832108" y="562667"/>
                  <a:pt x="821360" y="553087"/>
                </a:cubicBezTo>
                <a:cubicBezTo>
                  <a:pt x="817352" y="553486"/>
                  <a:pt x="813618" y="553849"/>
                  <a:pt x="809635" y="554248"/>
                </a:cubicBezTo>
                <a:cubicBezTo>
                  <a:pt x="809586" y="553424"/>
                  <a:pt x="809571" y="552688"/>
                  <a:pt x="809517" y="551858"/>
                </a:cubicBezTo>
                <a:cubicBezTo>
                  <a:pt x="807997" y="534785"/>
                  <a:pt x="806789" y="516879"/>
                  <a:pt x="800847" y="499867"/>
                </a:cubicBezTo>
                <a:cubicBezTo>
                  <a:pt x="795137" y="484179"/>
                  <a:pt x="784827" y="470021"/>
                  <a:pt x="789376" y="451679"/>
                </a:cubicBezTo>
                <a:cubicBezTo>
                  <a:pt x="777989" y="444602"/>
                  <a:pt x="782048" y="431039"/>
                  <a:pt x="778713" y="418415"/>
                </a:cubicBezTo>
                <a:cubicBezTo>
                  <a:pt x="775302" y="405446"/>
                  <a:pt x="764648" y="391301"/>
                  <a:pt x="760710" y="377887"/>
                </a:cubicBezTo>
                <a:lnTo>
                  <a:pt x="760710" y="377884"/>
                </a:lnTo>
                <a:cubicBezTo>
                  <a:pt x="756577" y="362835"/>
                  <a:pt x="754347" y="348019"/>
                  <a:pt x="747857" y="335064"/>
                </a:cubicBezTo>
                <a:cubicBezTo>
                  <a:pt x="747592" y="334583"/>
                  <a:pt x="747210" y="334218"/>
                  <a:pt x="746933" y="333754"/>
                </a:cubicBezTo>
                <a:close/>
                <a:moveTo>
                  <a:pt x="1123210" y="329859"/>
                </a:moveTo>
                <a:lnTo>
                  <a:pt x="1118118" y="335512"/>
                </a:lnTo>
                <a:cubicBezTo>
                  <a:pt x="1117955" y="337550"/>
                  <a:pt x="1119267" y="340324"/>
                  <a:pt x="1121875" y="345578"/>
                </a:cubicBezTo>
                <a:lnTo>
                  <a:pt x="1123209" y="329864"/>
                </a:lnTo>
                <a:lnTo>
                  <a:pt x="1123209" y="329865"/>
                </a:lnTo>
                <a:close/>
                <a:moveTo>
                  <a:pt x="1165038" y="311256"/>
                </a:moveTo>
                <a:lnTo>
                  <a:pt x="1165037" y="311257"/>
                </a:lnTo>
                <a:lnTo>
                  <a:pt x="1165038" y="311257"/>
                </a:lnTo>
                <a:lnTo>
                  <a:pt x="1164518" y="320871"/>
                </a:lnTo>
                <a:cubicBezTo>
                  <a:pt x="1165129" y="320898"/>
                  <a:pt x="1165745" y="320928"/>
                  <a:pt x="1166359" y="320953"/>
                </a:cubicBezTo>
                <a:cubicBezTo>
                  <a:pt x="1167546" y="317962"/>
                  <a:pt x="1168737" y="314968"/>
                  <a:pt x="1169924" y="311977"/>
                </a:cubicBezTo>
                <a:lnTo>
                  <a:pt x="1165038" y="311257"/>
                </a:lnTo>
                <a:close/>
                <a:moveTo>
                  <a:pt x="1177234" y="268862"/>
                </a:moveTo>
                <a:cubicBezTo>
                  <a:pt x="1176036" y="271351"/>
                  <a:pt x="1174350" y="273736"/>
                  <a:pt x="1173780" y="276366"/>
                </a:cubicBezTo>
                <a:lnTo>
                  <a:pt x="1173778" y="276367"/>
                </a:lnTo>
                <a:cubicBezTo>
                  <a:pt x="1173232" y="278884"/>
                  <a:pt x="1173840" y="281659"/>
                  <a:pt x="1173941" y="284322"/>
                </a:cubicBezTo>
                <a:cubicBezTo>
                  <a:pt x="1174946" y="284354"/>
                  <a:pt x="1175947" y="284388"/>
                  <a:pt x="1176952" y="284420"/>
                </a:cubicBezTo>
                <a:cubicBezTo>
                  <a:pt x="1178435" y="279914"/>
                  <a:pt x="1179915" y="275413"/>
                  <a:pt x="1181399" y="270910"/>
                </a:cubicBezTo>
                <a:cubicBezTo>
                  <a:pt x="1180007" y="270224"/>
                  <a:pt x="1178622" y="269542"/>
                  <a:pt x="1177234" y="268862"/>
                </a:cubicBezTo>
                <a:close/>
                <a:moveTo>
                  <a:pt x="39495" y="257043"/>
                </a:moveTo>
                <a:lnTo>
                  <a:pt x="39495" y="257044"/>
                </a:lnTo>
                <a:lnTo>
                  <a:pt x="39493" y="257044"/>
                </a:lnTo>
                <a:close/>
                <a:moveTo>
                  <a:pt x="51143" y="252726"/>
                </a:moveTo>
                <a:cubicBezTo>
                  <a:pt x="47466" y="254328"/>
                  <a:pt x="43780" y="255928"/>
                  <a:pt x="40101" y="257528"/>
                </a:cubicBezTo>
                <a:cubicBezTo>
                  <a:pt x="40120" y="257348"/>
                  <a:pt x="39995" y="257303"/>
                  <a:pt x="40022" y="257115"/>
                </a:cubicBezTo>
                <a:lnTo>
                  <a:pt x="40020" y="257116"/>
                </a:lnTo>
                <a:lnTo>
                  <a:pt x="40099" y="257527"/>
                </a:lnTo>
                <a:lnTo>
                  <a:pt x="39657" y="257719"/>
                </a:lnTo>
                <a:lnTo>
                  <a:pt x="39659" y="257722"/>
                </a:lnTo>
                <a:cubicBezTo>
                  <a:pt x="39807" y="257658"/>
                  <a:pt x="39951" y="257593"/>
                  <a:pt x="40100" y="257528"/>
                </a:cubicBezTo>
                <a:cubicBezTo>
                  <a:pt x="39415" y="263919"/>
                  <a:pt x="42181" y="267498"/>
                  <a:pt x="48437" y="264831"/>
                </a:cubicBezTo>
                <a:lnTo>
                  <a:pt x="48439" y="264834"/>
                </a:lnTo>
                <a:cubicBezTo>
                  <a:pt x="51258" y="263631"/>
                  <a:pt x="52484" y="258693"/>
                  <a:pt x="54435" y="255447"/>
                </a:cubicBezTo>
                <a:cubicBezTo>
                  <a:pt x="53337" y="254540"/>
                  <a:pt x="52240" y="253637"/>
                  <a:pt x="51143" y="252726"/>
                </a:cubicBezTo>
                <a:close/>
                <a:moveTo>
                  <a:pt x="33549" y="242383"/>
                </a:moveTo>
                <a:cubicBezTo>
                  <a:pt x="30530" y="240525"/>
                  <a:pt x="25895" y="241340"/>
                  <a:pt x="17902" y="243753"/>
                </a:cubicBezTo>
                <a:cubicBezTo>
                  <a:pt x="19625" y="249120"/>
                  <a:pt x="22312" y="252869"/>
                  <a:pt x="25924" y="255063"/>
                </a:cubicBezTo>
                <a:lnTo>
                  <a:pt x="39495" y="257045"/>
                </a:lnTo>
                <a:lnTo>
                  <a:pt x="39495" y="257044"/>
                </a:lnTo>
                <a:lnTo>
                  <a:pt x="39496" y="257044"/>
                </a:lnTo>
                <a:close/>
                <a:moveTo>
                  <a:pt x="70802" y="217667"/>
                </a:moveTo>
                <a:cubicBezTo>
                  <a:pt x="69816" y="217340"/>
                  <a:pt x="68113" y="219205"/>
                  <a:pt x="63596" y="222017"/>
                </a:cubicBezTo>
                <a:cubicBezTo>
                  <a:pt x="72420" y="223519"/>
                  <a:pt x="77717" y="224420"/>
                  <a:pt x="83016" y="225318"/>
                </a:cubicBezTo>
                <a:lnTo>
                  <a:pt x="83016" y="225317"/>
                </a:lnTo>
                <a:cubicBezTo>
                  <a:pt x="83240" y="224576"/>
                  <a:pt x="83467" y="223832"/>
                  <a:pt x="83688" y="223089"/>
                </a:cubicBezTo>
                <a:cubicBezTo>
                  <a:pt x="79414" y="221225"/>
                  <a:pt x="75209" y="219133"/>
                  <a:pt x="70802" y="217667"/>
                </a:cubicBezTo>
                <a:close/>
                <a:moveTo>
                  <a:pt x="1194708" y="216865"/>
                </a:moveTo>
                <a:cubicBezTo>
                  <a:pt x="1191957" y="225111"/>
                  <a:pt x="1189207" y="233357"/>
                  <a:pt x="1186452" y="241601"/>
                </a:cubicBezTo>
                <a:cubicBezTo>
                  <a:pt x="1188078" y="242176"/>
                  <a:pt x="1189705" y="242757"/>
                  <a:pt x="1191331" y="243335"/>
                </a:cubicBezTo>
                <a:cubicBezTo>
                  <a:pt x="1194303" y="235596"/>
                  <a:pt x="1197278" y="227854"/>
                  <a:pt x="1200250" y="220116"/>
                </a:cubicBezTo>
                <a:cubicBezTo>
                  <a:pt x="1198402" y="219032"/>
                  <a:pt x="1196555" y="217946"/>
                  <a:pt x="1194708" y="216865"/>
                </a:cubicBezTo>
                <a:close/>
                <a:moveTo>
                  <a:pt x="79489" y="145597"/>
                </a:moveTo>
                <a:cubicBezTo>
                  <a:pt x="69750" y="148152"/>
                  <a:pt x="66930" y="153409"/>
                  <a:pt x="71027" y="161369"/>
                </a:cubicBezTo>
                <a:cubicBezTo>
                  <a:pt x="73963" y="155897"/>
                  <a:pt x="76357" y="151431"/>
                  <a:pt x="79489" y="145597"/>
                </a:cubicBezTo>
                <a:close/>
                <a:moveTo>
                  <a:pt x="136278" y="124578"/>
                </a:moveTo>
                <a:cubicBezTo>
                  <a:pt x="133651" y="124942"/>
                  <a:pt x="131333" y="127506"/>
                  <a:pt x="128886" y="129118"/>
                </a:cubicBezTo>
                <a:cubicBezTo>
                  <a:pt x="129321" y="130040"/>
                  <a:pt x="129757" y="130959"/>
                  <a:pt x="130193" y="131875"/>
                </a:cubicBezTo>
                <a:lnTo>
                  <a:pt x="130193" y="131873"/>
                </a:lnTo>
                <a:cubicBezTo>
                  <a:pt x="134491" y="131444"/>
                  <a:pt x="138791" y="131019"/>
                  <a:pt x="148607" y="130036"/>
                </a:cubicBezTo>
                <a:cubicBezTo>
                  <a:pt x="141056" y="126526"/>
                  <a:pt x="138486" y="124268"/>
                  <a:pt x="136278" y="124578"/>
                </a:cubicBezTo>
                <a:close/>
                <a:moveTo>
                  <a:pt x="181428" y="113668"/>
                </a:moveTo>
                <a:lnTo>
                  <a:pt x="181430" y="113668"/>
                </a:lnTo>
                <a:lnTo>
                  <a:pt x="181429" y="113668"/>
                </a:lnTo>
                <a:close/>
                <a:moveTo>
                  <a:pt x="97432" y="113562"/>
                </a:moveTo>
                <a:lnTo>
                  <a:pt x="92723" y="113885"/>
                </a:lnTo>
                <a:lnTo>
                  <a:pt x="92721" y="113886"/>
                </a:lnTo>
                <a:close/>
                <a:moveTo>
                  <a:pt x="188856" y="110677"/>
                </a:moveTo>
                <a:cubicBezTo>
                  <a:pt x="186378" y="111673"/>
                  <a:pt x="183904" y="112671"/>
                  <a:pt x="181428" y="113666"/>
                </a:cubicBezTo>
                <a:lnTo>
                  <a:pt x="181425" y="113666"/>
                </a:lnTo>
                <a:lnTo>
                  <a:pt x="170525" y="118050"/>
                </a:lnTo>
                <a:cubicBezTo>
                  <a:pt x="171144" y="119831"/>
                  <a:pt x="171768" y="121615"/>
                  <a:pt x="172387" y="123395"/>
                </a:cubicBezTo>
                <a:cubicBezTo>
                  <a:pt x="178877" y="121522"/>
                  <a:pt x="185368" y="119654"/>
                  <a:pt x="191861" y="117780"/>
                </a:cubicBezTo>
                <a:lnTo>
                  <a:pt x="190381" y="114282"/>
                </a:lnTo>
                <a:lnTo>
                  <a:pt x="190379" y="114282"/>
                </a:lnTo>
                <a:lnTo>
                  <a:pt x="189518" y="112243"/>
                </a:lnTo>
                <a:lnTo>
                  <a:pt x="190379" y="114284"/>
                </a:lnTo>
                <a:cubicBezTo>
                  <a:pt x="187949" y="114289"/>
                  <a:pt x="185642" y="114314"/>
                  <a:pt x="183171" y="114129"/>
                </a:cubicBezTo>
                <a:lnTo>
                  <a:pt x="181430" y="113668"/>
                </a:lnTo>
                <a:lnTo>
                  <a:pt x="188857" y="110678"/>
                </a:lnTo>
                <a:close/>
                <a:moveTo>
                  <a:pt x="219987" y="101815"/>
                </a:moveTo>
                <a:lnTo>
                  <a:pt x="219987" y="101816"/>
                </a:lnTo>
                <a:lnTo>
                  <a:pt x="229191" y="114247"/>
                </a:lnTo>
                <a:lnTo>
                  <a:pt x="229192" y="114246"/>
                </a:lnTo>
                <a:cubicBezTo>
                  <a:pt x="225911" y="109819"/>
                  <a:pt x="223352" y="106365"/>
                  <a:pt x="219987" y="101815"/>
                </a:cubicBezTo>
                <a:close/>
                <a:moveTo>
                  <a:pt x="282012" y="87951"/>
                </a:moveTo>
                <a:cubicBezTo>
                  <a:pt x="290438" y="87910"/>
                  <a:pt x="298974" y="88674"/>
                  <a:pt x="307153" y="89689"/>
                </a:cubicBezTo>
                <a:cubicBezTo>
                  <a:pt x="324000" y="91774"/>
                  <a:pt x="340899" y="88184"/>
                  <a:pt x="357942" y="93955"/>
                </a:cubicBezTo>
                <a:cubicBezTo>
                  <a:pt x="371279" y="98474"/>
                  <a:pt x="386790" y="96584"/>
                  <a:pt x="395828" y="110768"/>
                </a:cubicBezTo>
                <a:cubicBezTo>
                  <a:pt x="414204" y="110513"/>
                  <a:pt x="427021" y="126954"/>
                  <a:pt x="444214" y="128258"/>
                </a:cubicBezTo>
                <a:cubicBezTo>
                  <a:pt x="468228" y="130075"/>
                  <a:pt x="488763" y="141340"/>
                  <a:pt x="509444" y="150951"/>
                </a:cubicBezTo>
                <a:cubicBezTo>
                  <a:pt x="554620" y="171944"/>
                  <a:pt x="597297" y="197882"/>
                  <a:pt x="637116" y="228050"/>
                </a:cubicBezTo>
                <a:cubicBezTo>
                  <a:pt x="653322" y="240334"/>
                  <a:pt x="667686" y="255078"/>
                  <a:pt x="682879" y="268696"/>
                </a:cubicBezTo>
                <a:cubicBezTo>
                  <a:pt x="682219" y="280557"/>
                  <a:pt x="687387" y="287065"/>
                  <a:pt x="702135" y="292957"/>
                </a:cubicBezTo>
                <a:cubicBezTo>
                  <a:pt x="702220" y="295117"/>
                  <a:pt x="701442" y="298485"/>
                  <a:pt x="702518" y="299271"/>
                </a:cubicBezTo>
                <a:cubicBezTo>
                  <a:pt x="717692" y="310332"/>
                  <a:pt x="732344" y="322000"/>
                  <a:pt x="746930" y="333752"/>
                </a:cubicBezTo>
                <a:cubicBezTo>
                  <a:pt x="747208" y="334215"/>
                  <a:pt x="747590" y="334582"/>
                  <a:pt x="747854" y="335061"/>
                </a:cubicBezTo>
                <a:cubicBezTo>
                  <a:pt x="754344" y="348018"/>
                  <a:pt x="756573" y="362833"/>
                  <a:pt x="760706" y="377884"/>
                </a:cubicBezTo>
                <a:cubicBezTo>
                  <a:pt x="764644" y="391296"/>
                  <a:pt x="775298" y="405443"/>
                  <a:pt x="778710" y="418410"/>
                </a:cubicBezTo>
                <a:cubicBezTo>
                  <a:pt x="782046" y="431036"/>
                  <a:pt x="777986" y="444598"/>
                  <a:pt x="789373" y="451675"/>
                </a:cubicBezTo>
                <a:cubicBezTo>
                  <a:pt x="784825" y="470018"/>
                  <a:pt x="795135" y="484176"/>
                  <a:pt x="800844" y="499864"/>
                </a:cubicBezTo>
                <a:cubicBezTo>
                  <a:pt x="806786" y="516875"/>
                  <a:pt x="807995" y="534781"/>
                  <a:pt x="809515" y="551854"/>
                </a:cubicBezTo>
                <a:cubicBezTo>
                  <a:pt x="809568" y="552685"/>
                  <a:pt x="809584" y="553420"/>
                  <a:pt x="809632" y="554245"/>
                </a:cubicBezTo>
                <a:cubicBezTo>
                  <a:pt x="779593" y="557242"/>
                  <a:pt x="750347" y="560147"/>
                  <a:pt x="721181" y="563023"/>
                </a:cubicBezTo>
                <a:lnTo>
                  <a:pt x="721180" y="563020"/>
                </a:lnTo>
                <a:lnTo>
                  <a:pt x="692465" y="565868"/>
                </a:lnTo>
                <a:lnTo>
                  <a:pt x="691451" y="562599"/>
                </a:lnTo>
                <a:lnTo>
                  <a:pt x="691450" y="562601"/>
                </a:lnTo>
                <a:cubicBezTo>
                  <a:pt x="691517" y="562805"/>
                  <a:pt x="691949" y="564182"/>
                  <a:pt x="692465" y="565873"/>
                </a:cubicBezTo>
                <a:cubicBezTo>
                  <a:pt x="692310" y="565886"/>
                  <a:pt x="692146" y="565906"/>
                  <a:pt x="691991" y="565920"/>
                </a:cubicBezTo>
                <a:lnTo>
                  <a:pt x="691992" y="565923"/>
                </a:lnTo>
                <a:cubicBezTo>
                  <a:pt x="688251" y="566285"/>
                  <a:pt x="684373" y="566181"/>
                  <a:pt x="680641" y="565663"/>
                </a:cubicBezTo>
                <a:cubicBezTo>
                  <a:pt x="663584" y="563296"/>
                  <a:pt x="646564" y="560699"/>
                  <a:pt x="629499" y="558383"/>
                </a:cubicBezTo>
                <a:lnTo>
                  <a:pt x="629497" y="558378"/>
                </a:lnTo>
                <a:lnTo>
                  <a:pt x="548657" y="546870"/>
                </a:lnTo>
                <a:cubicBezTo>
                  <a:pt x="548225" y="546799"/>
                  <a:pt x="547798" y="546656"/>
                  <a:pt x="547362" y="546582"/>
                </a:cubicBezTo>
                <a:cubicBezTo>
                  <a:pt x="540511" y="536452"/>
                  <a:pt x="531718" y="527264"/>
                  <a:pt x="535844" y="515890"/>
                </a:cubicBezTo>
                <a:cubicBezTo>
                  <a:pt x="528763" y="511115"/>
                  <a:pt x="529492" y="506305"/>
                  <a:pt x="532650" y="500458"/>
                </a:cubicBezTo>
                <a:cubicBezTo>
                  <a:pt x="520115" y="492564"/>
                  <a:pt x="519531" y="480854"/>
                  <a:pt x="513710" y="472858"/>
                </a:cubicBezTo>
                <a:cubicBezTo>
                  <a:pt x="510640" y="468133"/>
                  <a:pt x="506066" y="464655"/>
                  <a:pt x="503688" y="459901"/>
                </a:cubicBezTo>
                <a:cubicBezTo>
                  <a:pt x="501514" y="455251"/>
                  <a:pt x="504490" y="452728"/>
                  <a:pt x="500399" y="450713"/>
                </a:cubicBezTo>
                <a:cubicBezTo>
                  <a:pt x="495280" y="448424"/>
                  <a:pt x="491651" y="433909"/>
                  <a:pt x="489480" y="431260"/>
                </a:cubicBezTo>
                <a:lnTo>
                  <a:pt x="484827" y="428757"/>
                </a:lnTo>
                <a:lnTo>
                  <a:pt x="484825" y="428759"/>
                </a:lnTo>
                <a:cubicBezTo>
                  <a:pt x="485568" y="429246"/>
                  <a:pt x="488159" y="429843"/>
                  <a:pt x="489479" y="431262"/>
                </a:cubicBezTo>
                <a:cubicBezTo>
                  <a:pt x="491650" y="433912"/>
                  <a:pt x="495279" y="448428"/>
                  <a:pt x="500398" y="450715"/>
                </a:cubicBezTo>
                <a:cubicBezTo>
                  <a:pt x="504491" y="452731"/>
                  <a:pt x="501513" y="455255"/>
                  <a:pt x="503687" y="459904"/>
                </a:cubicBezTo>
                <a:cubicBezTo>
                  <a:pt x="506065" y="464659"/>
                  <a:pt x="510639" y="468137"/>
                  <a:pt x="513709" y="472862"/>
                </a:cubicBezTo>
                <a:cubicBezTo>
                  <a:pt x="519531" y="480856"/>
                  <a:pt x="520115" y="492567"/>
                  <a:pt x="532649" y="500461"/>
                </a:cubicBezTo>
                <a:cubicBezTo>
                  <a:pt x="529490" y="506307"/>
                  <a:pt x="528762" y="511118"/>
                  <a:pt x="535843" y="515892"/>
                </a:cubicBezTo>
                <a:lnTo>
                  <a:pt x="535843" y="515899"/>
                </a:lnTo>
                <a:cubicBezTo>
                  <a:pt x="531717" y="527273"/>
                  <a:pt x="540511" y="536461"/>
                  <a:pt x="547362" y="546592"/>
                </a:cubicBezTo>
                <a:cubicBezTo>
                  <a:pt x="525905" y="542952"/>
                  <a:pt x="504715" y="537278"/>
                  <a:pt x="483390" y="533362"/>
                </a:cubicBezTo>
                <a:lnTo>
                  <a:pt x="483384" y="533354"/>
                </a:lnTo>
                <a:lnTo>
                  <a:pt x="462972" y="529730"/>
                </a:lnTo>
                <a:cubicBezTo>
                  <a:pt x="433723" y="527552"/>
                  <a:pt x="407467" y="515289"/>
                  <a:pt x="379604" y="510927"/>
                </a:cubicBezTo>
                <a:cubicBezTo>
                  <a:pt x="336025" y="504110"/>
                  <a:pt x="295819" y="486481"/>
                  <a:pt x="253338" y="476482"/>
                </a:cubicBezTo>
                <a:cubicBezTo>
                  <a:pt x="234365" y="472019"/>
                  <a:pt x="215509" y="462894"/>
                  <a:pt x="199264" y="451900"/>
                </a:cubicBezTo>
                <a:cubicBezTo>
                  <a:pt x="183780" y="441419"/>
                  <a:pt x="164993" y="439365"/>
                  <a:pt x="150460" y="428299"/>
                </a:cubicBezTo>
                <a:cubicBezTo>
                  <a:pt x="133319" y="415246"/>
                  <a:pt x="114236" y="404954"/>
                  <a:pt x="100720" y="386855"/>
                </a:cubicBezTo>
                <a:cubicBezTo>
                  <a:pt x="87891" y="369678"/>
                  <a:pt x="71055" y="355526"/>
                  <a:pt x="58214" y="338356"/>
                </a:cubicBezTo>
                <a:cubicBezTo>
                  <a:pt x="49209" y="326315"/>
                  <a:pt x="32632" y="316499"/>
                  <a:pt x="41950" y="295317"/>
                </a:cubicBezTo>
                <a:cubicBezTo>
                  <a:pt x="44189" y="290218"/>
                  <a:pt x="35215" y="274419"/>
                  <a:pt x="28506" y="272106"/>
                </a:cubicBezTo>
                <a:cubicBezTo>
                  <a:pt x="11442" y="266230"/>
                  <a:pt x="6017" y="253546"/>
                  <a:pt x="0" y="238259"/>
                </a:cubicBezTo>
                <a:cubicBezTo>
                  <a:pt x="13780" y="229779"/>
                  <a:pt x="11228" y="217404"/>
                  <a:pt x="6891" y="206234"/>
                </a:cubicBezTo>
                <a:cubicBezTo>
                  <a:pt x="16013" y="199861"/>
                  <a:pt x="24074" y="194225"/>
                  <a:pt x="32140" y="188596"/>
                </a:cubicBezTo>
                <a:cubicBezTo>
                  <a:pt x="31343" y="186896"/>
                  <a:pt x="30552" y="185197"/>
                  <a:pt x="29756" y="183498"/>
                </a:cubicBezTo>
                <a:cubicBezTo>
                  <a:pt x="24233" y="185221"/>
                  <a:pt x="18711" y="186944"/>
                  <a:pt x="11274" y="189264"/>
                </a:cubicBezTo>
                <a:cubicBezTo>
                  <a:pt x="24827" y="156406"/>
                  <a:pt x="43577" y="130460"/>
                  <a:pt x="76578" y="117950"/>
                </a:cubicBezTo>
                <a:lnTo>
                  <a:pt x="86983" y="113881"/>
                </a:lnTo>
                <a:lnTo>
                  <a:pt x="86982" y="113880"/>
                </a:lnTo>
                <a:cubicBezTo>
                  <a:pt x="106996" y="105916"/>
                  <a:pt x="127046" y="97410"/>
                  <a:pt x="147869" y="94185"/>
                </a:cubicBezTo>
                <a:cubicBezTo>
                  <a:pt x="164561" y="91600"/>
                  <a:pt x="181966" y="88024"/>
                  <a:pt x="200749" y="91295"/>
                </a:cubicBezTo>
                <a:cubicBezTo>
                  <a:pt x="218405" y="94369"/>
                  <a:pt x="238020" y="96605"/>
                  <a:pt x="257529" y="91043"/>
                </a:cubicBezTo>
                <a:cubicBezTo>
                  <a:pt x="265270" y="88838"/>
                  <a:pt x="273586" y="87992"/>
                  <a:pt x="282012" y="87951"/>
                </a:cubicBezTo>
                <a:close/>
                <a:moveTo>
                  <a:pt x="1209329" y="67850"/>
                </a:moveTo>
                <a:cubicBezTo>
                  <a:pt x="1207977" y="72299"/>
                  <a:pt x="1207346" y="76054"/>
                  <a:pt x="1205766" y="79346"/>
                </a:cubicBezTo>
                <a:cubicBezTo>
                  <a:pt x="1188369" y="115641"/>
                  <a:pt x="1169660" y="151351"/>
                  <a:pt x="1153705" y="188277"/>
                </a:cubicBezTo>
                <a:cubicBezTo>
                  <a:pt x="1141510" y="216499"/>
                  <a:pt x="1130611" y="245435"/>
                  <a:pt x="1126644" y="276636"/>
                </a:cubicBezTo>
                <a:cubicBezTo>
                  <a:pt x="1125948" y="282101"/>
                  <a:pt x="1125803" y="288129"/>
                  <a:pt x="1124437" y="293762"/>
                </a:cubicBezTo>
                <a:lnTo>
                  <a:pt x="1114910" y="308524"/>
                </a:lnTo>
                <a:lnTo>
                  <a:pt x="1123514" y="328173"/>
                </a:lnTo>
                <a:lnTo>
                  <a:pt x="1123513" y="328174"/>
                </a:lnTo>
                <a:lnTo>
                  <a:pt x="1123515" y="328176"/>
                </a:lnTo>
                <a:lnTo>
                  <a:pt x="1123307" y="328729"/>
                </a:lnTo>
                <a:lnTo>
                  <a:pt x="1123307" y="328734"/>
                </a:lnTo>
                <a:lnTo>
                  <a:pt x="1123513" y="328182"/>
                </a:lnTo>
                <a:lnTo>
                  <a:pt x="1123992" y="329273"/>
                </a:lnTo>
                <a:lnTo>
                  <a:pt x="1123994" y="329271"/>
                </a:lnTo>
                <a:lnTo>
                  <a:pt x="1123515" y="328176"/>
                </a:lnTo>
                <a:lnTo>
                  <a:pt x="1123514" y="328174"/>
                </a:lnTo>
                <a:lnTo>
                  <a:pt x="1123514" y="328173"/>
                </a:lnTo>
                <a:lnTo>
                  <a:pt x="1126368" y="320557"/>
                </a:lnTo>
                <a:cubicBezTo>
                  <a:pt x="1132774" y="292944"/>
                  <a:pt x="1135992" y="265016"/>
                  <a:pt x="1145777" y="237652"/>
                </a:cubicBezTo>
                <a:cubicBezTo>
                  <a:pt x="1160651" y="196052"/>
                  <a:pt x="1177020" y="155588"/>
                  <a:pt x="1198158" y="116936"/>
                </a:cubicBezTo>
                <a:cubicBezTo>
                  <a:pt x="1202389" y="109196"/>
                  <a:pt x="1204106" y="100072"/>
                  <a:pt x="1208193" y="92229"/>
                </a:cubicBezTo>
                <a:cubicBezTo>
                  <a:pt x="1212332" y="84304"/>
                  <a:pt x="1215933" y="77055"/>
                  <a:pt x="1209329" y="67850"/>
                </a:cubicBezTo>
                <a:close/>
                <a:moveTo>
                  <a:pt x="1237058" y="0"/>
                </a:moveTo>
                <a:cubicBezTo>
                  <a:pt x="1229843" y="22548"/>
                  <a:pt x="1256095" y="25990"/>
                  <a:pt x="1254265" y="48022"/>
                </a:cubicBezTo>
                <a:cubicBezTo>
                  <a:pt x="1263871" y="40826"/>
                  <a:pt x="1269230" y="36805"/>
                  <a:pt x="1277229" y="30813"/>
                </a:cubicBezTo>
                <a:cubicBezTo>
                  <a:pt x="1280669" y="41748"/>
                  <a:pt x="1283423" y="50489"/>
                  <a:pt x="1286888" y="61502"/>
                </a:cubicBezTo>
                <a:cubicBezTo>
                  <a:pt x="1292893" y="56942"/>
                  <a:pt x="1297116" y="53738"/>
                  <a:pt x="1302129" y="49935"/>
                </a:cubicBezTo>
                <a:cubicBezTo>
                  <a:pt x="1303671" y="52644"/>
                  <a:pt x="1306198" y="55078"/>
                  <a:pt x="1306386" y="57661"/>
                </a:cubicBezTo>
                <a:cubicBezTo>
                  <a:pt x="1310323" y="114513"/>
                  <a:pt x="1321959" y="170704"/>
                  <a:pt x="1319115" y="228225"/>
                </a:cubicBezTo>
                <a:cubicBezTo>
                  <a:pt x="1317850" y="253678"/>
                  <a:pt x="1323354" y="279421"/>
                  <a:pt x="1324322" y="305082"/>
                </a:cubicBezTo>
                <a:cubicBezTo>
                  <a:pt x="1326382" y="359566"/>
                  <a:pt x="1327605" y="414082"/>
                  <a:pt x="1328951" y="468585"/>
                </a:cubicBezTo>
                <a:cubicBezTo>
                  <a:pt x="1330634" y="536716"/>
                  <a:pt x="1331373" y="604877"/>
                  <a:pt x="1333910" y="672973"/>
                </a:cubicBezTo>
                <a:cubicBezTo>
                  <a:pt x="1335577" y="717641"/>
                  <a:pt x="1339750" y="762226"/>
                  <a:pt x="1342705" y="806848"/>
                </a:cubicBezTo>
                <a:cubicBezTo>
                  <a:pt x="1343958" y="825818"/>
                  <a:pt x="1345894" y="844809"/>
                  <a:pt x="1345866" y="863781"/>
                </a:cubicBezTo>
                <a:cubicBezTo>
                  <a:pt x="1345831" y="890943"/>
                  <a:pt x="1339340" y="915932"/>
                  <a:pt x="1314555" y="932775"/>
                </a:cubicBezTo>
                <a:cubicBezTo>
                  <a:pt x="1321664" y="968194"/>
                  <a:pt x="1330111" y="1001305"/>
                  <a:pt x="1353904" y="1029826"/>
                </a:cubicBezTo>
                <a:cubicBezTo>
                  <a:pt x="1367105" y="1045647"/>
                  <a:pt x="1374496" y="1066388"/>
                  <a:pt x="1384290" y="1085011"/>
                </a:cubicBezTo>
                <a:cubicBezTo>
                  <a:pt x="1385267" y="1086871"/>
                  <a:pt x="1385719" y="1090029"/>
                  <a:pt x="1384813" y="1091709"/>
                </a:cubicBezTo>
                <a:cubicBezTo>
                  <a:pt x="1376310" y="1107414"/>
                  <a:pt x="1387175" y="1119224"/>
                  <a:pt x="1392468" y="1132269"/>
                </a:cubicBezTo>
                <a:cubicBezTo>
                  <a:pt x="1409656" y="1174613"/>
                  <a:pt x="1427970" y="1216559"/>
                  <a:pt x="1443300" y="1259570"/>
                </a:cubicBezTo>
                <a:cubicBezTo>
                  <a:pt x="1459558" y="1305180"/>
                  <a:pt x="1472905" y="1351831"/>
                  <a:pt x="1489251" y="1403484"/>
                </a:cubicBezTo>
                <a:cubicBezTo>
                  <a:pt x="1491292" y="1394775"/>
                  <a:pt x="1492422" y="1391190"/>
                  <a:pt x="1492945" y="1387531"/>
                </a:cubicBezTo>
                <a:cubicBezTo>
                  <a:pt x="1495698" y="1367979"/>
                  <a:pt x="1498151" y="1348388"/>
                  <a:pt x="1500989" y="1328852"/>
                </a:cubicBezTo>
                <a:cubicBezTo>
                  <a:pt x="1503575" y="1311066"/>
                  <a:pt x="1499518" y="1295454"/>
                  <a:pt x="1489938" y="1279932"/>
                </a:cubicBezTo>
                <a:cubicBezTo>
                  <a:pt x="1479819" y="1263520"/>
                  <a:pt x="1478986" y="1244778"/>
                  <a:pt x="1481452" y="1225409"/>
                </a:cubicBezTo>
                <a:cubicBezTo>
                  <a:pt x="1484298" y="1203061"/>
                  <a:pt x="1485699" y="1180402"/>
                  <a:pt x="1485891" y="1157853"/>
                </a:cubicBezTo>
                <a:cubicBezTo>
                  <a:pt x="1486070" y="1136887"/>
                  <a:pt x="1491296" y="1117788"/>
                  <a:pt x="1497430" y="1097897"/>
                </a:cubicBezTo>
                <a:cubicBezTo>
                  <a:pt x="1503605" y="1077871"/>
                  <a:pt x="1510406" y="1058228"/>
                  <a:pt x="1518257" y="1038903"/>
                </a:cubicBezTo>
                <a:cubicBezTo>
                  <a:pt x="1525275" y="1021623"/>
                  <a:pt x="1531577" y="1003901"/>
                  <a:pt x="1540342" y="987541"/>
                </a:cubicBezTo>
                <a:cubicBezTo>
                  <a:pt x="1554552" y="961006"/>
                  <a:pt x="1570138" y="935199"/>
                  <a:pt x="1585895" y="909548"/>
                </a:cubicBezTo>
                <a:cubicBezTo>
                  <a:pt x="1592929" y="898091"/>
                  <a:pt x="1600419" y="886293"/>
                  <a:pt x="1610096" y="877215"/>
                </a:cubicBezTo>
                <a:cubicBezTo>
                  <a:pt x="1630704" y="857867"/>
                  <a:pt x="1645628" y="832683"/>
                  <a:pt x="1670581" y="817762"/>
                </a:cubicBezTo>
                <a:cubicBezTo>
                  <a:pt x="1674053" y="815687"/>
                  <a:pt x="1675950" y="811033"/>
                  <a:pt x="1678734" y="807717"/>
                </a:cubicBezTo>
                <a:cubicBezTo>
                  <a:pt x="1693518" y="790147"/>
                  <a:pt x="1710054" y="774691"/>
                  <a:pt x="1727490" y="759569"/>
                </a:cubicBezTo>
                <a:cubicBezTo>
                  <a:pt x="1747405" y="742300"/>
                  <a:pt x="1770964" y="732162"/>
                  <a:pt x="1792675" y="717782"/>
                </a:cubicBezTo>
                <a:cubicBezTo>
                  <a:pt x="1806385" y="726016"/>
                  <a:pt x="1817065" y="716580"/>
                  <a:pt x="1828286" y="709529"/>
                </a:cubicBezTo>
                <a:cubicBezTo>
                  <a:pt x="1833217" y="706435"/>
                  <a:pt x="1838116" y="703106"/>
                  <a:pt x="1843451" y="700976"/>
                </a:cubicBezTo>
                <a:cubicBezTo>
                  <a:pt x="1844336" y="700622"/>
                  <a:pt x="1847461" y="705844"/>
                  <a:pt x="1851449" y="710917"/>
                </a:cubicBezTo>
                <a:cubicBezTo>
                  <a:pt x="1867247" y="714486"/>
                  <a:pt x="1877235" y="703115"/>
                  <a:pt x="1883486" y="687025"/>
                </a:cubicBezTo>
                <a:cubicBezTo>
                  <a:pt x="1895409" y="686596"/>
                  <a:pt x="1906438" y="685396"/>
                  <a:pt x="1917390" y="685968"/>
                </a:cubicBezTo>
                <a:cubicBezTo>
                  <a:pt x="1939689" y="687137"/>
                  <a:pt x="1958235" y="699113"/>
                  <a:pt x="1976705" y="709942"/>
                </a:cubicBezTo>
                <a:cubicBezTo>
                  <a:pt x="1995908" y="721189"/>
                  <a:pt x="2013644" y="734842"/>
                  <a:pt x="2029290" y="750965"/>
                </a:cubicBezTo>
                <a:cubicBezTo>
                  <a:pt x="2030882" y="752591"/>
                  <a:pt x="2032479" y="754329"/>
                  <a:pt x="2034405" y="755467"/>
                </a:cubicBezTo>
                <a:cubicBezTo>
                  <a:pt x="2043778" y="761075"/>
                  <a:pt x="2057967" y="762418"/>
                  <a:pt x="2058049" y="776872"/>
                </a:cubicBezTo>
                <a:cubicBezTo>
                  <a:pt x="2058113" y="787666"/>
                  <a:pt x="2054790" y="798460"/>
                  <a:pt x="2052787" y="810377"/>
                </a:cubicBezTo>
                <a:cubicBezTo>
                  <a:pt x="2053947" y="811047"/>
                  <a:pt x="2057025" y="812835"/>
                  <a:pt x="2061005" y="815146"/>
                </a:cubicBezTo>
                <a:cubicBezTo>
                  <a:pt x="2059570" y="818564"/>
                  <a:pt x="2058225" y="821987"/>
                  <a:pt x="2056721" y="825335"/>
                </a:cubicBezTo>
                <a:cubicBezTo>
                  <a:pt x="2052401" y="834909"/>
                  <a:pt x="2055704" y="843825"/>
                  <a:pt x="2065571" y="847241"/>
                </a:cubicBezTo>
                <a:cubicBezTo>
                  <a:pt x="2076253" y="850964"/>
                  <a:pt x="2090431" y="852732"/>
                  <a:pt x="2092352" y="865138"/>
                </a:cubicBezTo>
                <a:cubicBezTo>
                  <a:pt x="2094555" y="879552"/>
                  <a:pt x="2094482" y="895945"/>
                  <a:pt x="2089700" y="909412"/>
                </a:cubicBezTo>
                <a:cubicBezTo>
                  <a:pt x="2081970" y="931253"/>
                  <a:pt x="2068628" y="950269"/>
                  <a:pt x="2053954" y="969045"/>
                </a:cubicBezTo>
                <a:cubicBezTo>
                  <a:pt x="2029140" y="1000830"/>
                  <a:pt x="2008753" y="1036203"/>
                  <a:pt x="1987589" y="1070748"/>
                </a:cubicBezTo>
                <a:cubicBezTo>
                  <a:pt x="1948012" y="1135330"/>
                  <a:pt x="1909187" y="1200389"/>
                  <a:pt x="1870115" y="1265288"/>
                </a:cubicBezTo>
                <a:cubicBezTo>
                  <a:pt x="1852423" y="1294655"/>
                  <a:pt x="1844303" y="1327911"/>
                  <a:pt x="1832620" y="1359718"/>
                </a:cubicBezTo>
                <a:cubicBezTo>
                  <a:pt x="1820523" y="1392681"/>
                  <a:pt x="1816079" y="1427908"/>
                  <a:pt x="1801021" y="1460216"/>
                </a:cubicBezTo>
                <a:cubicBezTo>
                  <a:pt x="1793645" y="1476064"/>
                  <a:pt x="1793474" y="1495406"/>
                  <a:pt x="1790492" y="1513228"/>
                </a:cubicBezTo>
                <a:cubicBezTo>
                  <a:pt x="1788144" y="1527284"/>
                  <a:pt x="1786482" y="1541475"/>
                  <a:pt x="1784612" y="1554982"/>
                </a:cubicBezTo>
                <a:lnTo>
                  <a:pt x="1784608" y="1554968"/>
                </a:lnTo>
                <a:cubicBezTo>
                  <a:pt x="1759863" y="1561389"/>
                  <a:pt x="1755956" y="1557751"/>
                  <a:pt x="1756649" y="1527765"/>
                </a:cubicBezTo>
                <a:cubicBezTo>
                  <a:pt x="1742881" y="1543643"/>
                  <a:pt x="1726655" y="1548360"/>
                  <a:pt x="1708792" y="1544807"/>
                </a:cubicBezTo>
                <a:cubicBezTo>
                  <a:pt x="1700876" y="1552443"/>
                  <a:pt x="1693583" y="1559503"/>
                  <a:pt x="1686268" y="1566569"/>
                </a:cubicBezTo>
                <a:cubicBezTo>
                  <a:pt x="1686339" y="1566455"/>
                  <a:pt x="1686419" y="1566338"/>
                  <a:pt x="1686494" y="1566239"/>
                </a:cubicBezTo>
                <a:lnTo>
                  <a:pt x="1686488" y="1566245"/>
                </a:lnTo>
                <a:lnTo>
                  <a:pt x="1686266" y="1566570"/>
                </a:lnTo>
                <a:lnTo>
                  <a:pt x="1685760" y="1567063"/>
                </a:lnTo>
                <a:lnTo>
                  <a:pt x="1685759" y="1567065"/>
                </a:lnTo>
                <a:cubicBezTo>
                  <a:pt x="1685925" y="1566906"/>
                  <a:pt x="1686102" y="1566728"/>
                  <a:pt x="1686268" y="1566569"/>
                </a:cubicBezTo>
                <a:cubicBezTo>
                  <a:pt x="1676014" y="1582110"/>
                  <a:pt x="1665762" y="1597666"/>
                  <a:pt x="1654255" y="1615091"/>
                </a:cubicBezTo>
                <a:cubicBezTo>
                  <a:pt x="1656059" y="1619987"/>
                  <a:pt x="1659447" y="1626816"/>
                  <a:pt x="1661010" y="1634016"/>
                </a:cubicBezTo>
                <a:cubicBezTo>
                  <a:pt x="1663252" y="1644300"/>
                  <a:pt x="1666543" y="1655249"/>
                  <a:pt x="1665010" y="1665219"/>
                </a:cubicBezTo>
                <a:cubicBezTo>
                  <a:pt x="1664355" y="1669446"/>
                  <a:pt x="1664413" y="1673396"/>
                  <a:pt x="1664411" y="1677380"/>
                </a:cubicBezTo>
                <a:cubicBezTo>
                  <a:pt x="1643614" y="1666127"/>
                  <a:pt x="1623905" y="1654156"/>
                  <a:pt x="1603130" y="1641934"/>
                </a:cubicBezTo>
                <a:cubicBezTo>
                  <a:pt x="1581838" y="1629294"/>
                  <a:pt x="1561226" y="1616087"/>
                  <a:pt x="1541665" y="1602279"/>
                </a:cubicBezTo>
                <a:cubicBezTo>
                  <a:pt x="1529435" y="1593336"/>
                  <a:pt x="1513859" y="1583893"/>
                  <a:pt x="1498640" y="1575101"/>
                </a:cubicBezTo>
                <a:cubicBezTo>
                  <a:pt x="1483590" y="1566237"/>
                  <a:pt x="1469275" y="1557885"/>
                  <a:pt x="1458976" y="1551255"/>
                </a:cubicBezTo>
                <a:cubicBezTo>
                  <a:pt x="1458449" y="1550919"/>
                  <a:pt x="1458180" y="1546843"/>
                  <a:pt x="1455146" y="1545340"/>
                </a:cubicBezTo>
                <a:cubicBezTo>
                  <a:pt x="1452191" y="1543863"/>
                  <a:pt x="1450013" y="1544079"/>
                  <a:pt x="1448389" y="1544600"/>
                </a:cubicBezTo>
                <a:lnTo>
                  <a:pt x="1445016" y="1545676"/>
                </a:lnTo>
                <a:lnTo>
                  <a:pt x="1444953" y="1545696"/>
                </a:lnTo>
                <a:lnTo>
                  <a:pt x="1440357" y="1541266"/>
                </a:lnTo>
                <a:cubicBezTo>
                  <a:pt x="1438892" y="1539293"/>
                  <a:pt x="1437424" y="1537236"/>
                  <a:pt x="1435745" y="1536334"/>
                </a:cubicBezTo>
                <a:cubicBezTo>
                  <a:pt x="1431342" y="1534001"/>
                  <a:pt x="1426326" y="1533357"/>
                  <a:pt x="1423345" y="1532062"/>
                </a:cubicBezTo>
                <a:cubicBezTo>
                  <a:pt x="1420832" y="1530899"/>
                  <a:pt x="1422371" y="1527840"/>
                  <a:pt x="1419166" y="1526319"/>
                </a:cubicBezTo>
                <a:cubicBezTo>
                  <a:pt x="1415838" y="1524745"/>
                  <a:pt x="1412634" y="1525252"/>
                  <a:pt x="1408248" y="1523408"/>
                </a:cubicBezTo>
                <a:cubicBezTo>
                  <a:pt x="1398063" y="1519119"/>
                  <a:pt x="1385792" y="1517478"/>
                  <a:pt x="1375167" y="1511225"/>
                </a:cubicBezTo>
                <a:cubicBezTo>
                  <a:pt x="1367246" y="1506571"/>
                  <a:pt x="1361257" y="1500773"/>
                  <a:pt x="1355312" y="1493247"/>
                </a:cubicBezTo>
                <a:cubicBezTo>
                  <a:pt x="1347502" y="1491997"/>
                  <a:pt x="1339306" y="1494662"/>
                  <a:pt x="1335011" y="1485108"/>
                </a:cubicBezTo>
                <a:lnTo>
                  <a:pt x="1335011" y="1485108"/>
                </a:lnTo>
                <a:lnTo>
                  <a:pt x="1335010" y="1485108"/>
                </a:lnTo>
                <a:lnTo>
                  <a:pt x="1328709" y="1484510"/>
                </a:lnTo>
                <a:lnTo>
                  <a:pt x="1323490" y="1484014"/>
                </a:lnTo>
                <a:cubicBezTo>
                  <a:pt x="1319781" y="1483086"/>
                  <a:pt x="1316442" y="1481258"/>
                  <a:pt x="1314188" y="1477515"/>
                </a:cubicBezTo>
                <a:cubicBezTo>
                  <a:pt x="1300514" y="1467254"/>
                  <a:pt x="1280743" y="1464294"/>
                  <a:pt x="1265008" y="1456841"/>
                </a:cubicBezTo>
                <a:cubicBezTo>
                  <a:pt x="1242198" y="1446126"/>
                  <a:pt x="1219425" y="1432783"/>
                  <a:pt x="1195089" y="1424505"/>
                </a:cubicBezTo>
                <a:cubicBezTo>
                  <a:pt x="1173579" y="1416928"/>
                  <a:pt x="1148771" y="1409466"/>
                  <a:pt x="1129864" y="1402208"/>
                </a:cubicBezTo>
                <a:cubicBezTo>
                  <a:pt x="1130942" y="1402533"/>
                  <a:pt x="1132087" y="1403210"/>
                  <a:pt x="1132995" y="1402959"/>
                </a:cubicBezTo>
                <a:cubicBezTo>
                  <a:pt x="1155858" y="1396612"/>
                  <a:pt x="1175387" y="1409167"/>
                  <a:pt x="1196330" y="1413878"/>
                </a:cubicBezTo>
                <a:cubicBezTo>
                  <a:pt x="1205456" y="1415946"/>
                  <a:pt x="1215154" y="1415407"/>
                  <a:pt x="1224589" y="1416050"/>
                </a:cubicBezTo>
                <a:cubicBezTo>
                  <a:pt x="1225313" y="1414386"/>
                  <a:pt x="1226037" y="1412722"/>
                  <a:pt x="1226755" y="1411057"/>
                </a:cubicBezTo>
                <a:cubicBezTo>
                  <a:pt x="1221308" y="1408871"/>
                  <a:pt x="1215852" y="1406672"/>
                  <a:pt x="1212317" y="1405240"/>
                </a:cubicBezTo>
                <a:cubicBezTo>
                  <a:pt x="1213123" y="1399958"/>
                  <a:pt x="1212865" y="1397757"/>
                  <a:pt x="1213615" y="1397317"/>
                </a:cubicBezTo>
                <a:cubicBezTo>
                  <a:pt x="1219796" y="1393763"/>
                  <a:pt x="1226209" y="1387624"/>
                  <a:pt x="1232478" y="1387754"/>
                </a:cubicBezTo>
                <a:cubicBezTo>
                  <a:pt x="1255048" y="1388175"/>
                  <a:pt x="1277916" y="1388908"/>
                  <a:pt x="1300087" y="1392888"/>
                </a:cubicBezTo>
                <a:cubicBezTo>
                  <a:pt x="1352977" y="1402384"/>
                  <a:pt x="1403499" y="1419942"/>
                  <a:pt x="1452237" y="1444291"/>
                </a:cubicBezTo>
                <a:cubicBezTo>
                  <a:pt x="1462969" y="1438648"/>
                  <a:pt x="1466467" y="1432320"/>
                  <a:pt x="1462285" y="1418807"/>
                </a:cubicBezTo>
                <a:cubicBezTo>
                  <a:pt x="1453169" y="1389305"/>
                  <a:pt x="1443439" y="1359585"/>
                  <a:pt x="1436266" y="1329989"/>
                </a:cubicBezTo>
                <a:cubicBezTo>
                  <a:pt x="1423752" y="1278345"/>
                  <a:pt x="1404729" y="1230019"/>
                  <a:pt x="1382750" y="1182281"/>
                </a:cubicBezTo>
                <a:cubicBezTo>
                  <a:pt x="1381079" y="1178650"/>
                  <a:pt x="1381728" y="1173943"/>
                  <a:pt x="1381322" y="1170033"/>
                </a:cubicBezTo>
                <a:cubicBezTo>
                  <a:pt x="1359710" y="1162518"/>
                  <a:pt x="1339724" y="1155208"/>
                  <a:pt x="1317739" y="1151918"/>
                </a:cubicBezTo>
                <a:cubicBezTo>
                  <a:pt x="1291358" y="1147976"/>
                  <a:pt x="1265835" y="1138644"/>
                  <a:pt x="1242031" y="1124345"/>
                </a:cubicBezTo>
                <a:cubicBezTo>
                  <a:pt x="1201858" y="1100220"/>
                  <a:pt x="1160429" y="1078197"/>
                  <a:pt x="1119269" y="1055769"/>
                </a:cubicBezTo>
                <a:cubicBezTo>
                  <a:pt x="1102298" y="1046523"/>
                  <a:pt x="1083299" y="1048603"/>
                  <a:pt x="1064887" y="1047947"/>
                </a:cubicBezTo>
                <a:cubicBezTo>
                  <a:pt x="1058299" y="1047712"/>
                  <a:pt x="1051722" y="1047112"/>
                  <a:pt x="1045136" y="1046791"/>
                </a:cubicBezTo>
                <a:cubicBezTo>
                  <a:pt x="1024888" y="1045800"/>
                  <a:pt x="1004153" y="1041622"/>
                  <a:pt x="984483" y="1044519"/>
                </a:cubicBezTo>
                <a:cubicBezTo>
                  <a:pt x="964522" y="1047458"/>
                  <a:pt x="944653" y="1051029"/>
                  <a:pt x="924779" y="1054517"/>
                </a:cubicBezTo>
                <a:cubicBezTo>
                  <a:pt x="925820" y="1041813"/>
                  <a:pt x="926952" y="1028537"/>
                  <a:pt x="929149" y="1015339"/>
                </a:cubicBezTo>
                <a:cubicBezTo>
                  <a:pt x="918220" y="1007542"/>
                  <a:pt x="924939" y="998461"/>
                  <a:pt x="924821" y="990085"/>
                </a:cubicBezTo>
                <a:cubicBezTo>
                  <a:pt x="924860" y="955175"/>
                  <a:pt x="928139" y="915907"/>
                  <a:pt x="933116" y="875054"/>
                </a:cubicBezTo>
                <a:cubicBezTo>
                  <a:pt x="933149" y="874768"/>
                  <a:pt x="933179" y="874501"/>
                  <a:pt x="933211" y="874215"/>
                </a:cubicBezTo>
                <a:cubicBezTo>
                  <a:pt x="933532" y="874158"/>
                  <a:pt x="933819" y="874142"/>
                  <a:pt x="934141" y="874086"/>
                </a:cubicBezTo>
                <a:cubicBezTo>
                  <a:pt x="933849" y="873886"/>
                  <a:pt x="933563" y="873921"/>
                  <a:pt x="933268" y="873732"/>
                </a:cubicBezTo>
                <a:cubicBezTo>
                  <a:pt x="935787" y="851589"/>
                  <a:pt x="938285" y="829659"/>
                  <a:pt x="940674" y="808675"/>
                </a:cubicBezTo>
                <a:cubicBezTo>
                  <a:pt x="941512" y="799115"/>
                  <a:pt x="942042" y="790627"/>
                  <a:pt x="942872" y="781526"/>
                </a:cubicBezTo>
                <a:cubicBezTo>
                  <a:pt x="947327" y="780356"/>
                  <a:pt x="951797" y="778670"/>
                  <a:pt x="952399" y="776306"/>
                </a:cubicBezTo>
                <a:cubicBezTo>
                  <a:pt x="955624" y="763612"/>
                  <a:pt x="962517" y="766678"/>
                  <a:pt x="971474" y="768366"/>
                </a:cubicBezTo>
                <a:cubicBezTo>
                  <a:pt x="1021671" y="777829"/>
                  <a:pt x="1066435" y="802007"/>
                  <a:pt x="1113223" y="820709"/>
                </a:cubicBezTo>
                <a:cubicBezTo>
                  <a:pt x="1125067" y="825444"/>
                  <a:pt x="1136970" y="830019"/>
                  <a:pt x="1149999" y="835121"/>
                </a:cubicBezTo>
                <a:cubicBezTo>
                  <a:pt x="1144453" y="811811"/>
                  <a:pt x="1126414" y="799138"/>
                  <a:pt x="1111408" y="784626"/>
                </a:cubicBezTo>
                <a:cubicBezTo>
                  <a:pt x="1097279" y="770960"/>
                  <a:pt x="1081667" y="758822"/>
                  <a:pt x="1066502" y="746262"/>
                </a:cubicBezTo>
                <a:cubicBezTo>
                  <a:pt x="1032199" y="717860"/>
                  <a:pt x="998453" y="688723"/>
                  <a:pt x="963202" y="661557"/>
                </a:cubicBezTo>
                <a:cubicBezTo>
                  <a:pt x="959519" y="658722"/>
                  <a:pt x="955665" y="656110"/>
                  <a:pt x="951945" y="653322"/>
                </a:cubicBezTo>
                <a:cubicBezTo>
                  <a:pt x="951164" y="641031"/>
                  <a:pt x="952562" y="629223"/>
                  <a:pt x="952043" y="618286"/>
                </a:cubicBezTo>
                <a:cubicBezTo>
                  <a:pt x="1017759" y="669108"/>
                  <a:pt x="1083413" y="719196"/>
                  <a:pt x="1141185" y="779016"/>
                </a:cubicBezTo>
                <a:cubicBezTo>
                  <a:pt x="1152772" y="775263"/>
                  <a:pt x="1150333" y="765677"/>
                  <a:pt x="1149291" y="758180"/>
                </a:cubicBezTo>
                <a:cubicBezTo>
                  <a:pt x="1143742" y="718294"/>
                  <a:pt x="1137449" y="678506"/>
                  <a:pt x="1131486" y="638675"/>
                </a:cubicBezTo>
                <a:cubicBezTo>
                  <a:pt x="1120144" y="562926"/>
                  <a:pt x="1107654" y="487224"/>
                  <a:pt x="1108731" y="410360"/>
                </a:cubicBezTo>
                <a:lnTo>
                  <a:pt x="1114855" y="308582"/>
                </a:lnTo>
                <a:lnTo>
                  <a:pt x="1114854" y="308582"/>
                </a:lnTo>
                <a:lnTo>
                  <a:pt x="1114865" y="308424"/>
                </a:lnTo>
                <a:lnTo>
                  <a:pt x="1114908" y="308524"/>
                </a:lnTo>
                <a:lnTo>
                  <a:pt x="1114909" y="308524"/>
                </a:lnTo>
                <a:lnTo>
                  <a:pt x="1114865" y="308420"/>
                </a:lnTo>
                <a:cubicBezTo>
                  <a:pt x="1114860" y="308474"/>
                  <a:pt x="1114858" y="308526"/>
                  <a:pt x="1114854" y="308580"/>
                </a:cubicBezTo>
                <a:cubicBezTo>
                  <a:pt x="1114589" y="308764"/>
                  <a:pt x="1114503" y="309022"/>
                  <a:pt x="1114225" y="309199"/>
                </a:cubicBezTo>
                <a:cubicBezTo>
                  <a:pt x="1119537" y="260538"/>
                  <a:pt x="1132183" y="213781"/>
                  <a:pt x="1151929" y="169219"/>
                </a:cubicBezTo>
                <a:cubicBezTo>
                  <a:pt x="1169157" y="130333"/>
                  <a:pt x="1188173" y="92258"/>
                  <a:pt x="1205944" y="53605"/>
                </a:cubicBezTo>
                <a:cubicBezTo>
                  <a:pt x="1210632" y="43409"/>
                  <a:pt x="1214254" y="32595"/>
                  <a:pt x="1217227" y="21748"/>
                </a:cubicBezTo>
                <a:cubicBezTo>
                  <a:pt x="1219905" y="11959"/>
                  <a:pt x="1224304" y="4601"/>
                  <a:pt x="1237058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E954B-4DF3-4EF5-BABE-E631D4CA40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5609" y="5515262"/>
            <a:ext cx="898871" cy="7689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060322-8B86-2BF6-131D-ABF7E6AA6AA7}"/>
              </a:ext>
            </a:extLst>
          </p:cNvPr>
          <p:cNvSpPr/>
          <p:nvPr userDrawn="1"/>
        </p:nvSpPr>
        <p:spPr>
          <a:xfrm flipV="1">
            <a:off x="0" y="0"/>
            <a:ext cx="856526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2827D-CFFE-4CA3-F221-79C007060A9C}"/>
              </a:ext>
            </a:extLst>
          </p:cNvPr>
          <p:cNvSpPr/>
          <p:nvPr userDrawn="1"/>
        </p:nvSpPr>
        <p:spPr>
          <a:xfrm>
            <a:off x="6882822" y="860626"/>
            <a:ext cx="4195915" cy="5136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450CF204-8E47-D17E-08CF-67FA02B0D7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753" t="62341" r="8271" b="23330"/>
          <a:stretch/>
        </p:blipFill>
        <p:spPr>
          <a:xfrm rot="16200000">
            <a:off x="-3324827" y="3324825"/>
            <a:ext cx="6858000" cy="208346"/>
          </a:xfrm>
          <a:prstGeom prst="rect">
            <a:avLst/>
          </a:prstGeom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id="{5464E311-8053-EF83-0E26-2D2D0120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/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1CAF5187-65FA-C023-BA10-0944EBE9F0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374" y="0"/>
            <a:ext cx="8313009" cy="6858000"/>
          </a:xfrm>
          <a:custGeom>
            <a:avLst/>
            <a:gdLst>
              <a:gd name="connsiteX0" fmla="*/ 2374 w 8313009"/>
              <a:gd name="connsiteY0" fmla="*/ 6774728 h 6858000"/>
              <a:gd name="connsiteX1" fmla="*/ 2374 w 8313009"/>
              <a:gd name="connsiteY1" fmla="*/ 6813824 h 6858000"/>
              <a:gd name="connsiteX2" fmla="*/ 5605 w 8313009"/>
              <a:gd name="connsiteY2" fmla="*/ 6823519 h 6858000"/>
              <a:gd name="connsiteX3" fmla="*/ 20156 w 8313009"/>
              <a:gd name="connsiteY3" fmla="*/ 6833949 h 6858000"/>
              <a:gd name="connsiteX4" fmla="*/ 27236 w 8313009"/>
              <a:gd name="connsiteY4" fmla="*/ 6826198 h 6858000"/>
              <a:gd name="connsiteX5" fmla="*/ 27236 w 8313009"/>
              <a:gd name="connsiteY5" fmla="*/ 6774728 h 6858000"/>
              <a:gd name="connsiteX6" fmla="*/ 93115 w 8313009"/>
              <a:gd name="connsiteY6" fmla="*/ 6714888 h 6858000"/>
              <a:gd name="connsiteX7" fmla="*/ 81417 w 8313009"/>
              <a:gd name="connsiteY7" fmla="*/ 6856894 h 6858000"/>
              <a:gd name="connsiteX8" fmla="*/ 93115 w 8313009"/>
              <a:gd name="connsiteY8" fmla="*/ 6714888 h 6858000"/>
              <a:gd name="connsiteX9" fmla="*/ 2374 w 8313009"/>
              <a:gd name="connsiteY9" fmla="*/ 6470972 h 6858000"/>
              <a:gd name="connsiteX10" fmla="*/ 2374 w 8313009"/>
              <a:gd name="connsiteY10" fmla="*/ 6586449 h 6858000"/>
              <a:gd name="connsiteX11" fmla="*/ 9073 w 8313009"/>
              <a:gd name="connsiteY11" fmla="*/ 6553657 h 6858000"/>
              <a:gd name="connsiteX12" fmla="*/ 39858 w 8313009"/>
              <a:gd name="connsiteY12" fmla="*/ 6545596 h 6858000"/>
              <a:gd name="connsiteX13" fmla="*/ 70643 w 8313009"/>
              <a:gd name="connsiteY13" fmla="*/ 6580942 h 6858000"/>
              <a:gd name="connsiteX14" fmla="*/ 80493 w 8313009"/>
              <a:gd name="connsiteY14" fmla="*/ 6506528 h 6858000"/>
              <a:gd name="connsiteX15" fmla="*/ 56482 w 8313009"/>
              <a:gd name="connsiteY15" fmla="*/ 6515210 h 6858000"/>
              <a:gd name="connsiteX16" fmla="*/ 2916 w 8313009"/>
              <a:gd name="connsiteY16" fmla="*/ 6476142 h 6858000"/>
              <a:gd name="connsiteX17" fmla="*/ 2374 w 8313009"/>
              <a:gd name="connsiteY17" fmla="*/ 6296425 h 6858000"/>
              <a:gd name="connsiteX18" fmla="*/ 2374 w 8313009"/>
              <a:gd name="connsiteY18" fmla="*/ 6386535 h 6858000"/>
              <a:gd name="connsiteX19" fmla="*/ 24456 w 8313009"/>
              <a:gd name="connsiteY19" fmla="*/ 6387911 h 6858000"/>
              <a:gd name="connsiteX20" fmla="*/ 84803 w 8313009"/>
              <a:gd name="connsiteY20" fmla="*/ 6441106 h 6858000"/>
              <a:gd name="connsiteX21" fmla="*/ 84803 w 8313009"/>
              <a:gd name="connsiteY21" fmla="*/ 6397697 h 6858000"/>
              <a:gd name="connsiteX22" fmla="*/ 135598 w 8313009"/>
              <a:gd name="connsiteY22" fmla="*/ 6428703 h 6858000"/>
              <a:gd name="connsiteX23" fmla="*/ 197168 w 8313009"/>
              <a:gd name="connsiteY23" fmla="*/ 6428703 h 6858000"/>
              <a:gd name="connsiteX24" fmla="*/ 210720 w 8313009"/>
              <a:gd name="connsiteY24" fmla="*/ 6487682 h 6858000"/>
              <a:gd name="connsiteX25" fmla="*/ 210720 w 8313009"/>
              <a:gd name="connsiteY25" fmla="*/ 6319804 h 6858000"/>
              <a:gd name="connsiteX26" fmla="*/ 206511 w 8313009"/>
              <a:gd name="connsiteY26" fmla="*/ 6322597 h 6858000"/>
              <a:gd name="connsiteX27" fmla="*/ 192858 w 8313009"/>
              <a:gd name="connsiteY27" fmla="*/ 6399558 h 6858000"/>
              <a:gd name="connsiteX28" fmla="*/ 108815 w 8313009"/>
              <a:gd name="connsiteY28" fmla="*/ 6384985 h 6858000"/>
              <a:gd name="connsiteX29" fmla="*/ 55250 w 8313009"/>
              <a:gd name="connsiteY29" fmla="*/ 6339096 h 6858000"/>
              <a:gd name="connsiteX30" fmla="*/ 16889 w 8313009"/>
              <a:gd name="connsiteY30" fmla="*/ 6320227 h 6858000"/>
              <a:gd name="connsiteX31" fmla="*/ 2374 w 8313009"/>
              <a:gd name="connsiteY31" fmla="*/ 6180878 h 6858000"/>
              <a:gd name="connsiteX32" fmla="*/ 2374 w 8313009"/>
              <a:gd name="connsiteY32" fmla="*/ 6249981 h 6858000"/>
              <a:gd name="connsiteX33" fmla="*/ 24466 w 8313009"/>
              <a:gd name="connsiteY33" fmla="*/ 6205772 h 6858000"/>
              <a:gd name="connsiteX34" fmla="*/ 7101 w 8313009"/>
              <a:gd name="connsiteY34" fmla="*/ 6182038 h 6858000"/>
              <a:gd name="connsiteX35" fmla="*/ 140523 w 8313009"/>
              <a:gd name="connsiteY35" fmla="*/ 5850756 h 6858000"/>
              <a:gd name="connsiteX36" fmla="*/ 119282 w 8313009"/>
              <a:gd name="connsiteY36" fmla="*/ 5910907 h 6858000"/>
              <a:gd name="connsiteX37" fmla="*/ 140523 w 8313009"/>
              <a:gd name="connsiteY37" fmla="*/ 5850756 h 6858000"/>
              <a:gd name="connsiteX38" fmla="*/ 99273 w 8313009"/>
              <a:gd name="connsiteY38" fmla="*/ 5777891 h 6858000"/>
              <a:gd name="connsiteX39" fmla="*/ 105121 w 8313009"/>
              <a:gd name="connsiteY39" fmla="*/ 5781922 h 6858000"/>
              <a:gd name="connsiteX40" fmla="*/ 101427 w 8313009"/>
              <a:gd name="connsiteY40" fmla="*/ 5793084 h 6858000"/>
              <a:gd name="connsiteX41" fmla="*/ 94962 w 8313009"/>
              <a:gd name="connsiteY41" fmla="*/ 5788124 h 6858000"/>
              <a:gd name="connsiteX42" fmla="*/ 99273 w 8313009"/>
              <a:gd name="connsiteY42" fmla="*/ 5777891 h 6858000"/>
              <a:gd name="connsiteX43" fmla="*/ 18000 w 8313009"/>
              <a:gd name="connsiteY43" fmla="*/ 5457292 h 6858000"/>
              <a:gd name="connsiteX44" fmla="*/ 2374 w 8313009"/>
              <a:gd name="connsiteY44" fmla="*/ 5478058 h 6858000"/>
              <a:gd name="connsiteX45" fmla="*/ 2374 w 8313009"/>
              <a:gd name="connsiteY45" fmla="*/ 6145908 h 6858000"/>
              <a:gd name="connsiteX46" fmla="*/ 6611 w 8313009"/>
              <a:gd name="connsiteY46" fmla="*/ 6146861 h 6858000"/>
              <a:gd name="connsiteX47" fmla="*/ 30006 w 8313009"/>
              <a:gd name="connsiteY47" fmla="*/ 6148721 h 6858000"/>
              <a:gd name="connsiteX48" fmla="*/ 55866 w 8313009"/>
              <a:gd name="connsiteY48" fmla="*/ 6184688 h 6858000"/>
              <a:gd name="connsiteX49" fmla="*/ 76491 w 8313009"/>
              <a:gd name="connsiteY49" fmla="*/ 6149962 h 6858000"/>
              <a:gd name="connsiteX50" fmla="*/ 121745 w 8313009"/>
              <a:gd name="connsiteY50" fmla="*/ 6178176 h 6858000"/>
              <a:gd name="connsiteX51" fmla="*/ 141447 w 8313009"/>
              <a:gd name="connsiteY51" fmla="*/ 6124846 h 6858000"/>
              <a:gd name="connsiteX52" fmla="*/ 68487 w 8313009"/>
              <a:gd name="connsiteY52" fmla="*/ 6108414 h 6858000"/>
              <a:gd name="connsiteX53" fmla="*/ 99273 w 8313009"/>
              <a:gd name="connsiteY53" fmla="*/ 6058494 h 6858000"/>
              <a:gd name="connsiteX54" fmla="*/ 110970 w 8313009"/>
              <a:gd name="connsiteY54" fmla="*/ 6084849 h 6858000"/>
              <a:gd name="connsiteX55" fmla="*/ 124208 w 8313009"/>
              <a:gd name="connsiteY55" fmla="*/ 6101903 h 6858000"/>
              <a:gd name="connsiteX56" fmla="*/ 162073 w 8313009"/>
              <a:gd name="connsiteY56" fmla="*/ 6087949 h 6858000"/>
              <a:gd name="connsiteX57" fmla="*/ 163920 w 8313009"/>
              <a:gd name="connsiteY57" fmla="*/ 6065935 h 6858000"/>
              <a:gd name="connsiteX58" fmla="*/ 161765 w 8313009"/>
              <a:gd name="connsiteY58" fmla="*/ 5916487 h 6858000"/>
              <a:gd name="connsiteX59" fmla="*/ 171308 w 8313009"/>
              <a:gd name="connsiteY59" fmla="*/ 5890443 h 6858000"/>
              <a:gd name="connsiteX60" fmla="*/ 202092 w 8313009"/>
              <a:gd name="connsiteY60" fmla="*/ 5896644 h 6858000"/>
              <a:gd name="connsiteX61" fmla="*/ 210720 w 8313009"/>
              <a:gd name="connsiteY61" fmla="*/ 5907132 h 6858000"/>
              <a:gd name="connsiteX62" fmla="*/ 210720 w 8313009"/>
              <a:gd name="connsiteY62" fmla="*/ 5692572 h 6858000"/>
              <a:gd name="connsiteX63" fmla="*/ 206407 w 8313009"/>
              <a:gd name="connsiteY63" fmla="*/ 5694723 h 6858000"/>
              <a:gd name="connsiteX64" fmla="*/ 201169 w 8313009"/>
              <a:gd name="connsiteY64" fmla="*/ 5732002 h 6858000"/>
              <a:gd name="connsiteX65" fmla="*/ 205480 w 8313009"/>
              <a:gd name="connsiteY65" fmla="*/ 5772931 h 6858000"/>
              <a:gd name="connsiteX66" fmla="*/ 192549 w 8313009"/>
              <a:gd name="connsiteY66" fmla="*/ 5820680 h 6858000"/>
              <a:gd name="connsiteX67" fmla="*/ 165152 w 8313009"/>
              <a:gd name="connsiteY67" fmla="*/ 5789674 h 6858000"/>
              <a:gd name="connsiteX68" fmla="*/ 182083 w 8313009"/>
              <a:gd name="connsiteY68" fmla="*/ 5669681 h 6858000"/>
              <a:gd name="connsiteX69" fmla="*/ 200554 w 8313009"/>
              <a:gd name="connsiteY69" fmla="*/ 5648597 h 6858000"/>
              <a:gd name="connsiteX70" fmla="*/ 210720 w 8313009"/>
              <a:gd name="connsiteY70" fmla="*/ 5634069 h 6858000"/>
              <a:gd name="connsiteX71" fmla="*/ 210720 w 8313009"/>
              <a:gd name="connsiteY71" fmla="*/ 5626201 h 6858000"/>
              <a:gd name="connsiteX72" fmla="*/ 200554 w 8313009"/>
              <a:gd name="connsiteY72" fmla="*/ 5612941 h 6858000"/>
              <a:gd name="connsiteX73" fmla="*/ 179312 w 8313009"/>
              <a:gd name="connsiteY73" fmla="*/ 5604880 h 6858000"/>
              <a:gd name="connsiteX74" fmla="*/ 179312 w 8313009"/>
              <a:gd name="connsiteY74" fmla="*/ 5542868 h 6858000"/>
              <a:gd name="connsiteX75" fmla="*/ 160842 w 8313009"/>
              <a:gd name="connsiteY75" fmla="*/ 5493569 h 6858000"/>
              <a:gd name="connsiteX76" fmla="*/ 106045 w 8313009"/>
              <a:gd name="connsiteY76" fmla="*/ 5512792 h 6858000"/>
              <a:gd name="connsiteX77" fmla="*/ 93423 w 8313009"/>
              <a:gd name="connsiteY77" fmla="*/ 5519303 h 6858000"/>
              <a:gd name="connsiteX78" fmla="*/ 74337 w 8313009"/>
              <a:gd name="connsiteY78" fmla="*/ 5498529 h 6858000"/>
              <a:gd name="connsiteX79" fmla="*/ 58944 w 8313009"/>
              <a:gd name="connsiteY79" fmla="*/ 5536357 h 6858000"/>
              <a:gd name="connsiteX80" fmla="*/ 18000 w 8313009"/>
              <a:gd name="connsiteY80" fmla="*/ 5457292 h 6858000"/>
              <a:gd name="connsiteX81" fmla="*/ 39242 w 8313009"/>
              <a:gd name="connsiteY81" fmla="*/ 5317456 h 6858000"/>
              <a:gd name="connsiteX82" fmla="*/ 2374 w 8313009"/>
              <a:gd name="connsiteY82" fmla="*/ 5320482 h 6858000"/>
              <a:gd name="connsiteX83" fmla="*/ 2374 w 8313009"/>
              <a:gd name="connsiteY83" fmla="*/ 5381223 h 6858000"/>
              <a:gd name="connsiteX84" fmla="*/ 2916 w 8313009"/>
              <a:gd name="connsiteY84" fmla="*/ 5381327 h 6858000"/>
              <a:gd name="connsiteX85" fmla="*/ 39242 w 8313009"/>
              <a:gd name="connsiteY85" fmla="*/ 5361483 h 6858000"/>
              <a:gd name="connsiteX86" fmla="*/ 39242 w 8313009"/>
              <a:gd name="connsiteY86" fmla="*/ 5317456 h 6858000"/>
              <a:gd name="connsiteX87" fmla="*/ 19213 w 8313009"/>
              <a:gd name="connsiteY87" fmla="*/ 5238292 h 6858000"/>
              <a:gd name="connsiteX88" fmla="*/ 2374 w 8313009"/>
              <a:gd name="connsiteY88" fmla="*/ 5248232 h 6858000"/>
              <a:gd name="connsiteX89" fmla="*/ 2374 w 8313009"/>
              <a:gd name="connsiteY89" fmla="*/ 5254722 h 6858000"/>
              <a:gd name="connsiteX90" fmla="*/ 66025 w 8313009"/>
              <a:gd name="connsiteY90" fmla="*/ 5311254 h 6858000"/>
              <a:gd name="connsiteX91" fmla="*/ 42013 w 8313009"/>
              <a:gd name="connsiteY91" fmla="*/ 5243351 h 6858000"/>
              <a:gd name="connsiteX92" fmla="*/ 42013 w 8313009"/>
              <a:gd name="connsiteY92" fmla="*/ 5244282 h 6858000"/>
              <a:gd name="connsiteX93" fmla="*/ 19213 w 8313009"/>
              <a:gd name="connsiteY93" fmla="*/ 5238292 h 6858000"/>
              <a:gd name="connsiteX94" fmla="*/ 140523 w 8313009"/>
              <a:gd name="connsiteY94" fmla="*/ 4916861 h 6858000"/>
              <a:gd name="connsiteX95" fmla="*/ 128517 w 8313009"/>
              <a:gd name="connsiteY95" fmla="*/ 4947866 h 6858000"/>
              <a:gd name="connsiteX96" fmla="*/ 114665 w 8313009"/>
              <a:gd name="connsiteY96" fmla="*/ 5029412 h 6858000"/>
              <a:gd name="connsiteX97" fmla="*/ 121745 w 8313009"/>
              <a:gd name="connsiteY97" fmla="*/ 5072819 h 6858000"/>
              <a:gd name="connsiteX98" fmla="*/ 137753 w 8313009"/>
              <a:gd name="connsiteY98" fmla="*/ 5163357 h 6858000"/>
              <a:gd name="connsiteX99" fmla="*/ 157763 w 8313009"/>
              <a:gd name="connsiteY99" fmla="*/ 5172658 h 6858000"/>
              <a:gd name="connsiteX100" fmla="*/ 162073 w 8313009"/>
              <a:gd name="connsiteY100" fmla="*/ 5068168 h 6858000"/>
              <a:gd name="connsiteX101" fmla="*/ 155608 w 8313009"/>
              <a:gd name="connsiteY101" fmla="*/ 4961819 h 6858000"/>
              <a:gd name="connsiteX102" fmla="*/ 198706 w 8313009"/>
              <a:gd name="connsiteY102" fmla="*/ 4930813 h 6858000"/>
              <a:gd name="connsiteX103" fmla="*/ 197783 w 8313009"/>
              <a:gd name="connsiteY103" fmla="*/ 4932983 h 6858000"/>
              <a:gd name="connsiteX104" fmla="*/ 2374 w 8313009"/>
              <a:gd name="connsiteY104" fmla="*/ 4622257 h 6858000"/>
              <a:gd name="connsiteX105" fmla="*/ 2374 w 8313009"/>
              <a:gd name="connsiteY105" fmla="*/ 5192916 h 6858000"/>
              <a:gd name="connsiteX106" fmla="*/ 32162 w 8313009"/>
              <a:gd name="connsiteY106" fmla="*/ 5194672 h 6858000"/>
              <a:gd name="connsiteX107" fmla="*/ 41090 w 8313009"/>
              <a:gd name="connsiteY107" fmla="*/ 5223508 h 6858000"/>
              <a:gd name="connsiteX108" fmla="*/ 69103 w 8313009"/>
              <a:gd name="connsiteY108" fmla="*/ 5198703 h 6858000"/>
              <a:gd name="connsiteX109" fmla="*/ 86651 w 8313009"/>
              <a:gd name="connsiteY109" fmla="*/ 5084292 h 6858000"/>
              <a:gd name="connsiteX110" fmla="*/ 81109 w 8313009"/>
              <a:gd name="connsiteY110" fmla="*/ 5002126 h 6858000"/>
              <a:gd name="connsiteX111" fmla="*/ 41090 w 8313009"/>
              <a:gd name="connsiteY111" fmla="*/ 4855469 h 6858000"/>
              <a:gd name="connsiteX112" fmla="*/ 44475 w 8313009"/>
              <a:gd name="connsiteY112" fmla="*/ 4806170 h 6858000"/>
              <a:gd name="connsiteX113" fmla="*/ 61407 w 8313009"/>
              <a:gd name="connsiteY113" fmla="*/ 4833454 h 6858000"/>
              <a:gd name="connsiteX114" fmla="*/ 84188 w 8313009"/>
              <a:gd name="connsiteY114" fmla="*/ 4786015 h 6858000"/>
              <a:gd name="connsiteX115" fmla="*/ 40474 w 8313009"/>
              <a:gd name="connsiteY115" fmla="*/ 4779195 h 6858000"/>
              <a:gd name="connsiteX116" fmla="*/ 43551 w 8313009"/>
              <a:gd name="connsiteY116" fmla="*/ 4737956 h 6858000"/>
              <a:gd name="connsiteX117" fmla="*/ 78954 w 8313009"/>
              <a:gd name="connsiteY117" fmla="*/ 4718423 h 6858000"/>
              <a:gd name="connsiteX118" fmla="*/ 54019 w 8313009"/>
              <a:gd name="connsiteY118" fmla="*/ 4639979 h 6858000"/>
              <a:gd name="connsiteX119" fmla="*/ 46630 w 8313009"/>
              <a:gd name="connsiteY119" fmla="*/ 4625095 h 6858000"/>
              <a:gd name="connsiteX120" fmla="*/ 135598 w 8313009"/>
              <a:gd name="connsiteY120" fmla="*/ 4605252 h 6858000"/>
              <a:gd name="connsiteX121" fmla="*/ 114972 w 8313009"/>
              <a:gd name="connsiteY121" fmla="*/ 4703851 h 6858000"/>
              <a:gd name="connsiteX122" fmla="*/ 117435 w 8313009"/>
              <a:gd name="connsiteY122" fmla="*/ 4724624 h 6858000"/>
              <a:gd name="connsiteX123" fmla="*/ 117435 w 8313009"/>
              <a:gd name="connsiteY123" fmla="*/ 4796557 h 6858000"/>
              <a:gd name="connsiteX124" fmla="*/ 124515 w 8313009"/>
              <a:gd name="connsiteY124" fmla="*/ 4871902 h 6858000"/>
              <a:gd name="connsiteX125" fmla="*/ 148528 w 8313009"/>
              <a:gd name="connsiteY125" fmla="*/ 4888025 h 6858000"/>
              <a:gd name="connsiteX126" fmla="*/ 154993 w 8313009"/>
              <a:gd name="connsiteY126" fmla="*/ 4828803 h 6858000"/>
              <a:gd name="connsiteX127" fmla="*/ 206710 w 8313009"/>
              <a:gd name="connsiteY127" fmla="*/ 4853609 h 6858000"/>
              <a:gd name="connsiteX128" fmla="*/ 210720 w 8313009"/>
              <a:gd name="connsiteY128" fmla="*/ 4847309 h 6858000"/>
              <a:gd name="connsiteX129" fmla="*/ 210720 w 8313009"/>
              <a:gd name="connsiteY129" fmla="*/ 4794071 h 6858000"/>
              <a:gd name="connsiteX130" fmla="*/ 203324 w 8313009"/>
              <a:gd name="connsiteY130" fmla="*/ 4698889 h 6858000"/>
              <a:gd name="connsiteX131" fmla="*/ 165152 w 8313009"/>
              <a:gd name="connsiteY131" fmla="*/ 4629746 h 6858000"/>
              <a:gd name="connsiteX132" fmla="*/ 204248 w 8313009"/>
              <a:gd name="connsiteY132" fmla="*/ 4665403 h 6858000"/>
              <a:gd name="connsiteX133" fmla="*/ 199322 w 8313009"/>
              <a:gd name="connsiteY133" fmla="*/ 4610523 h 6858000"/>
              <a:gd name="connsiteX134" fmla="*/ 135598 w 8313009"/>
              <a:gd name="connsiteY134" fmla="*/ 4605252 h 6858000"/>
              <a:gd name="connsiteX135" fmla="*/ 145757 w 8313009"/>
              <a:gd name="connsiteY135" fmla="*/ 4513475 h 6858000"/>
              <a:gd name="connsiteX136" fmla="*/ 118358 w 8313009"/>
              <a:gd name="connsiteY136" fmla="*/ 4542000 h 6858000"/>
              <a:gd name="connsiteX137" fmla="*/ 155608 w 8313009"/>
              <a:gd name="connsiteY137" fmla="*/ 4528977 h 6858000"/>
              <a:gd name="connsiteX138" fmla="*/ 145757 w 8313009"/>
              <a:gd name="connsiteY138" fmla="*/ 4513475 h 6858000"/>
              <a:gd name="connsiteX139" fmla="*/ 13998 w 8313009"/>
              <a:gd name="connsiteY139" fmla="*/ 4341702 h 6858000"/>
              <a:gd name="connsiteX140" fmla="*/ 22003 w 8313009"/>
              <a:gd name="connsiteY140" fmla="*/ 4355965 h 6858000"/>
              <a:gd name="connsiteX141" fmla="*/ 16154 w 8313009"/>
              <a:gd name="connsiteY141" fmla="*/ 4359376 h 6858000"/>
              <a:gd name="connsiteX142" fmla="*/ 7842 w 8313009"/>
              <a:gd name="connsiteY142" fmla="*/ 4345113 h 6858000"/>
              <a:gd name="connsiteX143" fmla="*/ 13998 w 8313009"/>
              <a:gd name="connsiteY143" fmla="*/ 4341702 h 6858000"/>
              <a:gd name="connsiteX144" fmla="*/ 64178 w 8313009"/>
              <a:gd name="connsiteY144" fmla="*/ 4232252 h 6858000"/>
              <a:gd name="connsiteX145" fmla="*/ 67256 w 8313009"/>
              <a:gd name="connsiteY145" fmla="*/ 4266358 h 6858000"/>
              <a:gd name="connsiteX146" fmla="*/ 64178 w 8313009"/>
              <a:gd name="connsiteY146" fmla="*/ 4232252 h 6858000"/>
              <a:gd name="connsiteX147" fmla="*/ 154377 w 8313009"/>
              <a:gd name="connsiteY147" fmla="*/ 4109779 h 6858000"/>
              <a:gd name="connsiteX148" fmla="*/ 160533 w 8313009"/>
              <a:gd name="connsiteY148" fmla="*/ 4114430 h 6858000"/>
              <a:gd name="connsiteX149" fmla="*/ 154068 w 8313009"/>
              <a:gd name="connsiteY149" fmla="*/ 4123422 h 6858000"/>
              <a:gd name="connsiteX150" fmla="*/ 148835 w 8313009"/>
              <a:gd name="connsiteY150" fmla="*/ 4119391 h 6858000"/>
              <a:gd name="connsiteX151" fmla="*/ 154377 w 8313009"/>
              <a:gd name="connsiteY151" fmla="*/ 4109779 h 6858000"/>
              <a:gd name="connsiteX152" fmla="*/ 42013 w 8313009"/>
              <a:gd name="connsiteY152" fmla="*/ 3915373 h 6858000"/>
              <a:gd name="connsiteX153" fmla="*/ 48170 w 8313009"/>
              <a:gd name="connsiteY153" fmla="*/ 3919404 h 6858000"/>
              <a:gd name="connsiteX154" fmla="*/ 48170 w 8313009"/>
              <a:gd name="connsiteY154" fmla="*/ 3926225 h 6858000"/>
              <a:gd name="connsiteX155" fmla="*/ 37395 w 8313009"/>
              <a:gd name="connsiteY155" fmla="*/ 3921574 h 6858000"/>
              <a:gd name="connsiteX156" fmla="*/ 42013 w 8313009"/>
              <a:gd name="connsiteY156" fmla="*/ 3915373 h 6858000"/>
              <a:gd name="connsiteX157" fmla="*/ 103582 w 8313009"/>
              <a:gd name="connsiteY157" fmla="*/ 3774296 h 6858000"/>
              <a:gd name="connsiteX158" fmla="*/ 142986 w 8313009"/>
              <a:gd name="connsiteY158" fmla="*/ 3852431 h 6858000"/>
              <a:gd name="connsiteX159" fmla="*/ 92499 w 8313009"/>
              <a:gd name="connsiteY159" fmla="*/ 3816464 h 6858000"/>
              <a:gd name="connsiteX160" fmla="*/ 27852 w 8313009"/>
              <a:gd name="connsiteY160" fmla="*/ 3616167 h 6858000"/>
              <a:gd name="connsiteX161" fmla="*/ 33701 w 8313009"/>
              <a:gd name="connsiteY161" fmla="*/ 3620198 h 6858000"/>
              <a:gd name="connsiteX162" fmla="*/ 30930 w 8313009"/>
              <a:gd name="connsiteY162" fmla="*/ 3627329 h 6858000"/>
              <a:gd name="connsiteX163" fmla="*/ 24773 w 8313009"/>
              <a:gd name="connsiteY163" fmla="*/ 3623298 h 6858000"/>
              <a:gd name="connsiteX164" fmla="*/ 59252 w 8313009"/>
              <a:gd name="connsiteY164" fmla="*/ 3148599 h 6858000"/>
              <a:gd name="connsiteX165" fmla="*/ 68795 w 8313009"/>
              <a:gd name="connsiteY165" fmla="*/ 3217122 h 6858000"/>
              <a:gd name="connsiteX166" fmla="*/ 59252 w 8313009"/>
              <a:gd name="connsiteY166" fmla="*/ 3148599 h 6858000"/>
              <a:gd name="connsiteX167" fmla="*/ 44475 w 8313009"/>
              <a:gd name="connsiteY167" fmla="*/ 3084417 h 6858000"/>
              <a:gd name="connsiteX168" fmla="*/ 52787 w 8313009"/>
              <a:gd name="connsiteY168" fmla="*/ 3084417 h 6858000"/>
              <a:gd name="connsiteX169" fmla="*/ 54942 w 8313009"/>
              <a:gd name="connsiteY169" fmla="*/ 3107362 h 6858000"/>
              <a:gd name="connsiteX170" fmla="*/ 50324 w 8313009"/>
              <a:gd name="connsiteY170" fmla="*/ 3107362 h 6858000"/>
              <a:gd name="connsiteX171" fmla="*/ 76086 w 8313009"/>
              <a:gd name="connsiteY171" fmla="*/ 2684515 h 6858000"/>
              <a:gd name="connsiteX172" fmla="*/ 81917 w 8313009"/>
              <a:gd name="connsiteY172" fmla="*/ 2688822 h 6858000"/>
              <a:gd name="connsiteX173" fmla="*/ 85726 w 8313009"/>
              <a:gd name="connsiteY173" fmla="*/ 2692814 h 6858000"/>
              <a:gd name="connsiteX174" fmla="*/ 78954 w 8313009"/>
              <a:gd name="connsiteY174" fmla="*/ 2700565 h 6858000"/>
              <a:gd name="connsiteX175" fmla="*/ 73105 w 8313009"/>
              <a:gd name="connsiteY175" fmla="*/ 2696224 h 6858000"/>
              <a:gd name="connsiteX176" fmla="*/ 75567 w 8313009"/>
              <a:gd name="connsiteY176" fmla="*/ 2684132 h 6858000"/>
              <a:gd name="connsiteX177" fmla="*/ 76183 w 8313009"/>
              <a:gd name="connsiteY177" fmla="*/ 2684132 h 6858000"/>
              <a:gd name="connsiteX178" fmla="*/ 76086 w 8313009"/>
              <a:gd name="connsiteY178" fmla="*/ 2684515 h 6858000"/>
              <a:gd name="connsiteX179" fmla="*/ 0 w 8313009"/>
              <a:gd name="connsiteY179" fmla="*/ 0 h 6858000"/>
              <a:gd name="connsiteX180" fmla="*/ 2374 w 8313009"/>
              <a:gd name="connsiteY180" fmla="*/ 0 h 6858000"/>
              <a:gd name="connsiteX181" fmla="*/ 2374 w 8313009"/>
              <a:gd name="connsiteY181" fmla="*/ 3797213 h 6858000"/>
              <a:gd name="connsiteX182" fmla="*/ 63870 w 8313009"/>
              <a:gd name="connsiteY182" fmla="*/ 3799101 h 6858000"/>
              <a:gd name="connsiteX183" fmla="*/ 2531 w 8313009"/>
              <a:gd name="connsiteY183" fmla="*/ 3848245 h 6858000"/>
              <a:gd name="connsiteX184" fmla="*/ 2374 w 8313009"/>
              <a:gd name="connsiteY184" fmla="*/ 3848254 h 6858000"/>
              <a:gd name="connsiteX185" fmla="*/ 2374 w 8313009"/>
              <a:gd name="connsiteY185" fmla="*/ 4408525 h 6858000"/>
              <a:gd name="connsiteX186" fmla="*/ 7212 w 8313009"/>
              <a:gd name="connsiteY186" fmla="*/ 4416344 h 6858000"/>
              <a:gd name="connsiteX187" fmla="*/ 23850 w 8313009"/>
              <a:gd name="connsiteY187" fmla="*/ 4426658 h 6858000"/>
              <a:gd name="connsiteX188" fmla="*/ 46323 w 8313009"/>
              <a:gd name="connsiteY188" fmla="*/ 4457664 h 6858000"/>
              <a:gd name="connsiteX189" fmla="*/ 58944 w 8313009"/>
              <a:gd name="connsiteY189" fmla="*/ 4475958 h 6858000"/>
              <a:gd name="connsiteX190" fmla="*/ 63254 w 8313009"/>
              <a:gd name="connsiteY190" fmla="*/ 4448673 h 6858000"/>
              <a:gd name="connsiteX191" fmla="*/ 82956 w 8313009"/>
              <a:gd name="connsiteY191" fmla="*/ 4382320 h 6858000"/>
              <a:gd name="connsiteX192" fmla="*/ 80802 w 8313009"/>
              <a:gd name="connsiteY192" fmla="*/ 4355965 h 6858000"/>
              <a:gd name="connsiteX193" fmla="*/ 42013 w 8313009"/>
              <a:gd name="connsiteY193" fmla="*/ 4259537 h 6858000"/>
              <a:gd name="connsiteX194" fmla="*/ 34008 w 8313009"/>
              <a:gd name="connsiteY194" fmla="*/ 4212719 h 6858000"/>
              <a:gd name="connsiteX195" fmla="*/ 39710 w 8313009"/>
              <a:gd name="connsiteY195" fmla="*/ 4208970 h 6858000"/>
              <a:gd name="connsiteX196" fmla="*/ 53403 w 8313009"/>
              <a:gd name="connsiteY196" fmla="*/ 4119701 h 6858000"/>
              <a:gd name="connsiteX197" fmla="*/ 41090 w 8313009"/>
              <a:gd name="connsiteY197" fmla="*/ 4046527 h 6858000"/>
              <a:gd name="connsiteX198" fmla="*/ 50632 w 8313009"/>
              <a:gd name="connsiteY198" fmla="*/ 4012421 h 6858000"/>
              <a:gd name="connsiteX199" fmla="*/ 78954 w 8313009"/>
              <a:gd name="connsiteY199" fmla="*/ 4008391 h 6858000"/>
              <a:gd name="connsiteX200" fmla="*/ 81417 w 8313009"/>
              <a:gd name="connsiteY200" fmla="*/ 3963431 h 6858000"/>
              <a:gd name="connsiteX201" fmla="*/ 123284 w 8313009"/>
              <a:gd name="connsiteY201" fmla="*/ 3969322 h 6858000"/>
              <a:gd name="connsiteX202" fmla="*/ 144525 w 8313009"/>
              <a:gd name="connsiteY202" fmla="*/ 3893669 h 6858000"/>
              <a:gd name="connsiteX203" fmla="*/ 167614 w 8313009"/>
              <a:gd name="connsiteY203" fmla="*/ 3986686 h 6858000"/>
              <a:gd name="connsiteX204" fmla="*/ 126670 w 8313009"/>
              <a:gd name="connsiteY204" fmla="*/ 4002500 h 6858000"/>
              <a:gd name="connsiteX205" fmla="*/ 68795 w 8313009"/>
              <a:gd name="connsiteY205" fmla="*/ 4043427 h 6858000"/>
              <a:gd name="connsiteX206" fmla="*/ 88189 w 8313009"/>
              <a:gd name="connsiteY206" fmla="*/ 4076913 h 6858000"/>
              <a:gd name="connsiteX207" fmla="*/ 117127 w 8313009"/>
              <a:gd name="connsiteY207" fmla="*/ 4107919 h 6858000"/>
              <a:gd name="connsiteX208" fmla="*/ 100811 w 8313009"/>
              <a:gd name="connsiteY208" fmla="*/ 4138925 h 6858000"/>
              <a:gd name="connsiteX209" fmla="*/ 101427 w 8313009"/>
              <a:gd name="connsiteY209" fmla="*/ 4138614 h 6858000"/>
              <a:gd name="connsiteX210" fmla="*/ 100007 w 8313009"/>
              <a:gd name="connsiteY210" fmla="*/ 4138185 h 6858000"/>
              <a:gd name="connsiteX211" fmla="*/ 86651 w 8313009"/>
              <a:gd name="connsiteY211" fmla="*/ 4125902 h 6858000"/>
              <a:gd name="connsiteX212" fmla="*/ 82956 w 8313009"/>
              <a:gd name="connsiteY212" fmla="*/ 4133034 h 6858000"/>
              <a:gd name="connsiteX213" fmla="*/ 100007 w 8313009"/>
              <a:gd name="connsiteY213" fmla="*/ 4138185 h 6858000"/>
              <a:gd name="connsiteX214" fmla="*/ 100811 w 8313009"/>
              <a:gd name="connsiteY214" fmla="*/ 4138925 h 6858000"/>
              <a:gd name="connsiteX215" fmla="*/ 102966 w 8313009"/>
              <a:gd name="connsiteY215" fmla="*/ 4140165 h 6858000"/>
              <a:gd name="connsiteX216" fmla="*/ 133750 w 8313009"/>
              <a:gd name="connsiteY216" fmla="*/ 4229771 h 6858000"/>
              <a:gd name="connsiteX217" fmla="*/ 112509 w 8313009"/>
              <a:gd name="connsiteY217" fmla="*/ 4252716 h 6858000"/>
              <a:gd name="connsiteX218" fmla="*/ 132827 w 8313009"/>
              <a:gd name="connsiteY218" fmla="*/ 4270080 h 6858000"/>
              <a:gd name="connsiteX219" fmla="*/ 163612 w 8313009"/>
              <a:gd name="connsiteY219" fmla="*/ 4355036 h 6858000"/>
              <a:gd name="connsiteX220" fmla="*/ 189163 w 8313009"/>
              <a:gd name="connsiteY220" fmla="*/ 4395343 h 6858000"/>
              <a:gd name="connsiteX221" fmla="*/ 193165 w 8313009"/>
              <a:gd name="connsiteY221" fmla="*/ 4356275 h 6858000"/>
              <a:gd name="connsiteX222" fmla="*/ 195012 w 8313009"/>
              <a:gd name="connsiteY222" fmla="*/ 4261088 h 6858000"/>
              <a:gd name="connsiteX223" fmla="*/ 191626 w 8313009"/>
              <a:gd name="connsiteY223" fmla="*/ 4214269 h 6858000"/>
              <a:gd name="connsiteX224" fmla="*/ 195012 w 8313009"/>
              <a:gd name="connsiteY224" fmla="*/ 4069782 h 6858000"/>
              <a:gd name="connsiteX225" fmla="*/ 184853 w 8313009"/>
              <a:gd name="connsiteY225" fmla="*/ 3796931 h 6858000"/>
              <a:gd name="connsiteX226" fmla="*/ 158994 w 8313009"/>
              <a:gd name="connsiteY226" fmla="*/ 3657715 h 6858000"/>
              <a:gd name="connsiteX227" fmla="*/ 70950 w 8313009"/>
              <a:gd name="connsiteY227" fmla="*/ 3672597 h 6858000"/>
              <a:gd name="connsiteX228" fmla="*/ 42628 w 8313009"/>
              <a:gd name="connsiteY228" fmla="*/ 3551675 h 6858000"/>
              <a:gd name="connsiteX229" fmla="*/ 65717 w 8313009"/>
              <a:gd name="connsiteY229" fmla="*/ 3498655 h 6858000"/>
              <a:gd name="connsiteX230" fmla="*/ 77723 w 8313009"/>
              <a:gd name="connsiteY230" fmla="*/ 3569968 h 6858000"/>
              <a:gd name="connsiteX231" fmla="*/ 76645 w 8313009"/>
              <a:gd name="connsiteY231" fmla="*/ 3571364 h 6858000"/>
              <a:gd name="connsiteX232" fmla="*/ 82648 w 8313009"/>
              <a:gd name="connsiteY232" fmla="*/ 3609036 h 6858000"/>
              <a:gd name="connsiteX233" fmla="*/ 123592 w 8313009"/>
              <a:gd name="connsiteY233" fmla="*/ 3633219 h 6858000"/>
              <a:gd name="connsiteX234" fmla="*/ 127594 w 8313009"/>
              <a:gd name="connsiteY234" fmla="*/ 3430442 h 6858000"/>
              <a:gd name="connsiteX235" fmla="*/ 66025 w 8313009"/>
              <a:gd name="connsiteY235" fmla="*/ 3452766 h 6858000"/>
              <a:gd name="connsiteX236" fmla="*/ 56789 w 8313009"/>
              <a:gd name="connsiteY236" fmla="*/ 3333084 h 6858000"/>
              <a:gd name="connsiteX237" fmla="*/ 99273 w 8313009"/>
              <a:gd name="connsiteY237" fmla="*/ 3369981 h 6858000"/>
              <a:gd name="connsiteX238" fmla="*/ 80186 w 8313009"/>
              <a:gd name="connsiteY238" fmla="*/ 3390755 h 6858000"/>
              <a:gd name="connsiteX239" fmla="*/ 127286 w 8313009"/>
              <a:gd name="connsiteY239" fmla="*/ 3411839 h 6858000"/>
              <a:gd name="connsiteX240" fmla="*/ 150067 w 8313009"/>
              <a:gd name="connsiteY240" fmla="*/ 3346727 h 6858000"/>
              <a:gd name="connsiteX241" fmla="*/ 154993 w 8313009"/>
              <a:gd name="connsiteY241" fmla="*/ 3330603 h 6858000"/>
              <a:gd name="connsiteX242" fmla="*/ 165152 w 8313009"/>
              <a:gd name="connsiteY242" fmla="*/ 3193868 h 6858000"/>
              <a:gd name="connsiteX243" fmla="*/ 131596 w 8313009"/>
              <a:gd name="connsiteY243" fmla="*/ 3145499 h 6858000"/>
              <a:gd name="connsiteX244" fmla="*/ 136213 w 8313009"/>
              <a:gd name="connsiteY244" fmla="*/ 3098060 h 6858000"/>
              <a:gd name="connsiteX245" fmla="*/ 132212 w 8313009"/>
              <a:gd name="connsiteY245" fmla="*/ 3070774 h 6858000"/>
              <a:gd name="connsiteX246" fmla="*/ 104506 w 8313009"/>
              <a:gd name="connsiteY246" fmla="*/ 3081627 h 6858000"/>
              <a:gd name="connsiteX247" fmla="*/ 104506 w 8313009"/>
              <a:gd name="connsiteY247" fmla="*/ 2938070 h 6858000"/>
              <a:gd name="connsiteX248" fmla="*/ 128517 w 8313009"/>
              <a:gd name="connsiteY248" fmla="*/ 2940860 h 6858000"/>
              <a:gd name="connsiteX249" fmla="*/ 122361 w 8313009"/>
              <a:gd name="connsiteY249" fmla="*/ 2909854 h 6858000"/>
              <a:gd name="connsiteX250" fmla="*/ 146988 w 8313009"/>
              <a:gd name="connsiteY250" fmla="*/ 2909854 h 6858000"/>
              <a:gd name="connsiteX251" fmla="*/ 113741 w 8313009"/>
              <a:gd name="connsiteY251" fmla="*/ 2834820 h 6858000"/>
              <a:gd name="connsiteX252" fmla="*/ 140832 w 8313009"/>
              <a:gd name="connsiteY252" fmla="*/ 2824278 h 6858000"/>
              <a:gd name="connsiteX253" fmla="*/ 126670 w 8313009"/>
              <a:gd name="connsiteY253" fmla="*/ 2748003 h 6858000"/>
              <a:gd name="connsiteX254" fmla="*/ 131904 w 8313009"/>
              <a:gd name="connsiteY254" fmla="*/ 2646615 h 6858000"/>
              <a:gd name="connsiteX255" fmla="*/ 120514 w 8313009"/>
              <a:gd name="connsiteY255" fmla="*/ 2522591 h 6858000"/>
              <a:gd name="connsiteX256" fmla="*/ 112509 w 8313009"/>
              <a:gd name="connsiteY256" fmla="*/ 2436085 h 6858000"/>
              <a:gd name="connsiteX257" fmla="*/ 114356 w 8313009"/>
              <a:gd name="connsiteY257" fmla="*/ 2343068 h 6858000"/>
              <a:gd name="connsiteX258" fmla="*/ 120514 w 8313009"/>
              <a:gd name="connsiteY258" fmla="*/ 2229897 h 6858000"/>
              <a:gd name="connsiteX259" fmla="*/ 114356 w 8313009"/>
              <a:gd name="connsiteY259" fmla="*/ 2105874 h 6858000"/>
              <a:gd name="connsiteX260" fmla="*/ 120821 w 8313009"/>
              <a:gd name="connsiteY260" fmla="*/ 1935031 h 6858000"/>
              <a:gd name="connsiteX261" fmla="*/ 123900 w 8313009"/>
              <a:gd name="connsiteY261" fmla="*/ 1846976 h 6858000"/>
              <a:gd name="connsiteX262" fmla="*/ 138369 w 8313009"/>
              <a:gd name="connsiteY262" fmla="*/ 1512423 h 6858000"/>
              <a:gd name="connsiteX263" fmla="*/ 134059 w 8313009"/>
              <a:gd name="connsiteY263" fmla="*/ 1437699 h 6858000"/>
              <a:gd name="connsiteX264" fmla="*/ 148220 w 8313009"/>
              <a:gd name="connsiteY264" fmla="*/ 1063458 h 6858000"/>
              <a:gd name="connsiteX265" fmla="*/ 179004 w 8313009"/>
              <a:gd name="connsiteY265" fmla="*/ 686118 h 6858000"/>
              <a:gd name="connsiteX266" fmla="*/ 172848 w 8313009"/>
              <a:gd name="connsiteY266" fmla="*/ 469077 h 6858000"/>
              <a:gd name="connsiteX267" fmla="*/ 165152 w 8313009"/>
              <a:gd name="connsiteY267" fmla="*/ 416987 h 6858000"/>
              <a:gd name="connsiteX268" fmla="*/ 154684 w 8313009"/>
              <a:gd name="connsiteY268" fmla="*/ 276221 h 6858000"/>
              <a:gd name="connsiteX269" fmla="*/ 123900 w 8313009"/>
              <a:gd name="connsiteY269" fmla="*/ 130804 h 6858000"/>
              <a:gd name="connsiteX270" fmla="*/ 106660 w 8313009"/>
              <a:gd name="connsiteY270" fmla="*/ 31275 h 6858000"/>
              <a:gd name="connsiteX271" fmla="*/ 101226 w 8313009"/>
              <a:gd name="connsiteY271" fmla="*/ 0 h 6858000"/>
              <a:gd name="connsiteX272" fmla="*/ 8313009 w 8313009"/>
              <a:gd name="connsiteY272" fmla="*/ 0 h 6858000"/>
              <a:gd name="connsiteX273" fmla="*/ 8313009 w 8313009"/>
              <a:gd name="connsiteY273" fmla="*/ 860626 h 6858000"/>
              <a:gd name="connsiteX274" fmla="*/ 6885196 w 8313009"/>
              <a:gd name="connsiteY274" fmla="*/ 860626 h 6858000"/>
              <a:gd name="connsiteX275" fmla="*/ 6885196 w 8313009"/>
              <a:gd name="connsiteY275" fmla="*/ 5997374 h 6858000"/>
              <a:gd name="connsiteX276" fmla="*/ 8313009 w 8313009"/>
              <a:gd name="connsiteY276" fmla="*/ 5997374 h 6858000"/>
              <a:gd name="connsiteX277" fmla="*/ 8313009 w 8313009"/>
              <a:gd name="connsiteY277" fmla="*/ 6858000 h 6858000"/>
              <a:gd name="connsiteX278" fmla="*/ 0 w 8313009"/>
              <a:gd name="connsiteY27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8313009" h="6858000">
                <a:moveTo>
                  <a:pt x="2374" y="6774728"/>
                </a:moveTo>
                <a:lnTo>
                  <a:pt x="2374" y="6813824"/>
                </a:lnTo>
                <a:lnTo>
                  <a:pt x="5605" y="6823519"/>
                </a:lnTo>
                <a:cubicBezTo>
                  <a:pt x="8477" y="6827981"/>
                  <a:pt x="12921" y="6831624"/>
                  <a:pt x="20156" y="6833949"/>
                </a:cubicBezTo>
                <a:cubicBezTo>
                  <a:pt x="23850" y="6830229"/>
                  <a:pt x="27236" y="6828369"/>
                  <a:pt x="27236" y="6826198"/>
                </a:cubicBezTo>
                <a:cubicBezTo>
                  <a:pt x="27236" y="6810385"/>
                  <a:pt x="27236" y="6795192"/>
                  <a:pt x="27236" y="6774728"/>
                </a:cubicBezTo>
                <a:close/>
                <a:moveTo>
                  <a:pt x="93115" y="6714888"/>
                </a:moveTo>
                <a:cubicBezTo>
                  <a:pt x="74644" y="6765117"/>
                  <a:pt x="62331" y="6807905"/>
                  <a:pt x="81417" y="6856894"/>
                </a:cubicBezTo>
                <a:cubicBezTo>
                  <a:pt x="115895" y="6826818"/>
                  <a:pt x="120205" y="6781239"/>
                  <a:pt x="93115" y="6714888"/>
                </a:cubicBezTo>
                <a:close/>
                <a:moveTo>
                  <a:pt x="2374" y="6470972"/>
                </a:moveTo>
                <a:lnTo>
                  <a:pt x="2374" y="6586449"/>
                </a:lnTo>
                <a:lnTo>
                  <a:pt x="9073" y="6553657"/>
                </a:lnTo>
                <a:cubicBezTo>
                  <a:pt x="13075" y="6534743"/>
                  <a:pt x="29391" y="6534743"/>
                  <a:pt x="39858" y="6545596"/>
                </a:cubicBezTo>
                <a:cubicBezTo>
                  <a:pt x="50324" y="6556447"/>
                  <a:pt x="59868" y="6568540"/>
                  <a:pt x="70643" y="6580942"/>
                </a:cubicBezTo>
                <a:cubicBezTo>
                  <a:pt x="85419" y="6561718"/>
                  <a:pt x="85419" y="6561718"/>
                  <a:pt x="80493" y="6506528"/>
                </a:cubicBezTo>
                <a:lnTo>
                  <a:pt x="56482" y="6515210"/>
                </a:lnTo>
                <a:cubicBezTo>
                  <a:pt x="18616" y="6529163"/>
                  <a:pt x="1376" y="6516140"/>
                  <a:pt x="2916" y="6476142"/>
                </a:cubicBezTo>
                <a:close/>
                <a:moveTo>
                  <a:pt x="2374" y="6296425"/>
                </a:moveTo>
                <a:lnTo>
                  <a:pt x="2374" y="6386535"/>
                </a:lnTo>
                <a:lnTo>
                  <a:pt x="24456" y="6387911"/>
                </a:lnTo>
                <a:cubicBezTo>
                  <a:pt x="52364" y="6395004"/>
                  <a:pt x="69103" y="6416224"/>
                  <a:pt x="84803" y="6441106"/>
                </a:cubicBezTo>
                <a:lnTo>
                  <a:pt x="84803" y="6397697"/>
                </a:lnTo>
                <a:cubicBezTo>
                  <a:pt x="100208" y="6410382"/>
                  <a:pt x="117306" y="6420818"/>
                  <a:pt x="135598" y="6428703"/>
                </a:cubicBezTo>
                <a:cubicBezTo>
                  <a:pt x="156042" y="6431277"/>
                  <a:pt x="176723" y="6431277"/>
                  <a:pt x="197168" y="6428703"/>
                </a:cubicBezTo>
                <a:lnTo>
                  <a:pt x="210720" y="6487682"/>
                </a:lnTo>
                <a:lnTo>
                  <a:pt x="210720" y="6319804"/>
                </a:lnTo>
                <a:lnTo>
                  <a:pt x="206511" y="6322597"/>
                </a:lnTo>
                <a:cubicBezTo>
                  <a:pt x="184911" y="6343840"/>
                  <a:pt x="211982" y="6377040"/>
                  <a:pt x="192858" y="6399558"/>
                </a:cubicBezTo>
                <a:cubicBezTo>
                  <a:pt x="166075" y="6393357"/>
                  <a:pt x="134675" y="6409480"/>
                  <a:pt x="108815" y="6384985"/>
                </a:cubicBezTo>
                <a:cubicBezTo>
                  <a:pt x="71566" y="6391806"/>
                  <a:pt x="60175" y="6367002"/>
                  <a:pt x="55250" y="6339096"/>
                </a:cubicBezTo>
                <a:cubicBezTo>
                  <a:pt x="39088" y="6334756"/>
                  <a:pt x="26293" y="6328380"/>
                  <a:pt x="16889" y="6320227"/>
                </a:cubicBezTo>
                <a:close/>
                <a:moveTo>
                  <a:pt x="2374" y="6180878"/>
                </a:moveTo>
                <a:lnTo>
                  <a:pt x="2374" y="6249981"/>
                </a:lnTo>
                <a:lnTo>
                  <a:pt x="24466" y="6205772"/>
                </a:lnTo>
                <a:cubicBezTo>
                  <a:pt x="20233" y="6193602"/>
                  <a:pt x="14230" y="6186335"/>
                  <a:pt x="7101" y="6182038"/>
                </a:cubicBezTo>
                <a:close/>
                <a:moveTo>
                  <a:pt x="140523" y="5850756"/>
                </a:moveTo>
                <a:cubicBezTo>
                  <a:pt x="131596" y="5874939"/>
                  <a:pt x="156531" y="5900674"/>
                  <a:pt x="119282" y="5910907"/>
                </a:cubicBezTo>
                <a:cubicBezTo>
                  <a:pt x="115281" y="5888582"/>
                  <a:pt x="109739" y="5869048"/>
                  <a:pt x="140523" y="5850756"/>
                </a:cubicBezTo>
                <a:close/>
                <a:moveTo>
                  <a:pt x="99273" y="5777891"/>
                </a:moveTo>
                <a:cubicBezTo>
                  <a:pt x="101427" y="5779441"/>
                  <a:pt x="105121" y="5781922"/>
                  <a:pt x="105121" y="5781922"/>
                </a:cubicBezTo>
                <a:cubicBezTo>
                  <a:pt x="104407" y="5785798"/>
                  <a:pt x="103163" y="5789553"/>
                  <a:pt x="101427" y="5793084"/>
                </a:cubicBezTo>
                <a:cubicBezTo>
                  <a:pt x="98348" y="5790914"/>
                  <a:pt x="94962" y="5788124"/>
                  <a:pt x="94962" y="5788124"/>
                </a:cubicBezTo>
                <a:cubicBezTo>
                  <a:pt x="96003" y="5784558"/>
                  <a:pt x="97449" y="5781125"/>
                  <a:pt x="99273" y="5777891"/>
                </a:cubicBezTo>
                <a:close/>
                <a:moveTo>
                  <a:pt x="18000" y="5457292"/>
                </a:moveTo>
                <a:lnTo>
                  <a:pt x="2374" y="5478058"/>
                </a:lnTo>
                <a:lnTo>
                  <a:pt x="2374" y="6145908"/>
                </a:lnTo>
                <a:lnTo>
                  <a:pt x="6611" y="6146861"/>
                </a:lnTo>
                <a:cubicBezTo>
                  <a:pt x="14922" y="6148721"/>
                  <a:pt x="23234" y="6148721"/>
                  <a:pt x="30006" y="6148721"/>
                </a:cubicBezTo>
                <a:cubicBezTo>
                  <a:pt x="38934" y="6162054"/>
                  <a:pt x="29391" y="6184688"/>
                  <a:pt x="55866" y="6184688"/>
                </a:cubicBezTo>
                <a:lnTo>
                  <a:pt x="76491" y="6149962"/>
                </a:lnTo>
                <a:cubicBezTo>
                  <a:pt x="89114" y="6163914"/>
                  <a:pt x="118358" y="6147171"/>
                  <a:pt x="121745" y="6178176"/>
                </a:cubicBezTo>
                <a:cubicBezTo>
                  <a:pt x="147604" y="6155852"/>
                  <a:pt x="147604" y="6155852"/>
                  <a:pt x="141447" y="6124846"/>
                </a:cubicBezTo>
                <a:cubicBezTo>
                  <a:pt x="117435" y="6126397"/>
                  <a:pt x="90037" y="6139420"/>
                  <a:pt x="68487" y="6108414"/>
                </a:cubicBezTo>
                <a:lnTo>
                  <a:pt x="99273" y="6058494"/>
                </a:lnTo>
                <a:cubicBezTo>
                  <a:pt x="105429" y="6072136"/>
                  <a:pt x="107583" y="6078958"/>
                  <a:pt x="110970" y="6084849"/>
                </a:cubicBezTo>
                <a:cubicBezTo>
                  <a:pt x="114428" y="6091224"/>
                  <a:pt x="118898" y="6096985"/>
                  <a:pt x="124208" y="6101903"/>
                </a:cubicBezTo>
                <a:cubicBezTo>
                  <a:pt x="142062" y="6116165"/>
                  <a:pt x="158070" y="6110274"/>
                  <a:pt x="162073" y="6087949"/>
                </a:cubicBezTo>
                <a:cubicBezTo>
                  <a:pt x="163464" y="6080697"/>
                  <a:pt x="164083" y="6073318"/>
                  <a:pt x="163920" y="6065935"/>
                </a:cubicBezTo>
                <a:cubicBezTo>
                  <a:pt x="161765" y="6016016"/>
                  <a:pt x="161765" y="5966407"/>
                  <a:pt x="161765" y="5916487"/>
                </a:cubicBezTo>
                <a:cubicBezTo>
                  <a:pt x="161765" y="5907496"/>
                  <a:pt x="165766" y="5890443"/>
                  <a:pt x="171308" y="5890443"/>
                </a:cubicBezTo>
                <a:cubicBezTo>
                  <a:pt x="181978" y="5888086"/>
                  <a:pt x="193140" y="5890337"/>
                  <a:pt x="202092" y="5896644"/>
                </a:cubicBezTo>
                <a:lnTo>
                  <a:pt x="210720" y="5907132"/>
                </a:lnTo>
                <a:lnTo>
                  <a:pt x="210720" y="5692572"/>
                </a:lnTo>
                <a:lnTo>
                  <a:pt x="206407" y="5694723"/>
                </a:lnTo>
                <a:cubicBezTo>
                  <a:pt x="196609" y="5703575"/>
                  <a:pt x="198629" y="5717353"/>
                  <a:pt x="201169" y="5732002"/>
                </a:cubicBezTo>
                <a:cubicBezTo>
                  <a:pt x="203632" y="5746266"/>
                  <a:pt x="210713" y="5769520"/>
                  <a:pt x="205480" y="5772931"/>
                </a:cubicBezTo>
                <a:cubicBezTo>
                  <a:pt x="185161" y="5786263"/>
                  <a:pt x="200245" y="5806417"/>
                  <a:pt x="192549" y="5820680"/>
                </a:cubicBezTo>
                <a:cubicBezTo>
                  <a:pt x="165152" y="5809828"/>
                  <a:pt x="162996" y="5809517"/>
                  <a:pt x="165152" y="5789674"/>
                </a:cubicBezTo>
                <a:cubicBezTo>
                  <a:pt x="168845" y="5749676"/>
                  <a:pt x="175002" y="5709369"/>
                  <a:pt x="182083" y="5669681"/>
                </a:cubicBezTo>
                <a:cubicBezTo>
                  <a:pt x="183622" y="5661620"/>
                  <a:pt x="193165" y="5654178"/>
                  <a:pt x="200554" y="5648597"/>
                </a:cubicBezTo>
                <a:lnTo>
                  <a:pt x="210720" y="5634069"/>
                </a:lnTo>
                <a:lnTo>
                  <a:pt x="210720" y="5626201"/>
                </a:lnTo>
                <a:lnTo>
                  <a:pt x="200554" y="5612941"/>
                </a:lnTo>
                <a:cubicBezTo>
                  <a:pt x="193735" y="5609601"/>
                  <a:pt x="186624" y="5606901"/>
                  <a:pt x="179312" y="5604880"/>
                </a:cubicBezTo>
                <a:cubicBezTo>
                  <a:pt x="179312" y="5583796"/>
                  <a:pt x="179928" y="5561161"/>
                  <a:pt x="179312" y="5542868"/>
                </a:cubicBezTo>
                <a:cubicBezTo>
                  <a:pt x="178697" y="5524574"/>
                  <a:pt x="183930" y="5502560"/>
                  <a:pt x="160842" y="5493569"/>
                </a:cubicBezTo>
                <a:cubicBezTo>
                  <a:pt x="140361" y="5486047"/>
                  <a:pt x="117454" y="5494083"/>
                  <a:pt x="106045" y="5512792"/>
                </a:cubicBezTo>
                <a:cubicBezTo>
                  <a:pt x="103890" y="5515582"/>
                  <a:pt x="98964" y="5516513"/>
                  <a:pt x="93423" y="5519303"/>
                </a:cubicBezTo>
                <a:lnTo>
                  <a:pt x="74337" y="5498529"/>
                </a:lnTo>
                <a:lnTo>
                  <a:pt x="58944" y="5536357"/>
                </a:lnTo>
                <a:cubicBezTo>
                  <a:pt x="46938" y="5504420"/>
                  <a:pt x="43244" y="5476205"/>
                  <a:pt x="18000" y="5457292"/>
                </a:cubicBezTo>
                <a:close/>
                <a:moveTo>
                  <a:pt x="39242" y="5317456"/>
                </a:moveTo>
                <a:lnTo>
                  <a:pt x="2374" y="5320482"/>
                </a:lnTo>
                <a:lnTo>
                  <a:pt x="2374" y="5381223"/>
                </a:lnTo>
                <a:lnTo>
                  <a:pt x="2916" y="5381327"/>
                </a:lnTo>
                <a:cubicBezTo>
                  <a:pt x="33701" y="5395590"/>
                  <a:pt x="36779" y="5392489"/>
                  <a:pt x="39242" y="5361483"/>
                </a:cubicBezTo>
                <a:cubicBezTo>
                  <a:pt x="39242" y="5348771"/>
                  <a:pt x="39242" y="5336059"/>
                  <a:pt x="39242" y="5317456"/>
                </a:cubicBezTo>
                <a:close/>
                <a:moveTo>
                  <a:pt x="19213" y="5238292"/>
                </a:moveTo>
                <a:lnTo>
                  <a:pt x="2374" y="5248232"/>
                </a:lnTo>
                <a:lnTo>
                  <a:pt x="2374" y="5254722"/>
                </a:lnTo>
                <a:lnTo>
                  <a:pt x="66025" y="5311254"/>
                </a:lnTo>
                <a:cubicBezTo>
                  <a:pt x="75285" y="5285749"/>
                  <a:pt x="65197" y="5257217"/>
                  <a:pt x="42013" y="5243351"/>
                </a:cubicBezTo>
                <a:lnTo>
                  <a:pt x="42013" y="5244282"/>
                </a:lnTo>
                <a:cubicBezTo>
                  <a:pt x="35234" y="5239115"/>
                  <a:pt x="27017" y="5237204"/>
                  <a:pt x="19213" y="5238292"/>
                </a:cubicBezTo>
                <a:close/>
                <a:moveTo>
                  <a:pt x="140523" y="4916861"/>
                </a:moveTo>
                <a:cubicBezTo>
                  <a:pt x="135906" y="4929883"/>
                  <a:pt x="135290" y="4942595"/>
                  <a:pt x="128517" y="4947866"/>
                </a:cubicBezTo>
                <a:cubicBezTo>
                  <a:pt x="102043" y="4972051"/>
                  <a:pt x="109739" y="5000576"/>
                  <a:pt x="114665" y="5029412"/>
                </a:cubicBezTo>
                <a:lnTo>
                  <a:pt x="121745" y="5072819"/>
                </a:lnTo>
                <a:cubicBezTo>
                  <a:pt x="126978" y="5103825"/>
                  <a:pt x="131289" y="5134832"/>
                  <a:pt x="137753" y="5163357"/>
                </a:cubicBezTo>
                <a:cubicBezTo>
                  <a:pt x="137753" y="5167077"/>
                  <a:pt x="149143" y="5168628"/>
                  <a:pt x="157763" y="5172658"/>
                </a:cubicBezTo>
                <a:cubicBezTo>
                  <a:pt x="171592" y="5139476"/>
                  <a:pt x="173121" y="5102393"/>
                  <a:pt x="162073" y="5068168"/>
                </a:cubicBezTo>
                <a:cubicBezTo>
                  <a:pt x="147604" y="5033443"/>
                  <a:pt x="157455" y="4994374"/>
                  <a:pt x="155608" y="4961819"/>
                </a:cubicBezTo>
                <a:cubicBezTo>
                  <a:pt x="171924" y="4946626"/>
                  <a:pt x="204248" y="4968640"/>
                  <a:pt x="198706" y="4930813"/>
                </a:cubicBezTo>
                <a:lnTo>
                  <a:pt x="197783" y="4932983"/>
                </a:lnTo>
                <a:close/>
                <a:moveTo>
                  <a:pt x="2374" y="4622257"/>
                </a:moveTo>
                <a:lnTo>
                  <a:pt x="2374" y="5192916"/>
                </a:lnTo>
                <a:lnTo>
                  <a:pt x="32162" y="5194672"/>
                </a:lnTo>
                <a:lnTo>
                  <a:pt x="41090" y="5223508"/>
                </a:lnTo>
                <a:cubicBezTo>
                  <a:pt x="53403" y="5212966"/>
                  <a:pt x="66332" y="5207695"/>
                  <a:pt x="69103" y="5198703"/>
                </a:cubicBezTo>
                <a:cubicBezTo>
                  <a:pt x="85816" y="5163077"/>
                  <a:pt x="91912" y="5123334"/>
                  <a:pt x="86651" y="5084292"/>
                </a:cubicBezTo>
                <a:cubicBezTo>
                  <a:pt x="81439" y="5057239"/>
                  <a:pt x="79576" y="5029640"/>
                  <a:pt x="81109" y="5002126"/>
                </a:cubicBezTo>
                <a:cubicBezTo>
                  <a:pt x="81725" y="4950657"/>
                  <a:pt x="88189" y="4895777"/>
                  <a:pt x="41090" y="4855469"/>
                </a:cubicBezTo>
                <a:cubicBezTo>
                  <a:pt x="26620" y="4843376"/>
                  <a:pt x="29391" y="4824153"/>
                  <a:pt x="44475" y="4806170"/>
                </a:cubicBezTo>
                <a:lnTo>
                  <a:pt x="61407" y="4833454"/>
                </a:lnTo>
                <a:lnTo>
                  <a:pt x="84188" y="4786015"/>
                </a:lnTo>
                <a:lnTo>
                  <a:pt x="40474" y="4779195"/>
                </a:lnTo>
                <a:lnTo>
                  <a:pt x="43551" y="4737956"/>
                </a:lnTo>
                <a:cubicBezTo>
                  <a:pt x="67564" y="4749429"/>
                  <a:pt x="77415" y="4736406"/>
                  <a:pt x="78954" y="4718423"/>
                </a:cubicBezTo>
                <a:cubicBezTo>
                  <a:pt x="81109" y="4689588"/>
                  <a:pt x="95885" y="4655481"/>
                  <a:pt x="54019" y="4639979"/>
                </a:cubicBezTo>
                <a:cubicBezTo>
                  <a:pt x="50016" y="4638738"/>
                  <a:pt x="49093" y="4630057"/>
                  <a:pt x="46630" y="4625095"/>
                </a:cubicBezTo>
                <a:close/>
                <a:moveTo>
                  <a:pt x="135598" y="4605252"/>
                </a:moveTo>
                <a:cubicBezTo>
                  <a:pt x="130673" y="4641219"/>
                  <a:pt x="145141" y="4677185"/>
                  <a:pt x="114972" y="4703851"/>
                </a:cubicBezTo>
                <a:cubicBezTo>
                  <a:pt x="112202" y="4706641"/>
                  <a:pt x="117435" y="4717493"/>
                  <a:pt x="117435" y="4724624"/>
                </a:cubicBezTo>
                <a:cubicBezTo>
                  <a:pt x="121455" y="4748431"/>
                  <a:pt x="121455" y="4772752"/>
                  <a:pt x="117435" y="4796557"/>
                </a:cubicBezTo>
                <a:cubicBezTo>
                  <a:pt x="111456" y="4821769"/>
                  <a:pt x="113947" y="4848266"/>
                  <a:pt x="124515" y="4871902"/>
                </a:cubicBezTo>
                <a:cubicBezTo>
                  <a:pt x="126363" y="4878103"/>
                  <a:pt x="138369" y="4881514"/>
                  <a:pt x="148528" y="4888025"/>
                </a:cubicBezTo>
                <a:lnTo>
                  <a:pt x="154993" y="4828803"/>
                </a:lnTo>
                <a:cubicBezTo>
                  <a:pt x="175925" y="4839036"/>
                  <a:pt x="191010" y="4846168"/>
                  <a:pt x="206710" y="4853609"/>
                </a:cubicBezTo>
                <a:lnTo>
                  <a:pt x="210720" y="4847309"/>
                </a:lnTo>
                <a:lnTo>
                  <a:pt x="210720" y="4794071"/>
                </a:lnTo>
                <a:lnTo>
                  <a:pt x="203324" y="4698889"/>
                </a:lnTo>
                <a:cubicBezTo>
                  <a:pt x="154684" y="4694239"/>
                  <a:pt x="147604" y="4682147"/>
                  <a:pt x="165152" y="4629746"/>
                </a:cubicBezTo>
                <a:cubicBezTo>
                  <a:pt x="167922" y="4653931"/>
                  <a:pt x="173771" y="4671605"/>
                  <a:pt x="204248" y="4665403"/>
                </a:cubicBezTo>
                <a:lnTo>
                  <a:pt x="199322" y="4610523"/>
                </a:lnTo>
                <a:cubicBezTo>
                  <a:pt x="176234" y="4608353"/>
                  <a:pt x="157763" y="4607112"/>
                  <a:pt x="135598" y="4605252"/>
                </a:cubicBezTo>
                <a:close/>
                <a:moveTo>
                  <a:pt x="145757" y="4513475"/>
                </a:moveTo>
                <a:cubicBezTo>
                  <a:pt x="126363" y="4510374"/>
                  <a:pt x="118051" y="4520916"/>
                  <a:pt x="118358" y="4542000"/>
                </a:cubicBezTo>
                <a:cubicBezTo>
                  <a:pt x="135906" y="4548511"/>
                  <a:pt x="149758" y="4549132"/>
                  <a:pt x="155608" y="4528977"/>
                </a:cubicBezTo>
                <a:cubicBezTo>
                  <a:pt x="155608" y="4524947"/>
                  <a:pt x="150067" y="4514095"/>
                  <a:pt x="145757" y="4513475"/>
                </a:cubicBezTo>
                <a:close/>
                <a:moveTo>
                  <a:pt x="13998" y="4341702"/>
                </a:moveTo>
                <a:lnTo>
                  <a:pt x="22003" y="4355965"/>
                </a:lnTo>
                <a:cubicBezTo>
                  <a:pt x="20125" y="4357221"/>
                  <a:pt x="18170" y="4358362"/>
                  <a:pt x="16154" y="4359376"/>
                </a:cubicBezTo>
                <a:cubicBezTo>
                  <a:pt x="13075" y="4354725"/>
                  <a:pt x="10304" y="4349765"/>
                  <a:pt x="7842" y="4345113"/>
                </a:cubicBezTo>
                <a:cubicBezTo>
                  <a:pt x="9790" y="4343792"/>
                  <a:pt x="11850" y="4342652"/>
                  <a:pt x="13998" y="4341702"/>
                </a:cubicBezTo>
                <a:close/>
                <a:moveTo>
                  <a:pt x="64178" y="4232252"/>
                </a:moveTo>
                <a:lnTo>
                  <a:pt x="67256" y="4266358"/>
                </a:lnTo>
                <a:cubicBezTo>
                  <a:pt x="74644" y="4256437"/>
                  <a:pt x="84495" y="4246204"/>
                  <a:pt x="64178" y="4232252"/>
                </a:cubicBezTo>
                <a:close/>
                <a:moveTo>
                  <a:pt x="154377" y="4109779"/>
                </a:moveTo>
                <a:lnTo>
                  <a:pt x="160533" y="4114430"/>
                </a:lnTo>
                <a:lnTo>
                  <a:pt x="154068" y="4123422"/>
                </a:lnTo>
                <a:cubicBezTo>
                  <a:pt x="152221" y="4121872"/>
                  <a:pt x="148835" y="4119391"/>
                  <a:pt x="148835" y="4119391"/>
                </a:cubicBezTo>
                <a:cubicBezTo>
                  <a:pt x="150498" y="4116073"/>
                  <a:pt x="152348" y="4112880"/>
                  <a:pt x="154377" y="4109779"/>
                </a:cubicBezTo>
                <a:close/>
                <a:moveTo>
                  <a:pt x="42013" y="3915373"/>
                </a:moveTo>
                <a:cubicBezTo>
                  <a:pt x="44531" y="3915806"/>
                  <a:pt x="46760" y="3917264"/>
                  <a:pt x="48170" y="3919404"/>
                </a:cubicBezTo>
                <a:cubicBezTo>
                  <a:pt x="50324" y="3920954"/>
                  <a:pt x="51556" y="3927775"/>
                  <a:pt x="48170" y="3926225"/>
                </a:cubicBezTo>
                <a:cubicBezTo>
                  <a:pt x="44783" y="3924675"/>
                  <a:pt x="41397" y="3921574"/>
                  <a:pt x="37395" y="3921574"/>
                </a:cubicBezTo>
                <a:cubicBezTo>
                  <a:pt x="39858" y="3918784"/>
                  <a:pt x="41397" y="3915373"/>
                  <a:pt x="42013" y="3915373"/>
                </a:cubicBezTo>
                <a:close/>
                <a:moveTo>
                  <a:pt x="103582" y="3774296"/>
                </a:moveTo>
                <a:cubicBezTo>
                  <a:pt x="129441" y="3791969"/>
                  <a:pt x="162689" y="3804062"/>
                  <a:pt x="142986" y="3852431"/>
                </a:cubicBezTo>
                <a:cubicBezTo>
                  <a:pt x="124208" y="3839099"/>
                  <a:pt x="109739" y="3828246"/>
                  <a:pt x="92499" y="3816464"/>
                </a:cubicBezTo>
                <a:close/>
                <a:moveTo>
                  <a:pt x="27852" y="3616167"/>
                </a:moveTo>
                <a:cubicBezTo>
                  <a:pt x="30006" y="3617406"/>
                  <a:pt x="33393" y="3618027"/>
                  <a:pt x="33701" y="3620198"/>
                </a:cubicBezTo>
                <a:cubicBezTo>
                  <a:pt x="34008" y="3622368"/>
                  <a:pt x="30930" y="3624849"/>
                  <a:pt x="30930" y="3627329"/>
                </a:cubicBezTo>
                <a:lnTo>
                  <a:pt x="24773" y="3623298"/>
                </a:lnTo>
                <a:close/>
                <a:moveTo>
                  <a:pt x="59252" y="3148599"/>
                </a:moveTo>
                <a:lnTo>
                  <a:pt x="68795" y="3217122"/>
                </a:lnTo>
                <a:cubicBezTo>
                  <a:pt x="48170" y="3199139"/>
                  <a:pt x="48170" y="3199139"/>
                  <a:pt x="59252" y="3148599"/>
                </a:cubicBezTo>
                <a:close/>
                <a:moveTo>
                  <a:pt x="44475" y="3084417"/>
                </a:moveTo>
                <a:cubicBezTo>
                  <a:pt x="47243" y="3084232"/>
                  <a:pt x="50020" y="3084232"/>
                  <a:pt x="52787" y="3084417"/>
                </a:cubicBezTo>
                <a:lnTo>
                  <a:pt x="54942" y="3107362"/>
                </a:lnTo>
                <a:cubicBezTo>
                  <a:pt x="53403" y="3107362"/>
                  <a:pt x="51863" y="3107362"/>
                  <a:pt x="50324" y="3107362"/>
                </a:cubicBezTo>
                <a:close/>
                <a:moveTo>
                  <a:pt x="76086" y="2684515"/>
                </a:moveTo>
                <a:lnTo>
                  <a:pt x="81917" y="2688822"/>
                </a:lnTo>
                <a:cubicBezTo>
                  <a:pt x="84033" y="2690178"/>
                  <a:pt x="85726" y="2691419"/>
                  <a:pt x="85726" y="2692814"/>
                </a:cubicBezTo>
                <a:cubicBezTo>
                  <a:pt x="85726" y="2695604"/>
                  <a:pt x="79570" y="2699944"/>
                  <a:pt x="78954" y="2700565"/>
                </a:cubicBezTo>
                <a:cubicBezTo>
                  <a:pt x="78339" y="2701185"/>
                  <a:pt x="73105" y="2698085"/>
                  <a:pt x="73105" y="2696224"/>
                </a:cubicBezTo>
                <a:close/>
                <a:moveTo>
                  <a:pt x="75567" y="2684132"/>
                </a:moveTo>
                <a:lnTo>
                  <a:pt x="76183" y="2684132"/>
                </a:lnTo>
                <a:lnTo>
                  <a:pt x="76086" y="2684515"/>
                </a:lnTo>
                <a:close/>
                <a:moveTo>
                  <a:pt x="0" y="0"/>
                </a:moveTo>
                <a:lnTo>
                  <a:pt x="2374" y="0"/>
                </a:lnTo>
                <a:lnTo>
                  <a:pt x="2374" y="3797213"/>
                </a:lnTo>
                <a:lnTo>
                  <a:pt x="63870" y="3799101"/>
                </a:lnTo>
                <a:cubicBezTo>
                  <a:pt x="48016" y="3827316"/>
                  <a:pt x="26697" y="3841501"/>
                  <a:pt x="2531" y="3848245"/>
                </a:cubicBezTo>
                <a:lnTo>
                  <a:pt x="2374" y="3848254"/>
                </a:lnTo>
                <a:lnTo>
                  <a:pt x="2374" y="4408525"/>
                </a:lnTo>
                <a:lnTo>
                  <a:pt x="7212" y="4416344"/>
                </a:lnTo>
                <a:cubicBezTo>
                  <a:pt x="11228" y="4420379"/>
                  <a:pt x="16615" y="4423867"/>
                  <a:pt x="23850" y="4426658"/>
                </a:cubicBezTo>
                <a:cubicBezTo>
                  <a:pt x="33701" y="4431000"/>
                  <a:pt x="38934" y="4447122"/>
                  <a:pt x="46323" y="4457664"/>
                </a:cubicBezTo>
                <a:lnTo>
                  <a:pt x="58944" y="4475958"/>
                </a:lnTo>
                <a:cubicBezTo>
                  <a:pt x="62398" y="4467304"/>
                  <a:pt x="63873" y="4457978"/>
                  <a:pt x="63254" y="4448673"/>
                </a:cubicBezTo>
                <a:cubicBezTo>
                  <a:pt x="67564" y="4426038"/>
                  <a:pt x="52172" y="4397823"/>
                  <a:pt x="82956" y="4382320"/>
                </a:cubicBezTo>
                <a:cubicBezTo>
                  <a:pt x="86179" y="4373651"/>
                  <a:pt x="85388" y="4363986"/>
                  <a:pt x="80802" y="4355965"/>
                </a:cubicBezTo>
                <a:cubicBezTo>
                  <a:pt x="44167" y="4332711"/>
                  <a:pt x="42013" y="4296744"/>
                  <a:pt x="42013" y="4259537"/>
                </a:cubicBezTo>
                <a:cubicBezTo>
                  <a:pt x="40443" y="4243761"/>
                  <a:pt x="37767" y="4228116"/>
                  <a:pt x="34008" y="4212719"/>
                </a:cubicBezTo>
                <a:cubicBezTo>
                  <a:pt x="35973" y="4211574"/>
                  <a:pt x="37875" y="4210321"/>
                  <a:pt x="39710" y="4208970"/>
                </a:cubicBezTo>
                <a:cubicBezTo>
                  <a:pt x="67964" y="4188131"/>
                  <a:pt x="74097" y="4148164"/>
                  <a:pt x="53403" y="4119701"/>
                </a:cubicBezTo>
                <a:cubicBezTo>
                  <a:pt x="35892" y="4099610"/>
                  <a:pt x="31131" y="4071301"/>
                  <a:pt x="41090" y="4046527"/>
                </a:cubicBezTo>
                <a:cubicBezTo>
                  <a:pt x="43244" y="4035675"/>
                  <a:pt x="46938" y="4024824"/>
                  <a:pt x="50632" y="4012421"/>
                </a:cubicBezTo>
                <a:cubicBezTo>
                  <a:pt x="58021" y="4011490"/>
                  <a:pt x="67564" y="4009941"/>
                  <a:pt x="78954" y="4008391"/>
                </a:cubicBezTo>
                <a:lnTo>
                  <a:pt x="81417" y="3963431"/>
                </a:lnTo>
                <a:cubicBezTo>
                  <a:pt x="97733" y="3965602"/>
                  <a:pt x="111586" y="3967463"/>
                  <a:pt x="123284" y="3969322"/>
                </a:cubicBezTo>
                <a:cubicBezTo>
                  <a:pt x="148835" y="3947309"/>
                  <a:pt x="136213" y="3918784"/>
                  <a:pt x="144525" y="3893669"/>
                </a:cubicBezTo>
                <a:cubicBezTo>
                  <a:pt x="157667" y="3923031"/>
                  <a:pt x="165487" y="3954533"/>
                  <a:pt x="167614" y="3986686"/>
                </a:cubicBezTo>
                <a:cubicBezTo>
                  <a:pt x="153502" y="3990655"/>
                  <a:pt x="139791" y="3995926"/>
                  <a:pt x="126670" y="4002500"/>
                </a:cubicBezTo>
                <a:cubicBezTo>
                  <a:pt x="107892" y="4012421"/>
                  <a:pt x="90652" y="4027924"/>
                  <a:pt x="68795" y="4043427"/>
                </a:cubicBezTo>
                <a:cubicBezTo>
                  <a:pt x="72490" y="4051488"/>
                  <a:pt x="69103" y="4067611"/>
                  <a:pt x="88189" y="4076913"/>
                </a:cubicBezTo>
                <a:cubicBezTo>
                  <a:pt x="100002" y="4084944"/>
                  <a:pt x="109886" y="4095548"/>
                  <a:pt x="117127" y="4107919"/>
                </a:cubicBezTo>
                <a:cubicBezTo>
                  <a:pt x="131596" y="4128072"/>
                  <a:pt x="121745" y="4136754"/>
                  <a:pt x="100811" y="4138925"/>
                </a:cubicBezTo>
                <a:lnTo>
                  <a:pt x="101427" y="4138614"/>
                </a:lnTo>
                <a:lnTo>
                  <a:pt x="100007" y="4138185"/>
                </a:lnTo>
                <a:lnTo>
                  <a:pt x="86651" y="4125902"/>
                </a:lnTo>
                <a:lnTo>
                  <a:pt x="82956" y="4133034"/>
                </a:lnTo>
                <a:lnTo>
                  <a:pt x="100007" y="4138185"/>
                </a:lnTo>
                <a:lnTo>
                  <a:pt x="100811" y="4138925"/>
                </a:lnTo>
                <a:lnTo>
                  <a:pt x="102966" y="4140165"/>
                </a:lnTo>
                <a:cubicBezTo>
                  <a:pt x="119143" y="4167636"/>
                  <a:pt x="129617" y="4198112"/>
                  <a:pt x="133750" y="4229771"/>
                </a:cubicBezTo>
                <a:lnTo>
                  <a:pt x="112509" y="4252716"/>
                </a:lnTo>
                <a:cubicBezTo>
                  <a:pt x="121437" y="4259847"/>
                  <a:pt x="132827" y="4264188"/>
                  <a:pt x="132827" y="4270080"/>
                </a:cubicBezTo>
                <a:cubicBezTo>
                  <a:pt x="137753" y="4300465"/>
                  <a:pt x="169461" y="4319998"/>
                  <a:pt x="163612" y="4355036"/>
                </a:cubicBezTo>
                <a:cubicBezTo>
                  <a:pt x="162073" y="4364337"/>
                  <a:pt x="176850" y="4376739"/>
                  <a:pt x="189163" y="4395343"/>
                </a:cubicBezTo>
                <a:cubicBezTo>
                  <a:pt x="191010" y="4375189"/>
                  <a:pt x="188547" y="4363717"/>
                  <a:pt x="193165" y="4356275"/>
                </a:cubicBezTo>
                <a:cubicBezTo>
                  <a:pt x="209731" y="4326903"/>
                  <a:pt x="210423" y="4291089"/>
                  <a:pt x="195012" y="4261088"/>
                </a:cubicBezTo>
                <a:cubicBezTo>
                  <a:pt x="189145" y="4246198"/>
                  <a:pt x="187963" y="4229855"/>
                  <a:pt x="191626" y="4214269"/>
                </a:cubicBezTo>
                <a:cubicBezTo>
                  <a:pt x="200282" y="4166582"/>
                  <a:pt x="201428" y="4117810"/>
                  <a:pt x="195012" y="4069782"/>
                </a:cubicBezTo>
                <a:cubicBezTo>
                  <a:pt x="190702" y="3978935"/>
                  <a:pt x="184853" y="3887778"/>
                  <a:pt x="184853" y="3796931"/>
                </a:cubicBezTo>
                <a:cubicBezTo>
                  <a:pt x="184546" y="3747011"/>
                  <a:pt x="185777" y="3698332"/>
                  <a:pt x="158994" y="3657715"/>
                </a:cubicBezTo>
                <a:cubicBezTo>
                  <a:pt x="128826" y="3658335"/>
                  <a:pt x="99887" y="3643761"/>
                  <a:pt x="70950" y="3672597"/>
                </a:cubicBezTo>
                <a:cubicBezTo>
                  <a:pt x="60175" y="3627639"/>
                  <a:pt x="50016" y="3589812"/>
                  <a:pt x="42628" y="3551675"/>
                </a:cubicBezTo>
                <a:cubicBezTo>
                  <a:pt x="41157" y="3531242"/>
                  <a:pt x="49798" y="3511398"/>
                  <a:pt x="65717" y="3498655"/>
                </a:cubicBezTo>
                <a:cubicBezTo>
                  <a:pt x="97425" y="3530900"/>
                  <a:pt x="98041" y="3533381"/>
                  <a:pt x="77723" y="3569968"/>
                </a:cubicBezTo>
                <a:cubicBezTo>
                  <a:pt x="77348" y="3570433"/>
                  <a:pt x="76990" y="3570898"/>
                  <a:pt x="76645" y="3571364"/>
                </a:cubicBezTo>
                <a:cubicBezTo>
                  <a:pt x="67976" y="3583456"/>
                  <a:pt x="70664" y="3600292"/>
                  <a:pt x="82648" y="3609036"/>
                </a:cubicBezTo>
                <a:cubicBezTo>
                  <a:pt x="95873" y="3617810"/>
                  <a:pt x="109539" y="3625872"/>
                  <a:pt x="123592" y="3633219"/>
                </a:cubicBezTo>
                <a:cubicBezTo>
                  <a:pt x="130099" y="3565845"/>
                  <a:pt x="131439" y="3498034"/>
                  <a:pt x="127594" y="3430442"/>
                </a:cubicBezTo>
                <a:cubicBezTo>
                  <a:pt x="106660" y="3438503"/>
                  <a:pt x="89421" y="3444395"/>
                  <a:pt x="66025" y="3452766"/>
                </a:cubicBezTo>
                <a:lnTo>
                  <a:pt x="56789" y="3333084"/>
                </a:lnTo>
                <a:cubicBezTo>
                  <a:pt x="95270" y="3332774"/>
                  <a:pt x="95270" y="3332774"/>
                  <a:pt x="99273" y="3369981"/>
                </a:cubicBezTo>
                <a:cubicBezTo>
                  <a:pt x="90961" y="3378973"/>
                  <a:pt x="80186" y="3386723"/>
                  <a:pt x="80186" y="3390755"/>
                </a:cubicBezTo>
                <a:cubicBezTo>
                  <a:pt x="86651" y="3411839"/>
                  <a:pt x="104506" y="3415249"/>
                  <a:pt x="127286" y="3411839"/>
                </a:cubicBezTo>
                <a:cubicBezTo>
                  <a:pt x="124515" y="3385173"/>
                  <a:pt x="122977" y="3360369"/>
                  <a:pt x="150067" y="3346727"/>
                </a:cubicBezTo>
                <a:cubicBezTo>
                  <a:pt x="154993" y="3345175"/>
                  <a:pt x="154993" y="3335874"/>
                  <a:pt x="154993" y="3330603"/>
                </a:cubicBezTo>
                <a:cubicBezTo>
                  <a:pt x="153293" y="3284776"/>
                  <a:pt x="156701" y="3238920"/>
                  <a:pt x="165152" y="3193868"/>
                </a:cubicBezTo>
                <a:cubicBezTo>
                  <a:pt x="168845" y="3163482"/>
                  <a:pt x="162380" y="3156041"/>
                  <a:pt x="131596" y="3145499"/>
                </a:cubicBezTo>
                <a:cubicBezTo>
                  <a:pt x="133136" y="3129066"/>
                  <a:pt x="136213" y="3113873"/>
                  <a:pt x="136213" y="3098060"/>
                </a:cubicBezTo>
                <a:cubicBezTo>
                  <a:pt x="135788" y="3088851"/>
                  <a:pt x="134447" y="3079704"/>
                  <a:pt x="132212" y="3070774"/>
                </a:cubicBezTo>
                <a:cubicBezTo>
                  <a:pt x="123284" y="3074186"/>
                  <a:pt x="114356" y="3077906"/>
                  <a:pt x="104506" y="3081627"/>
                </a:cubicBezTo>
                <a:lnTo>
                  <a:pt x="104506" y="2938070"/>
                </a:lnTo>
                <a:cubicBezTo>
                  <a:pt x="112818" y="2939000"/>
                  <a:pt x="119590" y="2940860"/>
                  <a:pt x="128517" y="2940860"/>
                </a:cubicBezTo>
                <a:lnTo>
                  <a:pt x="122361" y="2909854"/>
                </a:lnTo>
                <a:lnTo>
                  <a:pt x="146988" y="2909854"/>
                </a:lnTo>
                <a:cubicBezTo>
                  <a:pt x="149759" y="2879778"/>
                  <a:pt x="152530" y="2851253"/>
                  <a:pt x="113741" y="2834820"/>
                </a:cubicBezTo>
                <a:lnTo>
                  <a:pt x="140832" y="2824278"/>
                </a:lnTo>
                <a:cubicBezTo>
                  <a:pt x="140523" y="2794203"/>
                  <a:pt x="146988" y="2763817"/>
                  <a:pt x="126670" y="2748003"/>
                </a:cubicBezTo>
                <a:cubicBezTo>
                  <a:pt x="128826" y="2708627"/>
                  <a:pt x="131904" y="2677621"/>
                  <a:pt x="131904" y="2646615"/>
                </a:cubicBezTo>
                <a:cubicBezTo>
                  <a:pt x="130057" y="2604448"/>
                  <a:pt x="124824" y="2563519"/>
                  <a:pt x="120514" y="2522591"/>
                </a:cubicBezTo>
                <a:cubicBezTo>
                  <a:pt x="117435" y="2493757"/>
                  <a:pt x="118358" y="2465232"/>
                  <a:pt x="112509" y="2436085"/>
                </a:cubicBezTo>
                <a:cubicBezTo>
                  <a:pt x="105503" y="2405390"/>
                  <a:pt x="106137" y="2373453"/>
                  <a:pt x="114356" y="2343068"/>
                </a:cubicBezTo>
                <a:cubicBezTo>
                  <a:pt x="125153" y="2306358"/>
                  <a:pt x="127261" y="2267599"/>
                  <a:pt x="120514" y="2229897"/>
                </a:cubicBezTo>
                <a:cubicBezTo>
                  <a:pt x="110407" y="2189372"/>
                  <a:pt x="108317" y="2147236"/>
                  <a:pt x="114356" y="2105874"/>
                </a:cubicBezTo>
                <a:cubicBezTo>
                  <a:pt x="120535" y="2049164"/>
                  <a:pt x="122696" y="1992052"/>
                  <a:pt x="120821" y="1935031"/>
                </a:cubicBezTo>
                <a:lnTo>
                  <a:pt x="123900" y="1846976"/>
                </a:lnTo>
                <a:cubicBezTo>
                  <a:pt x="128826" y="1735665"/>
                  <a:pt x="134366" y="1624044"/>
                  <a:pt x="138369" y="1512423"/>
                </a:cubicBezTo>
                <a:cubicBezTo>
                  <a:pt x="138985" y="1487618"/>
                  <a:pt x="134059" y="1462504"/>
                  <a:pt x="134059" y="1437699"/>
                </a:cubicBezTo>
                <a:cubicBezTo>
                  <a:pt x="138163" y="1312219"/>
                  <a:pt x="142884" y="1187482"/>
                  <a:pt x="148220" y="1063458"/>
                </a:cubicBezTo>
                <a:cubicBezTo>
                  <a:pt x="150948" y="937172"/>
                  <a:pt x="161229" y="811165"/>
                  <a:pt x="179004" y="686118"/>
                </a:cubicBezTo>
                <a:cubicBezTo>
                  <a:pt x="190395" y="614805"/>
                  <a:pt x="199938" y="541321"/>
                  <a:pt x="172848" y="469077"/>
                </a:cubicBezTo>
                <a:cubicBezTo>
                  <a:pt x="167796" y="452179"/>
                  <a:pt x="165203" y="434630"/>
                  <a:pt x="165152" y="416987"/>
                </a:cubicBezTo>
                <a:cubicBezTo>
                  <a:pt x="161457" y="369239"/>
                  <a:pt x="160533" y="325210"/>
                  <a:pt x="154684" y="276221"/>
                </a:cubicBezTo>
                <a:cubicBezTo>
                  <a:pt x="148835" y="227232"/>
                  <a:pt x="134366" y="179483"/>
                  <a:pt x="123900" y="130804"/>
                </a:cubicBezTo>
                <a:cubicBezTo>
                  <a:pt x="115126" y="98248"/>
                  <a:pt x="109354" y="64916"/>
                  <a:pt x="106660" y="31275"/>
                </a:cubicBezTo>
                <a:lnTo>
                  <a:pt x="101226" y="0"/>
                </a:lnTo>
                <a:lnTo>
                  <a:pt x="8313009" y="0"/>
                </a:lnTo>
                <a:lnTo>
                  <a:pt x="8313009" y="860626"/>
                </a:lnTo>
                <a:lnTo>
                  <a:pt x="6885196" y="860626"/>
                </a:lnTo>
                <a:lnTo>
                  <a:pt x="6885196" y="5997374"/>
                </a:lnTo>
                <a:lnTo>
                  <a:pt x="8313009" y="5997374"/>
                </a:lnTo>
                <a:lnTo>
                  <a:pt x="831300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E2BF426C-C908-C16F-CF03-14C1DAFA60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6836" y="1033487"/>
            <a:ext cx="3898209" cy="4768617"/>
          </a:xfrm>
          <a:custGeom>
            <a:avLst/>
            <a:gdLst>
              <a:gd name="connsiteX0" fmla="*/ 3792128 w 3898209"/>
              <a:gd name="connsiteY0" fmla="*/ 4742737 h 4768617"/>
              <a:gd name="connsiteX1" fmla="*/ 3853838 w 3898209"/>
              <a:gd name="connsiteY1" fmla="*/ 4758769 h 4768617"/>
              <a:gd name="connsiteX2" fmla="*/ 3854980 w 3898209"/>
              <a:gd name="connsiteY2" fmla="*/ 4768617 h 4768617"/>
              <a:gd name="connsiteX3" fmla="*/ 3788278 w 3898209"/>
              <a:gd name="connsiteY3" fmla="*/ 4768617 h 4768617"/>
              <a:gd name="connsiteX4" fmla="*/ 3586956 w 3898209"/>
              <a:gd name="connsiteY4" fmla="*/ 4630707 h 4768617"/>
              <a:gd name="connsiteX5" fmla="*/ 3580806 w 3898209"/>
              <a:gd name="connsiteY5" fmla="*/ 4662171 h 4768617"/>
              <a:gd name="connsiteX6" fmla="*/ 3618904 w 3898209"/>
              <a:gd name="connsiteY6" fmla="*/ 4691632 h 4768617"/>
              <a:gd name="connsiteX7" fmla="*/ 3586956 w 3898209"/>
              <a:gd name="connsiteY7" fmla="*/ 4630707 h 4768617"/>
              <a:gd name="connsiteX8" fmla="*/ 3792722 w 3898209"/>
              <a:gd name="connsiteY8" fmla="*/ 4625496 h 4768617"/>
              <a:gd name="connsiteX9" fmla="*/ 3801652 w 3898209"/>
              <a:gd name="connsiteY9" fmla="*/ 4668384 h 4768617"/>
              <a:gd name="connsiteX10" fmla="*/ 3801056 w 3898209"/>
              <a:gd name="connsiteY10" fmla="*/ 4625496 h 4768617"/>
              <a:gd name="connsiteX11" fmla="*/ 3806293 w 3898209"/>
              <a:gd name="connsiteY11" fmla="*/ 4519235 h 4768617"/>
              <a:gd name="connsiteX12" fmla="*/ 3806812 w 3898209"/>
              <a:gd name="connsiteY12" fmla="*/ 4519479 h 4768617"/>
              <a:gd name="connsiteX13" fmla="*/ 3806487 w 3898209"/>
              <a:gd name="connsiteY13" fmla="*/ 4520183 h 4768617"/>
              <a:gd name="connsiteX14" fmla="*/ 3806414 w 3898209"/>
              <a:gd name="connsiteY14" fmla="*/ 4520080 h 4768617"/>
              <a:gd name="connsiteX15" fmla="*/ 3578028 w 3898209"/>
              <a:gd name="connsiteY15" fmla="*/ 4506252 h 4768617"/>
              <a:gd name="connsiteX16" fmla="*/ 3590726 w 3898209"/>
              <a:gd name="connsiteY16" fmla="*/ 4560563 h 4768617"/>
              <a:gd name="connsiteX17" fmla="*/ 3578028 w 3898209"/>
              <a:gd name="connsiteY17" fmla="*/ 4506252 h 4768617"/>
              <a:gd name="connsiteX18" fmla="*/ 3737163 w 3898209"/>
              <a:gd name="connsiteY18" fmla="*/ 4501795 h 4768617"/>
              <a:gd name="connsiteX19" fmla="*/ 3756212 w 3898209"/>
              <a:gd name="connsiteY19" fmla="*/ 4503045 h 4768617"/>
              <a:gd name="connsiteX20" fmla="*/ 3753434 w 3898209"/>
              <a:gd name="connsiteY20" fmla="*/ 4606457 h 4768617"/>
              <a:gd name="connsiteX21" fmla="*/ 3798478 w 3898209"/>
              <a:gd name="connsiteY21" fmla="*/ 4541925 h 4768617"/>
              <a:gd name="connsiteX22" fmla="*/ 3801603 w 3898209"/>
              <a:gd name="connsiteY22" fmla="*/ 4530777 h 4768617"/>
              <a:gd name="connsiteX23" fmla="*/ 3806487 w 3898209"/>
              <a:gd name="connsiteY23" fmla="*/ 4520183 h 4768617"/>
              <a:gd name="connsiteX24" fmla="*/ 3833720 w 3898209"/>
              <a:gd name="connsiteY24" fmla="*/ 4558557 h 4768617"/>
              <a:gd name="connsiteX25" fmla="*/ 3842528 w 3898209"/>
              <a:gd name="connsiteY25" fmla="*/ 4605054 h 4768617"/>
              <a:gd name="connsiteX26" fmla="*/ 3845306 w 3898209"/>
              <a:gd name="connsiteY26" fmla="*/ 4689026 h 4768617"/>
              <a:gd name="connsiteX27" fmla="*/ 3803240 w 3898209"/>
              <a:gd name="connsiteY27" fmla="*/ 4716884 h 4768617"/>
              <a:gd name="connsiteX28" fmla="*/ 3750656 w 3898209"/>
              <a:gd name="connsiteY28" fmla="*/ 4713677 h 4768617"/>
              <a:gd name="connsiteX29" fmla="*/ 3764546 w 3898209"/>
              <a:gd name="connsiteY29" fmla="*/ 4631709 h 4768617"/>
              <a:gd name="connsiteX30" fmla="*/ 3740934 w 3898209"/>
              <a:gd name="connsiteY30" fmla="*/ 4634114 h 4768617"/>
              <a:gd name="connsiteX31" fmla="*/ 3737560 w 3898209"/>
              <a:gd name="connsiteY31" fmla="*/ 4585614 h 4768617"/>
              <a:gd name="connsiteX32" fmla="*/ 3728234 w 3898209"/>
              <a:gd name="connsiteY32" fmla="*/ 4531303 h 4768617"/>
              <a:gd name="connsiteX33" fmla="*/ 3737163 w 3898209"/>
              <a:gd name="connsiteY33" fmla="*/ 4501795 h 4768617"/>
              <a:gd name="connsiteX34" fmla="*/ 3785182 w 3898209"/>
              <a:gd name="connsiteY34" fmla="*/ 4474186 h 4768617"/>
              <a:gd name="connsiteX35" fmla="*/ 3802671 w 3898209"/>
              <a:gd name="connsiteY35" fmla="*/ 4493889 h 4768617"/>
              <a:gd name="connsiteX36" fmla="*/ 3806293 w 3898209"/>
              <a:gd name="connsiteY36" fmla="*/ 4519235 h 4768617"/>
              <a:gd name="connsiteX37" fmla="*/ 3793833 w 3898209"/>
              <a:gd name="connsiteY37" fmla="*/ 4513388 h 4768617"/>
              <a:gd name="connsiteX38" fmla="*/ 3785182 w 3898209"/>
              <a:gd name="connsiteY38" fmla="*/ 4474186 h 4768617"/>
              <a:gd name="connsiteX39" fmla="*/ 3730220 w 3898209"/>
              <a:gd name="connsiteY39" fmla="*/ 4454947 h 4768617"/>
              <a:gd name="connsiteX40" fmla="*/ 3734782 w 3898209"/>
              <a:gd name="connsiteY40" fmla="*/ 4454947 h 4768617"/>
              <a:gd name="connsiteX41" fmla="*/ 3734782 w 3898209"/>
              <a:gd name="connsiteY41" fmla="*/ 4471380 h 4768617"/>
              <a:gd name="connsiteX42" fmla="*/ 3730220 w 3898209"/>
              <a:gd name="connsiteY42" fmla="*/ 4471380 h 4768617"/>
              <a:gd name="connsiteX43" fmla="*/ 3551638 w 3898209"/>
              <a:gd name="connsiteY43" fmla="*/ 4396627 h 4768617"/>
              <a:gd name="connsiteX44" fmla="*/ 3562154 w 3898209"/>
              <a:gd name="connsiteY44" fmla="*/ 4454546 h 4768617"/>
              <a:gd name="connsiteX45" fmla="*/ 3551638 w 3898209"/>
              <a:gd name="connsiteY45" fmla="*/ 4396627 h 4768617"/>
              <a:gd name="connsiteX46" fmla="*/ 3790738 w 3898209"/>
              <a:gd name="connsiteY46" fmla="*/ 4381396 h 4768617"/>
              <a:gd name="connsiteX47" fmla="*/ 3844114 w 3898209"/>
              <a:gd name="connsiteY47" fmla="*/ 4434304 h 4768617"/>
              <a:gd name="connsiteX48" fmla="*/ 3805422 w 3898209"/>
              <a:gd name="connsiteY48" fmla="*/ 4442922 h 4768617"/>
              <a:gd name="connsiteX49" fmla="*/ 3802248 w 3898209"/>
              <a:gd name="connsiteY49" fmla="*/ 4435908 h 4768617"/>
              <a:gd name="connsiteX50" fmla="*/ 3820700 w 3898209"/>
              <a:gd name="connsiteY50" fmla="*/ 4420075 h 4768617"/>
              <a:gd name="connsiteX51" fmla="*/ 3639340 w 3898209"/>
              <a:gd name="connsiteY51" fmla="*/ 4371977 h 4768617"/>
              <a:gd name="connsiteX52" fmla="*/ 3651644 w 3898209"/>
              <a:gd name="connsiteY52" fmla="*/ 4374381 h 4768617"/>
              <a:gd name="connsiteX53" fmla="*/ 3641126 w 3898209"/>
              <a:gd name="connsiteY53" fmla="*/ 4382799 h 4768617"/>
              <a:gd name="connsiteX54" fmla="*/ 3641126 w 3898209"/>
              <a:gd name="connsiteY54" fmla="*/ 4382398 h 4768617"/>
              <a:gd name="connsiteX55" fmla="*/ 3633388 w 3898209"/>
              <a:gd name="connsiteY55" fmla="*/ 4376386 h 4768617"/>
              <a:gd name="connsiteX56" fmla="*/ 3639340 w 3898209"/>
              <a:gd name="connsiteY56" fmla="*/ 4371977 h 4768617"/>
              <a:gd name="connsiteX57" fmla="*/ 3550050 w 3898209"/>
              <a:gd name="connsiteY57" fmla="*/ 4318868 h 4768617"/>
              <a:gd name="connsiteX58" fmla="*/ 3541120 w 3898209"/>
              <a:gd name="connsiteY58" fmla="*/ 4320872 h 4768617"/>
              <a:gd name="connsiteX59" fmla="*/ 3548860 w 3898209"/>
              <a:gd name="connsiteY59" fmla="*/ 4369973 h 4768617"/>
              <a:gd name="connsiteX60" fmla="*/ 3558384 w 3898209"/>
              <a:gd name="connsiteY60" fmla="*/ 4368369 h 4768617"/>
              <a:gd name="connsiteX61" fmla="*/ 3550050 w 3898209"/>
              <a:gd name="connsiteY61" fmla="*/ 4318868 h 4768617"/>
              <a:gd name="connsiteX62" fmla="*/ 3625054 w 3898209"/>
              <a:gd name="connsiteY62" fmla="*/ 4299628 h 4768617"/>
              <a:gd name="connsiteX63" fmla="*/ 3632992 w 3898209"/>
              <a:gd name="connsiteY63" fmla="*/ 4305440 h 4768617"/>
              <a:gd name="connsiteX64" fmla="*/ 3624260 w 3898209"/>
              <a:gd name="connsiteY64" fmla="*/ 4314058 h 4768617"/>
              <a:gd name="connsiteX65" fmla="*/ 3616324 w 3898209"/>
              <a:gd name="connsiteY65" fmla="*/ 4305841 h 4768617"/>
              <a:gd name="connsiteX66" fmla="*/ 3625054 w 3898209"/>
              <a:gd name="connsiteY66" fmla="*/ 4299628 h 4768617"/>
              <a:gd name="connsiteX67" fmla="*/ 3538938 w 3898209"/>
              <a:gd name="connsiteY67" fmla="*/ 4238303 h 4768617"/>
              <a:gd name="connsiteX68" fmla="*/ 3534176 w 3898209"/>
              <a:gd name="connsiteY68" fmla="*/ 4248123 h 4768617"/>
              <a:gd name="connsiteX69" fmla="*/ 3542112 w 3898209"/>
              <a:gd name="connsiteY69" fmla="*/ 4254736 h 4768617"/>
              <a:gd name="connsiteX70" fmla="*/ 3548860 w 3898209"/>
              <a:gd name="connsiteY70" fmla="*/ 4243914 h 4768617"/>
              <a:gd name="connsiteX71" fmla="*/ 3538542 w 3898209"/>
              <a:gd name="connsiteY71" fmla="*/ 4239305 h 4768617"/>
              <a:gd name="connsiteX72" fmla="*/ 3601838 w 3898209"/>
              <a:gd name="connsiteY72" fmla="*/ 4205034 h 4768617"/>
              <a:gd name="connsiteX73" fmla="*/ 3581996 w 3898209"/>
              <a:gd name="connsiteY73" fmla="*/ 4228683 h 4768617"/>
              <a:gd name="connsiteX74" fmla="*/ 3898209 w 3898209"/>
              <a:gd name="connsiteY74" fmla="*/ 4172281 h 4768617"/>
              <a:gd name="connsiteX75" fmla="*/ 3898209 w 3898209"/>
              <a:gd name="connsiteY75" fmla="*/ 4191786 h 4768617"/>
              <a:gd name="connsiteX76" fmla="*/ 3882410 w 3898209"/>
              <a:gd name="connsiteY76" fmla="*/ 4187398 h 4768617"/>
              <a:gd name="connsiteX77" fmla="*/ 3891142 w 3898209"/>
              <a:gd name="connsiteY77" fmla="*/ 4172367 h 4768617"/>
              <a:gd name="connsiteX78" fmla="*/ 3538740 w 3898209"/>
              <a:gd name="connsiteY78" fmla="*/ 4120461 h 4768617"/>
              <a:gd name="connsiteX79" fmla="*/ 3528818 w 3898209"/>
              <a:gd name="connsiteY79" fmla="*/ 4122666 h 4768617"/>
              <a:gd name="connsiteX80" fmla="*/ 3535168 w 3898209"/>
              <a:gd name="connsiteY80" fmla="*/ 4148118 h 4768617"/>
              <a:gd name="connsiteX81" fmla="*/ 3545684 w 3898209"/>
              <a:gd name="connsiteY81" fmla="*/ 4145512 h 4768617"/>
              <a:gd name="connsiteX82" fmla="*/ 3538740 w 3898209"/>
              <a:gd name="connsiteY82" fmla="*/ 4120461 h 4768617"/>
              <a:gd name="connsiteX83" fmla="*/ 3692518 w 3898209"/>
              <a:gd name="connsiteY83" fmla="*/ 4093806 h 4768617"/>
              <a:gd name="connsiteX84" fmla="*/ 3692115 w 3898209"/>
              <a:gd name="connsiteY84" fmla="*/ 4094527 h 4768617"/>
              <a:gd name="connsiteX85" fmla="*/ 3691130 w 3898209"/>
              <a:gd name="connsiteY85" fmla="*/ 4094408 h 4768617"/>
              <a:gd name="connsiteX86" fmla="*/ 3691130 w 3898209"/>
              <a:gd name="connsiteY86" fmla="*/ 4093975 h 4768617"/>
              <a:gd name="connsiteX87" fmla="*/ 3691526 w 3898209"/>
              <a:gd name="connsiteY87" fmla="*/ 4094207 h 4768617"/>
              <a:gd name="connsiteX88" fmla="*/ 3854432 w 3898209"/>
              <a:gd name="connsiteY88" fmla="*/ 4081581 h 4768617"/>
              <a:gd name="connsiteX89" fmla="*/ 3874276 w 3898209"/>
              <a:gd name="connsiteY89" fmla="*/ 4082383 h 4768617"/>
              <a:gd name="connsiteX90" fmla="*/ 3874276 w 3898209"/>
              <a:gd name="connsiteY90" fmla="*/ 4088997 h 4768617"/>
              <a:gd name="connsiteX91" fmla="*/ 3854432 w 3898209"/>
              <a:gd name="connsiteY91" fmla="*/ 4091401 h 4768617"/>
              <a:gd name="connsiteX92" fmla="*/ 3539930 w 3898209"/>
              <a:gd name="connsiteY92" fmla="*/ 4077573 h 4768617"/>
              <a:gd name="connsiteX93" fmla="*/ 3530008 w 3898209"/>
              <a:gd name="connsiteY93" fmla="*/ 4079377 h 4768617"/>
              <a:gd name="connsiteX94" fmla="*/ 3532786 w 3898209"/>
              <a:gd name="connsiteY94" fmla="*/ 4088596 h 4768617"/>
              <a:gd name="connsiteX95" fmla="*/ 3542112 w 3898209"/>
              <a:gd name="connsiteY95" fmla="*/ 4084988 h 4768617"/>
              <a:gd name="connsiteX96" fmla="*/ 3539930 w 3898209"/>
              <a:gd name="connsiteY96" fmla="*/ 4077573 h 4768617"/>
              <a:gd name="connsiteX97" fmla="*/ 3688352 w 3898209"/>
              <a:gd name="connsiteY97" fmla="*/ 3997409 h 4768617"/>
              <a:gd name="connsiteX98" fmla="*/ 3688472 w 3898209"/>
              <a:gd name="connsiteY98" fmla="*/ 3997592 h 4768617"/>
              <a:gd name="connsiteX99" fmla="*/ 3687954 w 3898209"/>
              <a:gd name="connsiteY99" fmla="*/ 3997609 h 4768617"/>
              <a:gd name="connsiteX100" fmla="*/ 3687664 w 3898209"/>
              <a:gd name="connsiteY100" fmla="*/ 3997501 h 4768617"/>
              <a:gd name="connsiteX101" fmla="*/ 3666202 w 3898209"/>
              <a:gd name="connsiteY101" fmla="*/ 3989518 h 4768617"/>
              <a:gd name="connsiteX102" fmla="*/ 3687664 w 3898209"/>
              <a:gd name="connsiteY102" fmla="*/ 3997501 h 4768617"/>
              <a:gd name="connsiteX103" fmla="*/ 3644896 w 3898209"/>
              <a:gd name="connsiteY103" fmla="*/ 4003221 h 4768617"/>
              <a:gd name="connsiteX104" fmla="*/ 3666202 w 3898209"/>
              <a:gd name="connsiteY104" fmla="*/ 3989518 h 4768617"/>
              <a:gd name="connsiteX105" fmla="*/ 3843916 w 3898209"/>
              <a:gd name="connsiteY105" fmla="*/ 3971355 h 4768617"/>
              <a:gd name="connsiteX106" fmla="*/ 3832010 w 3898209"/>
              <a:gd name="connsiteY106" fmla="*/ 3975163 h 4768617"/>
              <a:gd name="connsiteX107" fmla="*/ 3842726 w 3898209"/>
              <a:gd name="connsiteY107" fmla="*/ 3983781 h 4768617"/>
              <a:gd name="connsiteX108" fmla="*/ 3849472 w 3898209"/>
              <a:gd name="connsiteY108" fmla="*/ 3975764 h 4768617"/>
              <a:gd name="connsiteX109" fmla="*/ 3843916 w 3898209"/>
              <a:gd name="connsiteY109" fmla="*/ 3971355 h 4768617"/>
              <a:gd name="connsiteX110" fmla="*/ 3735378 w 3898209"/>
              <a:gd name="connsiteY110" fmla="*/ 3892394 h 4768617"/>
              <a:gd name="connsiteX111" fmla="*/ 3731212 w 3898209"/>
              <a:gd name="connsiteY111" fmla="*/ 3981576 h 4768617"/>
              <a:gd name="connsiteX112" fmla="*/ 3791730 w 3898209"/>
              <a:gd name="connsiteY112" fmla="*/ 3989994 h 4768617"/>
              <a:gd name="connsiteX113" fmla="*/ 3794310 w 3898209"/>
              <a:gd name="connsiteY113" fmla="*/ 3937286 h 4768617"/>
              <a:gd name="connsiteX114" fmla="*/ 3794906 w 3898209"/>
              <a:gd name="connsiteY114" fmla="*/ 3937686 h 4768617"/>
              <a:gd name="connsiteX115" fmla="*/ 3735378 w 3898209"/>
              <a:gd name="connsiteY115" fmla="*/ 3892394 h 4768617"/>
              <a:gd name="connsiteX116" fmla="*/ 3803240 w 3898209"/>
              <a:gd name="connsiteY116" fmla="*/ 3886381 h 4768617"/>
              <a:gd name="connsiteX117" fmla="*/ 3794509 w 3898209"/>
              <a:gd name="connsiteY117" fmla="*/ 3912860 h 4768617"/>
              <a:gd name="connsiteX118" fmla="*/ 3795269 w 3898209"/>
              <a:gd name="connsiteY118" fmla="*/ 3936655 h 4768617"/>
              <a:gd name="connsiteX119" fmla="*/ 3794906 w 3898209"/>
              <a:gd name="connsiteY119" fmla="*/ 3937286 h 4768617"/>
              <a:gd name="connsiteX120" fmla="*/ 3795302 w 3898209"/>
              <a:gd name="connsiteY120" fmla="*/ 3937686 h 4768617"/>
              <a:gd name="connsiteX121" fmla="*/ 3795269 w 3898209"/>
              <a:gd name="connsiteY121" fmla="*/ 3936655 h 4768617"/>
              <a:gd name="connsiteX122" fmla="*/ 3807778 w 3898209"/>
              <a:gd name="connsiteY122" fmla="*/ 3914915 h 4768617"/>
              <a:gd name="connsiteX123" fmla="*/ 3803240 w 3898209"/>
              <a:gd name="connsiteY123" fmla="*/ 3886381 h 4768617"/>
              <a:gd name="connsiteX124" fmla="*/ 3527628 w 3898209"/>
              <a:gd name="connsiteY124" fmla="*/ 3879968 h 4768617"/>
              <a:gd name="connsiteX125" fmla="*/ 3538144 w 3898209"/>
              <a:gd name="connsiteY125" fmla="*/ 3937085 h 4768617"/>
              <a:gd name="connsiteX126" fmla="*/ 3527628 w 3898209"/>
              <a:gd name="connsiteY126" fmla="*/ 3879968 h 4768617"/>
              <a:gd name="connsiteX127" fmla="*/ 3626840 w 3898209"/>
              <a:gd name="connsiteY127" fmla="*/ 3865138 h 4768617"/>
              <a:gd name="connsiteX128" fmla="*/ 3636364 w 3898209"/>
              <a:gd name="connsiteY128" fmla="*/ 3871952 h 4768617"/>
              <a:gd name="connsiteX129" fmla="*/ 3629222 w 3898209"/>
              <a:gd name="connsiteY129" fmla="*/ 3881772 h 4768617"/>
              <a:gd name="connsiteX130" fmla="*/ 3619102 w 3898209"/>
              <a:gd name="connsiteY130" fmla="*/ 3872152 h 4768617"/>
              <a:gd name="connsiteX131" fmla="*/ 3626840 w 3898209"/>
              <a:gd name="connsiteY131" fmla="*/ 3865138 h 4768617"/>
              <a:gd name="connsiteX132" fmla="*/ 3534970 w 3898209"/>
              <a:gd name="connsiteY132" fmla="*/ 3835076 h 4768617"/>
              <a:gd name="connsiteX133" fmla="*/ 3523858 w 3898209"/>
              <a:gd name="connsiteY133" fmla="*/ 3855117 h 4768617"/>
              <a:gd name="connsiteX134" fmla="*/ 3531398 w 3898209"/>
              <a:gd name="connsiteY134" fmla="*/ 3862532 h 4768617"/>
              <a:gd name="connsiteX135" fmla="*/ 3545288 w 3898209"/>
              <a:gd name="connsiteY135" fmla="*/ 3844495 h 4768617"/>
              <a:gd name="connsiteX136" fmla="*/ 3555092 w 3898209"/>
              <a:gd name="connsiteY136" fmla="*/ 3780470 h 4768617"/>
              <a:gd name="connsiteX137" fmla="*/ 3554777 w 3898209"/>
              <a:gd name="connsiteY137" fmla="*/ 3781846 h 4768617"/>
              <a:gd name="connsiteX138" fmla="*/ 3554471 w 3898209"/>
              <a:gd name="connsiteY138" fmla="*/ 3780599 h 4768617"/>
              <a:gd name="connsiteX139" fmla="*/ 3555208 w 3898209"/>
              <a:gd name="connsiteY139" fmla="*/ 3779963 h 4768617"/>
              <a:gd name="connsiteX140" fmla="*/ 3555606 w 3898209"/>
              <a:gd name="connsiteY140" fmla="*/ 3780364 h 4768617"/>
              <a:gd name="connsiteX141" fmla="*/ 3555092 w 3898209"/>
              <a:gd name="connsiteY141" fmla="*/ 3780470 h 4768617"/>
              <a:gd name="connsiteX142" fmla="*/ 3650850 w 3898209"/>
              <a:gd name="connsiteY142" fmla="*/ 3770143 h 4768617"/>
              <a:gd name="connsiteX143" fmla="*/ 3665930 w 3898209"/>
              <a:gd name="connsiteY143" fmla="*/ 3813432 h 4768617"/>
              <a:gd name="connsiteX144" fmla="*/ 3596482 w 3898209"/>
              <a:gd name="connsiteY144" fmla="*/ 3836279 h 4768617"/>
              <a:gd name="connsiteX145" fmla="*/ 3739744 w 3898209"/>
              <a:gd name="connsiteY145" fmla="*/ 3764732 h 4768617"/>
              <a:gd name="connsiteX146" fmla="*/ 3734188 w 3898209"/>
              <a:gd name="connsiteY146" fmla="*/ 3768941 h 4768617"/>
              <a:gd name="connsiteX147" fmla="*/ 3738752 w 3898209"/>
              <a:gd name="connsiteY147" fmla="*/ 3778360 h 4768617"/>
              <a:gd name="connsiteX148" fmla="*/ 3745498 w 3898209"/>
              <a:gd name="connsiteY148" fmla="*/ 3773350 h 4768617"/>
              <a:gd name="connsiteX149" fmla="*/ 3537350 w 3898209"/>
              <a:gd name="connsiteY149" fmla="*/ 3726654 h 4768617"/>
              <a:gd name="connsiteX150" fmla="*/ 3534374 w 3898209"/>
              <a:gd name="connsiteY150" fmla="*/ 3754711 h 4768617"/>
              <a:gd name="connsiteX151" fmla="*/ 3544890 w 3898209"/>
              <a:gd name="connsiteY151" fmla="*/ 3754110 h 4768617"/>
              <a:gd name="connsiteX152" fmla="*/ 3544890 w 3898209"/>
              <a:gd name="connsiteY152" fmla="*/ 3754912 h 4768617"/>
              <a:gd name="connsiteX153" fmla="*/ 3546280 w 3898209"/>
              <a:gd name="connsiteY153" fmla="*/ 3726654 h 4768617"/>
              <a:gd name="connsiteX154" fmla="*/ 3537350 w 3898209"/>
              <a:gd name="connsiteY154" fmla="*/ 3726654 h 4768617"/>
              <a:gd name="connsiteX155" fmla="*/ 3863362 w 3898209"/>
              <a:gd name="connsiteY155" fmla="*/ 3680559 h 4768617"/>
              <a:gd name="connsiteX156" fmla="*/ 3866140 w 3898209"/>
              <a:gd name="connsiteY156" fmla="*/ 3688576 h 4768617"/>
              <a:gd name="connsiteX157" fmla="*/ 3857608 w 3898209"/>
              <a:gd name="connsiteY157" fmla="*/ 3690981 h 4768617"/>
              <a:gd name="connsiteX158" fmla="*/ 3856814 w 3898209"/>
              <a:gd name="connsiteY158" fmla="*/ 3690179 h 4768617"/>
              <a:gd name="connsiteX159" fmla="*/ 3854830 w 3898209"/>
              <a:gd name="connsiteY159" fmla="*/ 3684167 h 4768617"/>
              <a:gd name="connsiteX160" fmla="*/ 3863362 w 3898209"/>
              <a:gd name="connsiteY160" fmla="*/ 3680559 h 4768617"/>
              <a:gd name="connsiteX161" fmla="*/ 3695694 w 3898209"/>
              <a:gd name="connsiteY161" fmla="*/ 3635467 h 4768617"/>
              <a:gd name="connsiteX162" fmla="*/ 3729975 w 3898209"/>
              <a:gd name="connsiteY162" fmla="*/ 3635467 h 4768617"/>
              <a:gd name="connsiteX163" fmla="*/ 3724267 w 3898209"/>
              <a:gd name="connsiteY163" fmla="*/ 3645810 h 4768617"/>
              <a:gd name="connsiteX164" fmla="*/ 3695694 w 3898209"/>
              <a:gd name="connsiteY164" fmla="*/ 3635467 h 4768617"/>
              <a:gd name="connsiteX165" fmla="*/ 3730418 w 3898209"/>
              <a:gd name="connsiteY165" fmla="*/ 3634665 h 4768617"/>
              <a:gd name="connsiteX166" fmla="*/ 3731214 w 3898209"/>
              <a:gd name="connsiteY166" fmla="*/ 3635279 h 4768617"/>
              <a:gd name="connsiteX167" fmla="*/ 3730616 w 3898209"/>
              <a:gd name="connsiteY167" fmla="*/ 3635467 h 4768617"/>
              <a:gd name="connsiteX168" fmla="*/ 3729975 w 3898209"/>
              <a:gd name="connsiteY168" fmla="*/ 3635467 h 4768617"/>
              <a:gd name="connsiteX169" fmla="*/ 3898209 w 3898209"/>
              <a:gd name="connsiteY169" fmla="*/ 3614339 h 4768617"/>
              <a:gd name="connsiteX170" fmla="*/ 3898209 w 3898209"/>
              <a:gd name="connsiteY170" fmla="*/ 3640678 h 4768617"/>
              <a:gd name="connsiteX171" fmla="*/ 3894912 w 3898209"/>
              <a:gd name="connsiteY171" fmla="*/ 3640678 h 4768617"/>
              <a:gd name="connsiteX172" fmla="*/ 3891142 w 3898209"/>
              <a:gd name="connsiteY172" fmla="*/ 3615426 h 4768617"/>
              <a:gd name="connsiteX173" fmla="*/ 3560566 w 3898209"/>
              <a:gd name="connsiteY173" fmla="*/ 3578350 h 4768617"/>
              <a:gd name="connsiteX174" fmla="*/ 3578028 w 3898209"/>
              <a:gd name="connsiteY174" fmla="*/ 3617029 h 4768617"/>
              <a:gd name="connsiteX175" fmla="*/ 3586560 w 3898209"/>
              <a:gd name="connsiteY175" fmla="*/ 3613021 h 4768617"/>
              <a:gd name="connsiteX176" fmla="*/ 3560566 w 3898209"/>
              <a:gd name="connsiteY176" fmla="*/ 3578350 h 4768617"/>
              <a:gd name="connsiteX177" fmla="*/ 3766530 w 3898209"/>
              <a:gd name="connsiteY177" fmla="*/ 3531855 h 4768617"/>
              <a:gd name="connsiteX178" fmla="*/ 3766134 w 3898209"/>
              <a:gd name="connsiteY178" fmla="*/ 3532255 h 4768617"/>
              <a:gd name="connsiteX179" fmla="*/ 3766664 w 3898209"/>
              <a:gd name="connsiteY179" fmla="*/ 3532350 h 4768617"/>
              <a:gd name="connsiteX180" fmla="*/ 3769508 w 3898209"/>
              <a:gd name="connsiteY180" fmla="*/ 3542877 h 4768617"/>
              <a:gd name="connsiteX181" fmla="*/ 3781214 w 3898209"/>
              <a:gd name="connsiteY181" fmla="*/ 3550292 h 4768617"/>
              <a:gd name="connsiteX182" fmla="*/ 3785580 w 3898209"/>
              <a:gd name="connsiteY182" fmla="*/ 3545082 h 4768617"/>
              <a:gd name="connsiteX183" fmla="*/ 3777246 w 3898209"/>
              <a:gd name="connsiteY183" fmla="*/ 3534260 h 4768617"/>
              <a:gd name="connsiteX184" fmla="*/ 3766664 w 3898209"/>
              <a:gd name="connsiteY184" fmla="*/ 3532350 h 4768617"/>
              <a:gd name="connsiteX185" fmla="*/ 3563368 w 3898209"/>
              <a:gd name="connsiteY185" fmla="*/ 3433697 h 4768617"/>
              <a:gd name="connsiteX186" fmla="*/ 3575823 w 3898209"/>
              <a:gd name="connsiteY186" fmla="*/ 3438607 h 4768617"/>
              <a:gd name="connsiteX187" fmla="*/ 3576242 w 3898209"/>
              <a:gd name="connsiteY187" fmla="*/ 3471130 h 4768617"/>
              <a:gd name="connsiteX188" fmla="*/ 3563146 w 3898209"/>
              <a:gd name="connsiteY188" fmla="*/ 3433052 h 4768617"/>
              <a:gd name="connsiteX189" fmla="*/ 3563368 w 3898209"/>
              <a:gd name="connsiteY189" fmla="*/ 3433697 h 4768617"/>
              <a:gd name="connsiteX190" fmla="*/ 3562877 w 3898209"/>
              <a:gd name="connsiteY190" fmla="*/ 3433504 h 4768617"/>
              <a:gd name="connsiteX191" fmla="*/ 3687360 w 3898209"/>
              <a:gd name="connsiteY191" fmla="*/ 3392168 h 4768617"/>
              <a:gd name="connsiteX192" fmla="*/ 3647674 w 3898209"/>
              <a:gd name="connsiteY192" fmla="*/ 3434054 h 4768617"/>
              <a:gd name="connsiteX193" fmla="*/ 3630808 w 3898209"/>
              <a:gd name="connsiteY193" fmla="*/ 3409604 h 4768617"/>
              <a:gd name="connsiteX194" fmla="*/ 3604814 w 3898209"/>
              <a:gd name="connsiteY194" fmla="*/ 3473134 h 4768617"/>
              <a:gd name="connsiteX195" fmla="*/ 3601044 w 3898209"/>
              <a:gd name="connsiteY195" fmla="*/ 3438463 h 4768617"/>
              <a:gd name="connsiteX196" fmla="*/ 3556200 w 3898209"/>
              <a:gd name="connsiteY196" fmla="*/ 3415215 h 4768617"/>
              <a:gd name="connsiteX197" fmla="*/ 3562748 w 3898209"/>
              <a:gd name="connsiteY197" fmla="*/ 3433453 h 4768617"/>
              <a:gd name="connsiteX198" fmla="*/ 3562877 w 3898209"/>
              <a:gd name="connsiteY198" fmla="*/ 3433504 h 4768617"/>
              <a:gd name="connsiteX199" fmla="*/ 3549039 w 3898209"/>
              <a:gd name="connsiteY199" fmla="*/ 3456794 h 4768617"/>
              <a:gd name="connsiteX200" fmla="*/ 3556796 w 3898209"/>
              <a:gd name="connsiteY200" fmla="*/ 3531253 h 4768617"/>
              <a:gd name="connsiteX201" fmla="*/ 3596482 w 3898209"/>
              <a:gd name="connsiteY201" fmla="*/ 3534660 h 4768617"/>
              <a:gd name="connsiteX202" fmla="*/ 3627634 w 3898209"/>
              <a:gd name="connsiteY202" fmla="*/ 3494578 h 4768617"/>
              <a:gd name="connsiteX203" fmla="*/ 3685772 w 3898209"/>
              <a:gd name="connsiteY203" fmla="*/ 3482353 h 4768617"/>
              <a:gd name="connsiteX204" fmla="*/ 3674858 w 3898209"/>
              <a:gd name="connsiteY204" fmla="*/ 3516423 h 4768617"/>
              <a:gd name="connsiteX205" fmla="*/ 3665732 w 3898209"/>
              <a:gd name="connsiteY205" fmla="*/ 3557708 h 4768617"/>
              <a:gd name="connsiteX206" fmla="*/ 3645888 w 3898209"/>
              <a:gd name="connsiteY206" fmla="*/ 3583360 h 4768617"/>
              <a:gd name="connsiteX207" fmla="*/ 3675850 w 3898209"/>
              <a:gd name="connsiteY207" fmla="*/ 3608812 h 4768617"/>
              <a:gd name="connsiteX208" fmla="*/ 3671288 w 3898209"/>
              <a:gd name="connsiteY208" fmla="*/ 3624845 h 4768617"/>
              <a:gd name="connsiteX209" fmla="*/ 3662754 w 3898209"/>
              <a:gd name="connsiteY209" fmla="*/ 3647892 h 4768617"/>
              <a:gd name="connsiteX210" fmla="*/ 3606600 w 3898209"/>
              <a:gd name="connsiteY210" fmla="*/ 3647892 h 4768617"/>
              <a:gd name="connsiteX211" fmla="*/ 3548462 w 3898209"/>
              <a:gd name="connsiteY211" fmla="*/ 3620035 h 4768617"/>
              <a:gd name="connsiteX212" fmla="*/ 3599854 w 3898209"/>
              <a:gd name="connsiteY212" fmla="*/ 3697995 h 4768617"/>
              <a:gd name="connsiteX213" fmla="*/ 3631404 w 3898209"/>
              <a:gd name="connsiteY213" fmla="*/ 3676752 h 4768617"/>
              <a:gd name="connsiteX214" fmla="*/ 3710774 w 3898209"/>
              <a:gd name="connsiteY214" fmla="*/ 3756916 h 4768617"/>
              <a:gd name="connsiteX215" fmla="*/ 3704424 w 3898209"/>
              <a:gd name="connsiteY215" fmla="*/ 3736875 h 4768617"/>
              <a:gd name="connsiteX216" fmla="*/ 3717520 w 3898209"/>
              <a:gd name="connsiteY216" fmla="*/ 3691782 h 4768617"/>
              <a:gd name="connsiteX217" fmla="*/ 3752046 w 3898209"/>
              <a:gd name="connsiteY217" fmla="*/ 3694789 h 4768617"/>
              <a:gd name="connsiteX218" fmla="*/ 3783794 w 3898209"/>
              <a:gd name="connsiteY218" fmla="*/ 3698797 h 4768617"/>
              <a:gd name="connsiteX219" fmla="*/ 3764101 w 3898209"/>
              <a:gd name="connsiteY219" fmla="*/ 3660643 h 4768617"/>
              <a:gd name="connsiteX220" fmla="*/ 3731214 w 3898209"/>
              <a:gd name="connsiteY220" fmla="*/ 3635279 h 4768617"/>
              <a:gd name="connsiteX221" fmla="*/ 3785382 w 3898209"/>
              <a:gd name="connsiteY221" fmla="*/ 3618232 h 4768617"/>
              <a:gd name="connsiteX222" fmla="*/ 3771094 w 3898209"/>
              <a:gd name="connsiteY222" fmla="*/ 3600595 h 4768617"/>
              <a:gd name="connsiteX223" fmla="*/ 3735974 w 3898209"/>
              <a:gd name="connsiteY223" fmla="*/ 3602600 h 4768617"/>
              <a:gd name="connsiteX224" fmla="*/ 3691526 w 3898209"/>
              <a:gd name="connsiteY224" fmla="*/ 3602600 h 4768617"/>
              <a:gd name="connsiteX225" fmla="*/ 3710178 w 3898209"/>
              <a:gd name="connsiteY225" fmla="*/ 3438463 h 4768617"/>
              <a:gd name="connsiteX226" fmla="*/ 3758396 w 3898209"/>
              <a:gd name="connsiteY226" fmla="*/ 3427641 h 4768617"/>
              <a:gd name="connsiteX227" fmla="*/ 3758396 w 3898209"/>
              <a:gd name="connsiteY227" fmla="*/ 3420627 h 4768617"/>
              <a:gd name="connsiteX228" fmla="*/ 3687360 w 3898209"/>
              <a:gd name="connsiteY228" fmla="*/ 3392168 h 4768617"/>
              <a:gd name="connsiteX229" fmla="*/ 3744308 w 3898209"/>
              <a:gd name="connsiteY229" fmla="*/ 3383951 h 4768617"/>
              <a:gd name="connsiteX230" fmla="*/ 3725854 w 3898209"/>
              <a:gd name="connsiteY230" fmla="*/ 3388360 h 4768617"/>
              <a:gd name="connsiteX231" fmla="*/ 3726846 w 3898209"/>
              <a:gd name="connsiteY231" fmla="*/ 3393972 h 4768617"/>
              <a:gd name="connsiteX232" fmla="*/ 3744704 w 3898209"/>
              <a:gd name="connsiteY232" fmla="*/ 3392569 h 4768617"/>
              <a:gd name="connsiteX233" fmla="*/ 3562948 w 3898209"/>
              <a:gd name="connsiteY233" fmla="*/ 3331043 h 4768617"/>
              <a:gd name="connsiteX234" fmla="*/ 3556994 w 3898209"/>
              <a:gd name="connsiteY234" fmla="*/ 3338859 h 4768617"/>
              <a:gd name="connsiteX235" fmla="*/ 3576838 w 3898209"/>
              <a:gd name="connsiteY235" fmla="*/ 3354691 h 4768617"/>
              <a:gd name="connsiteX236" fmla="*/ 3570686 w 3898209"/>
              <a:gd name="connsiteY236" fmla="*/ 3377138 h 4768617"/>
              <a:gd name="connsiteX237" fmla="*/ 3576638 w 3898209"/>
              <a:gd name="connsiteY237" fmla="*/ 3381146 h 4768617"/>
              <a:gd name="connsiteX238" fmla="*/ 3600846 w 3898209"/>
              <a:gd name="connsiteY238" fmla="*/ 3365714 h 4768617"/>
              <a:gd name="connsiteX239" fmla="*/ 3562948 w 3898209"/>
              <a:gd name="connsiteY239" fmla="*/ 3331043 h 4768617"/>
              <a:gd name="connsiteX240" fmla="*/ 3875466 w 3898209"/>
              <a:gd name="connsiteY240" fmla="*/ 3328438 h 4768617"/>
              <a:gd name="connsiteX241" fmla="*/ 3897490 w 3898209"/>
              <a:gd name="connsiteY241" fmla="*/ 3342667 h 4768617"/>
              <a:gd name="connsiteX242" fmla="*/ 3706979 w 3898209"/>
              <a:gd name="connsiteY242" fmla="*/ 3305791 h 4768617"/>
              <a:gd name="connsiteX243" fmla="*/ 3677042 w 3898209"/>
              <a:gd name="connsiteY243" fmla="*/ 3311002 h 4768617"/>
              <a:gd name="connsiteX244" fmla="*/ 3656008 w 3898209"/>
              <a:gd name="connsiteY244" fmla="*/ 3323828 h 4768617"/>
              <a:gd name="connsiteX245" fmla="*/ 3686566 w 3898209"/>
              <a:gd name="connsiteY245" fmla="*/ 3354691 h 4768617"/>
              <a:gd name="connsiteX246" fmla="*/ 3717322 w 3898209"/>
              <a:gd name="connsiteY246" fmla="*/ 3360303 h 4768617"/>
              <a:gd name="connsiteX247" fmla="*/ 3724266 w 3898209"/>
              <a:gd name="connsiteY247" fmla="*/ 3327636 h 4768617"/>
              <a:gd name="connsiteX248" fmla="*/ 3706979 w 3898209"/>
              <a:gd name="connsiteY248" fmla="*/ 3305791 h 4768617"/>
              <a:gd name="connsiteX249" fmla="*/ 3565726 w 3898209"/>
              <a:gd name="connsiteY249" fmla="*/ 3261901 h 4768617"/>
              <a:gd name="connsiteX250" fmla="*/ 3562748 w 3898209"/>
              <a:gd name="connsiteY250" fmla="*/ 3305390 h 4768617"/>
              <a:gd name="connsiteX251" fmla="*/ 3565726 w 3898209"/>
              <a:gd name="connsiteY251" fmla="*/ 3261901 h 4768617"/>
              <a:gd name="connsiteX252" fmla="*/ 3876260 w 3898209"/>
              <a:gd name="connsiteY252" fmla="*/ 3251079 h 4768617"/>
              <a:gd name="connsiteX253" fmla="*/ 3883800 w 3898209"/>
              <a:gd name="connsiteY253" fmla="*/ 3259095 h 4768617"/>
              <a:gd name="connsiteX254" fmla="*/ 3874276 w 3898209"/>
              <a:gd name="connsiteY254" fmla="*/ 3262703 h 4768617"/>
              <a:gd name="connsiteX255" fmla="*/ 3872292 w 3898209"/>
              <a:gd name="connsiteY255" fmla="*/ 3256490 h 4768617"/>
              <a:gd name="connsiteX256" fmla="*/ 3876260 w 3898209"/>
              <a:gd name="connsiteY256" fmla="*/ 3251079 h 4768617"/>
              <a:gd name="connsiteX257" fmla="*/ 3762488 w 3898209"/>
              <a:gd name="connsiteY257" fmla="*/ 3236775 h 4768617"/>
              <a:gd name="connsiteX258" fmla="*/ 3739346 w 3898209"/>
              <a:gd name="connsiteY258" fmla="*/ 3255488 h 4768617"/>
              <a:gd name="connsiteX259" fmla="*/ 3788754 w 3898209"/>
              <a:gd name="connsiteY259" fmla="*/ 3263304 h 4768617"/>
              <a:gd name="connsiteX260" fmla="*/ 3762488 w 3898209"/>
              <a:gd name="connsiteY260" fmla="*/ 3236775 h 4768617"/>
              <a:gd name="connsiteX261" fmla="*/ 3837170 w 3898209"/>
              <a:gd name="connsiteY261" fmla="*/ 3234846 h 4768617"/>
              <a:gd name="connsiteX262" fmla="*/ 3847092 w 3898209"/>
              <a:gd name="connsiteY262" fmla="*/ 3251680 h 4768617"/>
              <a:gd name="connsiteX263" fmla="*/ 3837964 w 3898209"/>
              <a:gd name="connsiteY263" fmla="*/ 3260899 h 4768617"/>
              <a:gd name="connsiteX264" fmla="*/ 3826852 w 3898209"/>
              <a:gd name="connsiteY264" fmla="*/ 3247472 h 4768617"/>
              <a:gd name="connsiteX265" fmla="*/ 3837170 w 3898209"/>
              <a:gd name="connsiteY265" fmla="*/ 3234846 h 4768617"/>
              <a:gd name="connsiteX266" fmla="*/ 3719108 w 3898209"/>
              <a:gd name="connsiteY266" fmla="*/ 3165303 h 4768617"/>
              <a:gd name="connsiteX267" fmla="*/ 3687162 w 3898209"/>
              <a:gd name="connsiteY267" fmla="*/ 3191758 h 4768617"/>
              <a:gd name="connsiteX268" fmla="*/ 3748474 w 3898209"/>
              <a:gd name="connsiteY268" fmla="*/ 3194764 h 4768617"/>
              <a:gd name="connsiteX269" fmla="*/ 3697678 w 3898209"/>
              <a:gd name="connsiteY269" fmla="*/ 3099168 h 4768617"/>
              <a:gd name="connsiteX270" fmla="*/ 3691328 w 3898209"/>
              <a:gd name="connsiteY270" fmla="*/ 3107585 h 4768617"/>
              <a:gd name="connsiteX271" fmla="*/ 3711170 w 3898209"/>
              <a:gd name="connsiteY271" fmla="*/ 3121413 h 4768617"/>
              <a:gd name="connsiteX272" fmla="*/ 3716330 w 3898209"/>
              <a:gd name="connsiteY272" fmla="*/ 3112595 h 4768617"/>
              <a:gd name="connsiteX273" fmla="*/ 3697678 w 3898209"/>
              <a:gd name="connsiteY273" fmla="*/ 3099168 h 4768617"/>
              <a:gd name="connsiteX274" fmla="*/ 3858600 w 3898209"/>
              <a:gd name="connsiteY274" fmla="*/ 3092755 h 4768617"/>
              <a:gd name="connsiteX275" fmla="*/ 3883468 w 3898209"/>
              <a:gd name="connsiteY275" fmla="*/ 3112382 h 4768617"/>
              <a:gd name="connsiteX276" fmla="*/ 3898209 w 3898209"/>
              <a:gd name="connsiteY276" fmla="*/ 3112305 h 4768617"/>
              <a:gd name="connsiteX277" fmla="*/ 3898209 w 3898209"/>
              <a:gd name="connsiteY277" fmla="*/ 3130297 h 4768617"/>
              <a:gd name="connsiteX278" fmla="*/ 3891984 w 3898209"/>
              <a:gd name="connsiteY278" fmla="*/ 3131884 h 4768617"/>
              <a:gd name="connsiteX279" fmla="*/ 3860980 w 3898209"/>
              <a:gd name="connsiteY279" fmla="*/ 3139851 h 4768617"/>
              <a:gd name="connsiteX280" fmla="*/ 3832408 w 3898209"/>
              <a:gd name="connsiteY280" fmla="*/ 3081732 h 4768617"/>
              <a:gd name="connsiteX281" fmla="*/ 3837766 w 3898209"/>
              <a:gd name="connsiteY281" fmla="*/ 3087744 h 4768617"/>
              <a:gd name="connsiteX282" fmla="*/ 3822090 w 3898209"/>
              <a:gd name="connsiteY282" fmla="*/ 3102976 h 4768617"/>
              <a:gd name="connsiteX283" fmla="*/ 3814748 w 3898209"/>
              <a:gd name="connsiteY283" fmla="*/ 3094358 h 4768617"/>
              <a:gd name="connsiteX284" fmla="*/ 3891936 w 3898209"/>
              <a:gd name="connsiteY284" fmla="*/ 3071711 h 4768617"/>
              <a:gd name="connsiteX285" fmla="*/ 3897490 w 3898209"/>
              <a:gd name="connsiteY285" fmla="*/ 3075118 h 4768617"/>
              <a:gd name="connsiteX286" fmla="*/ 3894118 w 3898209"/>
              <a:gd name="connsiteY286" fmla="*/ 3081932 h 4768617"/>
              <a:gd name="connsiteX287" fmla="*/ 3886380 w 3898209"/>
              <a:gd name="connsiteY287" fmla="*/ 3076922 h 4768617"/>
              <a:gd name="connsiteX288" fmla="*/ 3891936 w 3898209"/>
              <a:gd name="connsiteY288" fmla="*/ 3071711 h 4768617"/>
              <a:gd name="connsiteX289" fmla="*/ 3688451 w 3898209"/>
              <a:gd name="connsiteY289" fmla="*/ 3013567 h 4768617"/>
              <a:gd name="connsiteX290" fmla="*/ 3666524 w 3898209"/>
              <a:gd name="connsiteY290" fmla="*/ 3021609 h 4768617"/>
              <a:gd name="connsiteX291" fmla="*/ 3712758 w 3898209"/>
              <a:gd name="connsiteY291" fmla="*/ 3027621 h 4768617"/>
              <a:gd name="connsiteX292" fmla="*/ 3688451 w 3898209"/>
              <a:gd name="connsiteY292" fmla="*/ 3013567 h 4768617"/>
              <a:gd name="connsiteX293" fmla="*/ 3499650 w 3898209"/>
              <a:gd name="connsiteY293" fmla="*/ 2999564 h 4768617"/>
              <a:gd name="connsiteX294" fmla="*/ 3509874 w 3898209"/>
              <a:gd name="connsiteY294" fmla="*/ 3037882 h 4768617"/>
              <a:gd name="connsiteX295" fmla="*/ 3510166 w 3898209"/>
              <a:gd name="connsiteY295" fmla="*/ 3038042 h 4768617"/>
              <a:gd name="connsiteX296" fmla="*/ 3508976 w 3898209"/>
              <a:gd name="connsiteY296" fmla="*/ 2999564 h 4768617"/>
              <a:gd name="connsiteX297" fmla="*/ 3564534 w 3898209"/>
              <a:gd name="connsiteY297" fmla="*/ 2992148 h 4768617"/>
              <a:gd name="connsiteX298" fmla="*/ 3557194 w 3898209"/>
              <a:gd name="connsiteY298" fmla="*/ 3132436 h 4768617"/>
              <a:gd name="connsiteX299" fmla="*/ 3603228 w 3898209"/>
              <a:gd name="connsiteY299" fmla="*/ 3192559 h 4768617"/>
              <a:gd name="connsiteX300" fmla="*/ 3579616 w 3898209"/>
              <a:gd name="connsiteY300" fmla="*/ 3071511 h 4768617"/>
              <a:gd name="connsiteX301" fmla="*/ 3619300 w 3898209"/>
              <a:gd name="connsiteY301" fmla="*/ 3065098 h 4768617"/>
              <a:gd name="connsiteX302" fmla="*/ 3575052 w 3898209"/>
              <a:gd name="connsiteY302" fmla="*/ 3039646 h 4768617"/>
              <a:gd name="connsiteX303" fmla="*/ 3564534 w 3898209"/>
              <a:gd name="connsiteY303" fmla="*/ 2992148 h 4768617"/>
              <a:gd name="connsiteX304" fmla="*/ 3684975 w 3898209"/>
              <a:gd name="connsiteY304" fmla="*/ 2933305 h 4768617"/>
              <a:gd name="connsiteX305" fmla="*/ 3673662 w 3898209"/>
              <a:gd name="connsiteY305" fmla="*/ 2934630 h 4768617"/>
              <a:gd name="connsiteX306" fmla="*/ 3667914 w 3898209"/>
              <a:gd name="connsiteY306" fmla="*/ 2940442 h 4768617"/>
              <a:gd name="connsiteX307" fmla="*/ 3691130 w 3898209"/>
              <a:gd name="connsiteY307" fmla="*/ 2953269 h 4768617"/>
              <a:gd name="connsiteX308" fmla="*/ 3693908 w 3898209"/>
              <a:gd name="connsiteY308" fmla="*/ 2940442 h 4768617"/>
              <a:gd name="connsiteX309" fmla="*/ 3684975 w 3898209"/>
              <a:gd name="connsiteY309" fmla="*/ 2933305 h 4768617"/>
              <a:gd name="connsiteX310" fmla="*/ 3464528 w 3898209"/>
              <a:gd name="connsiteY310" fmla="*/ 2928618 h 4768617"/>
              <a:gd name="connsiteX311" fmla="*/ 3464656 w 3898209"/>
              <a:gd name="connsiteY311" fmla="*/ 2928673 h 4768617"/>
              <a:gd name="connsiteX312" fmla="*/ 3456394 w 3898209"/>
              <a:gd name="connsiteY312" fmla="*/ 2935031 h 4768617"/>
              <a:gd name="connsiteX313" fmla="*/ 3464926 w 3898209"/>
              <a:gd name="connsiteY313" fmla="*/ 2944250 h 4768617"/>
              <a:gd name="connsiteX314" fmla="*/ 3481196 w 3898209"/>
              <a:gd name="connsiteY314" fmla="*/ 2935833 h 4768617"/>
              <a:gd name="connsiteX315" fmla="*/ 3464656 w 3898209"/>
              <a:gd name="connsiteY315" fmla="*/ 2928673 h 4768617"/>
              <a:gd name="connsiteX316" fmla="*/ 3464728 w 3898209"/>
              <a:gd name="connsiteY316" fmla="*/ 2928618 h 4768617"/>
              <a:gd name="connsiteX317" fmla="*/ 3581797 w 3898209"/>
              <a:gd name="connsiteY317" fmla="*/ 2918197 h 4768617"/>
              <a:gd name="connsiteX318" fmla="*/ 3555804 w 3898209"/>
              <a:gd name="connsiteY318" fmla="*/ 2926614 h 4768617"/>
              <a:gd name="connsiteX319" fmla="*/ 3580606 w 3898209"/>
              <a:gd name="connsiteY319" fmla="*/ 2935858 h 4768617"/>
              <a:gd name="connsiteX320" fmla="*/ 3600215 w 3898209"/>
              <a:gd name="connsiteY320" fmla="*/ 2930931 h 4768617"/>
              <a:gd name="connsiteX321" fmla="*/ 3600648 w 3898209"/>
              <a:gd name="connsiteY321" fmla="*/ 2931424 h 4768617"/>
              <a:gd name="connsiteX322" fmla="*/ 3600648 w 3898209"/>
              <a:gd name="connsiteY322" fmla="*/ 2930823 h 4768617"/>
              <a:gd name="connsiteX323" fmla="*/ 3600215 w 3898209"/>
              <a:gd name="connsiteY323" fmla="*/ 2930931 h 4768617"/>
              <a:gd name="connsiteX324" fmla="*/ 3591855 w 3898209"/>
              <a:gd name="connsiteY324" fmla="*/ 2921428 h 4768617"/>
              <a:gd name="connsiteX325" fmla="*/ 3581797 w 3898209"/>
              <a:gd name="connsiteY325" fmla="*/ 2918197 h 4768617"/>
              <a:gd name="connsiteX326" fmla="*/ 3804232 w 3898209"/>
              <a:gd name="connsiteY326" fmla="*/ 2907375 h 4768617"/>
              <a:gd name="connsiteX327" fmla="*/ 3794906 w 3898209"/>
              <a:gd name="connsiteY327" fmla="*/ 2909579 h 4768617"/>
              <a:gd name="connsiteX328" fmla="*/ 3803636 w 3898209"/>
              <a:gd name="connsiteY328" fmla="*/ 2958079 h 4768617"/>
              <a:gd name="connsiteX329" fmla="*/ 3849670 w 3898209"/>
              <a:gd name="connsiteY329" fmla="*/ 2940442 h 4768617"/>
              <a:gd name="connsiteX330" fmla="*/ 3761968 w 3898209"/>
              <a:gd name="connsiteY330" fmla="*/ 2893346 h 4768617"/>
              <a:gd name="connsiteX331" fmla="*/ 3761968 w 3898209"/>
              <a:gd name="connsiteY331" fmla="*/ 2894147 h 4768617"/>
              <a:gd name="connsiteX332" fmla="*/ 3749466 w 3898209"/>
              <a:gd name="connsiteY332" fmla="*/ 2900761 h 4768617"/>
              <a:gd name="connsiteX333" fmla="*/ 3760776 w 3898209"/>
              <a:gd name="connsiteY333" fmla="*/ 2913788 h 4768617"/>
              <a:gd name="connsiteX334" fmla="*/ 3774864 w 3898209"/>
              <a:gd name="connsiteY334" fmla="*/ 2905571 h 4768617"/>
              <a:gd name="connsiteX335" fmla="*/ 3761968 w 3898209"/>
              <a:gd name="connsiteY335" fmla="*/ 2893346 h 4768617"/>
              <a:gd name="connsiteX336" fmla="*/ 3896698 w 3898209"/>
              <a:gd name="connsiteY336" fmla="*/ 2890340 h 4768617"/>
              <a:gd name="connsiteX337" fmla="*/ 3898209 w 3898209"/>
              <a:gd name="connsiteY337" fmla="*/ 2892229 h 4768617"/>
              <a:gd name="connsiteX338" fmla="*/ 3898209 w 3898209"/>
              <a:gd name="connsiteY338" fmla="*/ 2898468 h 4768617"/>
              <a:gd name="connsiteX339" fmla="*/ 3894118 w 3898209"/>
              <a:gd name="connsiteY339" fmla="*/ 2902966 h 4768617"/>
              <a:gd name="connsiteX340" fmla="*/ 3888760 w 3898209"/>
              <a:gd name="connsiteY340" fmla="*/ 2896352 h 4768617"/>
              <a:gd name="connsiteX341" fmla="*/ 3896698 w 3898209"/>
              <a:gd name="connsiteY341" fmla="*/ 2890340 h 4768617"/>
              <a:gd name="connsiteX342" fmla="*/ 3535564 w 3898209"/>
              <a:gd name="connsiteY342" fmla="*/ 2877513 h 4768617"/>
              <a:gd name="connsiteX343" fmla="*/ 3535564 w 3898209"/>
              <a:gd name="connsiteY343" fmla="*/ 2877714 h 4768617"/>
              <a:gd name="connsiteX344" fmla="*/ 3525048 w 3898209"/>
              <a:gd name="connsiteY344" fmla="*/ 2943649 h 4768617"/>
              <a:gd name="connsiteX345" fmla="*/ 3535564 w 3898209"/>
              <a:gd name="connsiteY345" fmla="*/ 2877513 h 4768617"/>
              <a:gd name="connsiteX346" fmla="*/ 3465322 w 3898209"/>
              <a:gd name="connsiteY346" fmla="*/ 2875710 h 4768617"/>
              <a:gd name="connsiteX347" fmla="*/ 3462942 w 3898209"/>
              <a:gd name="connsiteY347" fmla="*/ 2884929 h 4768617"/>
              <a:gd name="connsiteX348" fmla="*/ 3478618 w 3898209"/>
              <a:gd name="connsiteY348" fmla="*/ 2889939 h 4768617"/>
              <a:gd name="connsiteX349" fmla="*/ 3480204 w 3898209"/>
              <a:gd name="connsiteY349" fmla="*/ 2880519 h 4768617"/>
              <a:gd name="connsiteX350" fmla="*/ 3465322 w 3898209"/>
              <a:gd name="connsiteY350" fmla="*/ 2875710 h 4768617"/>
              <a:gd name="connsiteX351" fmla="*/ 3502428 w 3898209"/>
              <a:gd name="connsiteY351" fmla="*/ 2810576 h 4768617"/>
              <a:gd name="connsiteX352" fmla="*/ 3491316 w 3898209"/>
              <a:gd name="connsiteY352" fmla="*/ 2833223 h 4768617"/>
              <a:gd name="connsiteX353" fmla="*/ 3502230 w 3898209"/>
              <a:gd name="connsiteY353" fmla="*/ 2938037 h 4768617"/>
              <a:gd name="connsiteX354" fmla="*/ 3510960 w 3898209"/>
              <a:gd name="connsiteY354" fmla="*/ 2936234 h 4768617"/>
              <a:gd name="connsiteX355" fmla="*/ 3510960 w 3898209"/>
              <a:gd name="connsiteY355" fmla="*/ 2812380 h 4768617"/>
              <a:gd name="connsiteX356" fmla="*/ 3898209 w 3898209"/>
              <a:gd name="connsiteY356" fmla="*/ 2807101 h 4768617"/>
              <a:gd name="connsiteX357" fmla="*/ 3898209 w 3898209"/>
              <a:gd name="connsiteY357" fmla="*/ 2810338 h 4768617"/>
              <a:gd name="connsiteX358" fmla="*/ 3894118 w 3898209"/>
              <a:gd name="connsiteY358" fmla="*/ 2807971 h 4768617"/>
              <a:gd name="connsiteX359" fmla="*/ 3763952 w 3898209"/>
              <a:gd name="connsiteY359" fmla="*/ 2786727 h 4768617"/>
              <a:gd name="connsiteX360" fmla="*/ 3755220 w 3898209"/>
              <a:gd name="connsiteY360" fmla="*/ 2796146 h 4768617"/>
              <a:gd name="connsiteX361" fmla="*/ 3761968 w 3898209"/>
              <a:gd name="connsiteY361" fmla="*/ 2804965 h 4768617"/>
              <a:gd name="connsiteX362" fmla="*/ 3771294 w 3898209"/>
              <a:gd name="connsiteY362" fmla="*/ 2801558 h 4768617"/>
              <a:gd name="connsiteX363" fmla="*/ 3763952 w 3898209"/>
              <a:gd name="connsiteY363" fmla="*/ 2786727 h 4768617"/>
              <a:gd name="connsiteX364" fmla="*/ 3539136 w 3898209"/>
              <a:gd name="connsiteY364" fmla="*/ 2769893 h 4768617"/>
              <a:gd name="connsiteX365" fmla="*/ 3533184 w 3898209"/>
              <a:gd name="connsiteY365" fmla="*/ 2852262 h 4768617"/>
              <a:gd name="connsiteX366" fmla="*/ 3566122 w 3898209"/>
              <a:gd name="connsiteY366" fmla="*/ 2834425 h 4768617"/>
              <a:gd name="connsiteX367" fmla="*/ 3539136 w 3898209"/>
              <a:gd name="connsiteY367" fmla="*/ 2769893 h 4768617"/>
              <a:gd name="connsiteX368" fmla="*/ 3676844 w 3898209"/>
              <a:gd name="connsiteY368" fmla="*/ 2769492 h 4768617"/>
              <a:gd name="connsiteX369" fmla="*/ 3670296 w 3898209"/>
              <a:gd name="connsiteY369" fmla="*/ 2789533 h 4768617"/>
              <a:gd name="connsiteX370" fmla="*/ 3679991 w 3898209"/>
              <a:gd name="connsiteY370" fmla="*/ 2791261 h 4768617"/>
              <a:gd name="connsiteX371" fmla="*/ 3679820 w 3898209"/>
              <a:gd name="connsiteY371" fmla="*/ 2792339 h 4768617"/>
              <a:gd name="connsiteX372" fmla="*/ 3680414 w 3898209"/>
              <a:gd name="connsiteY372" fmla="*/ 2791337 h 4768617"/>
              <a:gd name="connsiteX373" fmla="*/ 3679991 w 3898209"/>
              <a:gd name="connsiteY373" fmla="*/ 2791261 h 4768617"/>
              <a:gd name="connsiteX374" fmla="*/ 3683192 w 3898209"/>
              <a:gd name="connsiteY374" fmla="*/ 2771095 h 4768617"/>
              <a:gd name="connsiteX375" fmla="*/ 3676844 w 3898209"/>
              <a:gd name="connsiteY375" fmla="*/ 2769492 h 4768617"/>
              <a:gd name="connsiteX376" fmla="*/ 3588942 w 3898209"/>
              <a:gd name="connsiteY376" fmla="*/ 2769492 h 4768617"/>
              <a:gd name="connsiteX377" fmla="*/ 3589463 w 3898209"/>
              <a:gd name="connsiteY377" fmla="*/ 2769849 h 4768617"/>
              <a:gd name="connsiteX378" fmla="*/ 3581996 w 3898209"/>
              <a:gd name="connsiteY378" fmla="*/ 2775504 h 4768617"/>
              <a:gd name="connsiteX379" fmla="*/ 3589338 w 3898209"/>
              <a:gd name="connsiteY379" fmla="*/ 2782719 h 4768617"/>
              <a:gd name="connsiteX380" fmla="*/ 3599458 w 3898209"/>
              <a:gd name="connsiteY380" fmla="*/ 2776707 h 4768617"/>
              <a:gd name="connsiteX381" fmla="*/ 3589463 w 3898209"/>
              <a:gd name="connsiteY381" fmla="*/ 2769849 h 4768617"/>
              <a:gd name="connsiteX382" fmla="*/ 3589934 w 3898209"/>
              <a:gd name="connsiteY382" fmla="*/ 2769492 h 4768617"/>
              <a:gd name="connsiteX383" fmla="*/ 3712162 w 3898209"/>
              <a:gd name="connsiteY383" fmla="*/ 2730011 h 4768617"/>
              <a:gd name="connsiteX384" fmla="*/ 3712528 w 3898209"/>
              <a:gd name="connsiteY384" fmla="*/ 2730137 h 4768617"/>
              <a:gd name="connsiteX385" fmla="*/ 3702440 w 3898209"/>
              <a:gd name="connsiteY385" fmla="*/ 2770093 h 4768617"/>
              <a:gd name="connsiteX386" fmla="*/ 3717520 w 3898209"/>
              <a:gd name="connsiteY386" fmla="*/ 2790134 h 4768617"/>
              <a:gd name="connsiteX387" fmla="*/ 3731212 w 3898209"/>
              <a:gd name="connsiteY387" fmla="*/ 2765885 h 4768617"/>
              <a:gd name="connsiteX388" fmla="*/ 3720894 w 3898209"/>
              <a:gd name="connsiteY388" fmla="*/ 2733017 h 4768617"/>
              <a:gd name="connsiteX389" fmla="*/ 3712528 w 3898209"/>
              <a:gd name="connsiteY389" fmla="*/ 2730137 h 4768617"/>
              <a:gd name="connsiteX390" fmla="*/ 3712560 w 3898209"/>
              <a:gd name="connsiteY390" fmla="*/ 2730011 h 4768617"/>
              <a:gd name="connsiteX391" fmla="*/ 3543898 w 3898209"/>
              <a:gd name="connsiteY391" fmla="*/ 2688726 h 4768617"/>
              <a:gd name="connsiteX392" fmla="*/ 3529414 w 3898209"/>
              <a:gd name="connsiteY392" fmla="*/ 2719790 h 4768617"/>
              <a:gd name="connsiteX393" fmla="*/ 3544494 w 3898209"/>
              <a:gd name="connsiteY393" fmla="*/ 2744240 h 4768617"/>
              <a:gd name="connsiteX394" fmla="*/ 3593306 w 3898209"/>
              <a:gd name="connsiteY394" fmla="*/ 2739230 h 4768617"/>
              <a:gd name="connsiteX395" fmla="*/ 3561859 w 3898209"/>
              <a:gd name="connsiteY395" fmla="*/ 2707975 h 4768617"/>
              <a:gd name="connsiteX396" fmla="*/ 3559102 w 3898209"/>
              <a:gd name="connsiteY396" fmla="*/ 2693391 h 4768617"/>
              <a:gd name="connsiteX397" fmla="*/ 3559574 w 3898209"/>
              <a:gd name="connsiteY397" fmla="*/ 2693536 h 4768617"/>
              <a:gd name="connsiteX398" fmla="*/ 3558978 w 3898209"/>
              <a:gd name="connsiteY398" fmla="*/ 2692735 h 4768617"/>
              <a:gd name="connsiteX399" fmla="*/ 3559102 w 3898209"/>
              <a:gd name="connsiteY399" fmla="*/ 2693391 h 4768617"/>
              <a:gd name="connsiteX400" fmla="*/ 3480204 w 3898209"/>
              <a:gd name="connsiteY400" fmla="*/ 2649446 h 4768617"/>
              <a:gd name="connsiteX401" fmla="*/ 3488340 w 3898209"/>
              <a:gd name="connsiteY401" fmla="*/ 2783120 h 4768617"/>
              <a:gd name="connsiteX402" fmla="*/ 3498262 w 3898209"/>
              <a:gd name="connsiteY402" fmla="*/ 2782719 h 4768617"/>
              <a:gd name="connsiteX403" fmla="*/ 3498262 w 3898209"/>
              <a:gd name="connsiteY403" fmla="*/ 2782318 h 4768617"/>
              <a:gd name="connsiteX404" fmla="*/ 3503024 w 3898209"/>
              <a:gd name="connsiteY404" fmla="*/ 2665879 h 4768617"/>
              <a:gd name="connsiteX405" fmla="*/ 3480204 w 3898209"/>
              <a:gd name="connsiteY405" fmla="*/ 2649446 h 4768617"/>
              <a:gd name="connsiteX406" fmla="*/ 3805620 w 3898209"/>
              <a:gd name="connsiteY406" fmla="*/ 2637822 h 4768617"/>
              <a:gd name="connsiteX407" fmla="*/ 3805620 w 3898209"/>
              <a:gd name="connsiteY407" fmla="*/ 2657863 h 4768617"/>
              <a:gd name="connsiteX408" fmla="*/ 3814748 w 3898209"/>
              <a:gd name="connsiteY408" fmla="*/ 2659066 h 4768617"/>
              <a:gd name="connsiteX409" fmla="*/ 3812168 w 3898209"/>
              <a:gd name="connsiteY409" fmla="*/ 2637822 h 4768617"/>
              <a:gd name="connsiteX410" fmla="*/ 3805620 w 3898209"/>
              <a:gd name="connsiteY410" fmla="*/ 2637822 h 4768617"/>
              <a:gd name="connsiteX411" fmla="*/ 3715536 w 3898209"/>
              <a:gd name="connsiteY411" fmla="*/ 2620587 h 4768617"/>
              <a:gd name="connsiteX412" fmla="*/ 3705614 w 3898209"/>
              <a:gd name="connsiteY412" fmla="*/ 2622992 h 4768617"/>
              <a:gd name="connsiteX413" fmla="*/ 3709186 w 3898209"/>
              <a:gd name="connsiteY413" fmla="*/ 2628804 h 4768617"/>
              <a:gd name="connsiteX414" fmla="*/ 3719902 w 3898209"/>
              <a:gd name="connsiteY414" fmla="*/ 2627601 h 4768617"/>
              <a:gd name="connsiteX415" fmla="*/ 3715536 w 3898209"/>
              <a:gd name="connsiteY415" fmla="*/ 2621388 h 4768617"/>
              <a:gd name="connsiteX416" fmla="*/ 3773872 w 3898209"/>
              <a:gd name="connsiteY416" fmla="*/ 2618382 h 4768617"/>
              <a:gd name="connsiteX417" fmla="*/ 3766730 w 3898209"/>
              <a:gd name="connsiteY417" fmla="*/ 2622390 h 4768617"/>
              <a:gd name="connsiteX418" fmla="*/ 3770102 w 3898209"/>
              <a:gd name="connsiteY418" fmla="*/ 2632411 h 4768617"/>
              <a:gd name="connsiteX419" fmla="*/ 3775856 w 3898209"/>
              <a:gd name="connsiteY419" fmla="*/ 2629004 h 4768617"/>
              <a:gd name="connsiteX420" fmla="*/ 3773872 w 3898209"/>
              <a:gd name="connsiteY420" fmla="*/ 2618382 h 4768617"/>
              <a:gd name="connsiteX421" fmla="*/ 3579293 w 3898209"/>
              <a:gd name="connsiteY421" fmla="*/ 2611167 h 4768617"/>
              <a:gd name="connsiteX422" fmla="*/ 3562948 w 3898209"/>
              <a:gd name="connsiteY422" fmla="*/ 2614975 h 4768617"/>
              <a:gd name="connsiteX423" fmla="*/ 3566569 w 3898209"/>
              <a:gd name="connsiteY423" fmla="*/ 2631935 h 4768617"/>
              <a:gd name="connsiteX424" fmla="*/ 3582217 w 3898209"/>
              <a:gd name="connsiteY424" fmla="*/ 2635180 h 4768617"/>
              <a:gd name="connsiteX425" fmla="*/ 3582194 w 3898209"/>
              <a:gd name="connsiteY425" fmla="*/ 2635217 h 4768617"/>
              <a:gd name="connsiteX426" fmla="*/ 3582394 w 3898209"/>
              <a:gd name="connsiteY426" fmla="*/ 2635217 h 4768617"/>
              <a:gd name="connsiteX427" fmla="*/ 3582217 w 3898209"/>
              <a:gd name="connsiteY427" fmla="*/ 2635180 h 4768617"/>
              <a:gd name="connsiteX428" fmla="*/ 3589536 w 3898209"/>
              <a:gd name="connsiteY428" fmla="*/ 2623593 h 4768617"/>
              <a:gd name="connsiteX429" fmla="*/ 3579293 w 3898209"/>
              <a:gd name="connsiteY429" fmla="*/ 2611167 h 4768617"/>
              <a:gd name="connsiteX430" fmla="*/ 3538938 w 3898209"/>
              <a:gd name="connsiteY430" fmla="*/ 2606959 h 4768617"/>
              <a:gd name="connsiteX431" fmla="*/ 3481792 w 3898209"/>
              <a:gd name="connsiteY431" fmla="*/ 2609965 h 4768617"/>
              <a:gd name="connsiteX432" fmla="*/ 3538938 w 3898209"/>
              <a:gd name="connsiteY432" fmla="*/ 2606959 h 4768617"/>
              <a:gd name="connsiteX433" fmla="*/ 3806812 w 3898209"/>
              <a:gd name="connsiteY433" fmla="*/ 2581306 h 4768617"/>
              <a:gd name="connsiteX434" fmla="*/ 3803040 w 3898209"/>
              <a:gd name="connsiteY434" fmla="*/ 2614975 h 4768617"/>
              <a:gd name="connsiteX435" fmla="*/ 3806812 w 3898209"/>
              <a:gd name="connsiteY435" fmla="*/ 2581306 h 4768617"/>
              <a:gd name="connsiteX436" fmla="*/ 3898209 w 3898209"/>
              <a:gd name="connsiteY436" fmla="*/ 2578378 h 4768617"/>
              <a:gd name="connsiteX437" fmla="*/ 3898209 w 3898209"/>
              <a:gd name="connsiteY437" fmla="*/ 2597610 h 4768617"/>
              <a:gd name="connsiteX438" fmla="*/ 3879434 w 3898209"/>
              <a:gd name="connsiteY438" fmla="*/ 2607560 h 4768617"/>
              <a:gd name="connsiteX439" fmla="*/ 3898185 w 3898209"/>
              <a:gd name="connsiteY439" fmla="*/ 2578400 h 4768617"/>
              <a:gd name="connsiteX440" fmla="*/ 3773278 w 3898209"/>
              <a:gd name="connsiteY440" fmla="*/ 2572288 h 4768617"/>
              <a:gd name="connsiteX441" fmla="*/ 3762760 w 3898209"/>
              <a:gd name="connsiteY441" fmla="*/ 2602349 h 4768617"/>
              <a:gd name="connsiteX442" fmla="*/ 3791930 w 3898209"/>
              <a:gd name="connsiteY442" fmla="*/ 2602349 h 4768617"/>
              <a:gd name="connsiteX443" fmla="*/ 3547668 w 3898209"/>
              <a:gd name="connsiteY443" fmla="*/ 2568680 h 4768617"/>
              <a:gd name="connsiteX444" fmla="*/ 3536954 w 3898209"/>
              <a:gd name="connsiteY444" fmla="*/ 2577298 h 4768617"/>
              <a:gd name="connsiteX445" fmla="*/ 3549256 w 3898209"/>
              <a:gd name="connsiteY445" fmla="*/ 2589122 h 4768617"/>
              <a:gd name="connsiteX446" fmla="*/ 3564932 w 3898209"/>
              <a:gd name="connsiteY446" fmla="*/ 2580705 h 4768617"/>
              <a:gd name="connsiteX447" fmla="*/ 3547668 w 3898209"/>
              <a:gd name="connsiteY447" fmla="*/ 2568680 h 4768617"/>
              <a:gd name="connsiteX448" fmla="*/ 3677240 w 3898209"/>
              <a:gd name="connsiteY448" fmla="*/ 2497735 h 4768617"/>
              <a:gd name="connsiteX449" fmla="*/ 3723672 w 3898209"/>
              <a:gd name="connsiteY449" fmla="*/ 2531805 h 4768617"/>
              <a:gd name="connsiteX450" fmla="*/ 3677240 w 3898209"/>
              <a:gd name="connsiteY450" fmla="*/ 2497735 h 4768617"/>
              <a:gd name="connsiteX451" fmla="*/ 3481594 w 3898209"/>
              <a:gd name="connsiteY451" fmla="*/ 2479097 h 4768617"/>
              <a:gd name="connsiteX452" fmla="*/ 3500444 w 3898209"/>
              <a:gd name="connsiteY452" fmla="*/ 2543028 h 4768617"/>
              <a:gd name="connsiteX453" fmla="*/ 3770500 w 3898209"/>
              <a:gd name="connsiteY453" fmla="*/ 2476090 h 4768617"/>
              <a:gd name="connsiteX454" fmla="*/ 3764947 w 3898209"/>
              <a:gd name="connsiteY454" fmla="*/ 2515433 h 4768617"/>
              <a:gd name="connsiteX455" fmla="*/ 3779603 w 3898209"/>
              <a:gd name="connsiteY455" fmla="*/ 2523267 h 4768617"/>
              <a:gd name="connsiteX456" fmla="*/ 3779626 w 3898209"/>
              <a:gd name="connsiteY456" fmla="*/ 2523387 h 4768617"/>
              <a:gd name="connsiteX457" fmla="*/ 3779826 w 3898209"/>
              <a:gd name="connsiteY457" fmla="*/ 2523387 h 4768617"/>
              <a:gd name="connsiteX458" fmla="*/ 3779603 w 3898209"/>
              <a:gd name="connsiteY458" fmla="*/ 2523267 h 4768617"/>
              <a:gd name="connsiteX459" fmla="*/ 3508480 w 3898209"/>
              <a:gd name="connsiteY459" fmla="*/ 2404343 h 4768617"/>
              <a:gd name="connsiteX460" fmla="*/ 3479212 w 3898209"/>
              <a:gd name="connsiteY460" fmla="*/ 2427591 h 4768617"/>
              <a:gd name="connsiteX461" fmla="*/ 3479212 w 3898209"/>
              <a:gd name="connsiteY461" fmla="*/ 2428192 h 4768617"/>
              <a:gd name="connsiteX462" fmla="*/ 3556796 w 3898209"/>
              <a:gd name="connsiteY462" fmla="*/ 2421980 h 4768617"/>
              <a:gd name="connsiteX463" fmla="*/ 3508480 w 3898209"/>
              <a:gd name="connsiteY463" fmla="*/ 2404343 h 4768617"/>
              <a:gd name="connsiteX464" fmla="*/ 3752840 w 3898209"/>
              <a:gd name="connsiteY464" fmla="*/ 2383902 h 4768617"/>
              <a:gd name="connsiteX465" fmla="*/ 3772682 w 3898209"/>
              <a:gd name="connsiteY465" fmla="*/ 2449235 h 4768617"/>
              <a:gd name="connsiteX466" fmla="*/ 3752840 w 3898209"/>
              <a:gd name="connsiteY466" fmla="*/ 2383902 h 4768617"/>
              <a:gd name="connsiteX467" fmla="*/ 3541320 w 3898209"/>
              <a:gd name="connsiteY467" fmla="*/ 2330793 h 4768617"/>
              <a:gd name="connsiteX468" fmla="*/ 3525246 w 3898209"/>
              <a:gd name="connsiteY468" fmla="*/ 2337406 h 4768617"/>
              <a:gd name="connsiteX469" fmla="*/ 3543898 w 3898209"/>
              <a:gd name="connsiteY469" fmla="*/ 2362057 h 4768617"/>
              <a:gd name="connsiteX470" fmla="*/ 3553026 w 3898209"/>
              <a:gd name="connsiteY470" fmla="*/ 2362057 h 4768617"/>
              <a:gd name="connsiteX471" fmla="*/ 3547666 w 3898209"/>
              <a:gd name="connsiteY471" fmla="*/ 2334240 h 4768617"/>
              <a:gd name="connsiteX472" fmla="*/ 3541320 w 3898209"/>
              <a:gd name="connsiteY472" fmla="*/ 2331394 h 4768617"/>
              <a:gd name="connsiteX473" fmla="*/ 3587552 w 3898209"/>
              <a:gd name="connsiteY473" fmla="*/ 2314760 h 4768617"/>
              <a:gd name="connsiteX474" fmla="*/ 3587738 w 3898209"/>
              <a:gd name="connsiteY474" fmla="*/ 2314892 h 4768617"/>
              <a:gd name="connsiteX475" fmla="*/ 3584774 w 3898209"/>
              <a:gd name="connsiteY475" fmla="*/ 2316764 h 4768617"/>
              <a:gd name="connsiteX476" fmla="*/ 3578822 w 3898209"/>
              <a:gd name="connsiteY476" fmla="*/ 2374883 h 4768617"/>
              <a:gd name="connsiteX477" fmla="*/ 3592512 w 3898209"/>
              <a:gd name="connsiteY477" fmla="*/ 2388511 h 4768617"/>
              <a:gd name="connsiteX478" fmla="*/ 3600648 w 3898209"/>
              <a:gd name="connsiteY478" fmla="*/ 2385104 h 4768617"/>
              <a:gd name="connsiteX479" fmla="*/ 3592910 w 3898209"/>
              <a:gd name="connsiteY479" fmla="*/ 2318568 h 4768617"/>
              <a:gd name="connsiteX480" fmla="*/ 3587738 w 3898209"/>
              <a:gd name="connsiteY480" fmla="*/ 2314892 h 4768617"/>
              <a:gd name="connsiteX481" fmla="*/ 3587948 w 3898209"/>
              <a:gd name="connsiteY481" fmla="*/ 2314760 h 4768617"/>
              <a:gd name="connsiteX482" fmla="*/ 3706806 w 3898209"/>
              <a:gd name="connsiteY482" fmla="*/ 2312555 h 4768617"/>
              <a:gd name="connsiteX483" fmla="*/ 3704424 w 3898209"/>
              <a:gd name="connsiteY483" fmla="*/ 2325181 h 4768617"/>
              <a:gd name="connsiteX484" fmla="*/ 3703828 w 3898209"/>
              <a:gd name="connsiteY484" fmla="*/ 2325181 h 4768617"/>
              <a:gd name="connsiteX485" fmla="*/ 3707798 w 3898209"/>
              <a:gd name="connsiteY485" fmla="*/ 2330993 h 4768617"/>
              <a:gd name="connsiteX486" fmla="*/ 3713750 w 3898209"/>
              <a:gd name="connsiteY486" fmla="*/ 2323177 h 4768617"/>
              <a:gd name="connsiteX487" fmla="*/ 3706806 w 3898209"/>
              <a:gd name="connsiteY487" fmla="*/ 2312555 h 4768617"/>
              <a:gd name="connsiteX488" fmla="*/ 3742918 w 3898209"/>
              <a:gd name="connsiteY488" fmla="*/ 2264657 h 4768617"/>
              <a:gd name="connsiteX489" fmla="*/ 3766928 w 3898209"/>
              <a:gd name="connsiteY489" fmla="*/ 2362658 h 4768617"/>
              <a:gd name="connsiteX490" fmla="*/ 3775064 w 3898209"/>
              <a:gd name="connsiteY490" fmla="*/ 2306142 h 4768617"/>
              <a:gd name="connsiteX491" fmla="*/ 3769706 w 3898209"/>
              <a:gd name="connsiteY491" fmla="*/ 2273676 h 4768617"/>
              <a:gd name="connsiteX492" fmla="*/ 3742918 w 3898209"/>
              <a:gd name="connsiteY492" fmla="*/ 2264657 h 4768617"/>
              <a:gd name="connsiteX493" fmla="*/ 3585170 w 3898209"/>
              <a:gd name="connsiteY493" fmla="*/ 2255639 h 4768617"/>
              <a:gd name="connsiteX494" fmla="*/ 3583276 w 3898209"/>
              <a:gd name="connsiteY494" fmla="*/ 2278525 h 4768617"/>
              <a:gd name="connsiteX495" fmla="*/ 3591322 w 3898209"/>
              <a:gd name="connsiteY495" fmla="*/ 2283696 h 4768617"/>
              <a:gd name="connsiteX496" fmla="*/ 3602986 w 3898209"/>
              <a:gd name="connsiteY496" fmla="*/ 2263996 h 4768617"/>
              <a:gd name="connsiteX497" fmla="*/ 3597870 w 3898209"/>
              <a:gd name="connsiteY497" fmla="*/ 2255639 h 4768617"/>
              <a:gd name="connsiteX498" fmla="*/ 3585170 w 3898209"/>
              <a:gd name="connsiteY498" fmla="*/ 2255639 h 4768617"/>
              <a:gd name="connsiteX499" fmla="*/ 3487003 w 3898209"/>
              <a:gd name="connsiteY499" fmla="*/ 2244866 h 4768617"/>
              <a:gd name="connsiteX500" fmla="*/ 3467306 w 3898209"/>
              <a:gd name="connsiteY500" fmla="*/ 2257042 h 4768617"/>
              <a:gd name="connsiteX501" fmla="*/ 3497864 w 3898209"/>
              <a:gd name="connsiteY501" fmla="*/ 2315361 h 4768617"/>
              <a:gd name="connsiteX502" fmla="*/ 3473458 w 3898209"/>
              <a:gd name="connsiteY502" fmla="*/ 2312956 h 4768617"/>
              <a:gd name="connsiteX503" fmla="*/ 3471672 w 3898209"/>
              <a:gd name="connsiteY503" fmla="*/ 2353038 h 4768617"/>
              <a:gd name="connsiteX504" fmla="*/ 3551042 w 3898209"/>
              <a:gd name="connsiteY504" fmla="*/ 2314960 h 4768617"/>
              <a:gd name="connsiteX505" fmla="*/ 3551042 w 3898209"/>
              <a:gd name="connsiteY505" fmla="*/ 2257042 h 4768617"/>
              <a:gd name="connsiteX506" fmla="*/ 3487003 w 3898209"/>
              <a:gd name="connsiteY506" fmla="*/ 2244866 h 4768617"/>
              <a:gd name="connsiteX507" fmla="*/ 3670692 w 3898209"/>
              <a:gd name="connsiteY507" fmla="*/ 2233193 h 4768617"/>
              <a:gd name="connsiteX508" fmla="*/ 3668510 w 3898209"/>
              <a:gd name="connsiteY508" fmla="*/ 2280289 h 4768617"/>
              <a:gd name="connsiteX509" fmla="*/ 3675850 w 3898209"/>
              <a:gd name="connsiteY509" fmla="*/ 2282894 h 4768617"/>
              <a:gd name="connsiteX510" fmla="*/ 3670692 w 3898209"/>
              <a:gd name="connsiteY510" fmla="*/ 2233193 h 4768617"/>
              <a:gd name="connsiteX511" fmla="*/ 3753434 w 3898209"/>
              <a:gd name="connsiteY511" fmla="*/ 2212751 h 4768617"/>
              <a:gd name="connsiteX512" fmla="*/ 3759784 w 3898209"/>
              <a:gd name="connsiteY512" fmla="*/ 2239405 h 4768617"/>
              <a:gd name="connsiteX513" fmla="*/ 3753434 w 3898209"/>
              <a:gd name="connsiteY513" fmla="*/ 2212751 h 4768617"/>
              <a:gd name="connsiteX514" fmla="*/ 3509572 w 3898209"/>
              <a:gd name="connsiteY514" fmla="*/ 2211147 h 4768617"/>
              <a:gd name="connsiteX515" fmla="*/ 3509572 w 3898209"/>
              <a:gd name="connsiteY515" fmla="*/ 2217962 h 4768617"/>
              <a:gd name="connsiteX516" fmla="*/ 3516120 w 3898209"/>
              <a:gd name="connsiteY516" fmla="*/ 2220968 h 4768617"/>
              <a:gd name="connsiteX517" fmla="*/ 3520088 w 3898209"/>
              <a:gd name="connsiteY517" fmla="*/ 2214354 h 4768617"/>
              <a:gd name="connsiteX518" fmla="*/ 3806018 w 3898209"/>
              <a:gd name="connsiteY518" fmla="*/ 2202730 h 4768617"/>
              <a:gd name="connsiteX519" fmla="*/ 3800858 w 3898209"/>
              <a:gd name="connsiteY519" fmla="*/ 2205135 h 4768617"/>
              <a:gd name="connsiteX520" fmla="*/ 3804232 w 3898209"/>
              <a:gd name="connsiteY520" fmla="*/ 2228984 h 4768617"/>
              <a:gd name="connsiteX521" fmla="*/ 3811574 w 3898209"/>
              <a:gd name="connsiteY521" fmla="*/ 2227782 h 4768617"/>
              <a:gd name="connsiteX522" fmla="*/ 3811574 w 3898209"/>
              <a:gd name="connsiteY522" fmla="*/ 2228583 h 4768617"/>
              <a:gd name="connsiteX523" fmla="*/ 3813954 w 3898209"/>
              <a:gd name="connsiteY523" fmla="*/ 2214154 h 4768617"/>
              <a:gd name="connsiteX524" fmla="*/ 3806018 w 3898209"/>
              <a:gd name="connsiteY524" fmla="*/ 2202730 h 4768617"/>
              <a:gd name="connsiteX525" fmla="*/ 3876656 w 3898209"/>
              <a:gd name="connsiteY525" fmla="*/ 2176476 h 4768617"/>
              <a:gd name="connsiteX526" fmla="*/ 3898209 w 3898209"/>
              <a:gd name="connsiteY526" fmla="*/ 2192539 h 4768617"/>
              <a:gd name="connsiteX527" fmla="*/ 3898209 w 3898209"/>
              <a:gd name="connsiteY527" fmla="*/ 2214897 h 4768617"/>
              <a:gd name="connsiteX528" fmla="*/ 3882882 w 3898209"/>
              <a:gd name="connsiteY528" fmla="*/ 2203632 h 4768617"/>
              <a:gd name="connsiteX529" fmla="*/ 3876656 w 3898209"/>
              <a:gd name="connsiteY529" fmla="*/ 2176476 h 4768617"/>
              <a:gd name="connsiteX530" fmla="*/ 3702638 w 3898209"/>
              <a:gd name="connsiteY530" fmla="*/ 2137196 h 4768617"/>
              <a:gd name="connsiteX531" fmla="*/ 3696686 w 3898209"/>
              <a:gd name="connsiteY531" fmla="*/ 2141405 h 4768617"/>
              <a:gd name="connsiteX532" fmla="*/ 3699066 w 3898209"/>
              <a:gd name="connsiteY532" fmla="*/ 2147216 h 4768617"/>
              <a:gd name="connsiteX533" fmla="*/ 3708590 w 3898209"/>
              <a:gd name="connsiteY533" fmla="*/ 2142407 h 4768617"/>
              <a:gd name="connsiteX534" fmla="*/ 3702638 w 3898209"/>
              <a:gd name="connsiteY534" fmla="*/ 2137196 h 4768617"/>
              <a:gd name="connsiteX535" fmla="*/ 3866562 w 3898209"/>
              <a:gd name="connsiteY535" fmla="*/ 2136093 h 4768617"/>
              <a:gd name="connsiteX536" fmla="*/ 3883204 w 3898209"/>
              <a:gd name="connsiteY536" fmla="*/ 2139601 h 4768617"/>
              <a:gd name="connsiteX537" fmla="*/ 3859592 w 3898209"/>
              <a:gd name="connsiteY537" fmla="*/ 2151225 h 4768617"/>
              <a:gd name="connsiteX538" fmla="*/ 3866562 w 3898209"/>
              <a:gd name="connsiteY538" fmla="*/ 2136093 h 4768617"/>
              <a:gd name="connsiteX539" fmla="*/ 3595290 w 3898209"/>
              <a:gd name="connsiteY539" fmla="*/ 2131184 h 4768617"/>
              <a:gd name="connsiteX540" fmla="*/ 3590926 w 3898209"/>
              <a:gd name="connsiteY540" fmla="*/ 2140402 h 4768617"/>
              <a:gd name="connsiteX541" fmla="*/ 3599260 w 3898209"/>
              <a:gd name="connsiteY541" fmla="*/ 2149421 h 4768617"/>
              <a:gd name="connsiteX542" fmla="*/ 3603228 w 3898209"/>
              <a:gd name="connsiteY542" fmla="*/ 2138198 h 4768617"/>
              <a:gd name="connsiteX543" fmla="*/ 3603228 w 3898209"/>
              <a:gd name="connsiteY543" fmla="*/ 2137396 h 4768617"/>
              <a:gd name="connsiteX544" fmla="*/ 3595290 w 3898209"/>
              <a:gd name="connsiteY544" fmla="*/ 2131184 h 4768617"/>
              <a:gd name="connsiteX545" fmla="*/ 3860510 w 3898209"/>
              <a:gd name="connsiteY545" fmla="*/ 2093782 h 4768617"/>
              <a:gd name="connsiteX546" fmla="*/ 3870902 w 3898209"/>
              <a:gd name="connsiteY546" fmla="*/ 2094108 h 4768617"/>
              <a:gd name="connsiteX547" fmla="*/ 3873284 w 3898209"/>
              <a:gd name="connsiteY547" fmla="*/ 2102926 h 4768617"/>
              <a:gd name="connsiteX548" fmla="*/ 3853242 w 3898209"/>
              <a:gd name="connsiteY548" fmla="*/ 2108938 h 4768617"/>
              <a:gd name="connsiteX549" fmla="*/ 3860510 w 3898209"/>
              <a:gd name="connsiteY549" fmla="*/ 2093782 h 4768617"/>
              <a:gd name="connsiteX550" fmla="*/ 3593108 w 3898209"/>
              <a:gd name="connsiteY550" fmla="*/ 2032782 h 4768617"/>
              <a:gd name="connsiteX551" fmla="*/ 3593108 w 3898209"/>
              <a:gd name="connsiteY551" fmla="*/ 2052823 h 4768617"/>
              <a:gd name="connsiteX552" fmla="*/ 3603624 w 3898209"/>
              <a:gd name="connsiteY552" fmla="*/ 2052823 h 4768617"/>
              <a:gd name="connsiteX553" fmla="*/ 3599656 w 3898209"/>
              <a:gd name="connsiteY553" fmla="*/ 2032782 h 4768617"/>
              <a:gd name="connsiteX554" fmla="*/ 3593108 w 3898209"/>
              <a:gd name="connsiteY554" fmla="*/ 2032782 h 4768617"/>
              <a:gd name="connsiteX555" fmla="*/ 3514334 w 3898209"/>
              <a:gd name="connsiteY555" fmla="*/ 2020958 h 4768617"/>
              <a:gd name="connsiteX556" fmla="*/ 3509968 w 3898209"/>
              <a:gd name="connsiteY556" fmla="*/ 2026168 h 4768617"/>
              <a:gd name="connsiteX557" fmla="*/ 3515326 w 3898209"/>
              <a:gd name="connsiteY557" fmla="*/ 2030377 h 4768617"/>
              <a:gd name="connsiteX558" fmla="*/ 3519890 w 3898209"/>
              <a:gd name="connsiteY558" fmla="*/ 2025367 h 4768617"/>
              <a:gd name="connsiteX559" fmla="*/ 3514334 w 3898209"/>
              <a:gd name="connsiteY559" fmla="*/ 2020958 h 4768617"/>
              <a:gd name="connsiteX560" fmla="*/ 3784984 w 3898209"/>
              <a:gd name="connsiteY560" fmla="*/ 1982078 h 4768617"/>
              <a:gd name="connsiteX561" fmla="*/ 3784821 w 3898209"/>
              <a:gd name="connsiteY561" fmla="*/ 1982974 h 4768617"/>
              <a:gd name="connsiteX562" fmla="*/ 3749466 w 3898209"/>
              <a:gd name="connsiteY562" fmla="*/ 1996708 h 4768617"/>
              <a:gd name="connsiteX563" fmla="*/ 3776452 w 3898209"/>
              <a:gd name="connsiteY563" fmla="*/ 2028974 h 4768617"/>
              <a:gd name="connsiteX564" fmla="*/ 3784821 w 3898209"/>
              <a:gd name="connsiteY564" fmla="*/ 1982974 h 4768617"/>
              <a:gd name="connsiteX565" fmla="*/ 3785580 w 3898209"/>
              <a:gd name="connsiteY565" fmla="*/ 1982679 h 4768617"/>
              <a:gd name="connsiteX566" fmla="*/ 3690336 w 3898209"/>
              <a:gd name="connsiteY566" fmla="*/ 1973460 h 4768617"/>
              <a:gd name="connsiteX567" fmla="*/ 3678628 w 3898209"/>
              <a:gd name="connsiteY567" fmla="*/ 1990495 h 4768617"/>
              <a:gd name="connsiteX568" fmla="*/ 3689146 w 3898209"/>
              <a:gd name="connsiteY568" fmla="*/ 2001718 h 4768617"/>
              <a:gd name="connsiteX569" fmla="*/ 3701448 w 3898209"/>
              <a:gd name="connsiteY569" fmla="*/ 1990696 h 4768617"/>
              <a:gd name="connsiteX570" fmla="*/ 3690336 w 3898209"/>
              <a:gd name="connsiteY570" fmla="*/ 1973460 h 4768617"/>
              <a:gd name="connsiteX571" fmla="*/ 3518698 w 3898209"/>
              <a:gd name="connsiteY571" fmla="*/ 1932777 h 4768617"/>
              <a:gd name="connsiteX572" fmla="*/ 3521874 w 3898209"/>
              <a:gd name="connsiteY572" fmla="*/ 1980675 h 4768617"/>
              <a:gd name="connsiteX573" fmla="*/ 3518698 w 3898209"/>
              <a:gd name="connsiteY573" fmla="*/ 1933378 h 4768617"/>
              <a:gd name="connsiteX574" fmla="*/ 3566718 w 3898209"/>
              <a:gd name="connsiteY574" fmla="*/ 1924961 h 4768617"/>
              <a:gd name="connsiteX575" fmla="*/ 3558978 w 3898209"/>
              <a:gd name="connsiteY575" fmla="*/ 1930372 h 4768617"/>
              <a:gd name="connsiteX576" fmla="*/ 3560964 w 3898209"/>
              <a:gd name="connsiteY576" fmla="*/ 1936585 h 4768617"/>
              <a:gd name="connsiteX577" fmla="*/ 3569496 w 3898209"/>
              <a:gd name="connsiteY577" fmla="*/ 1932577 h 4768617"/>
              <a:gd name="connsiteX578" fmla="*/ 3566718 w 3898209"/>
              <a:gd name="connsiteY578" fmla="*/ 1924961 h 4768617"/>
              <a:gd name="connsiteX579" fmla="*/ 3599260 w 3898209"/>
              <a:gd name="connsiteY579" fmla="*/ 1922356 h 4768617"/>
              <a:gd name="connsiteX580" fmla="*/ 3590132 w 3898209"/>
              <a:gd name="connsiteY580" fmla="*/ 1956225 h 4768617"/>
              <a:gd name="connsiteX581" fmla="*/ 3599260 w 3898209"/>
              <a:gd name="connsiteY581" fmla="*/ 1922356 h 4768617"/>
              <a:gd name="connsiteX582" fmla="*/ 3687756 w 3898209"/>
              <a:gd name="connsiteY582" fmla="*/ 1857222 h 4768617"/>
              <a:gd name="connsiteX583" fmla="*/ 3695694 w 3898209"/>
              <a:gd name="connsiteY583" fmla="*/ 1911934 h 4768617"/>
              <a:gd name="connsiteX584" fmla="*/ 3529414 w 3898209"/>
              <a:gd name="connsiteY584" fmla="*/ 1846400 h 4768617"/>
              <a:gd name="connsiteX585" fmla="*/ 3512214 w 3898209"/>
              <a:gd name="connsiteY585" fmla="*/ 1860068 h 4768617"/>
              <a:gd name="connsiteX586" fmla="*/ 3513342 w 3898209"/>
              <a:gd name="connsiteY586" fmla="*/ 1868044 h 4768617"/>
              <a:gd name="connsiteX587" fmla="*/ 3531398 w 3898209"/>
              <a:gd name="connsiteY587" fmla="*/ 1883275 h 4768617"/>
              <a:gd name="connsiteX588" fmla="*/ 3599260 w 3898209"/>
              <a:gd name="connsiteY588" fmla="*/ 1873856 h 4768617"/>
              <a:gd name="connsiteX589" fmla="*/ 3613348 w 3898209"/>
              <a:gd name="connsiteY589" fmla="*/ 1904118 h 4768617"/>
              <a:gd name="connsiteX590" fmla="*/ 3610570 w 3898209"/>
              <a:gd name="connsiteY590" fmla="*/ 1859426 h 4768617"/>
              <a:gd name="connsiteX591" fmla="*/ 3529414 w 3898209"/>
              <a:gd name="connsiteY591" fmla="*/ 1846400 h 4768617"/>
              <a:gd name="connsiteX592" fmla="*/ 3529810 w 3898209"/>
              <a:gd name="connsiteY592" fmla="*/ 1775655 h 4768617"/>
              <a:gd name="connsiteX593" fmla="*/ 3522270 w 3898209"/>
              <a:gd name="connsiteY593" fmla="*/ 1794093 h 4768617"/>
              <a:gd name="connsiteX594" fmla="*/ 3531994 w 3898209"/>
              <a:gd name="connsiteY594" fmla="*/ 1797700 h 4768617"/>
              <a:gd name="connsiteX595" fmla="*/ 3538938 w 3898209"/>
              <a:gd name="connsiteY595" fmla="*/ 1779463 h 4768617"/>
              <a:gd name="connsiteX596" fmla="*/ 3529810 w 3898209"/>
              <a:gd name="connsiteY596" fmla="*/ 1775655 h 4768617"/>
              <a:gd name="connsiteX597" fmla="*/ 3676844 w 3898209"/>
              <a:gd name="connsiteY597" fmla="*/ 1747998 h 4768617"/>
              <a:gd name="connsiteX598" fmla="*/ 3676844 w 3898209"/>
              <a:gd name="connsiteY598" fmla="*/ 1792089 h 4768617"/>
              <a:gd name="connsiteX599" fmla="*/ 3714544 w 3898209"/>
              <a:gd name="connsiteY599" fmla="*/ 1760424 h 4768617"/>
              <a:gd name="connsiteX600" fmla="*/ 3676844 w 3898209"/>
              <a:gd name="connsiteY600" fmla="*/ 1747998 h 4768617"/>
              <a:gd name="connsiteX601" fmla="*/ 3532786 w 3898209"/>
              <a:gd name="connsiteY601" fmla="*/ 1668034 h 4768617"/>
              <a:gd name="connsiteX602" fmla="*/ 3528818 w 3898209"/>
              <a:gd name="connsiteY602" fmla="*/ 1740783 h 4768617"/>
              <a:gd name="connsiteX603" fmla="*/ 3572116 w 3898209"/>
              <a:gd name="connsiteY603" fmla="*/ 1672205 h 4768617"/>
              <a:gd name="connsiteX604" fmla="*/ 3572472 w 3898209"/>
              <a:gd name="connsiteY604" fmla="*/ 1672243 h 4768617"/>
              <a:gd name="connsiteX605" fmla="*/ 3572472 w 3898209"/>
              <a:gd name="connsiteY605" fmla="*/ 1671642 h 4768617"/>
              <a:gd name="connsiteX606" fmla="*/ 3572116 w 3898209"/>
              <a:gd name="connsiteY606" fmla="*/ 1672205 h 4768617"/>
              <a:gd name="connsiteX607" fmla="*/ 3594100 w 3898209"/>
              <a:gd name="connsiteY607" fmla="*/ 1623142 h 4768617"/>
              <a:gd name="connsiteX608" fmla="*/ 3594100 w 3898209"/>
              <a:gd name="connsiteY608" fmla="*/ 1627952 h 4768617"/>
              <a:gd name="connsiteX609" fmla="*/ 3610172 w 3898209"/>
              <a:gd name="connsiteY609" fmla="*/ 1627952 h 4768617"/>
              <a:gd name="connsiteX610" fmla="*/ 3610172 w 3898209"/>
              <a:gd name="connsiteY610" fmla="*/ 1623142 h 4768617"/>
              <a:gd name="connsiteX611" fmla="*/ 3594100 w 3898209"/>
              <a:gd name="connsiteY611" fmla="*/ 1623142 h 4768617"/>
              <a:gd name="connsiteX612" fmla="*/ 3692518 w 3898209"/>
              <a:gd name="connsiteY612" fmla="*/ 1622741 h 4768617"/>
              <a:gd name="connsiteX613" fmla="*/ 3681208 w 3898209"/>
              <a:gd name="connsiteY613" fmla="*/ 1634165 h 4768617"/>
              <a:gd name="connsiteX614" fmla="*/ 3682598 w 3898209"/>
              <a:gd name="connsiteY614" fmla="*/ 1645388 h 4768617"/>
              <a:gd name="connsiteX615" fmla="*/ 3688154 w 3898209"/>
              <a:gd name="connsiteY615" fmla="*/ 1645388 h 4768617"/>
              <a:gd name="connsiteX616" fmla="*/ 3568504 w 3898209"/>
              <a:gd name="connsiteY616" fmla="*/ 1612520 h 4768617"/>
              <a:gd name="connsiteX617" fmla="*/ 3559772 w 3898209"/>
              <a:gd name="connsiteY617" fmla="*/ 1620336 h 4768617"/>
              <a:gd name="connsiteX618" fmla="*/ 3562948 w 3898209"/>
              <a:gd name="connsiteY618" fmla="*/ 1630557 h 4768617"/>
              <a:gd name="connsiteX619" fmla="*/ 3573464 w 3898209"/>
              <a:gd name="connsiteY619" fmla="*/ 1623343 h 4768617"/>
              <a:gd name="connsiteX620" fmla="*/ 3568504 w 3898209"/>
              <a:gd name="connsiteY620" fmla="*/ 1612520 h 4768617"/>
              <a:gd name="connsiteX621" fmla="*/ 3642318 w 3898209"/>
              <a:gd name="connsiteY621" fmla="*/ 1502295 h 4768617"/>
              <a:gd name="connsiteX622" fmla="*/ 3642790 w 3898209"/>
              <a:gd name="connsiteY622" fmla="*/ 1502557 h 4768617"/>
              <a:gd name="connsiteX623" fmla="*/ 3634578 w 3898209"/>
              <a:gd name="connsiteY623" fmla="*/ 1506704 h 4768617"/>
              <a:gd name="connsiteX624" fmla="*/ 3641524 w 3898209"/>
              <a:gd name="connsiteY624" fmla="*/ 1515321 h 4768617"/>
              <a:gd name="connsiteX625" fmla="*/ 3656008 w 3898209"/>
              <a:gd name="connsiteY625" fmla="*/ 1509910 h 4768617"/>
              <a:gd name="connsiteX626" fmla="*/ 3642790 w 3898209"/>
              <a:gd name="connsiteY626" fmla="*/ 1502557 h 4768617"/>
              <a:gd name="connsiteX627" fmla="*/ 3643310 w 3898209"/>
              <a:gd name="connsiteY627" fmla="*/ 1502295 h 4768617"/>
              <a:gd name="connsiteX628" fmla="*/ 3724862 w 3898209"/>
              <a:gd name="connsiteY628" fmla="*/ 1432952 h 4768617"/>
              <a:gd name="connsiteX629" fmla="*/ 3718512 w 3898209"/>
              <a:gd name="connsiteY629" fmla="*/ 1576446 h 4768617"/>
              <a:gd name="connsiteX630" fmla="*/ 3762166 w 3898209"/>
              <a:gd name="connsiteY630" fmla="*/ 1556405 h 4768617"/>
              <a:gd name="connsiteX631" fmla="*/ 3733990 w 3898209"/>
              <a:gd name="connsiteY631" fmla="*/ 1516323 h 4768617"/>
              <a:gd name="connsiteX632" fmla="*/ 3738156 w 3898209"/>
              <a:gd name="connsiteY632" fmla="*/ 1434355 h 4768617"/>
              <a:gd name="connsiteX633" fmla="*/ 3724862 w 3898209"/>
              <a:gd name="connsiteY633" fmla="*/ 1433353 h 4768617"/>
              <a:gd name="connsiteX634" fmla="*/ 3613348 w 3898209"/>
              <a:gd name="connsiteY634" fmla="*/ 1429946 h 4768617"/>
              <a:gd name="connsiteX635" fmla="*/ 3604616 w 3898209"/>
              <a:gd name="connsiteY635" fmla="*/ 1432151 h 4768617"/>
              <a:gd name="connsiteX636" fmla="*/ 3604814 w 3898209"/>
              <a:gd name="connsiteY636" fmla="*/ 1432151 h 4768617"/>
              <a:gd name="connsiteX637" fmla="*/ 3610370 w 3898209"/>
              <a:gd name="connsiteY637" fmla="*/ 1453795 h 4768617"/>
              <a:gd name="connsiteX638" fmla="*/ 3616918 w 3898209"/>
              <a:gd name="connsiteY638" fmla="*/ 1452392 h 4768617"/>
              <a:gd name="connsiteX639" fmla="*/ 3646286 w 3898209"/>
              <a:gd name="connsiteY639" fmla="*/ 1421729 h 4768617"/>
              <a:gd name="connsiteX640" fmla="*/ 3643706 w 3898209"/>
              <a:gd name="connsiteY640" fmla="*/ 1465820 h 4768617"/>
              <a:gd name="connsiteX641" fmla="*/ 3643706 w 3898209"/>
              <a:gd name="connsiteY641" fmla="*/ 1466421 h 4768617"/>
              <a:gd name="connsiteX642" fmla="*/ 3653230 w 3898209"/>
              <a:gd name="connsiteY642" fmla="*/ 1464617 h 4768617"/>
              <a:gd name="connsiteX643" fmla="*/ 3641722 w 3898209"/>
              <a:gd name="connsiteY643" fmla="*/ 1355193 h 4768617"/>
              <a:gd name="connsiteX644" fmla="*/ 3635570 w 3898209"/>
              <a:gd name="connsiteY644" fmla="*/ 1389263 h 4768617"/>
              <a:gd name="connsiteX645" fmla="*/ 3646088 w 3898209"/>
              <a:gd name="connsiteY645" fmla="*/ 1398081 h 4768617"/>
              <a:gd name="connsiteX646" fmla="*/ 3657198 w 3898209"/>
              <a:gd name="connsiteY646" fmla="*/ 1390064 h 4768617"/>
              <a:gd name="connsiteX647" fmla="*/ 3652436 w 3898209"/>
              <a:gd name="connsiteY647" fmla="*/ 1355794 h 4768617"/>
              <a:gd name="connsiteX648" fmla="*/ 3613744 w 3898209"/>
              <a:gd name="connsiteY648" fmla="*/ 1343369 h 4768617"/>
              <a:gd name="connsiteX649" fmla="*/ 3581202 w 3898209"/>
              <a:gd name="connsiteY649" fmla="*/ 1346776 h 4768617"/>
              <a:gd name="connsiteX650" fmla="*/ 3558186 w 3898209"/>
              <a:gd name="connsiteY650" fmla="*/ 1565023 h 4768617"/>
              <a:gd name="connsiteX651" fmla="*/ 3561558 w 3898209"/>
              <a:gd name="connsiteY651" fmla="*/ 1590876 h 4768617"/>
              <a:gd name="connsiteX652" fmla="*/ 3581400 w 3898209"/>
              <a:gd name="connsiteY652" fmla="*/ 1573240 h 4768617"/>
              <a:gd name="connsiteX653" fmla="*/ 3600252 w 3898209"/>
              <a:gd name="connsiteY653" fmla="*/ 1519330 h 4768617"/>
              <a:gd name="connsiteX654" fmla="*/ 3586758 w 3898209"/>
              <a:gd name="connsiteY654" fmla="*/ 1485460 h 4768617"/>
              <a:gd name="connsiteX655" fmla="*/ 3613744 w 3898209"/>
              <a:gd name="connsiteY655" fmla="*/ 1343369 h 4768617"/>
              <a:gd name="connsiteX656" fmla="*/ 3637158 w 3898209"/>
              <a:gd name="connsiteY656" fmla="*/ 1221118 h 4768617"/>
              <a:gd name="connsiteX657" fmla="*/ 3625848 w 3898209"/>
              <a:gd name="connsiteY657" fmla="*/ 1221519 h 4768617"/>
              <a:gd name="connsiteX658" fmla="*/ 3625848 w 3898209"/>
              <a:gd name="connsiteY658" fmla="*/ 1222120 h 4768617"/>
              <a:gd name="connsiteX659" fmla="*/ 3613348 w 3898209"/>
              <a:gd name="connsiteY659" fmla="*/ 1313708 h 4768617"/>
              <a:gd name="connsiteX660" fmla="*/ 3643110 w 3898209"/>
              <a:gd name="connsiteY660" fmla="*/ 1236750 h 4768617"/>
              <a:gd name="connsiteX661" fmla="*/ 3637158 w 3898209"/>
              <a:gd name="connsiteY661" fmla="*/ 1221118 h 4768617"/>
              <a:gd name="connsiteX662" fmla="*/ 3584576 w 3898209"/>
              <a:gd name="connsiteY662" fmla="*/ 1219515 h 4768617"/>
              <a:gd name="connsiteX663" fmla="*/ 3584576 w 3898209"/>
              <a:gd name="connsiteY663" fmla="*/ 1319720 h 4768617"/>
              <a:gd name="connsiteX664" fmla="*/ 3584576 w 3898209"/>
              <a:gd name="connsiteY664" fmla="*/ 1219515 h 4768617"/>
              <a:gd name="connsiteX665" fmla="*/ 3645492 w 3898209"/>
              <a:gd name="connsiteY665" fmla="*/ 1182639 h 4768617"/>
              <a:gd name="connsiteX666" fmla="*/ 3639738 w 3898209"/>
              <a:gd name="connsiteY666" fmla="*/ 1186247 h 4768617"/>
              <a:gd name="connsiteX667" fmla="*/ 3642714 w 3898209"/>
              <a:gd name="connsiteY667" fmla="*/ 1194864 h 4768617"/>
              <a:gd name="connsiteX668" fmla="*/ 3654024 w 3898209"/>
              <a:gd name="connsiteY668" fmla="*/ 1190255 h 4768617"/>
              <a:gd name="connsiteX669" fmla="*/ 3645492 w 3898209"/>
              <a:gd name="connsiteY669" fmla="*/ 1182639 h 4768617"/>
              <a:gd name="connsiteX670" fmla="*/ 3898209 w 3898209"/>
              <a:gd name="connsiteY670" fmla="*/ 1149094 h 4768617"/>
              <a:gd name="connsiteX671" fmla="*/ 3898209 w 3898209"/>
              <a:gd name="connsiteY671" fmla="*/ 1161650 h 4768617"/>
              <a:gd name="connsiteX672" fmla="*/ 3890348 w 3898209"/>
              <a:gd name="connsiteY672" fmla="*/ 1149371 h 4768617"/>
              <a:gd name="connsiteX673" fmla="*/ 3728036 w 3898209"/>
              <a:gd name="connsiteY673" fmla="*/ 1077424 h 4768617"/>
              <a:gd name="connsiteX674" fmla="*/ 3707202 w 3898209"/>
              <a:gd name="connsiteY674" fmla="*/ 1218914 h 4768617"/>
              <a:gd name="connsiteX675" fmla="*/ 3692320 w 3898209"/>
              <a:gd name="connsiteY675" fmla="*/ 1192860 h 4768617"/>
              <a:gd name="connsiteX676" fmla="*/ 3710576 w 3898209"/>
              <a:gd name="connsiteY676" fmla="*/ 1120913 h 4768617"/>
              <a:gd name="connsiteX677" fmla="*/ 3728036 w 3898209"/>
              <a:gd name="connsiteY677" fmla="*/ 1077424 h 4768617"/>
              <a:gd name="connsiteX678" fmla="*/ 3747086 w 3898209"/>
              <a:gd name="connsiteY678" fmla="*/ 898657 h 4768617"/>
              <a:gd name="connsiteX679" fmla="*/ 3790540 w 3898209"/>
              <a:gd name="connsiteY679" fmla="*/ 1029526 h 4768617"/>
              <a:gd name="connsiteX680" fmla="*/ 3801454 w 3898209"/>
              <a:gd name="connsiteY680" fmla="*/ 1012891 h 4768617"/>
              <a:gd name="connsiteX681" fmla="*/ 3804826 w 3898209"/>
              <a:gd name="connsiteY681" fmla="*/ 1018102 h 4768617"/>
              <a:gd name="connsiteX682" fmla="*/ 3798278 w 3898209"/>
              <a:gd name="connsiteY682" fmla="*/ 1126324 h 4768617"/>
              <a:gd name="connsiteX683" fmla="*/ 3782802 w 3898209"/>
              <a:gd name="connsiteY683" fmla="*/ 1244566 h 4768617"/>
              <a:gd name="connsiteX684" fmla="*/ 3754426 w 3898209"/>
              <a:gd name="connsiteY684" fmla="*/ 1290661 h 4768617"/>
              <a:gd name="connsiteX685" fmla="*/ 3746490 w 3898209"/>
              <a:gd name="connsiteY685" fmla="*/ 1290661 h 4768617"/>
              <a:gd name="connsiteX686" fmla="*/ 3750260 w 3898209"/>
              <a:gd name="connsiteY686" fmla="*/ 1245769 h 4768617"/>
              <a:gd name="connsiteX687" fmla="*/ 3750062 w 3898209"/>
              <a:gd name="connsiteY687" fmla="*/ 1245769 h 4768617"/>
              <a:gd name="connsiteX688" fmla="*/ 3750062 w 3898209"/>
              <a:gd name="connsiteY688" fmla="*/ 1210096 h 4768617"/>
              <a:gd name="connsiteX689" fmla="*/ 3751252 w 3898209"/>
              <a:gd name="connsiteY689" fmla="*/ 1126123 h 4768617"/>
              <a:gd name="connsiteX690" fmla="*/ 3751252 w 3898209"/>
              <a:gd name="connsiteY690" fmla="*/ 1114299 h 4768617"/>
              <a:gd name="connsiteX691" fmla="*/ 3735576 w 3898209"/>
              <a:gd name="connsiteY691" fmla="*/ 998863 h 4768617"/>
              <a:gd name="connsiteX692" fmla="*/ 3747086 w 3898209"/>
              <a:gd name="connsiteY692" fmla="*/ 898657 h 4768617"/>
              <a:gd name="connsiteX693" fmla="*/ 3746490 w 3898209"/>
              <a:gd name="connsiteY693" fmla="*/ 806268 h 4768617"/>
              <a:gd name="connsiteX694" fmla="*/ 3733394 w 3898209"/>
              <a:gd name="connsiteY694" fmla="*/ 816689 h 4768617"/>
              <a:gd name="connsiteX695" fmla="*/ 3737560 w 3898209"/>
              <a:gd name="connsiteY695" fmla="*/ 850158 h 4768617"/>
              <a:gd name="connsiteX696" fmla="*/ 3750856 w 3898209"/>
              <a:gd name="connsiteY696" fmla="*/ 852162 h 4768617"/>
              <a:gd name="connsiteX697" fmla="*/ 3758792 w 3898209"/>
              <a:gd name="connsiteY697" fmla="*/ 817691 h 4768617"/>
              <a:gd name="connsiteX698" fmla="*/ 3746490 w 3898209"/>
              <a:gd name="connsiteY698" fmla="*/ 806268 h 4768617"/>
              <a:gd name="connsiteX699" fmla="*/ 3655414 w 3898209"/>
              <a:gd name="connsiteY699" fmla="*/ 707666 h 4768617"/>
              <a:gd name="connsiteX700" fmla="*/ 3583186 w 3898209"/>
              <a:gd name="connsiteY700" fmla="*/ 1204484 h 4768617"/>
              <a:gd name="connsiteX701" fmla="*/ 3608188 w 3898209"/>
              <a:gd name="connsiteY701" fmla="*/ 1157588 h 4768617"/>
              <a:gd name="connsiteX702" fmla="*/ 3608982 w 3898209"/>
              <a:gd name="connsiteY702" fmla="*/ 1157588 h 4768617"/>
              <a:gd name="connsiteX703" fmla="*/ 3636364 w 3898209"/>
              <a:gd name="connsiteY703" fmla="*/ 909680 h 4768617"/>
              <a:gd name="connsiteX704" fmla="*/ 3667318 w 3898209"/>
              <a:gd name="connsiteY704" fmla="*/ 735322 h 4768617"/>
              <a:gd name="connsiteX705" fmla="*/ 3666326 w 3898209"/>
              <a:gd name="connsiteY705" fmla="*/ 707666 h 4768617"/>
              <a:gd name="connsiteX706" fmla="*/ 3655414 w 3898209"/>
              <a:gd name="connsiteY706" fmla="*/ 707666 h 4768617"/>
              <a:gd name="connsiteX707" fmla="*/ 3855822 w 3898209"/>
              <a:gd name="connsiteY707" fmla="*/ 541325 h 4768617"/>
              <a:gd name="connsiteX708" fmla="*/ 3845702 w 3898209"/>
              <a:gd name="connsiteY708" fmla="*/ 596838 h 4768617"/>
              <a:gd name="connsiteX709" fmla="*/ 3854432 w 3898209"/>
              <a:gd name="connsiteY709" fmla="*/ 598241 h 4768617"/>
              <a:gd name="connsiteX710" fmla="*/ 3863362 w 3898209"/>
              <a:gd name="connsiteY710" fmla="*/ 542527 h 4768617"/>
              <a:gd name="connsiteX711" fmla="*/ 3736370 w 3898209"/>
              <a:gd name="connsiteY711" fmla="*/ 403442 h 4768617"/>
              <a:gd name="connsiteX712" fmla="*/ 3716528 w 3898209"/>
              <a:gd name="connsiteY712" fmla="*/ 467974 h 4768617"/>
              <a:gd name="connsiteX713" fmla="*/ 3736370 w 3898209"/>
              <a:gd name="connsiteY713" fmla="*/ 403442 h 4768617"/>
              <a:gd name="connsiteX714" fmla="*/ 0 w 3898209"/>
              <a:gd name="connsiteY714" fmla="*/ 0 h 4768617"/>
              <a:gd name="connsiteX715" fmla="*/ 3898209 w 3898209"/>
              <a:gd name="connsiteY715" fmla="*/ 0 h 4768617"/>
              <a:gd name="connsiteX716" fmla="*/ 3898209 w 3898209"/>
              <a:gd name="connsiteY716" fmla="*/ 552502 h 4768617"/>
              <a:gd name="connsiteX717" fmla="*/ 3880824 w 3898209"/>
              <a:gd name="connsiteY717" fmla="*/ 542327 h 4768617"/>
              <a:gd name="connsiteX718" fmla="*/ 3834788 w 3898209"/>
              <a:gd name="connsiteY718" fmla="*/ 734521 h 4768617"/>
              <a:gd name="connsiteX719" fmla="*/ 3810780 w 3898209"/>
              <a:gd name="connsiteY719" fmla="*/ 805266 h 4768617"/>
              <a:gd name="connsiteX720" fmla="*/ 3773674 w 3898209"/>
              <a:gd name="connsiteY720" fmla="*/ 862984 h 4768617"/>
              <a:gd name="connsiteX721" fmla="*/ 3733990 w 3898209"/>
              <a:gd name="connsiteY721" fmla="*/ 895651 h 4768617"/>
              <a:gd name="connsiteX722" fmla="*/ 3696884 w 3898209"/>
              <a:gd name="connsiteY722" fmla="*/ 979022 h 4768617"/>
              <a:gd name="connsiteX723" fmla="*/ 3698670 w 3898209"/>
              <a:gd name="connsiteY723" fmla="*/ 1041350 h 4768617"/>
              <a:gd name="connsiteX724" fmla="*/ 3709584 w 3898209"/>
              <a:gd name="connsiteY724" fmla="*/ 1058184 h 4768617"/>
              <a:gd name="connsiteX725" fmla="*/ 3676644 w 3898209"/>
              <a:gd name="connsiteY725" fmla="*/ 1080229 h 4768617"/>
              <a:gd name="connsiteX726" fmla="*/ 3679620 w 3898209"/>
              <a:gd name="connsiteY726" fmla="*/ 1196067 h 4768617"/>
              <a:gd name="connsiteX727" fmla="*/ 3672478 w 3898209"/>
              <a:gd name="connsiteY727" fmla="*/ 1239155 h 4768617"/>
              <a:gd name="connsiteX728" fmla="*/ 3669502 w 3898209"/>
              <a:gd name="connsiteY728" fmla="*/ 1319319 h 4768617"/>
              <a:gd name="connsiteX729" fmla="*/ 3678232 w 3898209"/>
              <a:gd name="connsiteY729" fmla="*/ 1320322 h 4768617"/>
              <a:gd name="connsiteX730" fmla="*/ 3688352 w 3898209"/>
              <a:gd name="connsiteY730" fmla="*/ 1263004 h 4768617"/>
              <a:gd name="connsiteX731" fmla="*/ 3685970 w 3898209"/>
              <a:gd name="connsiteY731" fmla="*/ 1468425 h 4768617"/>
              <a:gd name="connsiteX732" fmla="*/ 3716132 w 3898209"/>
              <a:gd name="connsiteY732" fmla="*/ 1352788 h 4768617"/>
              <a:gd name="connsiteX733" fmla="*/ 3738554 w 3898209"/>
              <a:gd name="connsiteY733" fmla="*/ 1403692 h 4768617"/>
              <a:gd name="connsiteX734" fmla="*/ 3764546 w 3898209"/>
              <a:gd name="connsiteY734" fmla="*/ 1343569 h 4768617"/>
              <a:gd name="connsiteX735" fmla="*/ 3792922 w 3898209"/>
              <a:gd name="connsiteY735" fmla="*/ 1300080 h 4768617"/>
              <a:gd name="connsiteX736" fmla="*/ 3786968 w 3898209"/>
              <a:gd name="connsiteY736" fmla="*/ 1409705 h 4768617"/>
              <a:gd name="connsiteX737" fmla="*/ 3771294 w 3898209"/>
              <a:gd name="connsiteY737" fmla="*/ 1429746 h 4768617"/>
              <a:gd name="connsiteX738" fmla="*/ 3760776 w 3898209"/>
              <a:gd name="connsiteY738" fmla="*/ 1456601 h 4768617"/>
              <a:gd name="connsiteX739" fmla="*/ 3776848 w 3898209"/>
              <a:gd name="connsiteY739" fmla="*/ 1589674 h 4768617"/>
              <a:gd name="connsiteX740" fmla="*/ 3795302 w 3898209"/>
              <a:gd name="connsiteY740" fmla="*/ 1681462 h 4768617"/>
              <a:gd name="connsiteX741" fmla="*/ 3774072 w 3898209"/>
              <a:gd name="connsiteY741" fmla="*/ 1745794 h 4768617"/>
              <a:gd name="connsiteX742" fmla="*/ 3758198 w 3898209"/>
              <a:gd name="connsiteY742" fmla="*/ 1796297 h 4768617"/>
              <a:gd name="connsiteX743" fmla="*/ 3778040 w 3898209"/>
              <a:gd name="connsiteY743" fmla="*/ 1782870 h 4768617"/>
              <a:gd name="connsiteX744" fmla="*/ 3774468 w 3898209"/>
              <a:gd name="connsiteY744" fmla="*/ 1903116 h 4768617"/>
              <a:gd name="connsiteX745" fmla="*/ 3739744 w 3898209"/>
              <a:gd name="connsiteY745" fmla="*/ 1874858 h 4768617"/>
              <a:gd name="connsiteX746" fmla="*/ 3756412 w 3898209"/>
              <a:gd name="connsiteY746" fmla="*/ 1924360 h 4768617"/>
              <a:gd name="connsiteX747" fmla="*/ 3791930 w 3898209"/>
              <a:gd name="connsiteY747" fmla="*/ 1924360 h 4768617"/>
              <a:gd name="connsiteX748" fmla="*/ 3809588 w 3898209"/>
              <a:gd name="connsiteY748" fmla="*/ 1889488 h 4768617"/>
              <a:gd name="connsiteX749" fmla="*/ 3832804 w 3898209"/>
              <a:gd name="connsiteY749" fmla="*/ 1961836 h 4768617"/>
              <a:gd name="connsiteX750" fmla="*/ 3832804 w 3898209"/>
              <a:gd name="connsiteY750" fmla="*/ 1986487 h 4768617"/>
              <a:gd name="connsiteX751" fmla="*/ 3807604 w 3898209"/>
              <a:gd name="connsiteY751" fmla="*/ 1980675 h 4768617"/>
              <a:gd name="connsiteX752" fmla="*/ 3790946 w 3898209"/>
              <a:gd name="connsiteY752" fmla="*/ 1974784 h 4768617"/>
              <a:gd name="connsiteX753" fmla="*/ 3785983 w 3898209"/>
              <a:gd name="connsiteY753" fmla="*/ 1981867 h 4768617"/>
              <a:gd name="connsiteX754" fmla="*/ 3784984 w 3898209"/>
              <a:gd name="connsiteY754" fmla="*/ 1981076 h 4768617"/>
              <a:gd name="connsiteX755" fmla="*/ 3785976 w 3898209"/>
              <a:gd name="connsiteY755" fmla="*/ 1981877 h 4768617"/>
              <a:gd name="connsiteX756" fmla="*/ 3785983 w 3898209"/>
              <a:gd name="connsiteY756" fmla="*/ 1981867 h 4768617"/>
              <a:gd name="connsiteX757" fmla="*/ 3824670 w 3898209"/>
              <a:gd name="connsiteY757" fmla="*/ 2012541 h 4768617"/>
              <a:gd name="connsiteX758" fmla="*/ 3811772 w 3898209"/>
              <a:gd name="connsiteY758" fmla="*/ 2032582 h 4768617"/>
              <a:gd name="connsiteX759" fmla="*/ 3831614 w 3898209"/>
              <a:gd name="connsiteY759" fmla="*/ 2106734 h 4768617"/>
              <a:gd name="connsiteX760" fmla="*/ 3840146 w 3898209"/>
              <a:gd name="connsiteY760" fmla="*/ 2168059 h 4768617"/>
              <a:gd name="connsiteX761" fmla="*/ 3844908 w 3898209"/>
              <a:gd name="connsiteY761" fmla="*/ 2258845 h 4768617"/>
              <a:gd name="connsiteX762" fmla="*/ 3825066 w 3898209"/>
              <a:gd name="connsiteY762" fmla="*/ 2285099 h 4768617"/>
              <a:gd name="connsiteX763" fmla="*/ 3851854 w 3898209"/>
              <a:gd name="connsiteY763" fmla="*/ 2294318 h 4768617"/>
              <a:gd name="connsiteX764" fmla="*/ 3821098 w 3898209"/>
              <a:gd name="connsiteY764" fmla="*/ 2316764 h 4768617"/>
              <a:gd name="connsiteX765" fmla="*/ 3843718 w 3898209"/>
              <a:gd name="connsiteY765" fmla="*/ 2351034 h 4768617"/>
              <a:gd name="connsiteX766" fmla="*/ 3789548 w 3898209"/>
              <a:gd name="connsiteY766" fmla="*/ 2400936 h 4768617"/>
              <a:gd name="connsiteX767" fmla="*/ 3832804 w 3898209"/>
              <a:gd name="connsiteY767" fmla="*/ 2446630 h 4768617"/>
              <a:gd name="connsiteX768" fmla="*/ 3831812 w 3898209"/>
              <a:gd name="connsiteY768" fmla="*/ 2496532 h 4768617"/>
              <a:gd name="connsiteX769" fmla="*/ 3808002 w 3898209"/>
              <a:gd name="connsiteY769" fmla="*/ 2510160 h 4768617"/>
              <a:gd name="connsiteX770" fmla="*/ 3849076 w 3898209"/>
              <a:gd name="connsiteY770" fmla="*/ 2523387 h 4768617"/>
              <a:gd name="connsiteX771" fmla="*/ 3845900 w 3898209"/>
              <a:gd name="connsiteY771" fmla="*/ 2557457 h 4768617"/>
              <a:gd name="connsiteX772" fmla="*/ 3878840 w 3898209"/>
              <a:gd name="connsiteY772" fmla="*/ 2629004 h 4768617"/>
              <a:gd name="connsiteX773" fmla="*/ 3893126 w 3898209"/>
              <a:gd name="connsiteY773" fmla="*/ 2671090 h 4768617"/>
              <a:gd name="connsiteX774" fmla="*/ 3874474 w 3898209"/>
              <a:gd name="connsiteY774" fmla="*/ 2673495 h 4768617"/>
              <a:gd name="connsiteX775" fmla="*/ 3819708 w 3898209"/>
              <a:gd name="connsiteY775" fmla="*/ 2693536 h 4768617"/>
              <a:gd name="connsiteX776" fmla="*/ 3808200 w 3898209"/>
              <a:gd name="connsiteY776" fmla="*/ 2716583 h 4768617"/>
              <a:gd name="connsiteX777" fmla="*/ 3890744 w 3898209"/>
              <a:gd name="connsiteY777" fmla="*/ 2693937 h 4768617"/>
              <a:gd name="connsiteX778" fmla="*/ 3897490 w 3898209"/>
              <a:gd name="connsiteY778" fmla="*/ 2701953 h 4768617"/>
              <a:gd name="connsiteX779" fmla="*/ 3898209 w 3898209"/>
              <a:gd name="connsiteY779" fmla="*/ 2703632 h 4768617"/>
              <a:gd name="connsiteX780" fmla="*/ 3898209 w 3898209"/>
              <a:gd name="connsiteY780" fmla="*/ 2741915 h 4768617"/>
              <a:gd name="connsiteX781" fmla="*/ 3892462 w 3898209"/>
              <a:gd name="connsiteY781" fmla="*/ 2744231 h 4768617"/>
              <a:gd name="connsiteX782" fmla="*/ 3873084 w 3898209"/>
              <a:gd name="connsiteY782" fmla="*/ 2741635 h 4768617"/>
              <a:gd name="connsiteX783" fmla="*/ 3835384 w 3898209"/>
              <a:gd name="connsiteY783" fmla="*/ 2756866 h 4768617"/>
              <a:gd name="connsiteX784" fmla="*/ 3820700 w 3898209"/>
              <a:gd name="connsiteY784" fmla="*/ 2779112 h 4768617"/>
              <a:gd name="connsiteX785" fmla="*/ 3808002 w 3898209"/>
              <a:gd name="connsiteY785" fmla="*/ 2759071 h 4768617"/>
              <a:gd name="connsiteX786" fmla="*/ 3799866 w 3898209"/>
              <a:gd name="connsiteY786" fmla="*/ 2761075 h 4768617"/>
              <a:gd name="connsiteX787" fmla="*/ 3802248 w 3898209"/>
              <a:gd name="connsiteY787" fmla="*/ 2819194 h 4768617"/>
              <a:gd name="connsiteX788" fmla="*/ 3814152 w 3898209"/>
              <a:gd name="connsiteY788" fmla="*/ 2824805 h 4768617"/>
              <a:gd name="connsiteX789" fmla="*/ 3825066 w 3898209"/>
              <a:gd name="connsiteY789" fmla="*/ 2799153 h 4768617"/>
              <a:gd name="connsiteX790" fmla="*/ 3887172 w 3898209"/>
              <a:gd name="connsiteY790" fmla="*/ 2772698 h 4768617"/>
              <a:gd name="connsiteX791" fmla="*/ 3885583 w 3898209"/>
              <a:gd name="connsiteY791" fmla="*/ 2827288 h 4768617"/>
              <a:gd name="connsiteX792" fmla="*/ 3898209 w 3898209"/>
              <a:gd name="connsiteY792" fmla="*/ 2841888 h 4768617"/>
              <a:gd name="connsiteX793" fmla="*/ 3898209 w 3898209"/>
              <a:gd name="connsiteY793" fmla="*/ 2845648 h 4768617"/>
              <a:gd name="connsiteX794" fmla="*/ 3848108 w 3898209"/>
              <a:gd name="connsiteY794" fmla="*/ 2845648 h 4768617"/>
              <a:gd name="connsiteX795" fmla="*/ 3800264 w 3898209"/>
              <a:gd name="connsiteY795" fmla="*/ 2845648 h 4768617"/>
              <a:gd name="connsiteX796" fmla="*/ 3800264 w 3898209"/>
              <a:gd name="connsiteY796" fmla="*/ 2873505 h 4768617"/>
              <a:gd name="connsiteX797" fmla="*/ 3833796 w 3898209"/>
              <a:gd name="connsiteY797" fmla="*/ 2871100 h 4768617"/>
              <a:gd name="connsiteX798" fmla="*/ 3855624 w 3898209"/>
              <a:gd name="connsiteY798" fmla="*/ 2875910 h 4768617"/>
              <a:gd name="connsiteX799" fmla="*/ 3891538 w 3898209"/>
              <a:gd name="connsiteY799" fmla="*/ 2968700 h 4768617"/>
              <a:gd name="connsiteX800" fmla="*/ 3891538 w 3898209"/>
              <a:gd name="connsiteY800" fmla="*/ 3019404 h 4768617"/>
              <a:gd name="connsiteX801" fmla="*/ 3881418 w 3898209"/>
              <a:gd name="connsiteY801" fmla="*/ 3042852 h 4768617"/>
              <a:gd name="connsiteX802" fmla="*/ 3858402 w 3898209"/>
              <a:gd name="connsiteY802" fmla="*/ 3027220 h 4768617"/>
              <a:gd name="connsiteX803" fmla="*/ 3829232 w 3898209"/>
              <a:gd name="connsiteY803" fmla="*/ 2987138 h 4768617"/>
              <a:gd name="connsiteX804" fmla="*/ 3806612 w 3898209"/>
              <a:gd name="connsiteY804" fmla="*/ 2973911 h 4768617"/>
              <a:gd name="connsiteX805" fmla="*/ 3796096 w 3898209"/>
              <a:gd name="connsiteY805" fmla="*/ 3005375 h 4768617"/>
              <a:gd name="connsiteX806" fmla="*/ 3799470 w 3898209"/>
              <a:gd name="connsiteY806" fmla="*/ 3029024 h 4768617"/>
              <a:gd name="connsiteX807" fmla="*/ 3787168 w 3898209"/>
              <a:gd name="connsiteY807" fmla="*/ 3118006 h 4768617"/>
              <a:gd name="connsiteX808" fmla="*/ 3769706 w 3898209"/>
              <a:gd name="connsiteY808" fmla="*/ 3060288 h 4768617"/>
              <a:gd name="connsiteX809" fmla="*/ 3774468 w 3898209"/>
              <a:gd name="connsiteY809" fmla="*/ 3149671 h 4768617"/>
              <a:gd name="connsiteX810" fmla="*/ 3829432 w 3898209"/>
              <a:gd name="connsiteY810" fmla="*/ 3158890 h 4768617"/>
              <a:gd name="connsiteX811" fmla="*/ 3824868 w 3898209"/>
              <a:gd name="connsiteY811" fmla="*/ 3123417 h 4768617"/>
              <a:gd name="connsiteX812" fmla="*/ 3886180 w 3898209"/>
              <a:gd name="connsiteY812" fmla="*/ 3221218 h 4768617"/>
              <a:gd name="connsiteX813" fmla="*/ 3859394 w 3898209"/>
              <a:gd name="connsiteY813" fmla="*/ 3188150 h 4768617"/>
              <a:gd name="connsiteX814" fmla="*/ 3812962 w 3898209"/>
              <a:gd name="connsiteY814" fmla="*/ 3212400 h 4768617"/>
              <a:gd name="connsiteX815" fmla="*/ 3806812 w 3898209"/>
              <a:gd name="connsiteY815" fmla="*/ 3308196 h 4768617"/>
              <a:gd name="connsiteX816" fmla="*/ 3777444 w 3898209"/>
              <a:gd name="connsiteY816" fmla="*/ 3299578 h 4768617"/>
              <a:gd name="connsiteX817" fmla="*/ 3747680 w 3898209"/>
              <a:gd name="connsiteY817" fmla="*/ 3314409 h 4768617"/>
              <a:gd name="connsiteX818" fmla="*/ 3750656 w 3898209"/>
              <a:gd name="connsiteY818" fmla="*/ 3354491 h 4768617"/>
              <a:gd name="connsiteX819" fmla="*/ 3786572 w 3898209"/>
              <a:gd name="connsiteY819" fmla="*/ 3367317 h 4768617"/>
              <a:gd name="connsiteX820" fmla="*/ 3797286 w 3898209"/>
              <a:gd name="connsiteY820" fmla="*/ 3336454 h 4768617"/>
              <a:gd name="connsiteX821" fmla="*/ 3847686 w 3898209"/>
              <a:gd name="connsiteY821" fmla="*/ 3338859 h 4768617"/>
              <a:gd name="connsiteX822" fmla="*/ 3856814 w 3898209"/>
              <a:gd name="connsiteY822" fmla="*/ 3416418 h 4768617"/>
              <a:gd name="connsiteX823" fmla="*/ 3803040 w 3898209"/>
              <a:gd name="connsiteY823" fmla="*/ 3388561 h 4768617"/>
              <a:gd name="connsiteX824" fmla="*/ 3801850 w 3898209"/>
              <a:gd name="connsiteY824" fmla="*/ 3414213 h 4768617"/>
              <a:gd name="connsiteX825" fmla="*/ 3777246 w 3898209"/>
              <a:gd name="connsiteY825" fmla="*/ 3401588 h 4768617"/>
              <a:gd name="connsiteX826" fmla="*/ 3794906 w 3898209"/>
              <a:gd name="connsiteY826" fmla="*/ 3436459 h 4768617"/>
              <a:gd name="connsiteX827" fmla="*/ 3867528 w 3898209"/>
              <a:gd name="connsiteY827" fmla="*/ 3448884 h 4768617"/>
              <a:gd name="connsiteX828" fmla="*/ 3832010 w 3898209"/>
              <a:gd name="connsiteY828" fmla="*/ 3532255 h 4768617"/>
              <a:gd name="connsiteX829" fmla="*/ 3825066 w 3898209"/>
              <a:gd name="connsiteY829" fmla="*/ 3481151 h 4768617"/>
              <a:gd name="connsiteX830" fmla="*/ 3735576 w 3898209"/>
              <a:gd name="connsiteY830" fmla="*/ 3502595 h 4768617"/>
              <a:gd name="connsiteX831" fmla="*/ 3735378 w 3898209"/>
              <a:gd name="connsiteY831" fmla="*/ 3511613 h 4768617"/>
              <a:gd name="connsiteX832" fmla="*/ 3767324 w 3898209"/>
              <a:gd name="connsiteY832" fmla="*/ 3531654 h 4768617"/>
              <a:gd name="connsiteX833" fmla="*/ 3804232 w 3898209"/>
              <a:gd name="connsiteY833" fmla="*/ 3508807 h 4768617"/>
              <a:gd name="connsiteX834" fmla="*/ 3817328 w 3898209"/>
              <a:gd name="connsiteY834" fmla="*/ 3550493 h 4768617"/>
              <a:gd name="connsiteX835" fmla="*/ 3849870 w 3898209"/>
              <a:gd name="connsiteY835" fmla="*/ 3557908 h 4768617"/>
              <a:gd name="connsiteX836" fmla="*/ 3854830 w 3898209"/>
              <a:gd name="connsiteY836" fmla="*/ 3568730 h 4768617"/>
              <a:gd name="connsiteX837" fmla="*/ 3822486 w 3898209"/>
              <a:gd name="connsiteY837" fmla="*/ 3584362 h 4768617"/>
              <a:gd name="connsiteX838" fmla="*/ 3854432 w 3898209"/>
              <a:gd name="connsiteY838" fmla="*/ 3621438 h 4768617"/>
              <a:gd name="connsiteX839" fmla="*/ 3863362 w 3898209"/>
              <a:gd name="connsiteY839" fmla="*/ 3646890 h 4768617"/>
              <a:gd name="connsiteX840" fmla="*/ 3855226 w 3898209"/>
              <a:gd name="connsiteY840" fmla="*/ 3641880 h 4768617"/>
              <a:gd name="connsiteX841" fmla="*/ 3812764 w 3898209"/>
              <a:gd name="connsiteY841" fmla="*/ 3639275 h 4768617"/>
              <a:gd name="connsiteX842" fmla="*/ 3808596 w 3898209"/>
              <a:gd name="connsiteY842" fmla="*/ 3687173 h 4768617"/>
              <a:gd name="connsiteX843" fmla="*/ 3821494 w 3898209"/>
              <a:gd name="connsiteY843" fmla="*/ 3707214 h 4768617"/>
              <a:gd name="connsiteX844" fmla="*/ 3821494 w 3898209"/>
              <a:gd name="connsiteY844" fmla="*/ 3719639 h 4768617"/>
              <a:gd name="connsiteX845" fmla="*/ 3801652 w 3898209"/>
              <a:gd name="connsiteY845" fmla="*/ 3711222 h 4768617"/>
              <a:gd name="connsiteX846" fmla="*/ 3794906 w 3898209"/>
              <a:gd name="connsiteY846" fmla="*/ 3741685 h 4768617"/>
              <a:gd name="connsiteX847" fmla="*/ 3854432 w 3898209"/>
              <a:gd name="connsiteY847" fmla="*/ 3764732 h 4768617"/>
              <a:gd name="connsiteX848" fmla="*/ 3861576 w 3898209"/>
              <a:gd name="connsiteY848" fmla="*/ 3732666 h 4768617"/>
              <a:gd name="connsiteX849" fmla="*/ 3861576 w 3898209"/>
              <a:gd name="connsiteY849" fmla="*/ 3817640 h 4768617"/>
              <a:gd name="connsiteX850" fmla="*/ 3839948 w 3898209"/>
              <a:gd name="connsiteY850" fmla="*/ 3781967 h 4768617"/>
              <a:gd name="connsiteX851" fmla="*/ 3787960 w 3898209"/>
              <a:gd name="connsiteY851" fmla="*/ 3827260 h 4768617"/>
              <a:gd name="connsiteX852" fmla="*/ 3752840 w 3898209"/>
              <a:gd name="connsiteY852" fmla="*/ 3829865 h 4768617"/>
              <a:gd name="connsiteX853" fmla="*/ 3700058 w 3898209"/>
              <a:gd name="connsiteY853" fmla="*/ 3778961 h 4768617"/>
              <a:gd name="connsiteX854" fmla="*/ 3662954 w 3898209"/>
              <a:gd name="connsiteY854" fmla="*/ 3745292 h 4768617"/>
              <a:gd name="connsiteX855" fmla="*/ 3561360 w 3898209"/>
              <a:gd name="connsiteY855" fmla="*/ 3712425 h 4768617"/>
              <a:gd name="connsiteX856" fmla="*/ 3554216 w 3898209"/>
              <a:gd name="connsiteY856" fmla="*/ 3779562 h 4768617"/>
              <a:gd name="connsiteX857" fmla="*/ 3554471 w 3898209"/>
              <a:gd name="connsiteY857" fmla="*/ 3780599 h 4768617"/>
              <a:gd name="connsiteX858" fmla="*/ 3525644 w 3898209"/>
              <a:gd name="connsiteY858" fmla="*/ 3786577 h 4768617"/>
              <a:gd name="connsiteX859" fmla="*/ 3519690 w 3898209"/>
              <a:gd name="connsiteY859" fmla="*/ 3803411 h 4768617"/>
              <a:gd name="connsiteX860" fmla="*/ 3533382 w 3898209"/>
              <a:gd name="connsiteY860" fmla="*/ 3814835 h 4768617"/>
              <a:gd name="connsiteX861" fmla="*/ 3549058 w 3898209"/>
              <a:gd name="connsiteY861" fmla="*/ 3806818 h 4768617"/>
              <a:gd name="connsiteX862" fmla="*/ 3554777 w 3898209"/>
              <a:gd name="connsiteY862" fmla="*/ 3781846 h 4768617"/>
              <a:gd name="connsiteX863" fmla="*/ 3578822 w 3898209"/>
              <a:gd name="connsiteY863" fmla="*/ 3879768 h 4768617"/>
              <a:gd name="connsiteX864" fmla="*/ 3593704 w 3898209"/>
              <a:gd name="connsiteY864" fmla="*/ 3882173 h 4768617"/>
              <a:gd name="connsiteX865" fmla="*/ 3595688 w 3898209"/>
              <a:gd name="connsiteY865" fmla="*/ 3989192 h 4768617"/>
              <a:gd name="connsiteX866" fmla="*/ 3604814 w 3898209"/>
              <a:gd name="connsiteY866" fmla="*/ 4056330 h 4768617"/>
              <a:gd name="connsiteX867" fmla="*/ 3644500 w 3898209"/>
              <a:gd name="connsiteY867" fmla="*/ 4062943 h 4768617"/>
              <a:gd name="connsiteX868" fmla="*/ 3691130 w 3898209"/>
              <a:gd name="connsiteY868" fmla="*/ 4052722 h 4768617"/>
              <a:gd name="connsiteX869" fmla="*/ 3691130 w 3898209"/>
              <a:gd name="connsiteY869" fmla="*/ 4093975 h 4768617"/>
              <a:gd name="connsiteX870" fmla="*/ 3672489 w 3898209"/>
              <a:gd name="connsiteY870" fmla="*/ 4083078 h 4768617"/>
              <a:gd name="connsiteX871" fmla="*/ 3608982 w 3898209"/>
              <a:gd name="connsiteY871" fmla="*/ 4090800 h 4768617"/>
              <a:gd name="connsiteX872" fmla="*/ 3620888 w 3898209"/>
              <a:gd name="connsiteY872" fmla="*/ 4165353 h 4768617"/>
              <a:gd name="connsiteX873" fmla="*/ 3620888 w 3898209"/>
              <a:gd name="connsiteY873" fmla="*/ 4193210 h 4768617"/>
              <a:gd name="connsiteX874" fmla="*/ 3617712 w 3898209"/>
              <a:gd name="connsiteY874" fmla="*/ 4233292 h 4768617"/>
              <a:gd name="connsiteX875" fmla="*/ 3645294 w 3898209"/>
              <a:gd name="connsiteY875" fmla="*/ 4254937 h 4768617"/>
              <a:gd name="connsiteX876" fmla="*/ 3704820 w 3898209"/>
              <a:gd name="connsiteY876" fmla="*/ 4206036 h 4768617"/>
              <a:gd name="connsiteX877" fmla="*/ 3684978 w 3898209"/>
              <a:gd name="connsiteY877" fmla="*/ 4153729 h 4768617"/>
              <a:gd name="connsiteX878" fmla="*/ 3719504 w 3898209"/>
              <a:gd name="connsiteY878" fmla="*/ 4159140 h 4768617"/>
              <a:gd name="connsiteX879" fmla="*/ 3720496 w 3898209"/>
              <a:gd name="connsiteY879" fmla="*/ 4154531 h 4768617"/>
              <a:gd name="connsiteX880" fmla="*/ 3670890 w 3898209"/>
              <a:gd name="connsiteY880" fmla="*/ 4132486 h 4768617"/>
              <a:gd name="connsiteX881" fmla="*/ 3692115 w 3898209"/>
              <a:gd name="connsiteY881" fmla="*/ 4094527 h 4768617"/>
              <a:gd name="connsiteX882" fmla="*/ 3707524 w 3898209"/>
              <a:gd name="connsiteY882" fmla="*/ 4096387 h 4768617"/>
              <a:gd name="connsiteX883" fmla="*/ 3715138 w 3898209"/>
              <a:gd name="connsiteY883" fmla="*/ 4081381 h 4768617"/>
              <a:gd name="connsiteX884" fmla="*/ 3713381 w 3898209"/>
              <a:gd name="connsiteY884" fmla="*/ 4035608 h 4768617"/>
              <a:gd name="connsiteX885" fmla="*/ 3688472 w 3898209"/>
              <a:gd name="connsiteY885" fmla="*/ 3997592 h 4768617"/>
              <a:gd name="connsiteX886" fmla="*/ 3701491 w 3898209"/>
              <a:gd name="connsiteY886" fmla="*/ 3997180 h 4768617"/>
              <a:gd name="connsiteX887" fmla="*/ 3711368 w 3898209"/>
              <a:gd name="connsiteY887" fmla="*/ 3970153 h 4768617"/>
              <a:gd name="connsiteX888" fmla="*/ 3689940 w 3898209"/>
              <a:gd name="connsiteY888" fmla="*/ 3888185 h 4768617"/>
              <a:gd name="connsiteX889" fmla="*/ 3709782 w 3898209"/>
              <a:gd name="connsiteY889" fmla="*/ 3865138 h 4768617"/>
              <a:gd name="connsiteX890" fmla="*/ 3715536 w 3898209"/>
              <a:gd name="connsiteY890" fmla="*/ 3832872 h 4768617"/>
              <a:gd name="connsiteX891" fmla="*/ 3783992 w 3898209"/>
              <a:gd name="connsiteY891" fmla="*/ 3866741 h 4768617"/>
              <a:gd name="connsiteX892" fmla="*/ 3811574 w 3898209"/>
              <a:gd name="connsiteY892" fmla="*/ 3808622 h 4768617"/>
              <a:gd name="connsiteX893" fmla="*/ 3835384 w 3898209"/>
              <a:gd name="connsiteY893" fmla="*/ 3953118 h 4768617"/>
              <a:gd name="connsiteX894" fmla="*/ 3880824 w 3898209"/>
              <a:gd name="connsiteY894" fmla="*/ 3945502 h 4768617"/>
              <a:gd name="connsiteX895" fmla="*/ 3869514 w 3898209"/>
              <a:gd name="connsiteY895" fmla="*/ 4005225 h 4768617"/>
              <a:gd name="connsiteX896" fmla="*/ 3840544 w 3898209"/>
              <a:gd name="connsiteY896" fmla="*/ 4003622 h 4768617"/>
              <a:gd name="connsiteX897" fmla="*/ 3837964 w 3898209"/>
              <a:gd name="connsiteY897" fmla="*/ 4057532 h 4768617"/>
              <a:gd name="connsiteX898" fmla="*/ 3812566 w 3898209"/>
              <a:gd name="connsiteY898" fmla="*/ 4060739 h 4768617"/>
              <a:gd name="connsiteX899" fmla="*/ 3817724 w 3898209"/>
              <a:gd name="connsiteY899" fmla="*/ 4086592 h 4768617"/>
              <a:gd name="connsiteX900" fmla="*/ 3842528 w 3898209"/>
              <a:gd name="connsiteY900" fmla="*/ 4146715 h 4768617"/>
              <a:gd name="connsiteX901" fmla="*/ 3847290 w 3898209"/>
              <a:gd name="connsiteY901" fmla="*/ 4225877 h 4768617"/>
              <a:gd name="connsiteX902" fmla="*/ 3855028 w 3898209"/>
              <a:gd name="connsiteY902" fmla="*/ 4289207 h 4768617"/>
              <a:gd name="connsiteX903" fmla="*/ 3860386 w 3898209"/>
              <a:gd name="connsiteY903" fmla="*/ 4333899 h 4768617"/>
              <a:gd name="connsiteX904" fmla="*/ 3836376 w 3898209"/>
              <a:gd name="connsiteY904" fmla="*/ 4348328 h 4768617"/>
              <a:gd name="connsiteX905" fmla="*/ 3776848 w 3898209"/>
              <a:gd name="connsiteY905" fmla="*/ 4260348 h 4768617"/>
              <a:gd name="connsiteX906" fmla="*/ 3809788 w 3898209"/>
              <a:gd name="connsiteY906" fmla="*/ 4216057 h 4768617"/>
              <a:gd name="connsiteX907" fmla="*/ 3785778 w 3898209"/>
              <a:gd name="connsiteY907" fmla="*/ 4145713 h 4768617"/>
              <a:gd name="connsiteX908" fmla="*/ 3791334 w 3898209"/>
              <a:gd name="connsiteY908" fmla="*/ 4163750 h 4768617"/>
              <a:gd name="connsiteX909" fmla="*/ 3811176 w 3898209"/>
              <a:gd name="connsiteY909" fmla="*/ 4184793 h 4768617"/>
              <a:gd name="connsiteX910" fmla="*/ 3827844 w 3898209"/>
              <a:gd name="connsiteY910" fmla="*/ 4164752 h 4768617"/>
              <a:gd name="connsiteX911" fmla="*/ 3813160 w 3898209"/>
              <a:gd name="connsiteY911" fmla="*/ 4144711 h 4768617"/>
              <a:gd name="connsiteX912" fmla="*/ 3793318 w 3898209"/>
              <a:gd name="connsiteY912" fmla="*/ 4130482 h 4768617"/>
              <a:gd name="connsiteX913" fmla="*/ 3798478 w 3898209"/>
              <a:gd name="connsiteY913" fmla="*/ 4024264 h 4768617"/>
              <a:gd name="connsiteX914" fmla="*/ 3770896 w 3898209"/>
              <a:gd name="connsiteY914" fmla="*/ 4001417 h 4768617"/>
              <a:gd name="connsiteX915" fmla="*/ 3732798 w 3898209"/>
              <a:gd name="connsiteY915" fmla="*/ 4017049 h 4768617"/>
              <a:gd name="connsiteX916" fmla="*/ 3737760 w 3898209"/>
              <a:gd name="connsiteY916" fmla="*/ 4074567 h 4768617"/>
              <a:gd name="connsiteX917" fmla="*/ 3737760 w 3898209"/>
              <a:gd name="connsiteY917" fmla="*/ 4089397 h 4768617"/>
              <a:gd name="connsiteX918" fmla="*/ 3742720 w 3898209"/>
              <a:gd name="connsiteY918" fmla="*/ 4174973 h 4768617"/>
              <a:gd name="connsiteX919" fmla="*/ 3742720 w 3898209"/>
              <a:gd name="connsiteY919" fmla="*/ 4183190 h 4768617"/>
              <a:gd name="connsiteX920" fmla="*/ 3718314 w 3898209"/>
              <a:gd name="connsiteY920" fmla="*/ 4192609 h 4768617"/>
              <a:gd name="connsiteX921" fmla="*/ 3750062 w 3898209"/>
              <a:gd name="connsiteY921" fmla="*/ 4261350 h 4768617"/>
              <a:gd name="connsiteX922" fmla="*/ 3724862 w 3898209"/>
              <a:gd name="connsiteY922" fmla="*/ 4297424 h 4768617"/>
              <a:gd name="connsiteX923" fmla="*/ 3730616 w 3898209"/>
              <a:gd name="connsiteY923" fmla="*/ 4333097 h 4768617"/>
              <a:gd name="connsiteX924" fmla="*/ 3730616 w 3898209"/>
              <a:gd name="connsiteY924" fmla="*/ 4423883 h 4768617"/>
              <a:gd name="connsiteX925" fmla="*/ 3684582 w 3898209"/>
              <a:gd name="connsiteY925" fmla="*/ 4378590 h 4768617"/>
              <a:gd name="connsiteX926" fmla="*/ 3679026 w 3898209"/>
              <a:gd name="connsiteY926" fmla="*/ 4340312 h 4768617"/>
              <a:gd name="connsiteX927" fmla="*/ 3707996 w 3898209"/>
              <a:gd name="connsiteY927" fmla="*/ 4290209 h 4768617"/>
              <a:gd name="connsiteX928" fmla="*/ 3624658 w 3898209"/>
              <a:gd name="connsiteY928" fmla="*/ 4272573 h 4768617"/>
              <a:gd name="connsiteX929" fmla="*/ 3593504 w 3898209"/>
              <a:gd name="connsiteY929" fmla="*/ 4276982 h 4768617"/>
              <a:gd name="connsiteX930" fmla="*/ 3562748 w 3898209"/>
              <a:gd name="connsiteY930" fmla="*/ 4285199 h 4768617"/>
              <a:gd name="connsiteX931" fmla="*/ 3581944 w 3898209"/>
              <a:gd name="connsiteY931" fmla="*/ 4344759 h 4768617"/>
              <a:gd name="connsiteX932" fmla="*/ 3579020 w 3898209"/>
              <a:gd name="connsiteY932" fmla="*/ 4349731 h 4768617"/>
              <a:gd name="connsiteX933" fmla="*/ 3597672 w 3898209"/>
              <a:gd name="connsiteY933" fmla="*/ 4431098 h 4768617"/>
              <a:gd name="connsiteX934" fmla="*/ 3617514 w 3898209"/>
              <a:gd name="connsiteY934" fmla="*/ 4605656 h 4768617"/>
              <a:gd name="connsiteX935" fmla="*/ 3635770 w 3898209"/>
              <a:gd name="connsiteY935" fmla="*/ 4675599 h 4768617"/>
              <a:gd name="connsiteX936" fmla="*/ 3671882 w 3898209"/>
              <a:gd name="connsiteY936" fmla="*/ 4708065 h 4768617"/>
              <a:gd name="connsiteX937" fmla="*/ 3698868 w 3898209"/>
              <a:gd name="connsiteY937" fmla="*/ 4726704 h 4768617"/>
              <a:gd name="connsiteX938" fmla="*/ 3738036 w 3898209"/>
              <a:gd name="connsiteY938" fmla="*/ 4761540 h 4768617"/>
              <a:gd name="connsiteX939" fmla="*/ 3755249 w 3898209"/>
              <a:gd name="connsiteY939" fmla="*/ 4768617 h 4768617"/>
              <a:gd name="connsiteX940" fmla="*/ 3700242 w 3898209"/>
              <a:gd name="connsiteY940" fmla="*/ 4768617 h 4768617"/>
              <a:gd name="connsiteX941" fmla="*/ 3696488 w 3898209"/>
              <a:gd name="connsiteY941" fmla="*/ 4765583 h 4768617"/>
              <a:gd name="connsiteX942" fmla="*/ 3695190 w 3898209"/>
              <a:gd name="connsiteY942" fmla="*/ 4768617 h 4768617"/>
              <a:gd name="connsiteX943" fmla="*/ 0 w 3898209"/>
              <a:gd name="connsiteY943" fmla="*/ 4768617 h 4768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</a:cxnLst>
            <a:rect l="l" t="t" r="r" b="b"/>
            <a:pathLst>
              <a:path w="3898209" h="4768617">
                <a:moveTo>
                  <a:pt x="3792128" y="4742737"/>
                </a:moveTo>
                <a:cubicBezTo>
                  <a:pt x="3813558" y="4748348"/>
                  <a:pt x="3831812" y="4753158"/>
                  <a:pt x="3853838" y="4758769"/>
                </a:cubicBezTo>
                <a:lnTo>
                  <a:pt x="3854980" y="4768617"/>
                </a:lnTo>
                <a:lnTo>
                  <a:pt x="3788278" y="4768617"/>
                </a:lnTo>
                <a:close/>
                <a:moveTo>
                  <a:pt x="3586956" y="4630707"/>
                </a:moveTo>
                <a:cubicBezTo>
                  <a:pt x="3583980" y="4645537"/>
                  <a:pt x="3581600" y="4653754"/>
                  <a:pt x="3580806" y="4662171"/>
                </a:cubicBezTo>
                <a:cubicBezTo>
                  <a:pt x="3577234" y="4698245"/>
                  <a:pt x="3581798" y="4702254"/>
                  <a:pt x="3618904" y="4691632"/>
                </a:cubicBezTo>
                <a:cubicBezTo>
                  <a:pt x="3608188" y="4671591"/>
                  <a:pt x="3599260" y="4654155"/>
                  <a:pt x="3586956" y="4630707"/>
                </a:cubicBezTo>
                <a:close/>
                <a:moveTo>
                  <a:pt x="3792722" y="4625496"/>
                </a:moveTo>
                <a:cubicBezTo>
                  <a:pt x="3789944" y="4639725"/>
                  <a:pt x="3771690" y="4652953"/>
                  <a:pt x="3801652" y="4668384"/>
                </a:cubicBezTo>
                <a:lnTo>
                  <a:pt x="3801056" y="4625496"/>
                </a:lnTo>
                <a:close/>
                <a:moveTo>
                  <a:pt x="3806293" y="4519235"/>
                </a:moveTo>
                <a:lnTo>
                  <a:pt x="3806812" y="4519479"/>
                </a:lnTo>
                <a:lnTo>
                  <a:pt x="3806487" y="4520183"/>
                </a:lnTo>
                <a:lnTo>
                  <a:pt x="3806414" y="4520080"/>
                </a:lnTo>
                <a:close/>
                <a:moveTo>
                  <a:pt x="3578028" y="4506252"/>
                </a:moveTo>
                <a:cubicBezTo>
                  <a:pt x="3561756" y="4530702"/>
                  <a:pt x="3573464" y="4543729"/>
                  <a:pt x="3590726" y="4560563"/>
                </a:cubicBezTo>
                <a:cubicBezTo>
                  <a:pt x="3599130" y="4541640"/>
                  <a:pt x="3593924" y="4519379"/>
                  <a:pt x="3578028" y="4506252"/>
                </a:cubicBezTo>
                <a:close/>
                <a:moveTo>
                  <a:pt x="3737163" y="4501795"/>
                </a:moveTo>
                <a:cubicBezTo>
                  <a:pt x="3741950" y="4501467"/>
                  <a:pt x="3748225" y="4501942"/>
                  <a:pt x="3756212" y="4503045"/>
                </a:cubicBezTo>
                <a:cubicBezTo>
                  <a:pt x="3745936" y="4536610"/>
                  <a:pt x="3744976" y="4572379"/>
                  <a:pt x="3753434" y="4606457"/>
                </a:cubicBezTo>
                <a:cubicBezTo>
                  <a:pt x="3777642" y="4589021"/>
                  <a:pt x="3801256" y="4575794"/>
                  <a:pt x="3798478" y="4541925"/>
                </a:cubicBezTo>
                <a:cubicBezTo>
                  <a:pt x="3798478" y="4538317"/>
                  <a:pt x="3799867" y="4534560"/>
                  <a:pt x="3801603" y="4530777"/>
                </a:cubicBezTo>
                <a:lnTo>
                  <a:pt x="3806487" y="4520183"/>
                </a:lnTo>
                <a:lnTo>
                  <a:pt x="3833720" y="4558557"/>
                </a:lnTo>
                <a:cubicBezTo>
                  <a:pt x="3839884" y="4573061"/>
                  <a:pt x="3842966" y="4588903"/>
                  <a:pt x="3842528" y="4605054"/>
                </a:cubicBezTo>
                <a:cubicBezTo>
                  <a:pt x="3841138" y="4632911"/>
                  <a:pt x="3846496" y="4661169"/>
                  <a:pt x="3845306" y="4689026"/>
                </a:cubicBezTo>
                <a:cubicBezTo>
                  <a:pt x="3844314" y="4722094"/>
                  <a:pt x="3833996" y="4726102"/>
                  <a:pt x="3803240" y="4716884"/>
                </a:cubicBezTo>
                <a:cubicBezTo>
                  <a:pt x="3785880" y="4713881"/>
                  <a:pt x="3768248" y="4712805"/>
                  <a:pt x="3750656" y="4713677"/>
                </a:cubicBezTo>
                <a:cubicBezTo>
                  <a:pt x="3768688" y="4690473"/>
                  <a:pt x="3773912" y="4659648"/>
                  <a:pt x="3764546" y="4631709"/>
                </a:cubicBezTo>
                <a:cubicBezTo>
                  <a:pt x="3757800" y="4631709"/>
                  <a:pt x="3750856" y="4633112"/>
                  <a:pt x="3740934" y="4634114"/>
                </a:cubicBezTo>
                <a:cubicBezTo>
                  <a:pt x="3739942" y="4617480"/>
                  <a:pt x="3739346" y="4601447"/>
                  <a:pt x="3737560" y="4585614"/>
                </a:cubicBezTo>
                <a:cubicBezTo>
                  <a:pt x="3735970" y="4567279"/>
                  <a:pt x="3732850" y="4549110"/>
                  <a:pt x="3728234" y="4531303"/>
                </a:cubicBezTo>
                <a:cubicBezTo>
                  <a:pt x="3721835" y="4511012"/>
                  <a:pt x="3722802" y="4502782"/>
                  <a:pt x="3737163" y="4501795"/>
                </a:cubicBezTo>
                <a:close/>
                <a:moveTo>
                  <a:pt x="3785182" y="4474186"/>
                </a:moveTo>
                <a:cubicBezTo>
                  <a:pt x="3792979" y="4478973"/>
                  <a:pt x="3798970" y="4485891"/>
                  <a:pt x="3802671" y="4493889"/>
                </a:cubicBezTo>
                <a:lnTo>
                  <a:pt x="3806293" y="4519235"/>
                </a:lnTo>
                <a:lnTo>
                  <a:pt x="3793833" y="4513388"/>
                </a:lnTo>
                <a:cubicBezTo>
                  <a:pt x="3784476" y="4505225"/>
                  <a:pt x="3784885" y="4491171"/>
                  <a:pt x="3785182" y="4474186"/>
                </a:cubicBezTo>
                <a:close/>
                <a:moveTo>
                  <a:pt x="3730220" y="4454947"/>
                </a:moveTo>
                <a:cubicBezTo>
                  <a:pt x="3731740" y="4454850"/>
                  <a:pt x="3733264" y="4454850"/>
                  <a:pt x="3734782" y="4454947"/>
                </a:cubicBezTo>
                <a:lnTo>
                  <a:pt x="3734782" y="4471380"/>
                </a:lnTo>
                <a:cubicBezTo>
                  <a:pt x="3733264" y="4471481"/>
                  <a:pt x="3731740" y="4471481"/>
                  <a:pt x="3730220" y="4471380"/>
                </a:cubicBezTo>
                <a:close/>
                <a:moveTo>
                  <a:pt x="3551638" y="4396627"/>
                </a:moveTo>
                <a:lnTo>
                  <a:pt x="3562154" y="4454546"/>
                </a:lnTo>
                <a:cubicBezTo>
                  <a:pt x="3576838" y="4421879"/>
                  <a:pt x="3576242" y="4417670"/>
                  <a:pt x="3551638" y="4396627"/>
                </a:cubicBezTo>
                <a:close/>
                <a:moveTo>
                  <a:pt x="3790738" y="4381396"/>
                </a:moveTo>
                <a:cubicBezTo>
                  <a:pt x="3833202" y="4383600"/>
                  <a:pt x="3833202" y="4383801"/>
                  <a:pt x="3844114" y="4434304"/>
                </a:cubicBezTo>
                <a:cubicBezTo>
                  <a:pt x="3831218" y="4437110"/>
                  <a:pt x="3818320" y="4439916"/>
                  <a:pt x="3805422" y="4442922"/>
                </a:cubicBezTo>
                <a:lnTo>
                  <a:pt x="3802248" y="4435908"/>
                </a:lnTo>
                <a:lnTo>
                  <a:pt x="3820700" y="4420075"/>
                </a:lnTo>
                <a:close/>
                <a:moveTo>
                  <a:pt x="3639340" y="4371977"/>
                </a:moveTo>
                <a:cubicBezTo>
                  <a:pt x="3643530" y="4372213"/>
                  <a:pt x="3647668" y="4373023"/>
                  <a:pt x="3651644" y="4374381"/>
                </a:cubicBezTo>
                <a:cubicBezTo>
                  <a:pt x="3646286" y="4378991"/>
                  <a:pt x="3643706" y="4382799"/>
                  <a:pt x="3641126" y="4382799"/>
                </a:cubicBezTo>
                <a:lnTo>
                  <a:pt x="3641126" y="4382398"/>
                </a:lnTo>
                <a:cubicBezTo>
                  <a:pt x="3638548" y="4382398"/>
                  <a:pt x="3635968" y="4378590"/>
                  <a:pt x="3633388" y="4376386"/>
                </a:cubicBezTo>
                <a:cubicBezTo>
                  <a:pt x="3635174" y="4374782"/>
                  <a:pt x="3637158" y="4372177"/>
                  <a:pt x="3639340" y="4371977"/>
                </a:cubicBezTo>
                <a:close/>
                <a:moveTo>
                  <a:pt x="3550050" y="4318868"/>
                </a:moveTo>
                <a:cubicBezTo>
                  <a:pt x="3547272" y="4319469"/>
                  <a:pt x="3544098" y="4320070"/>
                  <a:pt x="3541120" y="4320872"/>
                </a:cubicBezTo>
                <a:cubicBezTo>
                  <a:pt x="3543502" y="4337306"/>
                  <a:pt x="3546280" y="4353539"/>
                  <a:pt x="3548860" y="4369973"/>
                </a:cubicBezTo>
                <a:cubicBezTo>
                  <a:pt x="3552232" y="4369973"/>
                  <a:pt x="3555208" y="4368770"/>
                  <a:pt x="3558384" y="4368369"/>
                </a:cubicBezTo>
                <a:cubicBezTo>
                  <a:pt x="3563642" y="4351475"/>
                  <a:pt x="3560540" y="4333057"/>
                  <a:pt x="3550050" y="4318868"/>
                </a:cubicBezTo>
                <a:close/>
                <a:moveTo>
                  <a:pt x="3625054" y="4299628"/>
                </a:moveTo>
                <a:cubicBezTo>
                  <a:pt x="3628230" y="4299227"/>
                  <a:pt x="3630412" y="4303236"/>
                  <a:pt x="3632992" y="4305440"/>
                </a:cubicBezTo>
                <a:lnTo>
                  <a:pt x="3624260" y="4314058"/>
                </a:lnTo>
                <a:lnTo>
                  <a:pt x="3616324" y="4305841"/>
                </a:lnTo>
                <a:cubicBezTo>
                  <a:pt x="3619102" y="4303637"/>
                  <a:pt x="3621880" y="4300029"/>
                  <a:pt x="3625054" y="4299628"/>
                </a:cubicBezTo>
                <a:close/>
                <a:moveTo>
                  <a:pt x="3538938" y="4238303"/>
                </a:moveTo>
                <a:cubicBezTo>
                  <a:pt x="3537152" y="4241710"/>
                  <a:pt x="3533978" y="4245117"/>
                  <a:pt x="3534176" y="4248123"/>
                </a:cubicBezTo>
                <a:cubicBezTo>
                  <a:pt x="3534374" y="4251129"/>
                  <a:pt x="3539334" y="4252532"/>
                  <a:pt x="3542112" y="4254736"/>
                </a:cubicBezTo>
                <a:cubicBezTo>
                  <a:pt x="3543898" y="4251530"/>
                  <a:pt x="3546082" y="4248524"/>
                  <a:pt x="3548860" y="4243914"/>
                </a:cubicBezTo>
                <a:cubicBezTo>
                  <a:pt x="3544494" y="4242712"/>
                  <a:pt x="3541518" y="4241108"/>
                  <a:pt x="3538542" y="4239305"/>
                </a:cubicBezTo>
                <a:close/>
                <a:moveTo>
                  <a:pt x="3601838" y="4205034"/>
                </a:moveTo>
                <a:cubicBezTo>
                  <a:pt x="3581798" y="4202028"/>
                  <a:pt x="3574060" y="4207840"/>
                  <a:pt x="3581996" y="4228683"/>
                </a:cubicBezTo>
                <a:close/>
                <a:moveTo>
                  <a:pt x="3898209" y="4172281"/>
                </a:moveTo>
                <a:lnTo>
                  <a:pt x="3898209" y="4191786"/>
                </a:lnTo>
                <a:lnTo>
                  <a:pt x="3882410" y="4187398"/>
                </a:lnTo>
                <a:cubicBezTo>
                  <a:pt x="3885188" y="4182188"/>
                  <a:pt x="3887172" y="4173770"/>
                  <a:pt x="3891142" y="4172367"/>
                </a:cubicBezTo>
                <a:close/>
                <a:moveTo>
                  <a:pt x="3538740" y="4120461"/>
                </a:moveTo>
                <a:cubicBezTo>
                  <a:pt x="3538740" y="4120461"/>
                  <a:pt x="3532390" y="4122064"/>
                  <a:pt x="3528818" y="4122666"/>
                </a:cubicBezTo>
                <a:lnTo>
                  <a:pt x="3535168" y="4148118"/>
                </a:lnTo>
                <a:cubicBezTo>
                  <a:pt x="3538740" y="4146715"/>
                  <a:pt x="3542112" y="4145512"/>
                  <a:pt x="3545684" y="4145512"/>
                </a:cubicBezTo>
                <a:cubicBezTo>
                  <a:pt x="3543502" y="4137095"/>
                  <a:pt x="3541518" y="4128678"/>
                  <a:pt x="3538740" y="4120461"/>
                </a:cubicBezTo>
                <a:close/>
                <a:moveTo>
                  <a:pt x="3692518" y="4093806"/>
                </a:moveTo>
                <a:lnTo>
                  <a:pt x="3692115" y="4094527"/>
                </a:lnTo>
                <a:lnTo>
                  <a:pt x="3691130" y="4094408"/>
                </a:lnTo>
                <a:lnTo>
                  <a:pt x="3691130" y="4093975"/>
                </a:lnTo>
                <a:lnTo>
                  <a:pt x="3691526" y="4094207"/>
                </a:lnTo>
                <a:close/>
                <a:moveTo>
                  <a:pt x="3854432" y="4081581"/>
                </a:moveTo>
                <a:cubicBezTo>
                  <a:pt x="3861576" y="4081782"/>
                  <a:pt x="3868124" y="4082183"/>
                  <a:pt x="3874276" y="4082383"/>
                </a:cubicBezTo>
                <a:lnTo>
                  <a:pt x="3874276" y="4088997"/>
                </a:lnTo>
                <a:lnTo>
                  <a:pt x="3854432" y="4091401"/>
                </a:lnTo>
                <a:close/>
                <a:moveTo>
                  <a:pt x="3539930" y="4077573"/>
                </a:moveTo>
                <a:cubicBezTo>
                  <a:pt x="3536590" y="4077980"/>
                  <a:pt x="3533280" y="4078581"/>
                  <a:pt x="3530008" y="4079377"/>
                </a:cubicBezTo>
                <a:lnTo>
                  <a:pt x="3532786" y="4088596"/>
                </a:lnTo>
                <a:cubicBezTo>
                  <a:pt x="3535764" y="4087193"/>
                  <a:pt x="3538938" y="4086191"/>
                  <a:pt x="3542112" y="4084988"/>
                </a:cubicBezTo>
                <a:cubicBezTo>
                  <a:pt x="3541120" y="4081782"/>
                  <a:pt x="3540526" y="4077573"/>
                  <a:pt x="3539930" y="4077573"/>
                </a:cubicBezTo>
                <a:close/>
                <a:moveTo>
                  <a:pt x="3688352" y="3997409"/>
                </a:moveTo>
                <a:lnTo>
                  <a:pt x="3688472" y="3997592"/>
                </a:lnTo>
                <a:lnTo>
                  <a:pt x="3687954" y="3997609"/>
                </a:lnTo>
                <a:lnTo>
                  <a:pt x="3687664" y="3997501"/>
                </a:lnTo>
                <a:close/>
                <a:moveTo>
                  <a:pt x="3666202" y="3989518"/>
                </a:moveTo>
                <a:lnTo>
                  <a:pt x="3687664" y="3997501"/>
                </a:lnTo>
                <a:lnTo>
                  <a:pt x="3644896" y="4003221"/>
                </a:lnTo>
                <a:cubicBezTo>
                  <a:pt x="3651841" y="3993200"/>
                  <a:pt x="3658984" y="3989543"/>
                  <a:pt x="3666202" y="3989518"/>
                </a:cubicBezTo>
                <a:close/>
                <a:moveTo>
                  <a:pt x="3843916" y="3971355"/>
                </a:moveTo>
                <a:cubicBezTo>
                  <a:pt x="3839822" y="3972187"/>
                  <a:pt x="3835832" y="3973464"/>
                  <a:pt x="3832010" y="3975163"/>
                </a:cubicBezTo>
                <a:cubicBezTo>
                  <a:pt x="3835374" y="3978290"/>
                  <a:pt x="3838956" y="3981170"/>
                  <a:pt x="3842726" y="3983781"/>
                </a:cubicBezTo>
                <a:cubicBezTo>
                  <a:pt x="3845240" y="3981348"/>
                  <a:pt x="3847500" y="3978662"/>
                  <a:pt x="3849472" y="3975764"/>
                </a:cubicBezTo>
                <a:cubicBezTo>
                  <a:pt x="3847686" y="3974362"/>
                  <a:pt x="3845702" y="3971355"/>
                  <a:pt x="3843916" y="3971355"/>
                </a:cubicBezTo>
                <a:close/>
                <a:moveTo>
                  <a:pt x="3735378" y="3892394"/>
                </a:moveTo>
                <a:lnTo>
                  <a:pt x="3731212" y="3981576"/>
                </a:lnTo>
                <a:cubicBezTo>
                  <a:pt x="3753236" y="3984783"/>
                  <a:pt x="3772286" y="3987188"/>
                  <a:pt x="3791730" y="3989994"/>
                </a:cubicBezTo>
                <a:cubicBezTo>
                  <a:pt x="3806414" y="3972558"/>
                  <a:pt x="3800462" y="3954922"/>
                  <a:pt x="3794310" y="3937286"/>
                </a:cubicBezTo>
                <a:lnTo>
                  <a:pt x="3794906" y="3937686"/>
                </a:lnTo>
                <a:cubicBezTo>
                  <a:pt x="3775064" y="3923457"/>
                  <a:pt x="3757602" y="3909028"/>
                  <a:pt x="3735378" y="3892394"/>
                </a:cubicBezTo>
                <a:close/>
                <a:moveTo>
                  <a:pt x="3803240" y="3886381"/>
                </a:moveTo>
                <a:cubicBezTo>
                  <a:pt x="3795600" y="3895299"/>
                  <a:pt x="3794260" y="3904217"/>
                  <a:pt x="3794509" y="3912860"/>
                </a:cubicBezTo>
                <a:lnTo>
                  <a:pt x="3795269" y="3936655"/>
                </a:lnTo>
                <a:lnTo>
                  <a:pt x="3794906" y="3937286"/>
                </a:lnTo>
                <a:lnTo>
                  <a:pt x="3795302" y="3937686"/>
                </a:lnTo>
                <a:lnTo>
                  <a:pt x="3795269" y="3936655"/>
                </a:lnTo>
                <a:lnTo>
                  <a:pt x="3807778" y="3914915"/>
                </a:lnTo>
                <a:cubicBezTo>
                  <a:pt x="3810631" y="3906823"/>
                  <a:pt x="3810581" y="3897704"/>
                  <a:pt x="3803240" y="3886381"/>
                </a:cubicBezTo>
                <a:close/>
                <a:moveTo>
                  <a:pt x="3527628" y="3879968"/>
                </a:moveTo>
                <a:cubicBezTo>
                  <a:pt x="3525842" y="3900009"/>
                  <a:pt x="3515920" y="3918247"/>
                  <a:pt x="3538144" y="3937085"/>
                </a:cubicBezTo>
                <a:cubicBezTo>
                  <a:pt x="3555408" y="3901412"/>
                  <a:pt x="3554216" y="3893596"/>
                  <a:pt x="3527628" y="3879968"/>
                </a:cubicBezTo>
                <a:close/>
                <a:moveTo>
                  <a:pt x="3626840" y="3865138"/>
                </a:moveTo>
                <a:cubicBezTo>
                  <a:pt x="3629420" y="3865138"/>
                  <a:pt x="3632594" y="3868946"/>
                  <a:pt x="3636364" y="3871952"/>
                </a:cubicBezTo>
                <a:lnTo>
                  <a:pt x="3629222" y="3881772"/>
                </a:lnTo>
                <a:cubicBezTo>
                  <a:pt x="3626046" y="3878565"/>
                  <a:pt x="3622474" y="3875359"/>
                  <a:pt x="3619102" y="3872152"/>
                </a:cubicBezTo>
                <a:cubicBezTo>
                  <a:pt x="3621682" y="3869547"/>
                  <a:pt x="3624260" y="3865138"/>
                  <a:pt x="3626840" y="3865138"/>
                </a:cubicBezTo>
                <a:close/>
                <a:moveTo>
                  <a:pt x="3534970" y="3835076"/>
                </a:moveTo>
                <a:cubicBezTo>
                  <a:pt x="3530812" y="3841489"/>
                  <a:pt x="3527100" y="3848187"/>
                  <a:pt x="3523858" y="3855117"/>
                </a:cubicBezTo>
                <a:cubicBezTo>
                  <a:pt x="3523858" y="3856320"/>
                  <a:pt x="3528818" y="3859927"/>
                  <a:pt x="3531398" y="3862532"/>
                </a:cubicBezTo>
                <a:lnTo>
                  <a:pt x="3545288" y="3844495"/>
                </a:lnTo>
                <a:close/>
                <a:moveTo>
                  <a:pt x="3555092" y="3780470"/>
                </a:moveTo>
                <a:lnTo>
                  <a:pt x="3554777" y="3781846"/>
                </a:lnTo>
                <a:lnTo>
                  <a:pt x="3554471" y="3780599"/>
                </a:lnTo>
                <a:close/>
                <a:moveTo>
                  <a:pt x="3555208" y="3779963"/>
                </a:moveTo>
                <a:lnTo>
                  <a:pt x="3555606" y="3780364"/>
                </a:lnTo>
                <a:lnTo>
                  <a:pt x="3555092" y="3780470"/>
                </a:lnTo>
                <a:close/>
                <a:moveTo>
                  <a:pt x="3650850" y="3770143"/>
                </a:moveTo>
                <a:lnTo>
                  <a:pt x="3665930" y="3813432"/>
                </a:lnTo>
                <a:cubicBezTo>
                  <a:pt x="3639738" y="3821648"/>
                  <a:pt x="3622276" y="3840888"/>
                  <a:pt x="3596482" y="3836279"/>
                </a:cubicBezTo>
                <a:close/>
                <a:moveTo>
                  <a:pt x="3739744" y="3764732"/>
                </a:moveTo>
                <a:cubicBezTo>
                  <a:pt x="3737760" y="3766135"/>
                  <a:pt x="3733990" y="3767939"/>
                  <a:pt x="3734188" y="3768941"/>
                </a:cubicBezTo>
                <a:cubicBezTo>
                  <a:pt x="3735384" y="3772229"/>
                  <a:pt x="3736914" y="3775386"/>
                  <a:pt x="3738752" y="3778360"/>
                </a:cubicBezTo>
                <a:lnTo>
                  <a:pt x="3745498" y="3773350"/>
                </a:lnTo>
                <a:close/>
                <a:moveTo>
                  <a:pt x="3537350" y="3726654"/>
                </a:moveTo>
                <a:lnTo>
                  <a:pt x="3534374" y="3754711"/>
                </a:lnTo>
                <a:cubicBezTo>
                  <a:pt x="3537946" y="3753509"/>
                  <a:pt x="3541320" y="3753709"/>
                  <a:pt x="3544890" y="3754110"/>
                </a:cubicBezTo>
                <a:lnTo>
                  <a:pt x="3544890" y="3754912"/>
                </a:lnTo>
                <a:lnTo>
                  <a:pt x="3546280" y="3726654"/>
                </a:lnTo>
                <a:cubicBezTo>
                  <a:pt x="3543304" y="3726654"/>
                  <a:pt x="3540128" y="3726654"/>
                  <a:pt x="3537350" y="3726654"/>
                </a:cubicBezTo>
                <a:close/>
                <a:moveTo>
                  <a:pt x="3863362" y="3680559"/>
                </a:moveTo>
                <a:lnTo>
                  <a:pt x="3866140" y="3688576"/>
                </a:lnTo>
                <a:cubicBezTo>
                  <a:pt x="3863418" y="3689764"/>
                  <a:pt x="3860546" y="3690574"/>
                  <a:pt x="3857608" y="3690981"/>
                </a:cubicBezTo>
                <a:lnTo>
                  <a:pt x="3856814" y="3690179"/>
                </a:lnTo>
                <a:cubicBezTo>
                  <a:pt x="3855822" y="3690179"/>
                  <a:pt x="3854234" y="3684568"/>
                  <a:pt x="3854830" y="3684167"/>
                </a:cubicBezTo>
                <a:cubicBezTo>
                  <a:pt x="3857528" y="3682640"/>
                  <a:pt x="3860392" y="3681431"/>
                  <a:pt x="3863362" y="3680559"/>
                </a:cubicBezTo>
                <a:close/>
                <a:moveTo>
                  <a:pt x="3695694" y="3635467"/>
                </a:moveTo>
                <a:lnTo>
                  <a:pt x="3729975" y="3635467"/>
                </a:lnTo>
                <a:lnTo>
                  <a:pt x="3724267" y="3645810"/>
                </a:lnTo>
                <a:cubicBezTo>
                  <a:pt x="3717645" y="3653804"/>
                  <a:pt x="3709236" y="3651851"/>
                  <a:pt x="3695694" y="3635467"/>
                </a:cubicBezTo>
                <a:close/>
                <a:moveTo>
                  <a:pt x="3730418" y="3634665"/>
                </a:moveTo>
                <a:lnTo>
                  <a:pt x="3731214" y="3635279"/>
                </a:lnTo>
                <a:lnTo>
                  <a:pt x="3730616" y="3635467"/>
                </a:lnTo>
                <a:lnTo>
                  <a:pt x="3729975" y="3635467"/>
                </a:lnTo>
                <a:close/>
                <a:moveTo>
                  <a:pt x="3898209" y="3614339"/>
                </a:moveTo>
                <a:lnTo>
                  <a:pt x="3898209" y="3640678"/>
                </a:lnTo>
                <a:lnTo>
                  <a:pt x="3894912" y="3640678"/>
                </a:lnTo>
                <a:lnTo>
                  <a:pt x="3891142" y="3615426"/>
                </a:lnTo>
                <a:close/>
                <a:moveTo>
                  <a:pt x="3560566" y="3578350"/>
                </a:moveTo>
                <a:lnTo>
                  <a:pt x="3578028" y="3617029"/>
                </a:lnTo>
                <a:cubicBezTo>
                  <a:pt x="3580806" y="3615626"/>
                  <a:pt x="3583584" y="3614424"/>
                  <a:pt x="3586560" y="3613021"/>
                </a:cubicBezTo>
                <a:cubicBezTo>
                  <a:pt x="3585370" y="3587769"/>
                  <a:pt x="3585370" y="3587970"/>
                  <a:pt x="3560566" y="3578350"/>
                </a:cubicBezTo>
                <a:close/>
                <a:moveTo>
                  <a:pt x="3766530" y="3531855"/>
                </a:moveTo>
                <a:lnTo>
                  <a:pt x="3766134" y="3532255"/>
                </a:lnTo>
                <a:lnTo>
                  <a:pt x="3766664" y="3532350"/>
                </a:lnTo>
                <a:lnTo>
                  <a:pt x="3769508" y="3542877"/>
                </a:lnTo>
                <a:cubicBezTo>
                  <a:pt x="3772890" y="3546100"/>
                  <a:pt x="3776868" y="3548619"/>
                  <a:pt x="3781214" y="3550292"/>
                </a:cubicBezTo>
                <a:cubicBezTo>
                  <a:pt x="3781214" y="3550292"/>
                  <a:pt x="3785976" y="3545883"/>
                  <a:pt x="3785580" y="3545082"/>
                </a:cubicBezTo>
                <a:cubicBezTo>
                  <a:pt x="3783724" y="3540839"/>
                  <a:pt x="3780862" y="3537121"/>
                  <a:pt x="3777246" y="3534260"/>
                </a:cubicBezTo>
                <a:lnTo>
                  <a:pt x="3766664" y="3532350"/>
                </a:lnTo>
                <a:close/>
                <a:moveTo>
                  <a:pt x="3563368" y="3433697"/>
                </a:moveTo>
                <a:lnTo>
                  <a:pt x="3575823" y="3438607"/>
                </a:lnTo>
                <a:cubicBezTo>
                  <a:pt x="3585172" y="3445389"/>
                  <a:pt x="3583832" y="3456850"/>
                  <a:pt x="3576242" y="3471130"/>
                </a:cubicBezTo>
                <a:close/>
                <a:moveTo>
                  <a:pt x="3563146" y="3433052"/>
                </a:moveTo>
                <a:lnTo>
                  <a:pt x="3563368" y="3433697"/>
                </a:lnTo>
                <a:lnTo>
                  <a:pt x="3562877" y="3433504"/>
                </a:lnTo>
                <a:close/>
                <a:moveTo>
                  <a:pt x="3687360" y="3392168"/>
                </a:moveTo>
                <a:cubicBezTo>
                  <a:pt x="3663152" y="3401988"/>
                  <a:pt x="3663152" y="3401988"/>
                  <a:pt x="3647674" y="3434054"/>
                </a:cubicBezTo>
                <a:lnTo>
                  <a:pt x="3630808" y="3409604"/>
                </a:lnTo>
                <a:cubicBezTo>
                  <a:pt x="3597474" y="3423432"/>
                  <a:pt x="3643706" y="3462512"/>
                  <a:pt x="3604814" y="3473134"/>
                </a:cubicBezTo>
                <a:cubicBezTo>
                  <a:pt x="3603426" y="3461310"/>
                  <a:pt x="3601442" y="3449887"/>
                  <a:pt x="3601044" y="3438463"/>
                </a:cubicBezTo>
                <a:cubicBezTo>
                  <a:pt x="3599854" y="3402590"/>
                  <a:pt x="3594298" y="3399583"/>
                  <a:pt x="3556200" y="3415215"/>
                </a:cubicBezTo>
                <a:cubicBezTo>
                  <a:pt x="3558186" y="3421228"/>
                  <a:pt x="3560368" y="3427441"/>
                  <a:pt x="3562748" y="3433453"/>
                </a:cubicBezTo>
                <a:lnTo>
                  <a:pt x="3562877" y="3433504"/>
                </a:lnTo>
                <a:lnTo>
                  <a:pt x="3549039" y="3456794"/>
                </a:lnTo>
                <a:cubicBezTo>
                  <a:pt x="3540128" y="3480938"/>
                  <a:pt x="3545783" y="3506152"/>
                  <a:pt x="3556796" y="3531253"/>
                </a:cubicBezTo>
                <a:cubicBezTo>
                  <a:pt x="3564534" y="3549290"/>
                  <a:pt x="3592512" y="3551294"/>
                  <a:pt x="3596482" y="3534660"/>
                </a:cubicBezTo>
                <a:cubicBezTo>
                  <a:pt x="3601942" y="3518050"/>
                  <a:pt x="3612956" y="3503879"/>
                  <a:pt x="3627634" y="3494578"/>
                </a:cubicBezTo>
                <a:cubicBezTo>
                  <a:pt x="3642632" y="3478730"/>
                  <a:pt x="3665758" y="3473868"/>
                  <a:pt x="3685772" y="3482353"/>
                </a:cubicBezTo>
                <a:cubicBezTo>
                  <a:pt x="3681606" y="3494177"/>
                  <a:pt x="3670890" y="3511212"/>
                  <a:pt x="3674858" y="3516423"/>
                </a:cubicBezTo>
                <a:cubicBezTo>
                  <a:pt x="3690336" y="3536464"/>
                  <a:pt x="3674858" y="3545482"/>
                  <a:pt x="3665732" y="3557708"/>
                </a:cubicBezTo>
                <a:lnTo>
                  <a:pt x="3645888" y="3583360"/>
                </a:lnTo>
                <a:lnTo>
                  <a:pt x="3675850" y="3608812"/>
                </a:lnTo>
                <a:cubicBezTo>
                  <a:pt x="3674066" y="3615025"/>
                  <a:pt x="3672874" y="3620035"/>
                  <a:pt x="3671288" y="3624845"/>
                </a:cubicBezTo>
                <a:lnTo>
                  <a:pt x="3662754" y="3647892"/>
                </a:lnTo>
                <a:cubicBezTo>
                  <a:pt x="3644118" y="3650394"/>
                  <a:pt x="3625236" y="3650394"/>
                  <a:pt x="3606600" y="3647892"/>
                </a:cubicBezTo>
                <a:cubicBezTo>
                  <a:pt x="3586282" y="3640756"/>
                  <a:pt x="3566788" y="3631417"/>
                  <a:pt x="3548462" y="3620035"/>
                </a:cubicBezTo>
                <a:cubicBezTo>
                  <a:pt x="3531398" y="3665729"/>
                  <a:pt x="3548462" y="3688576"/>
                  <a:pt x="3599854" y="3697995"/>
                </a:cubicBezTo>
                <a:cubicBezTo>
                  <a:pt x="3612356" y="3681161"/>
                  <a:pt x="3612356" y="3681161"/>
                  <a:pt x="3631404" y="3676752"/>
                </a:cubicBezTo>
                <a:cubicBezTo>
                  <a:pt x="3650238" y="3710198"/>
                  <a:pt x="3677658" y="3737893"/>
                  <a:pt x="3710774" y="3756916"/>
                </a:cubicBezTo>
                <a:cubicBezTo>
                  <a:pt x="3709358" y="3750030"/>
                  <a:pt x="3707232" y="3743312"/>
                  <a:pt x="3704424" y="3736875"/>
                </a:cubicBezTo>
                <a:cubicBezTo>
                  <a:pt x="3689344" y="3716834"/>
                  <a:pt x="3708194" y="3704208"/>
                  <a:pt x="3717520" y="3691782"/>
                </a:cubicBezTo>
                <a:cubicBezTo>
                  <a:pt x="3726846" y="3679357"/>
                  <a:pt x="3740934" y="3685570"/>
                  <a:pt x="3752046" y="3694789"/>
                </a:cubicBezTo>
                <a:cubicBezTo>
                  <a:pt x="3763158" y="3704007"/>
                  <a:pt x="3770300" y="3711623"/>
                  <a:pt x="3783794" y="3698797"/>
                </a:cubicBezTo>
                <a:cubicBezTo>
                  <a:pt x="3781810" y="3682163"/>
                  <a:pt x="3774121" y="3670389"/>
                  <a:pt x="3764101" y="3660643"/>
                </a:cubicBezTo>
                <a:lnTo>
                  <a:pt x="3731214" y="3635279"/>
                </a:lnTo>
                <a:lnTo>
                  <a:pt x="3785382" y="3618232"/>
                </a:lnTo>
                <a:cubicBezTo>
                  <a:pt x="3780620" y="3611819"/>
                  <a:pt x="3776650" y="3601598"/>
                  <a:pt x="3771094" y="3600595"/>
                </a:cubicBezTo>
                <a:cubicBezTo>
                  <a:pt x="3759350" y="3599974"/>
                  <a:pt x="3747574" y="3600648"/>
                  <a:pt x="3735974" y="3602600"/>
                </a:cubicBezTo>
                <a:cubicBezTo>
                  <a:pt x="3722680" y="3602600"/>
                  <a:pt x="3709384" y="3602600"/>
                  <a:pt x="3691526" y="3602600"/>
                </a:cubicBezTo>
                <a:cubicBezTo>
                  <a:pt x="3710786" y="3550214"/>
                  <a:pt x="3717186" y="3493895"/>
                  <a:pt x="3710178" y="3438463"/>
                </a:cubicBezTo>
                <a:cubicBezTo>
                  <a:pt x="3727044" y="3434655"/>
                  <a:pt x="3742720" y="3431248"/>
                  <a:pt x="3758396" y="3427641"/>
                </a:cubicBezTo>
                <a:lnTo>
                  <a:pt x="3758396" y="3420627"/>
                </a:lnTo>
                <a:cubicBezTo>
                  <a:pt x="3735378" y="3412009"/>
                  <a:pt x="3715536" y="3403992"/>
                  <a:pt x="3687360" y="3392168"/>
                </a:cubicBezTo>
                <a:close/>
                <a:moveTo>
                  <a:pt x="3744308" y="3383951"/>
                </a:moveTo>
                <a:cubicBezTo>
                  <a:pt x="3738156" y="3385354"/>
                  <a:pt x="3732006" y="3386958"/>
                  <a:pt x="3725854" y="3388360"/>
                </a:cubicBezTo>
                <a:lnTo>
                  <a:pt x="3726846" y="3393972"/>
                </a:lnTo>
                <a:cubicBezTo>
                  <a:pt x="3732998" y="3393972"/>
                  <a:pt x="3738752" y="3393972"/>
                  <a:pt x="3744704" y="3392569"/>
                </a:cubicBezTo>
                <a:close/>
                <a:moveTo>
                  <a:pt x="3562948" y="3331043"/>
                </a:moveTo>
                <a:cubicBezTo>
                  <a:pt x="3561162" y="3331043"/>
                  <a:pt x="3559772" y="3334650"/>
                  <a:pt x="3556994" y="3338859"/>
                </a:cubicBezTo>
                <a:cubicBezTo>
                  <a:pt x="3563542" y="3344070"/>
                  <a:pt x="3570090" y="3349481"/>
                  <a:pt x="3576838" y="3354691"/>
                </a:cubicBezTo>
                <a:lnTo>
                  <a:pt x="3570686" y="3377138"/>
                </a:lnTo>
                <a:lnTo>
                  <a:pt x="3576638" y="3381146"/>
                </a:lnTo>
                <a:lnTo>
                  <a:pt x="3600846" y="3365714"/>
                </a:lnTo>
                <a:cubicBezTo>
                  <a:pt x="3596878" y="3341264"/>
                  <a:pt x="3585170" y="3329440"/>
                  <a:pt x="3562948" y="3331043"/>
                </a:cubicBezTo>
                <a:close/>
                <a:moveTo>
                  <a:pt x="3875466" y="3328438"/>
                </a:moveTo>
                <a:cubicBezTo>
                  <a:pt x="3895308" y="3326233"/>
                  <a:pt x="3895308" y="3326233"/>
                  <a:pt x="3897490" y="3342667"/>
                </a:cubicBezTo>
                <a:close/>
                <a:moveTo>
                  <a:pt x="3706979" y="3305791"/>
                </a:moveTo>
                <a:cubicBezTo>
                  <a:pt x="3698322" y="3302885"/>
                  <a:pt x="3687558" y="3304488"/>
                  <a:pt x="3677042" y="3311002"/>
                </a:cubicBezTo>
                <a:lnTo>
                  <a:pt x="3656008" y="3323828"/>
                </a:lnTo>
                <a:cubicBezTo>
                  <a:pt x="3668510" y="3335853"/>
                  <a:pt x="3677042" y="3345873"/>
                  <a:pt x="3686566" y="3354691"/>
                </a:cubicBezTo>
                <a:cubicBezTo>
                  <a:pt x="3695494" y="3363109"/>
                  <a:pt x="3707798" y="3371726"/>
                  <a:pt x="3717322" y="3360303"/>
                </a:cubicBezTo>
                <a:cubicBezTo>
                  <a:pt x="3724000" y="3350848"/>
                  <a:pt x="3726512" y="3339027"/>
                  <a:pt x="3724266" y="3327636"/>
                </a:cubicBezTo>
                <a:cubicBezTo>
                  <a:pt x="3722183" y="3316112"/>
                  <a:pt x="3715635" y="3308697"/>
                  <a:pt x="3706979" y="3305791"/>
                </a:cubicBezTo>
                <a:close/>
                <a:moveTo>
                  <a:pt x="3565726" y="3261901"/>
                </a:moveTo>
                <a:cubicBezTo>
                  <a:pt x="3552430" y="3282744"/>
                  <a:pt x="3552430" y="3282744"/>
                  <a:pt x="3562748" y="3305390"/>
                </a:cubicBezTo>
                <a:cubicBezTo>
                  <a:pt x="3584178" y="3278335"/>
                  <a:pt x="3584178" y="3278335"/>
                  <a:pt x="3565726" y="3261901"/>
                </a:cubicBezTo>
                <a:close/>
                <a:moveTo>
                  <a:pt x="3876260" y="3251079"/>
                </a:moveTo>
                <a:lnTo>
                  <a:pt x="3883800" y="3259095"/>
                </a:lnTo>
                <a:cubicBezTo>
                  <a:pt x="3881022" y="3260498"/>
                  <a:pt x="3878046" y="3261701"/>
                  <a:pt x="3874276" y="3262703"/>
                </a:cubicBezTo>
                <a:cubicBezTo>
                  <a:pt x="3874276" y="3260699"/>
                  <a:pt x="3871894" y="3258294"/>
                  <a:pt x="3872292" y="3256490"/>
                </a:cubicBezTo>
                <a:cubicBezTo>
                  <a:pt x="3872688" y="3254687"/>
                  <a:pt x="3874870" y="3252883"/>
                  <a:pt x="3876260" y="3251079"/>
                </a:cubicBezTo>
                <a:close/>
                <a:moveTo>
                  <a:pt x="3762488" y="3236775"/>
                </a:moveTo>
                <a:cubicBezTo>
                  <a:pt x="3755567" y="3235747"/>
                  <a:pt x="3749168" y="3242261"/>
                  <a:pt x="3739346" y="3255488"/>
                </a:cubicBezTo>
                <a:cubicBezTo>
                  <a:pt x="3754426" y="3257893"/>
                  <a:pt x="3767522" y="3259897"/>
                  <a:pt x="3788754" y="3263304"/>
                </a:cubicBezTo>
                <a:cubicBezTo>
                  <a:pt x="3776849" y="3246369"/>
                  <a:pt x="3769408" y="3237802"/>
                  <a:pt x="3762488" y="3236775"/>
                </a:cubicBezTo>
                <a:close/>
                <a:moveTo>
                  <a:pt x="3837170" y="3234846"/>
                </a:moveTo>
                <a:cubicBezTo>
                  <a:pt x="3841418" y="3239834"/>
                  <a:pt x="3844776" y="3245530"/>
                  <a:pt x="3847092" y="3251680"/>
                </a:cubicBezTo>
                <a:cubicBezTo>
                  <a:pt x="3847092" y="3254085"/>
                  <a:pt x="3841138" y="3257693"/>
                  <a:pt x="3837964" y="3260899"/>
                </a:cubicBezTo>
                <a:cubicBezTo>
                  <a:pt x="3833654" y="3256971"/>
                  <a:pt x="3829914" y="3252452"/>
                  <a:pt x="3826852" y="3247472"/>
                </a:cubicBezTo>
                <a:cubicBezTo>
                  <a:pt x="3826852" y="3245668"/>
                  <a:pt x="3832010" y="3241059"/>
                  <a:pt x="3837170" y="3234846"/>
                </a:cubicBezTo>
                <a:close/>
                <a:moveTo>
                  <a:pt x="3719108" y="3165303"/>
                </a:moveTo>
                <a:cubicBezTo>
                  <a:pt x="3692122" y="3174121"/>
                  <a:pt x="3692122" y="3174121"/>
                  <a:pt x="3687162" y="3191758"/>
                </a:cubicBezTo>
                <a:cubicBezTo>
                  <a:pt x="3705614" y="3191758"/>
                  <a:pt x="3723472" y="3193561"/>
                  <a:pt x="3748474" y="3194764"/>
                </a:cubicBezTo>
                <a:close/>
                <a:moveTo>
                  <a:pt x="3697678" y="3099168"/>
                </a:moveTo>
                <a:lnTo>
                  <a:pt x="3691328" y="3107585"/>
                </a:lnTo>
                <a:cubicBezTo>
                  <a:pt x="3693510" y="3118006"/>
                  <a:pt x="3698272" y="3125822"/>
                  <a:pt x="3711170" y="3121413"/>
                </a:cubicBezTo>
                <a:cubicBezTo>
                  <a:pt x="3713750" y="3121413"/>
                  <a:pt x="3716726" y="3113196"/>
                  <a:pt x="3716330" y="3112595"/>
                </a:cubicBezTo>
                <a:cubicBezTo>
                  <a:pt x="3710576" y="3107785"/>
                  <a:pt x="3704028" y="3103577"/>
                  <a:pt x="3697678" y="3099168"/>
                </a:cubicBezTo>
                <a:close/>
                <a:moveTo>
                  <a:pt x="3858600" y="3092755"/>
                </a:moveTo>
                <a:cubicBezTo>
                  <a:pt x="3866537" y="3103927"/>
                  <a:pt x="3874871" y="3109802"/>
                  <a:pt x="3883468" y="3112382"/>
                </a:cubicBezTo>
                <a:lnTo>
                  <a:pt x="3898209" y="3112305"/>
                </a:lnTo>
                <a:lnTo>
                  <a:pt x="3898209" y="3130297"/>
                </a:lnTo>
                <a:lnTo>
                  <a:pt x="3891984" y="3131884"/>
                </a:lnTo>
                <a:cubicBezTo>
                  <a:pt x="3882758" y="3134239"/>
                  <a:pt x="3872588" y="3136845"/>
                  <a:pt x="3860980" y="3139851"/>
                </a:cubicBezTo>
                <a:close/>
                <a:moveTo>
                  <a:pt x="3832408" y="3081732"/>
                </a:moveTo>
                <a:cubicBezTo>
                  <a:pt x="3834392" y="3083736"/>
                  <a:pt x="3835980" y="3085740"/>
                  <a:pt x="3837766" y="3087744"/>
                </a:cubicBezTo>
                <a:lnTo>
                  <a:pt x="3822090" y="3102976"/>
                </a:lnTo>
                <a:lnTo>
                  <a:pt x="3814748" y="3094358"/>
                </a:lnTo>
                <a:close/>
                <a:moveTo>
                  <a:pt x="3891936" y="3071711"/>
                </a:moveTo>
                <a:cubicBezTo>
                  <a:pt x="3894118" y="3070910"/>
                  <a:pt x="3895706" y="3073916"/>
                  <a:pt x="3897490" y="3075118"/>
                </a:cubicBezTo>
                <a:lnTo>
                  <a:pt x="3894118" y="3081932"/>
                </a:lnTo>
                <a:cubicBezTo>
                  <a:pt x="3891340" y="3080329"/>
                  <a:pt x="3888958" y="3078525"/>
                  <a:pt x="3886380" y="3076922"/>
                </a:cubicBezTo>
                <a:cubicBezTo>
                  <a:pt x="3888166" y="3075118"/>
                  <a:pt x="3889752" y="3072513"/>
                  <a:pt x="3891936" y="3071711"/>
                </a:cubicBezTo>
                <a:close/>
                <a:moveTo>
                  <a:pt x="3688451" y="3013567"/>
                </a:moveTo>
                <a:cubicBezTo>
                  <a:pt x="3681208" y="3011638"/>
                  <a:pt x="3674362" y="3013392"/>
                  <a:pt x="3666524" y="3021609"/>
                </a:cubicBezTo>
                <a:cubicBezTo>
                  <a:pt x="3677636" y="3039245"/>
                  <a:pt x="3690534" y="3034836"/>
                  <a:pt x="3712758" y="3027621"/>
                </a:cubicBezTo>
                <a:cubicBezTo>
                  <a:pt x="3703333" y="3021107"/>
                  <a:pt x="3695694" y="3015496"/>
                  <a:pt x="3688451" y="3013567"/>
                </a:cubicBezTo>
                <a:close/>
                <a:moveTo>
                  <a:pt x="3499650" y="2999564"/>
                </a:moveTo>
                <a:cubicBezTo>
                  <a:pt x="3491998" y="3012991"/>
                  <a:pt x="3496576" y="3030146"/>
                  <a:pt x="3509874" y="3037882"/>
                </a:cubicBezTo>
                <a:cubicBezTo>
                  <a:pt x="3509972" y="3037922"/>
                  <a:pt x="3510070" y="3037982"/>
                  <a:pt x="3510166" y="3038042"/>
                </a:cubicBezTo>
                <a:lnTo>
                  <a:pt x="3508976" y="2999564"/>
                </a:lnTo>
                <a:close/>
                <a:moveTo>
                  <a:pt x="3564534" y="2992148"/>
                </a:moveTo>
                <a:cubicBezTo>
                  <a:pt x="3562154" y="3037642"/>
                  <a:pt x="3561162" y="3085540"/>
                  <a:pt x="3557194" y="3132436"/>
                </a:cubicBezTo>
                <a:cubicBezTo>
                  <a:pt x="3554416" y="3165103"/>
                  <a:pt x="3563146" y="3187148"/>
                  <a:pt x="3603228" y="3192559"/>
                </a:cubicBezTo>
                <a:cubicBezTo>
                  <a:pt x="3634380" y="3144861"/>
                  <a:pt x="3601442" y="3109589"/>
                  <a:pt x="3579616" y="3071511"/>
                </a:cubicBezTo>
                <a:cubicBezTo>
                  <a:pt x="3590132" y="3069908"/>
                  <a:pt x="3599458" y="3068304"/>
                  <a:pt x="3619300" y="3065098"/>
                </a:cubicBezTo>
                <a:cubicBezTo>
                  <a:pt x="3599458" y="3053474"/>
                  <a:pt x="3586956" y="3046660"/>
                  <a:pt x="3575052" y="3039646"/>
                </a:cubicBezTo>
                <a:cubicBezTo>
                  <a:pt x="3575052" y="3002169"/>
                  <a:pt x="3575052" y="3002169"/>
                  <a:pt x="3564534" y="2992148"/>
                </a:cubicBezTo>
                <a:close/>
                <a:moveTo>
                  <a:pt x="3684975" y="2933305"/>
                </a:moveTo>
                <a:cubicBezTo>
                  <a:pt x="3681312" y="2932255"/>
                  <a:pt x="3677251" y="2932616"/>
                  <a:pt x="3673662" y="2934630"/>
                </a:cubicBezTo>
                <a:cubicBezTo>
                  <a:pt x="3671250" y="2935993"/>
                  <a:pt x="3669260" y="2937997"/>
                  <a:pt x="3667914" y="2940442"/>
                </a:cubicBezTo>
                <a:cubicBezTo>
                  <a:pt x="3670296" y="2954471"/>
                  <a:pt x="3680018" y="2956475"/>
                  <a:pt x="3691130" y="2953269"/>
                </a:cubicBezTo>
                <a:cubicBezTo>
                  <a:pt x="3694008" y="2949681"/>
                  <a:pt x="3695040" y="2944912"/>
                  <a:pt x="3693908" y="2940442"/>
                </a:cubicBezTo>
                <a:cubicBezTo>
                  <a:pt x="3691906" y="2936815"/>
                  <a:pt x="3688639" y="2934355"/>
                  <a:pt x="3684975" y="2933305"/>
                </a:cubicBezTo>
                <a:close/>
                <a:moveTo>
                  <a:pt x="3464528" y="2928618"/>
                </a:moveTo>
                <a:lnTo>
                  <a:pt x="3464656" y="2928673"/>
                </a:lnTo>
                <a:lnTo>
                  <a:pt x="3456394" y="2935031"/>
                </a:lnTo>
                <a:cubicBezTo>
                  <a:pt x="3459172" y="2938438"/>
                  <a:pt x="3461950" y="2944050"/>
                  <a:pt x="3464926" y="2944250"/>
                </a:cubicBezTo>
                <a:cubicBezTo>
                  <a:pt x="3467902" y="2944451"/>
                  <a:pt x="3472664" y="2940442"/>
                  <a:pt x="3481196" y="2935833"/>
                </a:cubicBezTo>
                <a:lnTo>
                  <a:pt x="3464656" y="2928673"/>
                </a:lnTo>
                <a:lnTo>
                  <a:pt x="3464728" y="2928618"/>
                </a:lnTo>
                <a:close/>
                <a:moveTo>
                  <a:pt x="3581797" y="2918197"/>
                </a:moveTo>
                <a:cubicBezTo>
                  <a:pt x="3574555" y="2917996"/>
                  <a:pt x="3566122" y="2921403"/>
                  <a:pt x="3555804" y="2926614"/>
                </a:cubicBezTo>
                <a:cubicBezTo>
                  <a:pt x="3568602" y="2932426"/>
                  <a:pt x="3575001" y="2935332"/>
                  <a:pt x="3580606" y="2935858"/>
                </a:cubicBezTo>
                <a:lnTo>
                  <a:pt x="3600215" y="2930931"/>
                </a:lnTo>
                <a:lnTo>
                  <a:pt x="3600648" y="2931424"/>
                </a:lnTo>
                <a:lnTo>
                  <a:pt x="3600648" y="2930823"/>
                </a:lnTo>
                <a:lnTo>
                  <a:pt x="3600215" y="2930931"/>
                </a:lnTo>
                <a:lnTo>
                  <a:pt x="3591855" y="2921428"/>
                </a:lnTo>
                <a:cubicBezTo>
                  <a:pt x="3588742" y="2919299"/>
                  <a:pt x="3585419" y="2918297"/>
                  <a:pt x="3581797" y="2918197"/>
                </a:cubicBezTo>
                <a:close/>
                <a:moveTo>
                  <a:pt x="3804232" y="2907375"/>
                </a:moveTo>
                <a:cubicBezTo>
                  <a:pt x="3801652" y="2908176"/>
                  <a:pt x="3798676" y="2908978"/>
                  <a:pt x="3794906" y="2909579"/>
                </a:cubicBezTo>
                <a:lnTo>
                  <a:pt x="3803636" y="2958079"/>
                </a:lnTo>
                <a:cubicBezTo>
                  <a:pt x="3821692" y="2951064"/>
                  <a:pt x="3834194" y="2946455"/>
                  <a:pt x="3849670" y="2940442"/>
                </a:cubicBezTo>
                <a:close/>
                <a:moveTo>
                  <a:pt x="3761968" y="2893346"/>
                </a:moveTo>
                <a:lnTo>
                  <a:pt x="3761968" y="2894147"/>
                </a:lnTo>
                <a:cubicBezTo>
                  <a:pt x="3758198" y="2894147"/>
                  <a:pt x="3753634" y="2898356"/>
                  <a:pt x="3749466" y="2900761"/>
                </a:cubicBezTo>
                <a:cubicBezTo>
                  <a:pt x="3752546" y="2905671"/>
                  <a:pt x="3756362" y="2910060"/>
                  <a:pt x="3760776" y="2913788"/>
                </a:cubicBezTo>
                <a:cubicBezTo>
                  <a:pt x="3762760" y="2914990"/>
                  <a:pt x="3768316" y="2909579"/>
                  <a:pt x="3774864" y="2905571"/>
                </a:cubicBezTo>
                <a:cubicBezTo>
                  <a:pt x="3769110" y="2899158"/>
                  <a:pt x="3765738" y="2893546"/>
                  <a:pt x="3761968" y="2893346"/>
                </a:cubicBezTo>
                <a:close/>
                <a:moveTo>
                  <a:pt x="3896698" y="2890340"/>
                </a:moveTo>
                <a:lnTo>
                  <a:pt x="3898209" y="2892229"/>
                </a:lnTo>
                <a:lnTo>
                  <a:pt x="3898209" y="2898468"/>
                </a:lnTo>
                <a:lnTo>
                  <a:pt x="3894118" y="2902966"/>
                </a:lnTo>
                <a:lnTo>
                  <a:pt x="3888760" y="2896352"/>
                </a:lnTo>
                <a:cubicBezTo>
                  <a:pt x="3891132" y="2894007"/>
                  <a:pt x="3893800" y="2891983"/>
                  <a:pt x="3896698" y="2890340"/>
                </a:cubicBezTo>
                <a:close/>
                <a:moveTo>
                  <a:pt x="3535564" y="2877513"/>
                </a:moveTo>
                <a:lnTo>
                  <a:pt x="3535564" y="2877714"/>
                </a:lnTo>
                <a:cubicBezTo>
                  <a:pt x="3516912" y="2897755"/>
                  <a:pt x="3532986" y="2917796"/>
                  <a:pt x="3525048" y="2943649"/>
                </a:cubicBezTo>
                <a:cubicBezTo>
                  <a:pt x="3547470" y="2911583"/>
                  <a:pt x="3548462" y="2902966"/>
                  <a:pt x="3535564" y="2877513"/>
                </a:cubicBezTo>
                <a:close/>
                <a:moveTo>
                  <a:pt x="3465322" y="2875710"/>
                </a:moveTo>
                <a:lnTo>
                  <a:pt x="3462942" y="2884929"/>
                </a:lnTo>
                <a:cubicBezTo>
                  <a:pt x="3468100" y="2886732"/>
                  <a:pt x="3473458" y="2888135"/>
                  <a:pt x="3478618" y="2889939"/>
                </a:cubicBezTo>
                <a:cubicBezTo>
                  <a:pt x="3478618" y="2886732"/>
                  <a:pt x="3480998" y="2880920"/>
                  <a:pt x="3480204" y="2880519"/>
                </a:cubicBezTo>
                <a:cubicBezTo>
                  <a:pt x="3475418" y="2878415"/>
                  <a:pt x="3470432" y="2876792"/>
                  <a:pt x="3465322" y="2875710"/>
                </a:cubicBezTo>
                <a:close/>
                <a:moveTo>
                  <a:pt x="3502428" y="2810576"/>
                </a:moveTo>
                <a:cubicBezTo>
                  <a:pt x="3498460" y="2818192"/>
                  <a:pt x="3490126" y="2826409"/>
                  <a:pt x="3491316" y="2833223"/>
                </a:cubicBezTo>
                <a:cubicBezTo>
                  <a:pt x="3497070" y="2867894"/>
                  <a:pt x="3483974" y="2904970"/>
                  <a:pt x="3502230" y="2938037"/>
                </a:cubicBezTo>
                <a:cubicBezTo>
                  <a:pt x="3504610" y="2937436"/>
                  <a:pt x="3507786" y="2936635"/>
                  <a:pt x="3510960" y="2936234"/>
                </a:cubicBezTo>
                <a:lnTo>
                  <a:pt x="3510960" y="2812380"/>
                </a:lnTo>
                <a:close/>
                <a:moveTo>
                  <a:pt x="3898209" y="2807101"/>
                </a:moveTo>
                <a:lnTo>
                  <a:pt x="3898209" y="2810338"/>
                </a:lnTo>
                <a:lnTo>
                  <a:pt x="3894118" y="2807971"/>
                </a:lnTo>
                <a:close/>
                <a:moveTo>
                  <a:pt x="3763952" y="2786727"/>
                </a:moveTo>
                <a:cubicBezTo>
                  <a:pt x="3758396" y="2791537"/>
                  <a:pt x="3753832" y="2794343"/>
                  <a:pt x="3755220" y="2796146"/>
                </a:cubicBezTo>
                <a:cubicBezTo>
                  <a:pt x="3756098" y="2799934"/>
                  <a:pt x="3758560" y="2803161"/>
                  <a:pt x="3761968" y="2804965"/>
                </a:cubicBezTo>
                <a:cubicBezTo>
                  <a:pt x="3764150" y="2804965"/>
                  <a:pt x="3768118" y="2802760"/>
                  <a:pt x="3771294" y="2801558"/>
                </a:cubicBezTo>
                <a:cubicBezTo>
                  <a:pt x="3769308" y="2797349"/>
                  <a:pt x="3767324" y="2793140"/>
                  <a:pt x="3763952" y="2786727"/>
                </a:cubicBezTo>
                <a:close/>
                <a:moveTo>
                  <a:pt x="3539136" y="2769893"/>
                </a:moveTo>
                <a:cubicBezTo>
                  <a:pt x="3524254" y="2808772"/>
                  <a:pt x="3524254" y="2808772"/>
                  <a:pt x="3533184" y="2852262"/>
                </a:cubicBezTo>
                <a:cubicBezTo>
                  <a:pt x="3550844" y="2854065"/>
                  <a:pt x="3569694" y="2856270"/>
                  <a:pt x="3566122" y="2834425"/>
                </a:cubicBezTo>
                <a:cubicBezTo>
                  <a:pt x="3564818" y="2810396"/>
                  <a:pt x="3555276" y="2787589"/>
                  <a:pt x="3539136" y="2769893"/>
                </a:cubicBezTo>
                <a:close/>
                <a:moveTo>
                  <a:pt x="3676844" y="2769492"/>
                </a:moveTo>
                <a:lnTo>
                  <a:pt x="3670296" y="2789533"/>
                </a:lnTo>
                <a:lnTo>
                  <a:pt x="3679991" y="2791261"/>
                </a:lnTo>
                <a:lnTo>
                  <a:pt x="3679820" y="2792339"/>
                </a:lnTo>
                <a:lnTo>
                  <a:pt x="3680414" y="2791337"/>
                </a:lnTo>
                <a:lnTo>
                  <a:pt x="3679991" y="2791261"/>
                </a:lnTo>
                <a:lnTo>
                  <a:pt x="3683192" y="2771095"/>
                </a:lnTo>
                <a:cubicBezTo>
                  <a:pt x="3681010" y="2771095"/>
                  <a:pt x="3678828" y="2769893"/>
                  <a:pt x="3676844" y="2769492"/>
                </a:cubicBezTo>
                <a:close/>
                <a:moveTo>
                  <a:pt x="3588942" y="2769492"/>
                </a:moveTo>
                <a:lnTo>
                  <a:pt x="3589463" y="2769849"/>
                </a:lnTo>
                <a:lnTo>
                  <a:pt x="3581996" y="2775504"/>
                </a:lnTo>
                <a:cubicBezTo>
                  <a:pt x="3584378" y="2778109"/>
                  <a:pt x="3586560" y="2782318"/>
                  <a:pt x="3589338" y="2782719"/>
                </a:cubicBezTo>
                <a:cubicBezTo>
                  <a:pt x="3592116" y="2783120"/>
                  <a:pt x="3595092" y="2779512"/>
                  <a:pt x="3599458" y="2776707"/>
                </a:cubicBezTo>
                <a:lnTo>
                  <a:pt x="3589463" y="2769849"/>
                </a:lnTo>
                <a:lnTo>
                  <a:pt x="3589934" y="2769492"/>
                </a:lnTo>
                <a:close/>
                <a:moveTo>
                  <a:pt x="3712162" y="2730011"/>
                </a:moveTo>
                <a:lnTo>
                  <a:pt x="3712528" y="2730137"/>
                </a:lnTo>
                <a:lnTo>
                  <a:pt x="3702440" y="2770093"/>
                </a:lnTo>
                <a:cubicBezTo>
                  <a:pt x="3699662" y="2784122"/>
                  <a:pt x="3704028" y="2794142"/>
                  <a:pt x="3717520" y="2790134"/>
                </a:cubicBezTo>
                <a:cubicBezTo>
                  <a:pt x="3724068" y="2788330"/>
                  <a:pt x="3731212" y="2774302"/>
                  <a:pt x="3731212" y="2765885"/>
                </a:cubicBezTo>
                <a:cubicBezTo>
                  <a:pt x="3729628" y="2754421"/>
                  <a:pt x="3726140" y="2743318"/>
                  <a:pt x="3720894" y="2733017"/>
                </a:cubicBezTo>
                <a:lnTo>
                  <a:pt x="3712528" y="2730137"/>
                </a:lnTo>
                <a:lnTo>
                  <a:pt x="3712560" y="2730011"/>
                </a:lnTo>
                <a:close/>
                <a:moveTo>
                  <a:pt x="3543898" y="2688726"/>
                </a:moveTo>
                <a:cubicBezTo>
                  <a:pt x="3536486" y="2697645"/>
                  <a:pt x="3531496" y="2708347"/>
                  <a:pt x="3529414" y="2719790"/>
                </a:cubicBezTo>
                <a:cubicBezTo>
                  <a:pt x="3530298" y="2729911"/>
                  <a:pt x="3535898" y="2738989"/>
                  <a:pt x="3544494" y="2744240"/>
                </a:cubicBezTo>
                <a:cubicBezTo>
                  <a:pt x="3560102" y="2753519"/>
                  <a:pt x="3579864" y="2751475"/>
                  <a:pt x="3593306" y="2739230"/>
                </a:cubicBezTo>
                <a:cubicBezTo>
                  <a:pt x="3584972" y="2726754"/>
                  <a:pt x="3568602" y="2720592"/>
                  <a:pt x="3561859" y="2707975"/>
                </a:cubicBezTo>
                <a:lnTo>
                  <a:pt x="3559102" y="2693391"/>
                </a:lnTo>
                <a:lnTo>
                  <a:pt x="3559574" y="2693536"/>
                </a:lnTo>
                <a:lnTo>
                  <a:pt x="3558978" y="2692735"/>
                </a:lnTo>
                <a:lnTo>
                  <a:pt x="3559102" y="2693391"/>
                </a:lnTo>
                <a:close/>
                <a:moveTo>
                  <a:pt x="3480204" y="2649446"/>
                </a:moveTo>
                <a:cubicBezTo>
                  <a:pt x="3484372" y="2699148"/>
                  <a:pt x="3482388" y="2741635"/>
                  <a:pt x="3488340" y="2783120"/>
                </a:cubicBezTo>
                <a:cubicBezTo>
                  <a:pt x="3491714" y="2782719"/>
                  <a:pt x="3494888" y="2782719"/>
                  <a:pt x="3498262" y="2782719"/>
                </a:cubicBezTo>
                <a:lnTo>
                  <a:pt x="3498262" y="2782318"/>
                </a:lnTo>
                <a:cubicBezTo>
                  <a:pt x="3500046" y="2743439"/>
                  <a:pt x="3502428" y="2704759"/>
                  <a:pt x="3503024" y="2665879"/>
                </a:cubicBezTo>
                <a:cubicBezTo>
                  <a:pt x="3503024" y="2662072"/>
                  <a:pt x="3492706" y="2658063"/>
                  <a:pt x="3480204" y="2649446"/>
                </a:cubicBezTo>
                <a:close/>
                <a:moveTo>
                  <a:pt x="3805620" y="2637822"/>
                </a:moveTo>
                <a:lnTo>
                  <a:pt x="3805620" y="2657863"/>
                </a:lnTo>
                <a:cubicBezTo>
                  <a:pt x="3808398" y="2659266"/>
                  <a:pt x="3811772" y="2659066"/>
                  <a:pt x="3814748" y="2659066"/>
                </a:cubicBezTo>
                <a:lnTo>
                  <a:pt x="3812168" y="2637822"/>
                </a:lnTo>
                <a:cubicBezTo>
                  <a:pt x="3809986" y="2637822"/>
                  <a:pt x="3807804" y="2637822"/>
                  <a:pt x="3805620" y="2637822"/>
                </a:cubicBezTo>
                <a:close/>
                <a:moveTo>
                  <a:pt x="3715536" y="2620587"/>
                </a:moveTo>
                <a:cubicBezTo>
                  <a:pt x="3712152" y="2621028"/>
                  <a:pt x="3708828" y="2621829"/>
                  <a:pt x="3705614" y="2622992"/>
                </a:cubicBezTo>
                <a:cubicBezTo>
                  <a:pt x="3706806" y="2625196"/>
                  <a:pt x="3707798" y="2628603"/>
                  <a:pt x="3709186" y="2628804"/>
                </a:cubicBezTo>
                <a:cubicBezTo>
                  <a:pt x="3712798" y="2628964"/>
                  <a:pt x="3716410" y="2628543"/>
                  <a:pt x="3719902" y="2627601"/>
                </a:cubicBezTo>
                <a:cubicBezTo>
                  <a:pt x="3717916" y="2625196"/>
                  <a:pt x="3716924" y="2621188"/>
                  <a:pt x="3715536" y="2621388"/>
                </a:cubicBezTo>
                <a:close/>
                <a:moveTo>
                  <a:pt x="3773872" y="2618382"/>
                </a:moveTo>
                <a:cubicBezTo>
                  <a:pt x="3770500" y="2620988"/>
                  <a:pt x="3766530" y="2622390"/>
                  <a:pt x="3766730" y="2622390"/>
                </a:cubicBezTo>
                <a:cubicBezTo>
                  <a:pt x="3767560" y="2625817"/>
                  <a:pt x="3768688" y="2629184"/>
                  <a:pt x="3770102" y="2632411"/>
                </a:cubicBezTo>
                <a:cubicBezTo>
                  <a:pt x="3772086" y="2631209"/>
                  <a:pt x="3775856" y="2630206"/>
                  <a:pt x="3775856" y="2629004"/>
                </a:cubicBezTo>
                <a:cubicBezTo>
                  <a:pt x="3775642" y="2625397"/>
                  <a:pt x="3774976" y="2621829"/>
                  <a:pt x="3773872" y="2618382"/>
                </a:cubicBezTo>
                <a:close/>
                <a:moveTo>
                  <a:pt x="3579293" y="2611167"/>
                </a:moveTo>
                <a:cubicBezTo>
                  <a:pt x="3574704" y="2610065"/>
                  <a:pt x="3569099" y="2611668"/>
                  <a:pt x="3562948" y="2614975"/>
                </a:cubicBezTo>
                <a:cubicBezTo>
                  <a:pt x="3562749" y="2622190"/>
                  <a:pt x="3563642" y="2628202"/>
                  <a:pt x="3566569" y="2631935"/>
                </a:cubicBezTo>
                <a:lnTo>
                  <a:pt x="3582217" y="2635180"/>
                </a:lnTo>
                <a:lnTo>
                  <a:pt x="3582194" y="2635217"/>
                </a:lnTo>
                <a:lnTo>
                  <a:pt x="3582394" y="2635217"/>
                </a:lnTo>
                <a:lnTo>
                  <a:pt x="3582217" y="2635180"/>
                </a:lnTo>
                <a:lnTo>
                  <a:pt x="3589536" y="2623593"/>
                </a:lnTo>
                <a:cubicBezTo>
                  <a:pt x="3587453" y="2616077"/>
                  <a:pt x="3583882" y="2612269"/>
                  <a:pt x="3579293" y="2611167"/>
                </a:cubicBezTo>
                <a:close/>
                <a:moveTo>
                  <a:pt x="3538938" y="2606959"/>
                </a:moveTo>
                <a:cubicBezTo>
                  <a:pt x="3521080" y="2607961"/>
                  <a:pt x="3503420" y="2608762"/>
                  <a:pt x="3481792" y="2609965"/>
                </a:cubicBezTo>
                <a:cubicBezTo>
                  <a:pt x="3504810" y="2638824"/>
                  <a:pt x="3508976" y="2638824"/>
                  <a:pt x="3538938" y="2606959"/>
                </a:cubicBezTo>
                <a:close/>
                <a:moveTo>
                  <a:pt x="3806812" y="2581306"/>
                </a:moveTo>
                <a:lnTo>
                  <a:pt x="3803040" y="2614975"/>
                </a:lnTo>
                <a:cubicBezTo>
                  <a:pt x="3827844" y="2592529"/>
                  <a:pt x="3827844" y="2592529"/>
                  <a:pt x="3806812" y="2581306"/>
                </a:cubicBezTo>
                <a:close/>
                <a:moveTo>
                  <a:pt x="3898209" y="2578378"/>
                </a:moveTo>
                <a:lnTo>
                  <a:pt x="3898209" y="2597610"/>
                </a:lnTo>
                <a:lnTo>
                  <a:pt x="3879434" y="2607560"/>
                </a:lnTo>
                <a:cubicBezTo>
                  <a:pt x="3878938" y="2592228"/>
                  <a:pt x="3888809" y="2585264"/>
                  <a:pt x="3898185" y="2578400"/>
                </a:cubicBezTo>
                <a:close/>
                <a:moveTo>
                  <a:pt x="3773278" y="2572288"/>
                </a:moveTo>
                <a:lnTo>
                  <a:pt x="3762760" y="2602349"/>
                </a:lnTo>
                <a:cubicBezTo>
                  <a:pt x="3773476" y="2602349"/>
                  <a:pt x="3780420" y="2602349"/>
                  <a:pt x="3791930" y="2602349"/>
                </a:cubicBezTo>
                <a:close/>
                <a:moveTo>
                  <a:pt x="3547668" y="2568680"/>
                </a:moveTo>
                <a:cubicBezTo>
                  <a:pt x="3544890" y="2568680"/>
                  <a:pt x="3540526" y="2574292"/>
                  <a:pt x="3536954" y="2577298"/>
                </a:cubicBezTo>
                <a:cubicBezTo>
                  <a:pt x="3541120" y="2581507"/>
                  <a:pt x="3544494" y="2587118"/>
                  <a:pt x="3549256" y="2589122"/>
                </a:cubicBezTo>
                <a:cubicBezTo>
                  <a:pt x="3554018" y="2591126"/>
                  <a:pt x="3556994" y="2585114"/>
                  <a:pt x="3564932" y="2580705"/>
                </a:cubicBezTo>
                <a:cubicBezTo>
                  <a:pt x="3556796" y="2574893"/>
                  <a:pt x="3552630" y="2569883"/>
                  <a:pt x="3547668" y="2568680"/>
                </a:cubicBezTo>
                <a:close/>
                <a:moveTo>
                  <a:pt x="3677240" y="2497735"/>
                </a:moveTo>
                <a:cubicBezTo>
                  <a:pt x="3678628" y="2533408"/>
                  <a:pt x="3678628" y="2533408"/>
                  <a:pt x="3723672" y="2531805"/>
                </a:cubicBezTo>
                <a:cubicBezTo>
                  <a:pt x="3705614" y="2518377"/>
                  <a:pt x="3691328" y="2508156"/>
                  <a:pt x="3677240" y="2497735"/>
                </a:cubicBezTo>
                <a:close/>
                <a:moveTo>
                  <a:pt x="3481594" y="2479097"/>
                </a:moveTo>
                <a:cubicBezTo>
                  <a:pt x="3467108" y="2528197"/>
                  <a:pt x="3467108" y="2528197"/>
                  <a:pt x="3500444" y="2543028"/>
                </a:cubicBezTo>
                <a:close/>
                <a:moveTo>
                  <a:pt x="3770500" y="2476090"/>
                </a:moveTo>
                <a:cubicBezTo>
                  <a:pt x="3757850" y="2501943"/>
                  <a:pt x="3754688" y="2508406"/>
                  <a:pt x="3764947" y="2515433"/>
                </a:cubicBezTo>
                <a:lnTo>
                  <a:pt x="3779603" y="2523267"/>
                </a:lnTo>
                <a:lnTo>
                  <a:pt x="3779626" y="2523387"/>
                </a:lnTo>
                <a:lnTo>
                  <a:pt x="3779826" y="2523387"/>
                </a:lnTo>
                <a:lnTo>
                  <a:pt x="3779603" y="2523267"/>
                </a:lnTo>
                <a:close/>
                <a:moveTo>
                  <a:pt x="3508480" y="2404343"/>
                </a:moveTo>
                <a:cubicBezTo>
                  <a:pt x="3496128" y="2405295"/>
                  <a:pt x="3486951" y="2413061"/>
                  <a:pt x="3479212" y="2427591"/>
                </a:cubicBezTo>
                <a:lnTo>
                  <a:pt x="3479212" y="2428192"/>
                </a:lnTo>
                <a:cubicBezTo>
                  <a:pt x="3504942" y="2435908"/>
                  <a:pt x="3532590" y="2433684"/>
                  <a:pt x="3556796" y="2421980"/>
                </a:cubicBezTo>
                <a:cubicBezTo>
                  <a:pt x="3536358" y="2409253"/>
                  <a:pt x="3520831" y="2403391"/>
                  <a:pt x="3508480" y="2404343"/>
                </a:cubicBezTo>
                <a:close/>
                <a:moveTo>
                  <a:pt x="3752840" y="2383902"/>
                </a:moveTo>
                <a:cubicBezTo>
                  <a:pt x="3749118" y="2407610"/>
                  <a:pt x="3756438" y="2431719"/>
                  <a:pt x="3772682" y="2449235"/>
                </a:cubicBezTo>
                <a:cubicBezTo>
                  <a:pt x="3777444" y="2391317"/>
                  <a:pt x="3777048" y="2390114"/>
                  <a:pt x="3752840" y="2383902"/>
                </a:cubicBezTo>
                <a:close/>
                <a:moveTo>
                  <a:pt x="3541320" y="2330793"/>
                </a:moveTo>
                <a:cubicBezTo>
                  <a:pt x="3535184" y="2330011"/>
                  <a:pt x="3529088" y="2332516"/>
                  <a:pt x="3525246" y="2337406"/>
                </a:cubicBezTo>
                <a:cubicBezTo>
                  <a:pt x="3519294" y="2353639"/>
                  <a:pt x="3534772" y="2356045"/>
                  <a:pt x="3543898" y="2362057"/>
                </a:cubicBezTo>
                <a:cubicBezTo>
                  <a:pt x="3545486" y="2363259"/>
                  <a:pt x="3548660" y="2362057"/>
                  <a:pt x="3553026" y="2362057"/>
                </a:cubicBezTo>
                <a:cubicBezTo>
                  <a:pt x="3559152" y="2352878"/>
                  <a:pt x="3556752" y="2340432"/>
                  <a:pt x="3547666" y="2334240"/>
                </a:cubicBezTo>
                <a:cubicBezTo>
                  <a:pt x="3545732" y="2332917"/>
                  <a:pt x="3543584" y="2331955"/>
                  <a:pt x="3541320" y="2331394"/>
                </a:cubicBezTo>
                <a:close/>
                <a:moveTo>
                  <a:pt x="3587552" y="2314760"/>
                </a:moveTo>
                <a:lnTo>
                  <a:pt x="3587738" y="2314892"/>
                </a:lnTo>
                <a:lnTo>
                  <a:pt x="3584774" y="2316764"/>
                </a:lnTo>
                <a:cubicBezTo>
                  <a:pt x="3581800" y="2336023"/>
                  <a:pt x="3579812" y="2355423"/>
                  <a:pt x="3578822" y="2374883"/>
                </a:cubicBezTo>
                <a:cubicBezTo>
                  <a:pt x="3578822" y="2379292"/>
                  <a:pt x="3587750" y="2383902"/>
                  <a:pt x="3592512" y="2388511"/>
                </a:cubicBezTo>
                <a:cubicBezTo>
                  <a:pt x="3595092" y="2387309"/>
                  <a:pt x="3598068" y="2386106"/>
                  <a:pt x="3600648" y="2385104"/>
                </a:cubicBezTo>
                <a:lnTo>
                  <a:pt x="3592910" y="2318568"/>
                </a:lnTo>
                <a:lnTo>
                  <a:pt x="3587738" y="2314892"/>
                </a:lnTo>
                <a:lnTo>
                  <a:pt x="3587948" y="2314760"/>
                </a:lnTo>
                <a:close/>
                <a:moveTo>
                  <a:pt x="3706806" y="2312555"/>
                </a:moveTo>
                <a:cubicBezTo>
                  <a:pt x="3705490" y="2316644"/>
                  <a:pt x="3704690" y="2320892"/>
                  <a:pt x="3704424" y="2325181"/>
                </a:cubicBezTo>
                <a:lnTo>
                  <a:pt x="3703828" y="2325181"/>
                </a:lnTo>
                <a:cubicBezTo>
                  <a:pt x="3703828" y="2327185"/>
                  <a:pt x="3706408" y="2328989"/>
                  <a:pt x="3707798" y="2330993"/>
                </a:cubicBezTo>
                <a:cubicBezTo>
                  <a:pt x="3709782" y="2328588"/>
                  <a:pt x="3713552" y="2325983"/>
                  <a:pt x="3713750" y="2323177"/>
                </a:cubicBezTo>
                <a:cubicBezTo>
                  <a:pt x="3713948" y="2320371"/>
                  <a:pt x="3710376" y="2317966"/>
                  <a:pt x="3706806" y="2312555"/>
                </a:cubicBezTo>
                <a:close/>
                <a:moveTo>
                  <a:pt x="3742918" y="2264657"/>
                </a:moveTo>
                <a:cubicBezTo>
                  <a:pt x="3718116" y="2307946"/>
                  <a:pt x="3738554" y="2335603"/>
                  <a:pt x="3766928" y="2362658"/>
                </a:cubicBezTo>
                <a:cubicBezTo>
                  <a:pt x="3761424" y="2343519"/>
                  <a:pt x="3764390" y="2322917"/>
                  <a:pt x="3775064" y="2306142"/>
                </a:cubicBezTo>
                <a:cubicBezTo>
                  <a:pt x="3778656" y="2295079"/>
                  <a:pt x="3776654" y="2282955"/>
                  <a:pt x="3769706" y="2273676"/>
                </a:cubicBezTo>
                <a:cubicBezTo>
                  <a:pt x="3764746" y="2266862"/>
                  <a:pt x="3750856" y="2266862"/>
                  <a:pt x="3742918" y="2264657"/>
                </a:cubicBezTo>
                <a:close/>
                <a:moveTo>
                  <a:pt x="3585170" y="2255639"/>
                </a:moveTo>
                <a:cubicBezTo>
                  <a:pt x="3578392" y="2261430"/>
                  <a:pt x="3577546" y="2271672"/>
                  <a:pt x="3583276" y="2278525"/>
                </a:cubicBezTo>
                <a:cubicBezTo>
                  <a:pt x="3585378" y="2281031"/>
                  <a:pt x="3588184" y="2282835"/>
                  <a:pt x="3591322" y="2283696"/>
                </a:cubicBezTo>
                <a:cubicBezTo>
                  <a:pt x="3599930" y="2281512"/>
                  <a:pt x="3605152" y="2272694"/>
                  <a:pt x="3602986" y="2263996"/>
                </a:cubicBezTo>
                <a:cubicBezTo>
                  <a:pt x="3602174" y="2260749"/>
                  <a:pt x="3600388" y="2257823"/>
                  <a:pt x="3597870" y="2255639"/>
                </a:cubicBezTo>
                <a:cubicBezTo>
                  <a:pt x="3593870" y="2253635"/>
                  <a:pt x="3589172" y="2253635"/>
                  <a:pt x="3585170" y="2255639"/>
                </a:cubicBezTo>
                <a:close/>
                <a:moveTo>
                  <a:pt x="3487003" y="2244866"/>
                </a:moveTo>
                <a:cubicBezTo>
                  <a:pt x="3480353" y="2246370"/>
                  <a:pt x="3473804" y="2250027"/>
                  <a:pt x="3467306" y="2257042"/>
                </a:cubicBezTo>
                <a:lnTo>
                  <a:pt x="3497864" y="2315361"/>
                </a:lnTo>
                <a:cubicBezTo>
                  <a:pt x="3486554" y="2313557"/>
                  <a:pt x="3480800" y="2313357"/>
                  <a:pt x="3473458" y="2312956"/>
                </a:cubicBezTo>
                <a:lnTo>
                  <a:pt x="3471672" y="2353038"/>
                </a:lnTo>
                <a:cubicBezTo>
                  <a:pt x="3500642" y="2338007"/>
                  <a:pt x="3516714" y="2307545"/>
                  <a:pt x="3551042" y="2314960"/>
                </a:cubicBezTo>
                <a:lnTo>
                  <a:pt x="3551042" y="2257042"/>
                </a:lnTo>
                <a:cubicBezTo>
                  <a:pt x="3527827" y="2255237"/>
                  <a:pt x="3506954" y="2240357"/>
                  <a:pt x="3487003" y="2244866"/>
                </a:cubicBezTo>
                <a:close/>
                <a:moveTo>
                  <a:pt x="3670692" y="2233193"/>
                </a:moveTo>
                <a:lnTo>
                  <a:pt x="3668510" y="2280289"/>
                </a:lnTo>
                <a:lnTo>
                  <a:pt x="3675850" y="2282894"/>
                </a:lnTo>
                <a:cubicBezTo>
                  <a:pt x="3685820" y="2267142"/>
                  <a:pt x="3683678" y="2246520"/>
                  <a:pt x="3670692" y="2233193"/>
                </a:cubicBezTo>
                <a:close/>
                <a:moveTo>
                  <a:pt x="3753434" y="2212751"/>
                </a:moveTo>
                <a:lnTo>
                  <a:pt x="3759784" y="2239405"/>
                </a:lnTo>
                <a:cubicBezTo>
                  <a:pt x="3765538" y="2221569"/>
                  <a:pt x="3765538" y="2221569"/>
                  <a:pt x="3753434" y="2212751"/>
                </a:cubicBezTo>
                <a:close/>
                <a:moveTo>
                  <a:pt x="3509572" y="2211147"/>
                </a:moveTo>
                <a:cubicBezTo>
                  <a:pt x="3509572" y="2213553"/>
                  <a:pt x="3508182" y="2216559"/>
                  <a:pt x="3509572" y="2217962"/>
                </a:cubicBezTo>
                <a:cubicBezTo>
                  <a:pt x="3511294" y="2219765"/>
                  <a:pt x="3513636" y="2220847"/>
                  <a:pt x="3516120" y="2220968"/>
                </a:cubicBezTo>
                <a:cubicBezTo>
                  <a:pt x="3517310" y="2220968"/>
                  <a:pt x="3518302" y="2217561"/>
                  <a:pt x="3520088" y="2214354"/>
                </a:cubicBezTo>
                <a:close/>
                <a:moveTo>
                  <a:pt x="3806018" y="2202730"/>
                </a:moveTo>
                <a:lnTo>
                  <a:pt x="3800858" y="2205135"/>
                </a:lnTo>
                <a:lnTo>
                  <a:pt x="3804232" y="2228984"/>
                </a:lnTo>
                <a:cubicBezTo>
                  <a:pt x="3806612" y="2227982"/>
                  <a:pt x="3808994" y="2227782"/>
                  <a:pt x="3811574" y="2227782"/>
                </a:cubicBezTo>
                <a:lnTo>
                  <a:pt x="3811574" y="2228583"/>
                </a:lnTo>
                <a:cubicBezTo>
                  <a:pt x="3813278" y="2223974"/>
                  <a:pt x="3814088" y="2219064"/>
                  <a:pt x="3813954" y="2214154"/>
                </a:cubicBezTo>
                <a:cubicBezTo>
                  <a:pt x="3813954" y="2209945"/>
                  <a:pt x="3808796" y="2206538"/>
                  <a:pt x="3806018" y="2202730"/>
                </a:cubicBezTo>
                <a:close/>
                <a:moveTo>
                  <a:pt x="3876656" y="2176476"/>
                </a:moveTo>
                <a:lnTo>
                  <a:pt x="3898209" y="2192539"/>
                </a:lnTo>
                <a:lnTo>
                  <a:pt x="3898209" y="2214897"/>
                </a:lnTo>
                <a:lnTo>
                  <a:pt x="3882882" y="2203632"/>
                </a:lnTo>
                <a:cubicBezTo>
                  <a:pt x="3877599" y="2197369"/>
                  <a:pt x="3874573" y="2189002"/>
                  <a:pt x="3876656" y="2176476"/>
                </a:cubicBezTo>
                <a:close/>
                <a:moveTo>
                  <a:pt x="3702638" y="2137196"/>
                </a:moveTo>
                <a:cubicBezTo>
                  <a:pt x="3700110" y="2137577"/>
                  <a:pt x="3697904" y="2139140"/>
                  <a:pt x="3696686" y="2141405"/>
                </a:cubicBezTo>
                <a:cubicBezTo>
                  <a:pt x="3696686" y="2142607"/>
                  <a:pt x="3698074" y="2145212"/>
                  <a:pt x="3699066" y="2147216"/>
                </a:cubicBezTo>
                <a:cubicBezTo>
                  <a:pt x="3702042" y="2145814"/>
                  <a:pt x="3705020" y="2144210"/>
                  <a:pt x="3708590" y="2142407"/>
                </a:cubicBezTo>
                <a:cubicBezTo>
                  <a:pt x="3705812" y="2139801"/>
                  <a:pt x="3704028" y="2136995"/>
                  <a:pt x="3702638" y="2137196"/>
                </a:cubicBezTo>
                <a:close/>
                <a:moveTo>
                  <a:pt x="3866562" y="2136093"/>
                </a:moveTo>
                <a:cubicBezTo>
                  <a:pt x="3869513" y="2134640"/>
                  <a:pt x="3874077" y="2136294"/>
                  <a:pt x="3883204" y="2139601"/>
                </a:cubicBezTo>
                <a:lnTo>
                  <a:pt x="3859592" y="2151225"/>
                </a:lnTo>
                <a:cubicBezTo>
                  <a:pt x="3862271" y="2142106"/>
                  <a:pt x="3863610" y="2137546"/>
                  <a:pt x="3866562" y="2136093"/>
                </a:cubicBezTo>
                <a:close/>
                <a:moveTo>
                  <a:pt x="3595290" y="2131184"/>
                </a:moveTo>
                <a:cubicBezTo>
                  <a:pt x="3593704" y="2134190"/>
                  <a:pt x="3590330" y="2137597"/>
                  <a:pt x="3590926" y="2140402"/>
                </a:cubicBezTo>
                <a:cubicBezTo>
                  <a:pt x="3591520" y="2143208"/>
                  <a:pt x="3595290" y="2145613"/>
                  <a:pt x="3599260" y="2149421"/>
                </a:cubicBezTo>
                <a:cubicBezTo>
                  <a:pt x="3601244" y="2144811"/>
                  <a:pt x="3604022" y="2141405"/>
                  <a:pt x="3603228" y="2138198"/>
                </a:cubicBezTo>
                <a:lnTo>
                  <a:pt x="3603228" y="2137396"/>
                </a:lnTo>
                <a:cubicBezTo>
                  <a:pt x="3603228" y="2134791"/>
                  <a:pt x="3598068" y="2133188"/>
                  <a:pt x="3595290" y="2131184"/>
                </a:cubicBezTo>
                <a:close/>
                <a:moveTo>
                  <a:pt x="3860510" y="2093782"/>
                </a:moveTo>
                <a:cubicBezTo>
                  <a:pt x="3864007" y="2093506"/>
                  <a:pt x="3868025" y="2095811"/>
                  <a:pt x="3870902" y="2094108"/>
                </a:cubicBezTo>
                <a:lnTo>
                  <a:pt x="3873284" y="2102926"/>
                </a:lnTo>
                <a:cubicBezTo>
                  <a:pt x="3866934" y="2104930"/>
                  <a:pt x="3860584" y="2106734"/>
                  <a:pt x="3853242" y="2108938"/>
                </a:cubicBezTo>
                <a:cubicBezTo>
                  <a:pt x="3854036" y="2096913"/>
                  <a:pt x="3857012" y="2094057"/>
                  <a:pt x="3860510" y="2093782"/>
                </a:cubicBezTo>
                <a:close/>
                <a:moveTo>
                  <a:pt x="3593108" y="2032782"/>
                </a:moveTo>
                <a:lnTo>
                  <a:pt x="3593108" y="2052823"/>
                </a:lnTo>
                <a:lnTo>
                  <a:pt x="3603624" y="2052823"/>
                </a:lnTo>
                <a:lnTo>
                  <a:pt x="3599656" y="2032782"/>
                </a:lnTo>
                <a:cubicBezTo>
                  <a:pt x="3597672" y="2032782"/>
                  <a:pt x="3595290" y="2032782"/>
                  <a:pt x="3593108" y="2032782"/>
                </a:cubicBezTo>
                <a:close/>
                <a:moveTo>
                  <a:pt x="3514334" y="2020958"/>
                </a:moveTo>
                <a:lnTo>
                  <a:pt x="3509968" y="2026168"/>
                </a:lnTo>
                <a:cubicBezTo>
                  <a:pt x="3511754" y="2027772"/>
                  <a:pt x="3513738" y="2030377"/>
                  <a:pt x="3515326" y="2030377"/>
                </a:cubicBezTo>
                <a:cubicBezTo>
                  <a:pt x="3516912" y="2030377"/>
                  <a:pt x="3518302" y="2026970"/>
                  <a:pt x="3519890" y="2025367"/>
                </a:cubicBezTo>
                <a:cubicBezTo>
                  <a:pt x="3518104" y="2023763"/>
                  <a:pt x="3516120" y="2022360"/>
                  <a:pt x="3514334" y="2020958"/>
                </a:cubicBezTo>
                <a:close/>
                <a:moveTo>
                  <a:pt x="3784984" y="1982078"/>
                </a:moveTo>
                <a:lnTo>
                  <a:pt x="3784821" y="1982974"/>
                </a:lnTo>
                <a:lnTo>
                  <a:pt x="3749466" y="1996708"/>
                </a:lnTo>
                <a:lnTo>
                  <a:pt x="3776452" y="2028974"/>
                </a:lnTo>
                <a:lnTo>
                  <a:pt x="3784821" y="1982974"/>
                </a:lnTo>
                <a:lnTo>
                  <a:pt x="3785580" y="1982679"/>
                </a:lnTo>
                <a:close/>
                <a:moveTo>
                  <a:pt x="3690336" y="1973460"/>
                </a:moveTo>
                <a:cubicBezTo>
                  <a:pt x="3684582" y="1981076"/>
                  <a:pt x="3678628" y="1985886"/>
                  <a:pt x="3678628" y="1990495"/>
                </a:cubicBezTo>
                <a:cubicBezTo>
                  <a:pt x="3678628" y="1994503"/>
                  <a:pt x="3685772" y="2002119"/>
                  <a:pt x="3689146" y="2001718"/>
                </a:cubicBezTo>
                <a:cubicBezTo>
                  <a:pt x="3694900" y="2000516"/>
                  <a:pt x="3699586" y="1996327"/>
                  <a:pt x="3701448" y="1990696"/>
                </a:cubicBezTo>
                <a:cubicBezTo>
                  <a:pt x="3701448" y="1986487"/>
                  <a:pt x="3695694" y="1981276"/>
                  <a:pt x="3690336" y="1973460"/>
                </a:cubicBezTo>
                <a:close/>
                <a:moveTo>
                  <a:pt x="3518698" y="1932777"/>
                </a:moveTo>
                <a:cubicBezTo>
                  <a:pt x="3490522" y="1952818"/>
                  <a:pt x="3514136" y="1966245"/>
                  <a:pt x="3521874" y="1980675"/>
                </a:cubicBezTo>
                <a:cubicBezTo>
                  <a:pt x="3529864" y="1965604"/>
                  <a:pt x="3528630" y="1947227"/>
                  <a:pt x="3518698" y="1933378"/>
                </a:cubicBezTo>
                <a:close/>
                <a:moveTo>
                  <a:pt x="3566718" y="1924961"/>
                </a:moveTo>
                <a:cubicBezTo>
                  <a:pt x="3563914" y="1926404"/>
                  <a:pt x="3561310" y="1928228"/>
                  <a:pt x="3558978" y="1930372"/>
                </a:cubicBezTo>
                <a:cubicBezTo>
                  <a:pt x="3558978" y="1931374"/>
                  <a:pt x="3560170" y="1934380"/>
                  <a:pt x="3560964" y="1936585"/>
                </a:cubicBezTo>
                <a:cubicBezTo>
                  <a:pt x="3563742" y="1935182"/>
                  <a:pt x="3566718" y="1933779"/>
                  <a:pt x="3569496" y="1932577"/>
                </a:cubicBezTo>
                <a:cubicBezTo>
                  <a:pt x="3568412" y="1930091"/>
                  <a:pt x="3567484" y="1927546"/>
                  <a:pt x="3566718" y="1924961"/>
                </a:cubicBezTo>
                <a:close/>
                <a:moveTo>
                  <a:pt x="3599260" y="1922356"/>
                </a:moveTo>
                <a:lnTo>
                  <a:pt x="3590132" y="1956225"/>
                </a:lnTo>
                <a:cubicBezTo>
                  <a:pt x="3611164" y="1949411"/>
                  <a:pt x="3613348" y="1939791"/>
                  <a:pt x="3599260" y="1922356"/>
                </a:cubicBezTo>
                <a:close/>
                <a:moveTo>
                  <a:pt x="3687756" y="1857222"/>
                </a:moveTo>
                <a:cubicBezTo>
                  <a:pt x="3676844" y="1891693"/>
                  <a:pt x="3676844" y="1891693"/>
                  <a:pt x="3695694" y="1911934"/>
                </a:cubicBezTo>
                <a:close/>
                <a:moveTo>
                  <a:pt x="3529414" y="1846400"/>
                </a:moveTo>
                <a:cubicBezTo>
                  <a:pt x="3520926" y="1845378"/>
                  <a:pt x="3513226" y="1851490"/>
                  <a:pt x="3512214" y="1860068"/>
                </a:cubicBezTo>
                <a:cubicBezTo>
                  <a:pt x="3511892" y="1862773"/>
                  <a:pt x="3512282" y="1865539"/>
                  <a:pt x="3513342" y="1868044"/>
                </a:cubicBezTo>
                <a:cubicBezTo>
                  <a:pt x="3516470" y="1875840"/>
                  <a:pt x="3523242" y="1881552"/>
                  <a:pt x="3531398" y="1883275"/>
                </a:cubicBezTo>
                <a:cubicBezTo>
                  <a:pt x="3553026" y="1882073"/>
                  <a:pt x="3574852" y="1877664"/>
                  <a:pt x="3599260" y="1873856"/>
                </a:cubicBezTo>
                <a:lnTo>
                  <a:pt x="3613348" y="1904118"/>
                </a:lnTo>
                <a:cubicBezTo>
                  <a:pt x="3622674" y="1884077"/>
                  <a:pt x="3629420" y="1866040"/>
                  <a:pt x="3610570" y="1859426"/>
                </a:cubicBezTo>
                <a:cubicBezTo>
                  <a:pt x="3584108" y="1851931"/>
                  <a:pt x="3556874" y="1847562"/>
                  <a:pt x="3529414" y="1846400"/>
                </a:cubicBezTo>
                <a:close/>
                <a:moveTo>
                  <a:pt x="3529810" y="1775655"/>
                </a:moveTo>
                <a:lnTo>
                  <a:pt x="3522270" y="1794093"/>
                </a:lnTo>
                <a:lnTo>
                  <a:pt x="3531994" y="1797700"/>
                </a:lnTo>
                <a:cubicBezTo>
                  <a:pt x="3534686" y="1791768"/>
                  <a:pt x="3537004" y="1785675"/>
                  <a:pt x="3538938" y="1779463"/>
                </a:cubicBezTo>
                <a:cubicBezTo>
                  <a:pt x="3535974" y="1778000"/>
                  <a:pt x="3532926" y="1776737"/>
                  <a:pt x="3529810" y="1775655"/>
                </a:cubicBezTo>
                <a:close/>
                <a:moveTo>
                  <a:pt x="3676844" y="1747998"/>
                </a:moveTo>
                <a:lnTo>
                  <a:pt x="3676844" y="1792089"/>
                </a:lnTo>
                <a:cubicBezTo>
                  <a:pt x="3687360" y="1770845"/>
                  <a:pt x="3715138" y="1787078"/>
                  <a:pt x="3714544" y="1760424"/>
                </a:cubicBezTo>
                <a:cubicBezTo>
                  <a:pt x="3703234" y="1756616"/>
                  <a:pt x="3691328" y="1752808"/>
                  <a:pt x="3676844" y="1747998"/>
                </a:cubicBezTo>
                <a:close/>
                <a:moveTo>
                  <a:pt x="3532786" y="1668034"/>
                </a:moveTo>
                <a:cubicBezTo>
                  <a:pt x="3525842" y="1692885"/>
                  <a:pt x="3511556" y="1714129"/>
                  <a:pt x="3528818" y="1740783"/>
                </a:cubicBezTo>
                <a:lnTo>
                  <a:pt x="3572116" y="1672205"/>
                </a:lnTo>
                <a:lnTo>
                  <a:pt x="3572472" y="1672243"/>
                </a:lnTo>
                <a:lnTo>
                  <a:pt x="3572472" y="1671642"/>
                </a:lnTo>
                <a:lnTo>
                  <a:pt x="3572116" y="1672205"/>
                </a:lnTo>
                <a:close/>
                <a:moveTo>
                  <a:pt x="3594100" y="1623142"/>
                </a:moveTo>
                <a:lnTo>
                  <a:pt x="3594100" y="1627952"/>
                </a:lnTo>
                <a:cubicBezTo>
                  <a:pt x="3599458" y="1627952"/>
                  <a:pt x="3604814" y="1627952"/>
                  <a:pt x="3610172" y="1627952"/>
                </a:cubicBezTo>
                <a:lnTo>
                  <a:pt x="3610172" y="1623142"/>
                </a:lnTo>
                <a:cubicBezTo>
                  <a:pt x="3604814" y="1623142"/>
                  <a:pt x="3599458" y="1623142"/>
                  <a:pt x="3594100" y="1623142"/>
                </a:cubicBezTo>
                <a:close/>
                <a:moveTo>
                  <a:pt x="3692518" y="1622741"/>
                </a:moveTo>
                <a:cubicBezTo>
                  <a:pt x="3685574" y="1629355"/>
                  <a:pt x="3681804" y="1631359"/>
                  <a:pt x="3681208" y="1634165"/>
                </a:cubicBezTo>
                <a:cubicBezTo>
                  <a:pt x="3681108" y="1637953"/>
                  <a:pt x="3681576" y="1641740"/>
                  <a:pt x="3682598" y="1645388"/>
                </a:cubicBezTo>
                <a:cubicBezTo>
                  <a:pt x="3684582" y="1645388"/>
                  <a:pt x="3686368" y="1645388"/>
                  <a:pt x="3688154" y="1645388"/>
                </a:cubicBezTo>
                <a:close/>
                <a:moveTo>
                  <a:pt x="3568504" y="1612520"/>
                </a:moveTo>
                <a:cubicBezTo>
                  <a:pt x="3564534" y="1616729"/>
                  <a:pt x="3560170" y="1618533"/>
                  <a:pt x="3559772" y="1620336"/>
                </a:cubicBezTo>
                <a:cubicBezTo>
                  <a:pt x="3559772" y="1623343"/>
                  <a:pt x="3561558" y="1627150"/>
                  <a:pt x="3562948" y="1630557"/>
                </a:cubicBezTo>
                <a:cubicBezTo>
                  <a:pt x="3566844" y="1628794"/>
                  <a:pt x="3570402" y="1626349"/>
                  <a:pt x="3573464" y="1623343"/>
                </a:cubicBezTo>
                <a:cubicBezTo>
                  <a:pt x="3574456" y="1621940"/>
                  <a:pt x="3570686" y="1617330"/>
                  <a:pt x="3568504" y="1612520"/>
                </a:cubicBezTo>
                <a:close/>
                <a:moveTo>
                  <a:pt x="3642318" y="1502295"/>
                </a:moveTo>
                <a:lnTo>
                  <a:pt x="3642790" y="1502557"/>
                </a:lnTo>
                <a:lnTo>
                  <a:pt x="3634578" y="1506704"/>
                </a:lnTo>
                <a:cubicBezTo>
                  <a:pt x="3636960" y="1509710"/>
                  <a:pt x="3638548" y="1513918"/>
                  <a:pt x="3641524" y="1515321"/>
                </a:cubicBezTo>
                <a:cubicBezTo>
                  <a:pt x="3644500" y="1516724"/>
                  <a:pt x="3647476" y="1513317"/>
                  <a:pt x="3656008" y="1509910"/>
                </a:cubicBezTo>
                <a:lnTo>
                  <a:pt x="3642790" y="1502557"/>
                </a:lnTo>
                <a:lnTo>
                  <a:pt x="3643310" y="1502295"/>
                </a:lnTo>
                <a:close/>
                <a:moveTo>
                  <a:pt x="3724862" y="1432952"/>
                </a:moveTo>
                <a:cubicBezTo>
                  <a:pt x="3718116" y="1479448"/>
                  <a:pt x="3700058" y="1525141"/>
                  <a:pt x="3718512" y="1576446"/>
                </a:cubicBezTo>
                <a:cubicBezTo>
                  <a:pt x="3734982" y="1568831"/>
                  <a:pt x="3747284" y="1563420"/>
                  <a:pt x="3762166" y="1556405"/>
                </a:cubicBezTo>
                <a:cubicBezTo>
                  <a:pt x="3730616" y="1542377"/>
                  <a:pt x="3731410" y="1542577"/>
                  <a:pt x="3733990" y="1516323"/>
                </a:cubicBezTo>
                <a:cubicBezTo>
                  <a:pt x="3736568" y="1490069"/>
                  <a:pt x="3736966" y="1461611"/>
                  <a:pt x="3738156" y="1434355"/>
                </a:cubicBezTo>
                <a:cubicBezTo>
                  <a:pt x="3733592" y="1433954"/>
                  <a:pt x="3729426" y="1433754"/>
                  <a:pt x="3724862" y="1433353"/>
                </a:cubicBezTo>
                <a:close/>
                <a:moveTo>
                  <a:pt x="3613348" y="1429946"/>
                </a:moveTo>
                <a:cubicBezTo>
                  <a:pt x="3610370" y="1430748"/>
                  <a:pt x="3607592" y="1431550"/>
                  <a:pt x="3604616" y="1432151"/>
                </a:cubicBezTo>
                <a:lnTo>
                  <a:pt x="3604814" y="1432151"/>
                </a:lnTo>
                <a:lnTo>
                  <a:pt x="3610370" y="1453795"/>
                </a:lnTo>
                <a:cubicBezTo>
                  <a:pt x="3612554" y="1453795"/>
                  <a:pt x="3614736" y="1453795"/>
                  <a:pt x="3616918" y="1452392"/>
                </a:cubicBezTo>
                <a:close/>
                <a:moveTo>
                  <a:pt x="3646286" y="1421729"/>
                </a:moveTo>
                <a:cubicBezTo>
                  <a:pt x="3621482" y="1439967"/>
                  <a:pt x="3636166" y="1452392"/>
                  <a:pt x="3643706" y="1465820"/>
                </a:cubicBezTo>
                <a:lnTo>
                  <a:pt x="3643706" y="1466421"/>
                </a:lnTo>
                <a:lnTo>
                  <a:pt x="3653230" y="1464617"/>
                </a:lnTo>
                <a:close/>
                <a:moveTo>
                  <a:pt x="3641722" y="1355193"/>
                </a:moveTo>
                <a:cubicBezTo>
                  <a:pt x="3638888" y="1366396"/>
                  <a:pt x="3636832" y="1377779"/>
                  <a:pt x="3635570" y="1389263"/>
                </a:cubicBezTo>
                <a:cubicBezTo>
                  <a:pt x="3635570" y="1392069"/>
                  <a:pt x="3642118" y="1398081"/>
                  <a:pt x="3646088" y="1398081"/>
                </a:cubicBezTo>
                <a:cubicBezTo>
                  <a:pt x="3650056" y="1398081"/>
                  <a:pt x="3657198" y="1392870"/>
                  <a:pt x="3657198" y="1390064"/>
                </a:cubicBezTo>
                <a:cubicBezTo>
                  <a:pt x="3656294" y="1378561"/>
                  <a:pt x="3654704" y="1367118"/>
                  <a:pt x="3652436" y="1355794"/>
                </a:cubicBezTo>
                <a:close/>
                <a:moveTo>
                  <a:pt x="3613744" y="1343369"/>
                </a:moveTo>
                <a:cubicBezTo>
                  <a:pt x="3599260" y="1344772"/>
                  <a:pt x="3590330" y="1345774"/>
                  <a:pt x="3581202" y="1346776"/>
                </a:cubicBezTo>
                <a:cubicBezTo>
                  <a:pt x="3549256" y="1417521"/>
                  <a:pt x="3580806" y="1494278"/>
                  <a:pt x="3558186" y="1565023"/>
                </a:cubicBezTo>
                <a:cubicBezTo>
                  <a:pt x="3557492" y="1573781"/>
                  <a:pt x="3558642" y="1582599"/>
                  <a:pt x="3561558" y="1590876"/>
                </a:cubicBezTo>
                <a:cubicBezTo>
                  <a:pt x="3578028" y="1593081"/>
                  <a:pt x="3581400" y="1586868"/>
                  <a:pt x="3581400" y="1573240"/>
                </a:cubicBezTo>
                <a:cubicBezTo>
                  <a:pt x="3583782" y="1553199"/>
                  <a:pt x="3574456" y="1529150"/>
                  <a:pt x="3600252" y="1519330"/>
                </a:cubicBezTo>
                <a:cubicBezTo>
                  <a:pt x="3595092" y="1506904"/>
                  <a:pt x="3585170" y="1495080"/>
                  <a:pt x="3586758" y="1485460"/>
                </a:cubicBezTo>
                <a:cubicBezTo>
                  <a:pt x="3595490" y="1439165"/>
                  <a:pt x="3581202" y="1389063"/>
                  <a:pt x="3613744" y="1343369"/>
                </a:cubicBezTo>
                <a:close/>
                <a:moveTo>
                  <a:pt x="3637158" y="1221118"/>
                </a:moveTo>
                <a:cubicBezTo>
                  <a:pt x="3633388" y="1220918"/>
                  <a:pt x="3629618" y="1221118"/>
                  <a:pt x="3625848" y="1221519"/>
                </a:cubicBezTo>
                <a:lnTo>
                  <a:pt x="3625848" y="1222120"/>
                </a:lnTo>
                <a:lnTo>
                  <a:pt x="3613348" y="1313708"/>
                </a:lnTo>
                <a:cubicBezTo>
                  <a:pt x="3633190" y="1295871"/>
                  <a:pt x="3633190" y="1295871"/>
                  <a:pt x="3643110" y="1236750"/>
                </a:cubicBezTo>
                <a:cubicBezTo>
                  <a:pt x="3643110" y="1231940"/>
                  <a:pt x="3639340" y="1226329"/>
                  <a:pt x="3637158" y="1221118"/>
                </a:cubicBezTo>
                <a:close/>
                <a:moveTo>
                  <a:pt x="3584576" y="1219515"/>
                </a:moveTo>
                <a:cubicBezTo>
                  <a:pt x="3569356" y="1251140"/>
                  <a:pt x="3569356" y="1288095"/>
                  <a:pt x="3584576" y="1319720"/>
                </a:cubicBezTo>
                <a:cubicBezTo>
                  <a:pt x="3592712" y="1286051"/>
                  <a:pt x="3607792" y="1252382"/>
                  <a:pt x="3584576" y="1219515"/>
                </a:cubicBezTo>
                <a:close/>
                <a:moveTo>
                  <a:pt x="3645492" y="1182639"/>
                </a:moveTo>
                <a:cubicBezTo>
                  <a:pt x="3644102" y="1182639"/>
                  <a:pt x="3639738" y="1184844"/>
                  <a:pt x="3639738" y="1186247"/>
                </a:cubicBezTo>
                <a:cubicBezTo>
                  <a:pt x="3640372" y="1189233"/>
                  <a:pt x="3641372" y="1192119"/>
                  <a:pt x="3642714" y="1194864"/>
                </a:cubicBezTo>
                <a:cubicBezTo>
                  <a:pt x="3645888" y="1193662"/>
                  <a:pt x="3648866" y="1192459"/>
                  <a:pt x="3654024" y="1190255"/>
                </a:cubicBezTo>
                <a:cubicBezTo>
                  <a:pt x="3651532" y="1187349"/>
                  <a:pt x="3648660" y="1184784"/>
                  <a:pt x="3645492" y="1182639"/>
                </a:cubicBezTo>
                <a:close/>
                <a:moveTo>
                  <a:pt x="3898209" y="1149094"/>
                </a:moveTo>
                <a:lnTo>
                  <a:pt x="3898209" y="1161650"/>
                </a:lnTo>
                <a:lnTo>
                  <a:pt x="3890348" y="1149371"/>
                </a:lnTo>
                <a:close/>
                <a:moveTo>
                  <a:pt x="3728036" y="1077424"/>
                </a:moveTo>
                <a:cubicBezTo>
                  <a:pt x="3731012" y="1123318"/>
                  <a:pt x="3742124" y="1169813"/>
                  <a:pt x="3707202" y="1218914"/>
                </a:cubicBezTo>
                <a:cubicBezTo>
                  <a:pt x="3700058" y="1207290"/>
                  <a:pt x="3691130" y="1199474"/>
                  <a:pt x="3692320" y="1192860"/>
                </a:cubicBezTo>
                <a:cubicBezTo>
                  <a:pt x="3696686" y="1168611"/>
                  <a:pt x="3704028" y="1144762"/>
                  <a:pt x="3710576" y="1120913"/>
                </a:cubicBezTo>
                <a:cubicBezTo>
                  <a:pt x="3714862" y="1105842"/>
                  <a:pt x="3720714" y="1091252"/>
                  <a:pt x="3728036" y="1077424"/>
                </a:cubicBezTo>
                <a:close/>
                <a:moveTo>
                  <a:pt x="3747086" y="898657"/>
                </a:moveTo>
                <a:cubicBezTo>
                  <a:pt x="3770102" y="938740"/>
                  <a:pt x="3764150" y="988040"/>
                  <a:pt x="3790540" y="1029526"/>
                </a:cubicBezTo>
                <a:lnTo>
                  <a:pt x="3801454" y="1012891"/>
                </a:lnTo>
                <a:cubicBezTo>
                  <a:pt x="3802644" y="1014695"/>
                  <a:pt x="3805026" y="1017301"/>
                  <a:pt x="3804826" y="1018102"/>
                </a:cubicBezTo>
                <a:cubicBezTo>
                  <a:pt x="3784984" y="1053375"/>
                  <a:pt x="3799470" y="1090049"/>
                  <a:pt x="3798278" y="1126324"/>
                </a:cubicBezTo>
                <a:cubicBezTo>
                  <a:pt x="3796692" y="1166125"/>
                  <a:pt x="3791512" y="1205707"/>
                  <a:pt x="3782802" y="1244566"/>
                </a:cubicBezTo>
                <a:cubicBezTo>
                  <a:pt x="3776006" y="1261441"/>
                  <a:pt x="3766410" y="1277033"/>
                  <a:pt x="3754426" y="1290661"/>
                </a:cubicBezTo>
                <a:cubicBezTo>
                  <a:pt x="3751848" y="1290661"/>
                  <a:pt x="3749268" y="1290661"/>
                  <a:pt x="3746490" y="1290661"/>
                </a:cubicBezTo>
                <a:cubicBezTo>
                  <a:pt x="3749070" y="1276031"/>
                  <a:pt x="3749864" y="1260799"/>
                  <a:pt x="3750260" y="1245769"/>
                </a:cubicBezTo>
                <a:lnTo>
                  <a:pt x="3750062" y="1245769"/>
                </a:lnTo>
                <a:cubicBezTo>
                  <a:pt x="3750062" y="1233744"/>
                  <a:pt x="3750062" y="1221920"/>
                  <a:pt x="3750062" y="1210096"/>
                </a:cubicBezTo>
                <a:lnTo>
                  <a:pt x="3751252" y="1126123"/>
                </a:lnTo>
                <a:cubicBezTo>
                  <a:pt x="3751252" y="1122115"/>
                  <a:pt x="3753634" y="1117105"/>
                  <a:pt x="3751252" y="1114299"/>
                </a:cubicBezTo>
                <a:cubicBezTo>
                  <a:pt x="3730020" y="1078025"/>
                  <a:pt x="3737164" y="1037542"/>
                  <a:pt x="3735576" y="998863"/>
                </a:cubicBezTo>
                <a:cubicBezTo>
                  <a:pt x="3735278" y="965113"/>
                  <a:pt x="3739144" y="931445"/>
                  <a:pt x="3747086" y="898657"/>
                </a:cubicBezTo>
                <a:close/>
                <a:moveTo>
                  <a:pt x="3746490" y="806268"/>
                </a:moveTo>
                <a:cubicBezTo>
                  <a:pt x="3742124" y="806067"/>
                  <a:pt x="3733394" y="812681"/>
                  <a:pt x="3733394" y="816689"/>
                </a:cubicBezTo>
                <a:cubicBezTo>
                  <a:pt x="3733790" y="827952"/>
                  <a:pt x="3735186" y="839155"/>
                  <a:pt x="3737560" y="850158"/>
                </a:cubicBezTo>
                <a:cubicBezTo>
                  <a:pt x="3741926" y="850960"/>
                  <a:pt x="3746490" y="851561"/>
                  <a:pt x="3750856" y="852162"/>
                </a:cubicBezTo>
                <a:cubicBezTo>
                  <a:pt x="3754366" y="840899"/>
                  <a:pt x="3757018" y="829375"/>
                  <a:pt x="3758792" y="817691"/>
                </a:cubicBezTo>
                <a:cubicBezTo>
                  <a:pt x="3758792" y="813883"/>
                  <a:pt x="3750856" y="806468"/>
                  <a:pt x="3746490" y="806268"/>
                </a:cubicBezTo>
                <a:close/>
                <a:moveTo>
                  <a:pt x="3655414" y="707666"/>
                </a:moveTo>
                <a:cubicBezTo>
                  <a:pt x="3615728" y="867995"/>
                  <a:pt x="3565726" y="1028323"/>
                  <a:pt x="3583186" y="1204484"/>
                </a:cubicBezTo>
                <a:cubicBezTo>
                  <a:pt x="3612752" y="1193461"/>
                  <a:pt x="3606204" y="1173420"/>
                  <a:pt x="3608188" y="1157588"/>
                </a:cubicBezTo>
                <a:lnTo>
                  <a:pt x="3608982" y="1157588"/>
                </a:lnTo>
                <a:cubicBezTo>
                  <a:pt x="3618110" y="1075019"/>
                  <a:pt x="3625452" y="992049"/>
                  <a:pt x="3636364" y="909680"/>
                </a:cubicBezTo>
                <a:cubicBezTo>
                  <a:pt x="3644302" y="851360"/>
                  <a:pt x="3657198" y="793442"/>
                  <a:pt x="3667318" y="735322"/>
                </a:cubicBezTo>
                <a:cubicBezTo>
                  <a:pt x="3667974" y="726104"/>
                  <a:pt x="3667640" y="716825"/>
                  <a:pt x="3666326" y="707666"/>
                </a:cubicBezTo>
                <a:cubicBezTo>
                  <a:pt x="3662754" y="707666"/>
                  <a:pt x="3659184" y="707666"/>
                  <a:pt x="3655414" y="707666"/>
                </a:cubicBezTo>
                <a:close/>
                <a:moveTo>
                  <a:pt x="3855822" y="541325"/>
                </a:moveTo>
                <a:lnTo>
                  <a:pt x="3845702" y="596838"/>
                </a:lnTo>
                <a:cubicBezTo>
                  <a:pt x="3848480" y="596838"/>
                  <a:pt x="3851654" y="597239"/>
                  <a:pt x="3854432" y="598241"/>
                </a:cubicBezTo>
                <a:lnTo>
                  <a:pt x="3863362" y="542527"/>
                </a:lnTo>
                <a:close/>
                <a:moveTo>
                  <a:pt x="3736370" y="403442"/>
                </a:moveTo>
                <a:cubicBezTo>
                  <a:pt x="3719756" y="420417"/>
                  <a:pt x="3712356" y="444486"/>
                  <a:pt x="3716528" y="467974"/>
                </a:cubicBezTo>
                <a:cubicBezTo>
                  <a:pt x="3731886" y="450278"/>
                  <a:pt x="3739096" y="426810"/>
                  <a:pt x="3736370" y="403442"/>
                </a:cubicBezTo>
                <a:close/>
                <a:moveTo>
                  <a:pt x="0" y="0"/>
                </a:moveTo>
                <a:lnTo>
                  <a:pt x="3898209" y="0"/>
                </a:lnTo>
                <a:lnTo>
                  <a:pt x="3898209" y="552502"/>
                </a:lnTo>
                <a:lnTo>
                  <a:pt x="3880824" y="542327"/>
                </a:lnTo>
                <a:cubicBezTo>
                  <a:pt x="3873084" y="609464"/>
                  <a:pt x="3837766" y="667183"/>
                  <a:pt x="3834788" y="734521"/>
                </a:cubicBezTo>
                <a:cubicBezTo>
                  <a:pt x="3831250" y="759412"/>
                  <a:pt x="3823106" y="783421"/>
                  <a:pt x="3810780" y="805266"/>
                </a:cubicBezTo>
                <a:cubicBezTo>
                  <a:pt x="3799790" y="825367"/>
                  <a:pt x="3787392" y="844667"/>
                  <a:pt x="3773674" y="862984"/>
                </a:cubicBezTo>
                <a:cubicBezTo>
                  <a:pt x="3762562" y="866592"/>
                  <a:pt x="3739148" y="869397"/>
                  <a:pt x="3733990" y="895651"/>
                </a:cubicBezTo>
                <a:cubicBezTo>
                  <a:pt x="3728010" y="925913"/>
                  <a:pt x="3715324" y="954412"/>
                  <a:pt x="3696884" y="979022"/>
                </a:cubicBezTo>
                <a:cubicBezTo>
                  <a:pt x="3681646" y="997219"/>
                  <a:pt x="3682416" y="1024074"/>
                  <a:pt x="3698670" y="1041350"/>
                </a:cubicBezTo>
                <a:lnTo>
                  <a:pt x="3709584" y="1058184"/>
                </a:lnTo>
                <a:cubicBezTo>
                  <a:pt x="3696288" y="1064998"/>
                  <a:pt x="3675652" y="1055779"/>
                  <a:pt x="3676644" y="1080229"/>
                </a:cubicBezTo>
                <a:cubicBezTo>
                  <a:pt x="3678430" y="1118708"/>
                  <a:pt x="3679820" y="1157588"/>
                  <a:pt x="3679620" y="1196067"/>
                </a:cubicBezTo>
                <a:cubicBezTo>
                  <a:pt x="3678710" y="1210637"/>
                  <a:pt x="3676316" y="1225086"/>
                  <a:pt x="3672478" y="1239155"/>
                </a:cubicBezTo>
                <a:cubicBezTo>
                  <a:pt x="3665286" y="1265269"/>
                  <a:pt x="3664266" y="1292725"/>
                  <a:pt x="3669502" y="1319319"/>
                </a:cubicBezTo>
                <a:cubicBezTo>
                  <a:pt x="3672280" y="1319319"/>
                  <a:pt x="3675256" y="1319319"/>
                  <a:pt x="3678232" y="1320322"/>
                </a:cubicBezTo>
                <a:lnTo>
                  <a:pt x="3688352" y="1263004"/>
                </a:lnTo>
                <a:cubicBezTo>
                  <a:pt x="3696884" y="1334951"/>
                  <a:pt x="3668510" y="1401288"/>
                  <a:pt x="3685970" y="1468425"/>
                </a:cubicBezTo>
                <a:cubicBezTo>
                  <a:pt x="3694702" y="1428343"/>
                  <a:pt x="3690732" y="1386257"/>
                  <a:pt x="3716132" y="1352788"/>
                </a:cubicBezTo>
                <a:cubicBezTo>
                  <a:pt x="3748276" y="1355393"/>
                  <a:pt x="3732006" y="1380645"/>
                  <a:pt x="3738554" y="1403692"/>
                </a:cubicBezTo>
                <a:cubicBezTo>
                  <a:pt x="3755220" y="1381046"/>
                  <a:pt x="3772682" y="1370023"/>
                  <a:pt x="3764546" y="1343569"/>
                </a:cubicBezTo>
                <a:cubicBezTo>
                  <a:pt x="3758396" y="1323528"/>
                  <a:pt x="3768118" y="1311503"/>
                  <a:pt x="3792922" y="1300080"/>
                </a:cubicBezTo>
                <a:cubicBezTo>
                  <a:pt x="3790938" y="1340162"/>
                  <a:pt x="3790342" y="1375434"/>
                  <a:pt x="3786968" y="1409705"/>
                </a:cubicBezTo>
                <a:cubicBezTo>
                  <a:pt x="3786968" y="1416920"/>
                  <a:pt x="3775460" y="1422531"/>
                  <a:pt x="3771294" y="1429746"/>
                </a:cubicBezTo>
                <a:cubicBezTo>
                  <a:pt x="3767126" y="1436961"/>
                  <a:pt x="3758396" y="1449787"/>
                  <a:pt x="3760776" y="1456601"/>
                </a:cubicBezTo>
                <a:cubicBezTo>
                  <a:pt x="3776650" y="1499890"/>
                  <a:pt x="3788754" y="1543178"/>
                  <a:pt x="3776848" y="1589674"/>
                </a:cubicBezTo>
                <a:cubicBezTo>
                  <a:pt x="3794310" y="1618132"/>
                  <a:pt x="3790738" y="1649797"/>
                  <a:pt x="3795302" y="1681462"/>
                </a:cubicBezTo>
                <a:cubicBezTo>
                  <a:pt x="3799866" y="1713127"/>
                  <a:pt x="3775460" y="1722947"/>
                  <a:pt x="3774072" y="1745794"/>
                </a:cubicBezTo>
                <a:cubicBezTo>
                  <a:pt x="3743514" y="1754812"/>
                  <a:pt x="3759586" y="1775655"/>
                  <a:pt x="3758198" y="1796297"/>
                </a:cubicBezTo>
                <a:lnTo>
                  <a:pt x="3778040" y="1782870"/>
                </a:lnTo>
                <a:cubicBezTo>
                  <a:pt x="3797882" y="1822952"/>
                  <a:pt x="3779428" y="1860429"/>
                  <a:pt x="3774468" y="1903116"/>
                </a:cubicBezTo>
                <a:cubicBezTo>
                  <a:pt x="3761968" y="1888887"/>
                  <a:pt x="3767722" y="1857623"/>
                  <a:pt x="3739744" y="1874858"/>
                </a:cubicBezTo>
                <a:lnTo>
                  <a:pt x="3756412" y="1924360"/>
                </a:lnTo>
                <a:cubicBezTo>
                  <a:pt x="3768714" y="1924360"/>
                  <a:pt x="3780222" y="1924360"/>
                  <a:pt x="3791930" y="1924360"/>
                </a:cubicBezTo>
                <a:lnTo>
                  <a:pt x="3809588" y="1889488"/>
                </a:lnTo>
                <a:cubicBezTo>
                  <a:pt x="3813954" y="1916143"/>
                  <a:pt x="3837170" y="1934781"/>
                  <a:pt x="3832804" y="1961836"/>
                </a:cubicBezTo>
                <a:cubicBezTo>
                  <a:pt x="3831614" y="1969853"/>
                  <a:pt x="3832804" y="1978070"/>
                  <a:pt x="3832804" y="1986487"/>
                </a:cubicBezTo>
                <a:cubicBezTo>
                  <a:pt x="3824184" y="1985705"/>
                  <a:pt x="3815704" y="1983761"/>
                  <a:pt x="3807604" y="1980675"/>
                </a:cubicBezTo>
                <a:cubicBezTo>
                  <a:pt x="3801354" y="1977218"/>
                  <a:pt x="3795996" y="1971281"/>
                  <a:pt x="3790946" y="1974784"/>
                </a:cubicBezTo>
                <a:lnTo>
                  <a:pt x="3785983" y="1981867"/>
                </a:lnTo>
                <a:lnTo>
                  <a:pt x="3784984" y="1981076"/>
                </a:lnTo>
                <a:lnTo>
                  <a:pt x="3785976" y="1981877"/>
                </a:lnTo>
                <a:lnTo>
                  <a:pt x="3785983" y="1981867"/>
                </a:lnTo>
                <a:lnTo>
                  <a:pt x="3824670" y="2012541"/>
                </a:lnTo>
                <a:lnTo>
                  <a:pt x="3811772" y="2032582"/>
                </a:lnTo>
                <a:cubicBezTo>
                  <a:pt x="3835980" y="2064647"/>
                  <a:pt x="3834590" y="2064647"/>
                  <a:pt x="3831614" y="2106734"/>
                </a:cubicBezTo>
                <a:cubicBezTo>
                  <a:pt x="3832456" y="2127416"/>
                  <a:pt x="3835312" y="2147958"/>
                  <a:pt x="3840146" y="2168059"/>
                </a:cubicBezTo>
                <a:cubicBezTo>
                  <a:pt x="3819304" y="2195355"/>
                  <a:pt x="3821328" y="2233934"/>
                  <a:pt x="3844908" y="2258845"/>
                </a:cubicBezTo>
                <a:lnTo>
                  <a:pt x="3825066" y="2285099"/>
                </a:lnTo>
                <a:cubicBezTo>
                  <a:pt x="3835780" y="2288907"/>
                  <a:pt x="3843322" y="2291512"/>
                  <a:pt x="3851854" y="2294318"/>
                </a:cubicBezTo>
                <a:cubicBezTo>
                  <a:pt x="3840940" y="2302535"/>
                  <a:pt x="3832010" y="2309148"/>
                  <a:pt x="3821098" y="2316764"/>
                </a:cubicBezTo>
                <a:lnTo>
                  <a:pt x="3843718" y="2351034"/>
                </a:lnTo>
                <a:cubicBezTo>
                  <a:pt x="3829232" y="2374482"/>
                  <a:pt x="3787960" y="2367869"/>
                  <a:pt x="3789548" y="2400936"/>
                </a:cubicBezTo>
                <a:cubicBezTo>
                  <a:pt x="3805620" y="2417971"/>
                  <a:pt x="3818518" y="2433002"/>
                  <a:pt x="3832804" y="2446630"/>
                </a:cubicBezTo>
                <a:cubicBezTo>
                  <a:pt x="3854830" y="2466671"/>
                  <a:pt x="3855028" y="2479297"/>
                  <a:pt x="3831812" y="2496532"/>
                </a:cubicBezTo>
                <a:cubicBezTo>
                  <a:pt x="3825860" y="2500941"/>
                  <a:pt x="3819114" y="2503747"/>
                  <a:pt x="3808002" y="2510160"/>
                </a:cubicBezTo>
                <a:cubicBezTo>
                  <a:pt x="3825066" y="2515571"/>
                  <a:pt x="3836774" y="2519379"/>
                  <a:pt x="3849076" y="2523387"/>
                </a:cubicBezTo>
                <a:cubicBezTo>
                  <a:pt x="3847058" y="2534631"/>
                  <a:pt x="3845996" y="2546034"/>
                  <a:pt x="3845900" y="2557457"/>
                </a:cubicBezTo>
                <a:cubicBezTo>
                  <a:pt x="3847884" y="2585314"/>
                  <a:pt x="3845900" y="2613973"/>
                  <a:pt x="3878840" y="2629004"/>
                </a:cubicBezTo>
                <a:cubicBezTo>
                  <a:pt x="3894316" y="2636018"/>
                  <a:pt x="3895904" y="2654256"/>
                  <a:pt x="3893126" y="2671090"/>
                </a:cubicBezTo>
                <a:cubicBezTo>
                  <a:pt x="3885784" y="2671090"/>
                  <a:pt x="3876260" y="2671090"/>
                  <a:pt x="3874474" y="2673495"/>
                </a:cubicBezTo>
                <a:cubicBezTo>
                  <a:pt x="3861774" y="2697144"/>
                  <a:pt x="3842924" y="2697745"/>
                  <a:pt x="3819708" y="2693536"/>
                </a:cubicBezTo>
                <a:cubicBezTo>
                  <a:pt x="3805422" y="2691131"/>
                  <a:pt x="3803438" y="2702755"/>
                  <a:pt x="3808200" y="2716583"/>
                </a:cubicBezTo>
                <a:cubicBezTo>
                  <a:pt x="3839948" y="2726003"/>
                  <a:pt x="3865346" y="2707966"/>
                  <a:pt x="3890744" y="2693937"/>
                </a:cubicBezTo>
                <a:cubicBezTo>
                  <a:pt x="3893228" y="2696402"/>
                  <a:pt x="3895486" y="2699088"/>
                  <a:pt x="3897490" y="2701953"/>
                </a:cubicBezTo>
                <a:lnTo>
                  <a:pt x="3898209" y="2703632"/>
                </a:lnTo>
                <a:lnTo>
                  <a:pt x="3898209" y="2741915"/>
                </a:lnTo>
                <a:lnTo>
                  <a:pt x="3892462" y="2744231"/>
                </a:lnTo>
                <a:cubicBezTo>
                  <a:pt x="3887532" y="2744478"/>
                  <a:pt x="3881121" y="2743589"/>
                  <a:pt x="3873084" y="2741635"/>
                </a:cubicBezTo>
                <a:cubicBezTo>
                  <a:pt x="3858578" y="2737927"/>
                  <a:pt x="3843354" y="2744080"/>
                  <a:pt x="3835384" y="2756866"/>
                </a:cubicBezTo>
                <a:cubicBezTo>
                  <a:pt x="3830102" y="2764021"/>
                  <a:pt x="3825200" y="2771436"/>
                  <a:pt x="3820700" y="2779112"/>
                </a:cubicBezTo>
                <a:lnTo>
                  <a:pt x="3808002" y="2759071"/>
                </a:lnTo>
                <a:cubicBezTo>
                  <a:pt x="3805422" y="2759071"/>
                  <a:pt x="3802644" y="2760273"/>
                  <a:pt x="3799866" y="2761075"/>
                </a:cubicBezTo>
                <a:cubicBezTo>
                  <a:pt x="3799866" y="2781116"/>
                  <a:pt x="3801056" y="2799754"/>
                  <a:pt x="3802248" y="2819194"/>
                </a:cubicBezTo>
                <a:cubicBezTo>
                  <a:pt x="3802248" y="2820998"/>
                  <a:pt x="3808596" y="2822200"/>
                  <a:pt x="3814152" y="2824805"/>
                </a:cubicBezTo>
                <a:lnTo>
                  <a:pt x="3825066" y="2799153"/>
                </a:lnTo>
                <a:cubicBezTo>
                  <a:pt x="3849274" y="2788932"/>
                  <a:pt x="3867330" y="2781116"/>
                  <a:pt x="3887172" y="2772698"/>
                </a:cubicBezTo>
                <a:cubicBezTo>
                  <a:pt x="3884047" y="2790584"/>
                  <a:pt x="3876235" y="2808922"/>
                  <a:pt x="3885583" y="2827288"/>
                </a:cubicBezTo>
                <a:lnTo>
                  <a:pt x="3898209" y="2841888"/>
                </a:lnTo>
                <a:lnTo>
                  <a:pt x="3898209" y="2845648"/>
                </a:lnTo>
                <a:lnTo>
                  <a:pt x="3848108" y="2845648"/>
                </a:lnTo>
                <a:cubicBezTo>
                  <a:pt x="3831812" y="2845648"/>
                  <a:pt x="3816435" y="2845648"/>
                  <a:pt x="3800264" y="2845648"/>
                </a:cubicBezTo>
                <a:lnTo>
                  <a:pt x="3800264" y="2873505"/>
                </a:lnTo>
                <a:cubicBezTo>
                  <a:pt x="3811380" y="2872002"/>
                  <a:pt x="3822580" y="2871200"/>
                  <a:pt x="3833796" y="2871100"/>
                </a:cubicBezTo>
                <a:cubicBezTo>
                  <a:pt x="3841336" y="2871100"/>
                  <a:pt x="3853640" y="2871100"/>
                  <a:pt x="3855624" y="2875910"/>
                </a:cubicBezTo>
                <a:cubicBezTo>
                  <a:pt x="3869710" y="2905972"/>
                  <a:pt x="3881710" y="2936975"/>
                  <a:pt x="3891538" y="2968700"/>
                </a:cubicBezTo>
                <a:cubicBezTo>
                  <a:pt x="3894708" y="2985455"/>
                  <a:pt x="3894708" y="3002650"/>
                  <a:pt x="3891538" y="3019404"/>
                </a:cubicBezTo>
                <a:cubicBezTo>
                  <a:pt x="3889304" y="3027681"/>
                  <a:pt x="3885896" y="3035577"/>
                  <a:pt x="3881418" y="3042852"/>
                </a:cubicBezTo>
                <a:cubicBezTo>
                  <a:pt x="3873284" y="3037642"/>
                  <a:pt x="3859394" y="3033633"/>
                  <a:pt x="3858402" y="3027220"/>
                </a:cubicBezTo>
                <a:cubicBezTo>
                  <a:pt x="3855424" y="3007179"/>
                  <a:pt x="3853044" y="2992549"/>
                  <a:pt x="3829232" y="2987138"/>
                </a:cubicBezTo>
                <a:cubicBezTo>
                  <a:pt x="3823478" y="2985936"/>
                  <a:pt x="3817922" y="2965694"/>
                  <a:pt x="3806612" y="2973911"/>
                </a:cubicBezTo>
                <a:cubicBezTo>
                  <a:pt x="3799270" y="2979322"/>
                  <a:pt x="3797486" y="2993952"/>
                  <a:pt x="3796096" y="3005375"/>
                </a:cubicBezTo>
                <a:cubicBezTo>
                  <a:pt x="3794708" y="3012991"/>
                  <a:pt x="3799470" y="3021208"/>
                  <a:pt x="3799470" y="3029024"/>
                </a:cubicBezTo>
                <a:cubicBezTo>
                  <a:pt x="3802866" y="3059266"/>
                  <a:pt x="3798634" y="3089869"/>
                  <a:pt x="3787168" y="3118006"/>
                </a:cubicBezTo>
                <a:lnTo>
                  <a:pt x="3769706" y="3060288"/>
                </a:lnTo>
                <a:cubicBezTo>
                  <a:pt x="3747284" y="3084939"/>
                  <a:pt x="3747284" y="3084939"/>
                  <a:pt x="3774468" y="3149671"/>
                </a:cubicBezTo>
                <a:cubicBezTo>
                  <a:pt x="3790540" y="3152477"/>
                  <a:pt x="3808002" y="3155283"/>
                  <a:pt x="3829432" y="3158890"/>
                </a:cubicBezTo>
                <a:lnTo>
                  <a:pt x="3824868" y="3123417"/>
                </a:lnTo>
                <a:cubicBezTo>
                  <a:pt x="3839552" y="3160293"/>
                  <a:pt x="3892530" y="3173119"/>
                  <a:pt x="3886180" y="3221218"/>
                </a:cubicBezTo>
                <a:cubicBezTo>
                  <a:pt x="3857410" y="3224424"/>
                  <a:pt x="3866338" y="3198972"/>
                  <a:pt x="3859394" y="3188150"/>
                </a:cubicBezTo>
                <a:lnTo>
                  <a:pt x="3812962" y="3212400"/>
                </a:lnTo>
                <a:cubicBezTo>
                  <a:pt x="3801454" y="3244265"/>
                  <a:pt x="3824272" y="3276531"/>
                  <a:pt x="3806812" y="3308196"/>
                </a:cubicBezTo>
                <a:cubicBezTo>
                  <a:pt x="3797684" y="3303388"/>
                  <a:pt x="3787700" y="3300460"/>
                  <a:pt x="3777444" y="3299578"/>
                </a:cubicBezTo>
                <a:cubicBezTo>
                  <a:pt x="3766332" y="3301573"/>
                  <a:pt x="3756008" y="3306715"/>
                  <a:pt x="3747680" y="3314409"/>
                </a:cubicBezTo>
                <a:cubicBezTo>
                  <a:pt x="3738192" y="3326516"/>
                  <a:pt x="3739488" y="3343949"/>
                  <a:pt x="3750656" y="3354491"/>
                </a:cubicBezTo>
                <a:cubicBezTo>
                  <a:pt x="3762162" y="3360000"/>
                  <a:pt x="3774196" y="3364297"/>
                  <a:pt x="3786572" y="3367317"/>
                </a:cubicBezTo>
                <a:lnTo>
                  <a:pt x="3797286" y="3336454"/>
                </a:lnTo>
                <a:cubicBezTo>
                  <a:pt x="3814946" y="3336454"/>
                  <a:pt x="3830820" y="3338057"/>
                  <a:pt x="3847686" y="3338859"/>
                </a:cubicBezTo>
                <a:lnTo>
                  <a:pt x="3856814" y="3416418"/>
                </a:lnTo>
                <a:cubicBezTo>
                  <a:pt x="3836972" y="3396377"/>
                  <a:pt x="3829828" y="3369121"/>
                  <a:pt x="3803040" y="3388561"/>
                </a:cubicBezTo>
                <a:lnTo>
                  <a:pt x="3801850" y="3414213"/>
                </a:lnTo>
                <a:cubicBezTo>
                  <a:pt x="3792722" y="3409203"/>
                  <a:pt x="3785976" y="3405997"/>
                  <a:pt x="3777246" y="3401588"/>
                </a:cubicBezTo>
                <a:cubicBezTo>
                  <a:pt x="3768714" y="3421629"/>
                  <a:pt x="3774072" y="3433252"/>
                  <a:pt x="3794906" y="3436459"/>
                </a:cubicBezTo>
                <a:cubicBezTo>
                  <a:pt x="3819510" y="3440467"/>
                  <a:pt x="3843916" y="3444876"/>
                  <a:pt x="3867528" y="3448884"/>
                </a:cubicBezTo>
                <a:lnTo>
                  <a:pt x="3832010" y="3532255"/>
                </a:lnTo>
                <a:lnTo>
                  <a:pt x="3825066" y="3481151"/>
                </a:lnTo>
                <a:cubicBezTo>
                  <a:pt x="3793716" y="3488766"/>
                  <a:pt x="3765538" y="3495580"/>
                  <a:pt x="3735576" y="3502595"/>
                </a:cubicBezTo>
                <a:lnTo>
                  <a:pt x="3735378" y="3511613"/>
                </a:lnTo>
                <a:cubicBezTo>
                  <a:pt x="3746094" y="3518427"/>
                  <a:pt x="3756610" y="3525241"/>
                  <a:pt x="3767324" y="3531654"/>
                </a:cubicBezTo>
                <a:lnTo>
                  <a:pt x="3804232" y="3508807"/>
                </a:lnTo>
                <a:lnTo>
                  <a:pt x="3817328" y="3550493"/>
                </a:lnTo>
                <a:cubicBezTo>
                  <a:pt x="3829630" y="3553098"/>
                  <a:pt x="3839948" y="3554902"/>
                  <a:pt x="3849870" y="3557908"/>
                </a:cubicBezTo>
                <a:cubicBezTo>
                  <a:pt x="3852052" y="3557908"/>
                  <a:pt x="3852846" y="3564321"/>
                  <a:pt x="3854830" y="3568730"/>
                </a:cubicBezTo>
                <a:lnTo>
                  <a:pt x="3822486" y="3584362"/>
                </a:lnTo>
                <a:cubicBezTo>
                  <a:pt x="3830622" y="3610416"/>
                  <a:pt x="3830424" y="3611217"/>
                  <a:pt x="3854432" y="3621438"/>
                </a:cubicBezTo>
                <a:cubicBezTo>
                  <a:pt x="3868520" y="3627250"/>
                  <a:pt x="3874276" y="3633463"/>
                  <a:pt x="3863362" y="3646890"/>
                </a:cubicBezTo>
                <a:cubicBezTo>
                  <a:pt x="3859592" y="3644485"/>
                  <a:pt x="3857210" y="3643483"/>
                  <a:pt x="3855226" y="3641880"/>
                </a:cubicBezTo>
                <a:cubicBezTo>
                  <a:pt x="3831018" y="3621839"/>
                  <a:pt x="3829232" y="3621839"/>
                  <a:pt x="3812764" y="3639275"/>
                </a:cubicBezTo>
                <a:cubicBezTo>
                  <a:pt x="3796294" y="3656711"/>
                  <a:pt x="3792922" y="3666731"/>
                  <a:pt x="3808596" y="3687173"/>
                </a:cubicBezTo>
                <a:cubicBezTo>
                  <a:pt x="3813504" y="3693434"/>
                  <a:pt x="3817822" y="3700143"/>
                  <a:pt x="3821494" y="3707214"/>
                </a:cubicBezTo>
                <a:cubicBezTo>
                  <a:pt x="3823082" y="3710020"/>
                  <a:pt x="3821494" y="3714629"/>
                  <a:pt x="3821494" y="3719639"/>
                </a:cubicBezTo>
                <a:lnTo>
                  <a:pt x="3801652" y="3711222"/>
                </a:lnTo>
                <a:lnTo>
                  <a:pt x="3794906" y="3741685"/>
                </a:lnTo>
                <a:cubicBezTo>
                  <a:pt x="3814748" y="3749701"/>
                  <a:pt x="3834590" y="3757317"/>
                  <a:pt x="3854432" y="3764732"/>
                </a:cubicBezTo>
                <a:lnTo>
                  <a:pt x="3861576" y="3732666"/>
                </a:lnTo>
                <a:cubicBezTo>
                  <a:pt x="3870704" y="3759521"/>
                  <a:pt x="3879434" y="3785775"/>
                  <a:pt x="3861576" y="3817640"/>
                </a:cubicBezTo>
                <a:cubicBezTo>
                  <a:pt x="3852250" y="3802610"/>
                  <a:pt x="3845900" y="3791787"/>
                  <a:pt x="3839948" y="3781967"/>
                </a:cubicBezTo>
                <a:cubicBezTo>
                  <a:pt x="3801454" y="3776757"/>
                  <a:pt x="3798278" y="3809223"/>
                  <a:pt x="3787960" y="3827260"/>
                </a:cubicBezTo>
                <a:cubicBezTo>
                  <a:pt x="3773674" y="3828463"/>
                  <a:pt x="3756412" y="3834675"/>
                  <a:pt x="3752840" y="3829865"/>
                </a:cubicBezTo>
                <a:cubicBezTo>
                  <a:pt x="3737362" y="3811027"/>
                  <a:pt x="3706408" y="3809824"/>
                  <a:pt x="3700058" y="3778961"/>
                </a:cubicBezTo>
                <a:cubicBezTo>
                  <a:pt x="3697082" y="3765534"/>
                  <a:pt x="3678034" y="3751505"/>
                  <a:pt x="3662954" y="3745292"/>
                </a:cubicBezTo>
                <a:cubicBezTo>
                  <a:pt x="3631206" y="3732065"/>
                  <a:pt x="3597274" y="3723648"/>
                  <a:pt x="3561360" y="3712425"/>
                </a:cubicBezTo>
                <a:lnTo>
                  <a:pt x="3554216" y="3779562"/>
                </a:lnTo>
                <a:lnTo>
                  <a:pt x="3554471" y="3780599"/>
                </a:lnTo>
                <a:lnTo>
                  <a:pt x="3525644" y="3786577"/>
                </a:lnTo>
                <a:cubicBezTo>
                  <a:pt x="3520950" y="3790797"/>
                  <a:pt x="3518706" y="3797142"/>
                  <a:pt x="3519690" y="3803411"/>
                </a:cubicBezTo>
                <a:cubicBezTo>
                  <a:pt x="3522218" y="3809185"/>
                  <a:pt x="3527292" y="3813418"/>
                  <a:pt x="3533382" y="3814835"/>
                </a:cubicBezTo>
                <a:cubicBezTo>
                  <a:pt x="3539558" y="3814773"/>
                  <a:pt x="3545354" y="3811808"/>
                  <a:pt x="3549058" y="3806818"/>
                </a:cubicBezTo>
                <a:lnTo>
                  <a:pt x="3554777" y="3781846"/>
                </a:lnTo>
                <a:lnTo>
                  <a:pt x="3578822" y="3879768"/>
                </a:lnTo>
                <a:cubicBezTo>
                  <a:pt x="3581400" y="3879768"/>
                  <a:pt x="3587156" y="3881171"/>
                  <a:pt x="3593704" y="3882173"/>
                </a:cubicBezTo>
                <a:cubicBezTo>
                  <a:pt x="3580408" y="3920050"/>
                  <a:pt x="3590726" y="3954521"/>
                  <a:pt x="3595688" y="3989192"/>
                </a:cubicBezTo>
                <a:cubicBezTo>
                  <a:pt x="3598664" y="4009233"/>
                  <a:pt x="3601244" y="4029274"/>
                  <a:pt x="3604814" y="4056330"/>
                </a:cubicBezTo>
                <a:cubicBezTo>
                  <a:pt x="3615214" y="4067010"/>
                  <a:pt x="3631254" y="4069683"/>
                  <a:pt x="3644500" y="4062943"/>
                </a:cubicBezTo>
                <a:cubicBezTo>
                  <a:pt x="3659590" y="4057690"/>
                  <a:pt x="3675242" y="4054259"/>
                  <a:pt x="3691130" y="4052722"/>
                </a:cubicBezTo>
                <a:lnTo>
                  <a:pt x="3691130" y="4093975"/>
                </a:lnTo>
                <a:lnTo>
                  <a:pt x="3672489" y="4083078"/>
                </a:lnTo>
                <a:cubicBezTo>
                  <a:pt x="3653106" y="4077423"/>
                  <a:pt x="3632495" y="4086141"/>
                  <a:pt x="3608982" y="4090800"/>
                </a:cubicBezTo>
                <a:cubicBezTo>
                  <a:pt x="3613348" y="4116854"/>
                  <a:pt x="3617712" y="4141103"/>
                  <a:pt x="3620888" y="4165353"/>
                </a:cubicBezTo>
                <a:cubicBezTo>
                  <a:pt x="3621878" y="4174612"/>
                  <a:pt x="3621878" y="4183951"/>
                  <a:pt x="3620888" y="4193210"/>
                </a:cubicBezTo>
                <a:cubicBezTo>
                  <a:pt x="3619896" y="4206437"/>
                  <a:pt x="3617712" y="4219664"/>
                  <a:pt x="3617712" y="4233292"/>
                </a:cubicBezTo>
                <a:cubicBezTo>
                  <a:pt x="3617712" y="4253333"/>
                  <a:pt x="3626444" y="4259747"/>
                  <a:pt x="3645294" y="4254937"/>
                </a:cubicBezTo>
                <a:cubicBezTo>
                  <a:pt x="3671200" y="4248089"/>
                  <a:pt x="3692906" y="4230258"/>
                  <a:pt x="3704820" y="4206036"/>
                </a:cubicBezTo>
                <a:cubicBezTo>
                  <a:pt x="3675850" y="4187799"/>
                  <a:pt x="3675850" y="4187799"/>
                  <a:pt x="3684978" y="4153729"/>
                </a:cubicBezTo>
                <a:cubicBezTo>
                  <a:pt x="3696288" y="4155333"/>
                  <a:pt x="3707798" y="4157337"/>
                  <a:pt x="3719504" y="4159140"/>
                </a:cubicBezTo>
                <a:lnTo>
                  <a:pt x="3720496" y="4154531"/>
                </a:lnTo>
                <a:cubicBezTo>
                  <a:pt x="3703828" y="4147116"/>
                  <a:pt x="3687360" y="4139700"/>
                  <a:pt x="3670890" y="4132486"/>
                </a:cubicBezTo>
                <a:lnTo>
                  <a:pt x="3692115" y="4094527"/>
                </a:lnTo>
                <a:lnTo>
                  <a:pt x="3707524" y="4096387"/>
                </a:lnTo>
                <a:cubicBezTo>
                  <a:pt x="3711368" y="4094007"/>
                  <a:pt x="3713749" y="4088796"/>
                  <a:pt x="3715138" y="4081381"/>
                </a:cubicBezTo>
                <a:cubicBezTo>
                  <a:pt x="3718781" y="4065957"/>
                  <a:pt x="3718021" y="4050151"/>
                  <a:pt x="3713381" y="4035608"/>
                </a:cubicBezTo>
                <a:lnTo>
                  <a:pt x="3688472" y="3997592"/>
                </a:lnTo>
                <a:lnTo>
                  <a:pt x="3701491" y="3997180"/>
                </a:lnTo>
                <a:cubicBezTo>
                  <a:pt x="3711480" y="3993413"/>
                  <a:pt x="3711815" y="3980824"/>
                  <a:pt x="3711368" y="3970153"/>
                </a:cubicBezTo>
                <a:cubicBezTo>
                  <a:pt x="3710178" y="3939891"/>
                  <a:pt x="3709186" y="3908827"/>
                  <a:pt x="3689940" y="3888185"/>
                </a:cubicBezTo>
                <a:cubicBezTo>
                  <a:pt x="3697512" y="3881403"/>
                  <a:pt x="3704184" y="3873655"/>
                  <a:pt x="3709782" y="3865138"/>
                </a:cubicBezTo>
                <a:cubicBezTo>
                  <a:pt x="3712854" y="3854626"/>
                  <a:pt x="3714784" y="3843806"/>
                  <a:pt x="3715536" y="3832872"/>
                </a:cubicBezTo>
                <a:cubicBezTo>
                  <a:pt x="3737164" y="3862933"/>
                  <a:pt x="3760776" y="3872954"/>
                  <a:pt x="3783992" y="3866741"/>
                </a:cubicBezTo>
                <a:cubicBezTo>
                  <a:pt x="3813360" y="3858324"/>
                  <a:pt x="3808596" y="3832471"/>
                  <a:pt x="3811574" y="3808622"/>
                </a:cubicBezTo>
                <a:cubicBezTo>
                  <a:pt x="3834788" y="3855518"/>
                  <a:pt x="3811574" y="3908827"/>
                  <a:pt x="3835384" y="3953118"/>
                </a:cubicBezTo>
                <a:cubicBezTo>
                  <a:pt x="3851456" y="3950312"/>
                  <a:pt x="3864950" y="3948108"/>
                  <a:pt x="3880824" y="3945502"/>
                </a:cubicBezTo>
                <a:lnTo>
                  <a:pt x="3869514" y="4005225"/>
                </a:lnTo>
                <a:cubicBezTo>
                  <a:pt x="3859988" y="4005225"/>
                  <a:pt x="3851456" y="4005225"/>
                  <a:pt x="3840544" y="4003622"/>
                </a:cubicBezTo>
                <a:lnTo>
                  <a:pt x="3837964" y="4057532"/>
                </a:lnTo>
                <a:cubicBezTo>
                  <a:pt x="3830820" y="4057532"/>
                  <a:pt x="3823478" y="4059536"/>
                  <a:pt x="3812566" y="4060739"/>
                </a:cubicBezTo>
                <a:cubicBezTo>
                  <a:pt x="3814352" y="4070358"/>
                  <a:pt x="3812566" y="4084588"/>
                  <a:pt x="3817724" y="4086592"/>
                </a:cubicBezTo>
                <a:cubicBezTo>
                  <a:pt x="3844908" y="4099017"/>
                  <a:pt x="3840344" y="4123868"/>
                  <a:pt x="3842528" y="4146715"/>
                </a:cubicBezTo>
                <a:cubicBezTo>
                  <a:pt x="3845106" y="4172969"/>
                  <a:pt x="3845106" y="4199423"/>
                  <a:pt x="3847290" y="4225877"/>
                </a:cubicBezTo>
                <a:cubicBezTo>
                  <a:pt x="3849076" y="4247121"/>
                  <a:pt x="3852448" y="4268164"/>
                  <a:pt x="3855028" y="4289207"/>
                </a:cubicBezTo>
                <a:lnTo>
                  <a:pt x="3860386" y="4333899"/>
                </a:lnTo>
                <a:cubicBezTo>
                  <a:pt x="3850068" y="4339911"/>
                  <a:pt x="3840544" y="4345923"/>
                  <a:pt x="3836376" y="4348328"/>
                </a:cubicBezTo>
                <a:cubicBezTo>
                  <a:pt x="3772682" y="4342717"/>
                  <a:pt x="3787366" y="4295019"/>
                  <a:pt x="3776848" y="4260348"/>
                </a:cubicBezTo>
                <a:cubicBezTo>
                  <a:pt x="3768516" y="4230487"/>
                  <a:pt x="3799668" y="4232290"/>
                  <a:pt x="3809788" y="4216057"/>
                </a:cubicBezTo>
                <a:cubicBezTo>
                  <a:pt x="3799072" y="4194813"/>
                  <a:pt x="3767522" y="4181186"/>
                  <a:pt x="3785778" y="4145713"/>
                </a:cubicBezTo>
                <a:cubicBezTo>
                  <a:pt x="3786800" y="4151956"/>
                  <a:pt x="3788670" y="4158024"/>
                  <a:pt x="3791334" y="4163750"/>
                </a:cubicBezTo>
                <a:cubicBezTo>
                  <a:pt x="3797286" y="4171365"/>
                  <a:pt x="3804628" y="4177779"/>
                  <a:pt x="3811176" y="4184793"/>
                </a:cubicBezTo>
                <a:cubicBezTo>
                  <a:pt x="3817130" y="4178380"/>
                  <a:pt x="3826852" y="4172167"/>
                  <a:pt x="3827844" y="4164752"/>
                </a:cubicBezTo>
                <a:cubicBezTo>
                  <a:pt x="3828836" y="4157337"/>
                  <a:pt x="3819312" y="4151324"/>
                  <a:pt x="3813160" y="4144711"/>
                </a:cubicBezTo>
                <a:cubicBezTo>
                  <a:pt x="3806812" y="4139598"/>
                  <a:pt x="3800190" y="4134849"/>
                  <a:pt x="3793318" y="4130482"/>
                </a:cubicBezTo>
                <a:lnTo>
                  <a:pt x="3798478" y="4024264"/>
                </a:lnTo>
                <a:lnTo>
                  <a:pt x="3770896" y="4001417"/>
                </a:lnTo>
                <a:lnTo>
                  <a:pt x="3732798" y="4017049"/>
                </a:lnTo>
                <a:cubicBezTo>
                  <a:pt x="3732798" y="4037090"/>
                  <a:pt x="3718910" y="4057131"/>
                  <a:pt x="3737760" y="4074567"/>
                </a:cubicBezTo>
                <a:cubicBezTo>
                  <a:pt x="3740338" y="4076972"/>
                  <a:pt x="3739744" y="4085189"/>
                  <a:pt x="3737760" y="4089397"/>
                </a:cubicBezTo>
                <a:cubicBezTo>
                  <a:pt x="3727536" y="4117375"/>
                  <a:pt x="3729334" y="4148392"/>
                  <a:pt x="3742720" y="4174973"/>
                </a:cubicBezTo>
                <a:cubicBezTo>
                  <a:pt x="3743230" y="4177688"/>
                  <a:pt x="3743230" y="4180474"/>
                  <a:pt x="3742720" y="4183190"/>
                </a:cubicBezTo>
                <a:cubicBezTo>
                  <a:pt x="3735974" y="4185795"/>
                  <a:pt x="3729028" y="4188601"/>
                  <a:pt x="3718314" y="4192609"/>
                </a:cubicBezTo>
                <a:lnTo>
                  <a:pt x="3750062" y="4261350"/>
                </a:lnTo>
                <a:cubicBezTo>
                  <a:pt x="3723870" y="4272372"/>
                  <a:pt x="3723274" y="4272372"/>
                  <a:pt x="3724862" y="4297424"/>
                </a:cubicBezTo>
                <a:cubicBezTo>
                  <a:pt x="3726184" y="4309404"/>
                  <a:pt x="3728104" y="4321311"/>
                  <a:pt x="3730616" y="4333097"/>
                </a:cubicBezTo>
                <a:cubicBezTo>
                  <a:pt x="3738648" y="4362816"/>
                  <a:pt x="3738648" y="4394164"/>
                  <a:pt x="3730616" y="4423883"/>
                </a:cubicBezTo>
                <a:cubicBezTo>
                  <a:pt x="3684184" y="4420276"/>
                  <a:pt x="3684184" y="4419875"/>
                  <a:pt x="3684582" y="4378590"/>
                </a:cubicBezTo>
                <a:cubicBezTo>
                  <a:pt x="3683718" y="4365704"/>
                  <a:pt x="3681862" y="4352906"/>
                  <a:pt x="3679026" y="4340312"/>
                </a:cubicBezTo>
                <a:cubicBezTo>
                  <a:pt x="3700654" y="4329089"/>
                  <a:pt x="3703036" y="4307845"/>
                  <a:pt x="3707996" y="4290209"/>
                </a:cubicBezTo>
                <a:cubicBezTo>
                  <a:pt x="3683192" y="4260147"/>
                  <a:pt x="3657398" y="4251329"/>
                  <a:pt x="3624658" y="4272573"/>
                </a:cubicBezTo>
                <a:cubicBezTo>
                  <a:pt x="3616720" y="4277784"/>
                  <a:pt x="3604814" y="4275178"/>
                  <a:pt x="3593504" y="4276982"/>
                </a:cubicBezTo>
                <a:cubicBezTo>
                  <a:pt x="3582194" y="4278786"/>
                  <a:pt x="3577036" y="4281391"/>
                  <a:pt x="3562748" y="4285199"/>
                </a:cubicBezTo>
                <a:cubicBezTo>
                  <a:pt x="3584334" y="4296291"/>
                  <a:pt x="3592928" y="4322958"/>
                  <a:pt x="3581944" y="4344759"/>
                </a:cubicBezTo>
                <a:cubicBezTo>
                  <a:pt x="3581078" y="4346478"/>
                  <a:pt x="3580102" y="4348140"/>
                  <a:pt x="3579020" y="4349731"/>
                </a:cubicBezTo>
                <a:cubicBezTo>
                  <a:pt x="3586560" y="4382398"/>
                  <a:pt x="3594496" y="4406447"/>
                  <a:pt x="3597672" y="4431098"/>
                </a:cubicBezTo>
                <a:cubicBezTo>
                  <a:pt x="3605410" y="4489016"/>
                  <a:pt x="3609974" y="4547536"/>
                  <a:pt x="3617514" y="4605656"/>
                </a:cubicBezTo>
                <a:cubicBezTo>
                  <a:pt x="3621234" y="4629535"/>
                  <a:pt x="3627350" y="4652971"/>
                  <a:pt x="3635770" y="4675599"/>
                </a:cubicBezTo>
                <a:cubicBezTo>
                  <a:pt x="3639138" y="4693433"/>
                  <a:pt x="3653954" y="4706753"/>
                  <a:pt x="3671882" y="4708065"/>
                </a:cubicBezTo>
                <a:cubicBezTo>
                  <a:pt x="3682980" y="4710392"/>
                  <a:pt x="3692696" y="4717102"/>
                  <a:pt x="3698868" y="4726704"/>
                </a:cubicBezTo>
                <a:cubicBezTo>
                  <a:pt x="3709978" y="4740548"/>
                  <a:pt x="3723243" y="4752290"/>
                  <a:pt x="3738036" y="4761540"/>
                </a:cubicBezTo>
                <a:lnTo>
                  <a:pt x="3755249" y="4768617"/>
                </a:lnTo>
                <a:lnTo>
                  <a:pt x="3700242" y="4768617"/>
                </a:lnTo>
                <a:lnTo>
                  <a:pt x="3696488" y="4765583"/>
                </a:lnTo>
                <a:lnTo>
                  <a:pt x="3695190" y="4768617"/>
                </a:lnTo>
                <a:lnTo>
                  <a:pt x="0" y="476861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46BD1-D98F-38C2-1639-C5E0E859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7965B-0446-27B9-4D49-AD7634AE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745C3-7B97-C726-12FB-1F17A399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1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C75F7C3-05F5-3B69-55C6-FB8B73937751}"/>
              </a:ext>
            </a:extLst>
          </p:cNvPr>
          <p:cNvSpPr/>
          <p:nvPr userDrawn="1"/>
        </p:nvSpPr>
        <p:spPr>
          <a:xfrm>
            <a:off x="3665293" y="291763"/>
            <a:ext cx="2386842" cy="5758660"/>
          </a:xfrm>
          <a:custGeom>
            <a:avLst/>
            <a:gdLst>
              <a:gd name="connsiteX0" fmla="*/ 780729 w 2386842"/>
              <a:gd name="connsiteY0" fmla="*/ 5259170 h 5758660"/>
              <a:gd name="connsiteX1" fmla="*/ 1800585 w 2386842"/>
              <a:gd name="connsiteY1" fmla="*/ 5629344 h 5758660"/>
              <a:gd name="connsiteX2" fmla="*/ 1788872 w 2386842"/>
              <a:gd name="connsiteY2" fmla="*/ 5651801 h 5758660"/>
              <a:gd name="connsiteX3" fmla="*/ 771692 w 2386842"/>
              <a:gd name="connsiteY3" fmla="*/ 5281418 h 5758660"/>
              <a:gd name="connsiteX4" fmla="*/ 780729 w 2386842"/>
              <a:gd name="connsiteY4" fmla="*/ 5259170 h 5758660"/>
              <a:gd name="connsiteX5" fmla="*/ 110237 w 2386842"/>
              <a:gd name="connsiteY5" fmla="*/ 4051186 h 5758660"/>
              <a:gd name="connsiteX6" fmla="*/ 924695 w 2386842"/>
              <a:gd name="connsiteY6" fmla="*/ 4515475 h 5758660"/>
              <a:gd name="connsiteX7" fmla="*/ 1423580 w 2386842"/>
              <a:gd name="connsiteY7" fmla="*/ 4869729 h 5758660"/>
              <a:gd name="connsiteX8" fmla="*/ 1412076 w 2386842"/>
              <a:gd name="connsiteY8" fmla="*/ 4894862 h 5758660"/>
              <a:gd name="connsiteX9" fmla="*/ 670736 w 2386842"/>
              <a:gd name="connsiteY9" fmla="*/ 4642996 h 5758660"/>
              <a:gd name="connsiteX10" fmla="*/ 95638 w 2386842"/>
              <a:gd name="connsiteY10" fmla="*/ 4071176 h 5758660"/>
              <a:gd name="connsiteX11" fmla="*/ 110237 w 2386842"/>
              <a:gd name="connsiteY11" fmla="*/ 4051186 h 5758660"/>
              <a:gd name="connsiteX12" fmla="*/ 73504 w 2386842"/>
              <a:gd name="connsiteY12" fmla="*/ 2544346 h 5758660"/>
              <a:gd name="connsiteX13" fmla="*/ 89695 w 2386842"/>
              <a:gd name="connsiteY13" fmla="*/ 2544767 h 5758660"/>
              <a:gd name="connsiteX14" fmla="*/ 1022703 w 2386842"/>
              <a:gd name="connsiteY14" fmla="*/ 3734969 h 5758660"/>
              <a:gd name="connsiteX15" fmla="*/ 1005220 w 2386842"/>
              <a:gd name="connsiteY15" fmla="*/ 3752489 h 5758660"/>
              <a:gd name="connsiteX16" fmla="*/ 66440 w 2386842"/>
              <a:gd name="connsiteY16" fmla="*/ 2557352 h 5758660"/>
              <a:gd name="connsiteX17" fmla="*/ 73504 w 2386842"/>
              <a:gd name="connsiteY17" fmla="*/ 2544346 h 5758660"/>
              <a:gd name="connsiteX18" fmla="*/ 601433 w 2386842"/>
              <a:gd name="connsiteY18" fmla="*/ 2446622 h 5758660"/>
              <a:gd name="connsiteX19" fmla="*/ 618375 w 2386842"/>
              <a:gd name="connsiteY19" fmla="*/ 2452369 h 5758660"/>
              <a:gd name="connsiteX20" fmla="*/ 1091386 w 2386842"/>
              <a:gd name="connsiteY20" fmla="*/ 3648826 h 5758660"/>
              <a:gd name="connsiteX21" fmla="*/ 1065246 w 2386842"/>
              <a:gd name="connsiteY21" fmla="*/ 3658943 h 5758660"/>
              <a:gd name="connsiteX22" fmla="*/ 592235 w 2386842"/>
              <a:gd name="connsiteY22" fmla="*/ 2462487 h 5758660"/>
              <a:gd name="connsiteX23" fmla="*/ 601433 w 2386842"/>
              <a:gd name="connsiteY23" fmla="*/ 2446622 h 5758660"/>
              <a:gd name="connsiteX24" fmla="*/ 1017284 w 2386842"/>
              <a:gd name="connsiteY24" fmla="*/ 544982 h 5758660"/>
              <a:gd name="connsiteX25" fmla="*/ 1030446 w 2386842"/>
              <a:gd name="connsiteY25" fmla="*/ 554054 h 5758660"/>
              <a:gd name="connsiteX26" fmla="*/ 1118878 w 2386842"/>
              <a:gd name="connsiteY26" fmla="*/ 1031879 h 5758660"/>
              <a:gd name="connsiteX27" fmla="*/ 1106924 w 2386842"/>
              <a:gd name="connsiteY27" fmla="*/ 1603704 h 5758660"/>
              <a:gd name="connsiteX28" fmla="*/ 1080158 w 2386842"/>
              <a:gd name="connsiteY28" fmla="*/ 1605792 h 5758660"/>
              <a:gd name="connsiteX29" fmla="*/ 1003680 w 2386842"/>
              <a:gd name="connsiteY29" fmla="*/ 556141 h 5758660"/>
              <a:gd name="connsiteX30" fmla="*/ 1017284 w 2386842"/>
              <a:gd name="connsiteY30" fmla="*/ 544982 h 5758660"/>
              <a:gd name="connsiteX31" fmla="*/ 1605610 w 2386842"/>
              <a:gd name="connsiteY31" fmla="*/ 239 h 5758660"/>
              <a:gd name="connsiteX32" fmla="*/ 1615479 w 2386842"/>
              <a:gd name="connsiteY32" fmla="*/ 10240 h 5758660"/>
              <a:gd name="connsiteX33" fmla="*/ 1221587 w 2386842"/>
              <a:gd name="connsiteY33" fmla="*/ 1382023 h 5758660"/>
              <a:gd name="connsiteX34" fmla="*/ 1219328 w 2386842"/>
              <a:gd name="connsiteY34" fmla="*/ 1387585 h 5758660"/>
              <a:gd name="connsiteX35" fmla="*/ 1139340 w 2386842"/>
              <a:gd name="connsiteY35" fmla="*/ 1881238 h 5758660"/>
              <a:gd name="connsiteX36" fmla="*/ 1170551 w 2386842"/>
              <a:gd name="connsiteY36" fmla="*/ 1798017 h 5758660"/>
              <a:gd name="connsiteX37" fmla="*/ 1889691 w 2386842"/>
              <a:gd name="connsiteY37" fmla="*/ 729401 h 5758660"/>
              <a:gd name="connsiteX38" fmla="*/ 2377693 w 2386842"/>
              <a:gd name="connsiteY38" fmla="*/ 529767 h 5758660"/>
              <a:gd name="connsiteX39" fmla="*/ 2384717 w 2386842"/>
              <a:gd name="connsiteY39" fmla="*/ 550763 h 5758660"/>
              <a:gd name="connsiteX40" fmla="*/ 1134270 w 2386842"/>
              <a:gd name="connsiteY40" fmla="*/ 1954341 h 5758660"/>
              <a:gd name="connsiteX41" fmla="*/ 1129544 w 2386842"/>
              <a:gd name="connsiteY41" fmla="*/ 1962788 h 5758660"/>
              <a:gd name="connsiteX42" fmla="*/ 1110441 w 2386842"/>
              <a:gd name="connsiteY42" fmla="*/ 2201254 h 5758660"/>
              <a:gd name="connsiteX43" fmla="*/ 1135365 w 2386842"/>
              <a:gd name="connsiteY43" fmla="*/ 2210081 h 5758660"/>
              <a:gd name="connsiteX44" fmla="*/ 2246067 w 2386842"/>
              <a:gd name="connsiteY44" fmla="*/ 1259037 h 5758660"/>
              <a:gd name="connsiteX45" fmla="*/ 2263797 w 2386842"/>
              <a:gd name="connsiteY45" fmla="*/ 1279197 h 5758660"/>
              <a:gd name="connsiteX46" fmla="*/ 1114235 w 2386842"/>
              <a:gd name="connsiteY46" fmla="*/ 2284438 h 5758660"/>
              <a:gd name="connsiteX47" fmla="*/ 1107040 w 2386842"/>
              <a:gd name="connsiteY47" fmla="*/ 2295771 h 5758660"/>
              <a:gd name="connsiteX48" fmla="*/ 1107538 w 2386842"/>
              <a:gd name="connsiteY48" fmla="*/ 2958184 h 5758660"/>
              <a:gd name="connsiteX49" fmla="*/ 1117766 w 2386842"/>
              <a:gd name="connsiteY49" fmla="*/ 3089338 h 5758660"/>
              <a:gd name="connsiteX50" fmla="*/ 1490557 w 2386842"/>
              <a:gd name="connsiteY50" fmla="*/ 2206615 h 5758660"/>
              <a:gd name="connsiteX51" fmla="*/ 1515691 w 2386842"/>
              <a:gd name="connsiteY51" fmla="*/ 2218120 h 5758660"/>
              <a:gd name="connsiteX52" fmla="*/ 1387904 w 2386842"/>
              <a:gd name="connsiteY52" fmla="*/ 2685879 h 5758660"/>
              <a:gd name="connsiteX53" fmla="*/ 1131678 w 2386842"/>
              <a:gd name="connsiteY53" fmla="*/ 3198662 h 5758660"/>
              <a:gd name="connsiteX54" fmla="*/ 1129628 w 2386842"/>
              <a:gd name="connsiteY54" fmla="*/ 3206900 h 5758660"/>
              <a:gd name="connsiteX55" fmla="*/ 1132551 w 2386842"/>
              <a:gd name="connsiteY55" fmla="*/ 3244373 h 5758660"/>
              <a:gd name="connsiteX56" fmla="*/ 2282344 w 2386842"/>
              <a:gd name="connsiteY56" fmla="*/ 2069463 h 5758660"/>
              <a:gd name="connsiteX57" fmla="*/ 2302541 w 2386842"/>
              <a:gd name="connsiteY57" fmla="*/ 2086738 h 5758660"/>
              <a:gd name="connsiteX58" fmla="*/ 1575848 w 2386842"/>
              <a:gd name="connsiteY58" fmla="*/ 3023990 h 5758660"/>
              <a:gd name="connsiteX59" fmla="*/ 1144927 w 2386842"/>
              <a:gd name="connsiteY59" fmla="*/ 3264952 h 5758660"/>
              <a:gd name="connsiteX60" fmla="*/ 1137941 w 2386842"/>
              <a:gd name="connsiteY60" fmla="*/ 3278960 h 5758660"/>
              <a:gd name="connsiteX61" fmla="*/ 1267617 w 2386842"/>
              <a:gd name="connsiteY61" fmla="*/ 4009394 h 5758660"/>
              <a:gd name="connsiteX62" fmla="*/ 1294591 w 2386842"/>
              <a:gd name="connsiteY62" fmla="*/ 4009983 h 5758660"/>
              <a:gd name="connsiteX63" fmla="*/ 1608302 w 2386842"/>
              <a:gd name="connsiteY63" fmla="*/ 3336528 h 5758660"/>
              <a:gd name="connsiteX64" fmla="*/ 2294114 w 2386842"/>
              <a:gd name="connsiteY64" fmla="*/ 2876414 h 5758660"/>
              <a:gd name="connsiteX65" fmla="*/ 2329536 w 2386842"/>
              <a:gd name="connsiteY65" fmla="*/ 2881730 h 5758660"/>
              <a:gd name="connsiteX66" fmla="*/ 2319493 w 2386842"/>
              <a:gd name="connsiteY66" fmla="*/ 2925599 h 5758660"/>
              <a:gd name="connsiteX67" fmla="*/ 1292407 w 2386842"/>
              <a:gd name="connsiteY67" fmla="*/ 4085554 h 5758660"/>
              <a:gd name="connsiteX68" fmla="*/ 1288097 w 2386842"/>
              <a:gd name="connsiteY68" fmla="*/ 4099355 h 5758660"/>
              <a:gd name="connsiteX69" fmla="*/ 1587591 w 2386842"/>
              <a:gd name="connsiteY69" fmla="*/ 4970040 h 5758660"/>
              <a:gd name="connsiteX70" fmla="*/ 1613940 w 2386842"/>
              <a:gd name="connsiteY70" fmla="*/ 4962598 h 5758660"/>
              <a:gd name="connsiteX71" fmla="*/ 1588621 w 2386842"/>
              <a:gd name="connsiteY71" fmla="*/ 4776070 h 5758660"/>
              <a:gd name="connsiteX72" fmla="*/ 1692781 w 2386842"/>
              <a:gd name="connsiteY72" fmla="*/ 3970849 h 5758660"/>
              <a:gd name="connsiteX73" fmla="*/ 1717497 w 2386842"/>
              <a:gd name="connsiteY73" fmla="*/ 3977000 h 5758660"/>
              <a:gd name="connsiteX74" fmla="*/ 1710387 w 2386842"/>
              <a:gd name="connsiteY74" fmla="*/ 5232444 h 5758660"/>
              <a:gd name="connsiteX75" fmla="*/ 1710805 w 2386842"/>
              <a:gd name="connsiteY75" fmla="*/ 5237798 h 5758660"/>
              <a:gd name="connsiteX76" fmla="*/ 1745675 w 2386842"/>
              <a:gd name="connsiteY76" fmla="*/ 5305093 h 5758660"/>
              <a:gd name="connsiteX77" fmla="*/ 2293813 w 2386842"/>
              <a:gd name="connsiteY77" fmla="*/ 3563126 h 5758660"/>
              <a:gd name="connsiteX78" fmla="*/ 2318529 w 2386842"/>
              <a:gd name="connsiteY78" fmla="*/ 3569277 h 5758660"/>
              <a:gd name="connsiteX79" fmla="*/ 2058819 w 2386842"/>
              <a:gd name="connsiteY79" fmla="*/ 4486267 h 5758660"/>
              <a:gd name="connsiteX80" fmla="*/ 1773522 w 2386842"/>
              <a:gd name="connsiteY80" fmla="*/ 5351394 h 5758660"/>
              <a:gd name="connsiteX81" fmla="*/ 1774357 w 2386842"/>
              <a:gd name="connsiteY81" fmla="*/ 5362101 h 5758660"/>
              <a:gd name="connsiteX82" fmla="*/ 1959206 w 2386842"/>
              <a:gd name="connsiteY82" fmla="*/ 5695068 h 5758660"/>
              <a:gd name="connsiteX83" fmla="*/ 1898308 w 2386842"/>
              <a:gd name="connsiteY83" fmla="*/ 5742904 h 5758660"/>
              <a:gd name="connsiteX84" fmla="*/ 1443077 w 2386842"/>
              <a:gd name="connsiteY84" fmla="*/ 4808965 h 5758660"/>
              <a:gd name="connsiteX85" fmla="*/ 1440192 w 2386842"/>
              <a:gd name="connsiteY85" fmla="*/ 4806496 h 5758660"/>
              <a:gd name="connsiteX86" fmla="*/ 1060501 w 2386842"/>
              <a:gd name="connsiteY86" fmla="*/ 4426789 h 5758660"/>
              <a:gd name="connsiteX87" fmla="*/ 322019 w 2386842"/>
              <a:gd name="connsiteY87" fmla="*/ 3762686 h 5758660"/>
              <a:gd name="connsiteX88" fmla="*/ 336408 w 2386842"/>
              <a:gd name="connsiteY88" fmla="*/ 3740021 h 5758660"/>
              <a:gd name="connsiteX89" fmla="*/ 436525 w 2386842"/>
              <a:gd name="connsiteY89" fmla="*/ 3780686 h 5758660"/>
              <a:gd name="connsiteX90" fmla="*/ 1266146 w 2386842"/>
              <a:gd name="connsiteY90" fmla="*/ 4370357 h 5758660"/>
              <a:gd name="connsiteX91" fmla="*/ 1308420 w 2386842"/>
              <a:gd name="connsiteY91" fmla="*/ 4428996 h 5758660"/>
              <a:gd name="connsiteX92" fmla="*/ 1044932 w 2386842"/>
              <a:gd name="connsiteY92" fmla="*/ 2949602 h 5758660"/>
              <a:gd name="connsiteX93" fmla="*/ 1038998 w 2386842"/>
              <a:gd name="connsiteY93" fmla="*/ 2597296 h 5758660"/>
              <a:gd name="connsiteX94" fmla="*/ 1032810 w 2386842"/>
              <a:gd name="connsiteY94" fmla="*/ 2587007 h 5758660"/>
              <a:gd name="connsiteX95" fmla="*/ 555606 w 2386842"/>
              <a:gd name="connsiteY95" fmla="*/ 2096416 h 5758660"/>
              <a:gd name="connsiteX96" fmla="*/ 1639 w 2386842"/>
              <a:gd name="connsiteY96" fmla="*/ 1450239 h 5758660"/>
              <a:gd name="connsiteX97" fmla="*/ 19122 w 2386842"/>
              <a:gd name="connsiteY97" fmla="*/ 1432718 h 5758660"/>
              <a:gd name="connsiteX98" fmla="*/ 1014208 w 2386842"/>
              <a:gd name="connsiteY98" fmla="*/ 2521135 h 5758660"/>
              <a:gd name="connsiteX99" fmla="*/ 1040557 w 2386842"/>
              <a:gd name="connsiteY99" fmla="*/ 2513694 h 5758660"/>
              <a:gd name="connsiteX100" fmla="*/ 1059056 w 2386842"/>
              <a:gd name="connsiteY100" fmla="*/ 2094852 h 5758660"/>
              <a:gd name="connsiteX101" fmla="*/ 1055544 w 2386842"/>
              <a:gd name="connsiteY101" fmla="*/ 2084354 h 5758660"/>
              <a:gd name="connsiteX102" fmla="*/ 294228 w 2386842"/>
              <a:gd name="connsiteY102" fmla="*/ 471441 h 5758660"/>
              <a:gd name="connsiteX103" fmla="*/ 317692 w 2386842"/>
              <a:gd name="connsiteY103" fmla="*/ 461533 h 5758660"/>
              <a:gd name="connsiteX104" fmla="*/ 1044972 w 2386842"/>
              <a:gd name="connsiteY104" fmla="*/ 2017857 h 5758660"/>
              <a:gd name="connsiteX105" fmla="*/ 1071529 w 2386842"/>
              <a:gd name="connsiteY105" fmla="*/ 2013093 h 5758660"/>
              <a:gd name="connsiteX106" fmla="*/ 1203992 w 2386842"/>
              <a:gd name="connsiteY106" fmla="*/ 1294530 h 5758660"/>
              <a:gd name="connsiteX107" fmla="*/ 1203783 w 2386842"/>
              <a:gd name="connsiteY107" fmla="*/ 1291854 h 5758660"/>
              <a:gd name="connsiteX108" fmla="*/ 1590972 w 2386842"/>
              <a:gd name="connsiteY108" fmla="*/ 6766 h 5758660"/>
              <a:gd name="connsiteX109" fmla="*/ 1605610 w 2386842"/>
              <a:gd name="connsiteY109" fmla="*/ 239 h 575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386842" h="5758660">
                <a:moveTo>
                  <a:pt x="780729" y="5259170"/>
                </a:moveTo>
                <a:cubicBezTo>
                  <a:pt x="1151146" y="5243746"/>
                  <a:pt x="1525222" y="5378838"/>
                  <a:pt x="1800585" y="5629344"/>
                </a:cubicBezTo>
                <a:cubicBezTo>
                  <a:pt x="1809241" y="5636748"/>
                  <a:pt x="1802464" y="5653434"/>
                  <a:pt x="1788872" y="5651801"/>
                </a:cubicBezTo>
                <a:cubicBezTo>
                  <a:pt x="1429087" y="5596381"/>
                  <a:pt x="1080143" y="5472793"/>
                  <a:pt x="771692" y="5281418"/>
                </a:cubicBezTo>
                <a:cubicBezTo>
                  <a:pt x="760359" y="5274224"/>
                  <a:pt x="764461" y="5257746"/>
                  <a:pt x="780729" y="5259170"/>
                </a:cubicBezTo>
                <a:close/>
                <a:moveTo>
                  <a:pt x="110237" y="4051186"/>
                </a:moveTo>
                <a:cubicBezTo>
                  <a:pt x="476590" y="4087245"/>
                  <a:pt x="674331" y="4343805"/>
                  <a:pt x="924695" y="4515475"/>
                </a:cubicBezTo>
                <a:cubicBezTo>
                  <a:pt x="1155069" y="4672546"/>
                  <a:pt x="1337854" y="4806399"/>
                  <a:pt x="1423580" y="4869729"/>
                </a:cubicBezTo>
                <a:cubicBezTo>
                  <a:pt x="1435121" y="4879600"/>
                  <a:pt x="1425876" y="4899171"/>
                  <a:pt x="1412076" y="4894862"/>
                </a:cubicBezTo>
                <a:cubicBezTo>
                  <a:pt x="1156679" y="4831301"/>
                  <a:pt x="903542" y="4762177"/>
                  <a:pt x="670736" y="4642996"/>
                </a:cubicBezTo>
                <a:cubicBezTo>
                  <a:pt x="426598" y="4516621"/>
                  <a:pt x="204216" y="4323918"/>
                  <a:pt x="95638" y="4071176"/>
                </a:cubicBezTo>
                <a:cubicBezTo>
                  <a:pt x="92127" y="4060678"/>
                  <a:pt x="99322" y="4049345"/>
                  <a:pt x="110237" y="4051186"/>
                </a:cubicBezTo>
                <a:close/>
                <a:moveTo>
                  <a:pt x="73504" y="2544346"/>
                </a:moveTo>
                <a:cubicBezTo>
                  <a:pt x="78675" y="2541587"/>
                  <a:pt x="85367" y="2541065"/>
                  <a:pt x="89695" y="2544767"/>
                </a:cubicBezTo>
                <a:cubicBezTo>
                  <a:pt x="468513" y="2878763"/>
                  <a:pt x="752299" y="3306344"/>
                  <a:pt x="1022703" y="3734969"/>
                </a:cubicBezTo>
                <a:cubicBezTo>
                  <a:pt x="1029100" y="3747935"/>
                  <a:pt x="1016761" y="3762361"/>
                  <a:pt x="1005220" y="3752489"/>
                </a:cubicBezTo>
                <a:cubicBezTo>
                  <a:pt x="551739" y="3497024"/>
                  <a:pt x="202461" y="3058394"/>
                  <a:pt x="66440" y="2557352"/>
                </a:cubicBezTo>
                <a:cubicBezTo>
                  <a:pt x="64684" y="2552103"/>
                  <a:pt x="68334" y="2547106"/>
                  <a:pt x="73504" y="2544346"/>
                </a:cubicBezTo>
                <a:close/>
                <a:moveTo>
                  <a:pt x="601433" y="2446622"/>
                </a:moveTo>
                <a:cubicBezTo>
                  <a:pt x="606990" y="2444505"/>
                  <a:pt x="613838" y="2445991"/>
                  <a:pt x="618375" y="2452369"/>
                </a:cubicBezTo>
                <a:cubicBezTo>
                  <a:pt x="843619" y="2819886"/>
                  <a:pt x="1004662" y="3227418"/>
                  <a:pt x="1091386" y="3648826"/>
                </a:cubicBezTo>
                <a:cubicBezTo>
                  <a:pt x="1092639" y="3664885"/>
                  <a:pt x="1071643" y="3671908"/>
                  <a:pt x="1065246" y="3658943"/>
                </a:cubicBezTo>
                <a:cubicBezTo>
                  <a:pt x="842470" y="3288540"/>
                  <a:pt x="681636" y="2883684"/>
                  <a:pt x="592235" y="2462487"/>
                </a:cubicBezTo>
                <a:cubicBezTo>
                  <a:pt x="591609" y="2454457"/>
                  <a:pt x="595875" y="2448738"/>
                  <a:pt x="601433" y="2446622"/>
                </a:cubicBezTo>
                <a:close/>
                <a:moveTo>
                  <a:pt x="1017284" y="544982"/>
                </a:moveTo>
                <a:cubicBezTo>
                  <a:pt x="1022972" y="544538"/>
                  <a:pt x="1028586" y="547467"/>
                  <a:pt x="1030446" y="554054"/>
                </a:cubicBezTo>
                <a:cubicBezTo>
                  <a:pt x="1091188" y="745898"/>
                  <a:pt x="1090329" y="907539"/>
                  <a:pt x="1118878" y="1031879"/>
                </a:cubicBezTo>
                <a:cubicBezTo>
                  <a:pt x="1155700" y="1193273"/>
                  <a:pt x="1128016" y="1494344"/>
                  <a:pt x="1106924" y="1603704"/>
                </a:cubicBezTo>
                <a:cubicBezTo>
                  <a:pt x="1102615" y="1617505"/>
                  <a:pt x="1083878" y="1618966"/>
                  <a:pt x="1080158" y="1605792"/>
                </a:cubicBezTo>
                <a:cubicBezTo>
                  <a:pt x="951934" y="1273795"/>
                  <a:pt x="925804" y="904212"/>
                  <a:pt x="1003680" y="556141"/>
                </a:cubicBezTo>
                <a:cubicBezTo>
                  <a:pt x="1005835" y="549241"/>
                  <a:pt x="1011597" y="545425"/>
                  <a:pt x="1017284" y="544982"/>
                </a:cubicBezTo>
                <a:close/>
                <a:moveTo>
                  <a:pt x="1605610" y="239"/>
                </a:moveTo>
                <a:cubicBezTo>
                  <a:pt x="1610733" y="1185"/>
                  <a:pt x="1615061" y="4887"/>
                  <a:pt x="1615479" y="10240"/>
                </a:cubicBezTo>
                <a:cubicBezTo>
                  <a:pt x="1672208" y="495924"/>
                  <a:pt x="1525723" y="1000148"/>
                  <a:pt x="1221587" y="1382023"/>
                </a:cubicBezTo>
                <a:cubicBezTo>
                  <a:pt x="1219119" y="1384909"/>
                  <a:pt x="1219119" y="1384909"/>
                  <a:pt x="1219328" y="1387585"/>
                </a:cubicBezTo>
                <a:cubicBezTo>
                  <a:pt x="1193716" y="1508070"/>
                  <a:pt x="1163833" y="1677360"/>
                  <a:pt x="1139340" y="1881238"/>
                </a:cubicBezTo>
                <a:lnTo>
                  <a:pt x="1170551" y="1798017"/>
                </a:lnTo>
                <a:cubicBezTo>
                  <a:pt x="1319406" y="1393245"/>
                  <a:pt x="1567751" y="1021107"/>
                  <a:pt x="1889691" y="729401"/>
                </a:cubicBezTo>
                <a:cubicBezTo>
                  <a:pt x="2025461" y="605711"/>
                  <a:pt x="2202424" y="492272"/>
                  <a:pt x="2377693" y="529767"/>
                </a:cubicBezTo>
                <a:cubicBezTo>
                  <a:pt x="2385933" y="531818"/>
                  <a:pt x="2389444" y="542316"/>
                  <a:pt x="2384717" y="550763"/>
                </a:cubicBezTo>
                <a:cubicBezTo>
                  <a:pt x="2015029" y="1058931"/>
                  <a:pt x="1593822" y="1528030"/>
                  <a:pt x="1134270" y="1954341"/>
                </a:cubicBezTo>
                <a:cubicBezTo>
                  <a:pt x="1131802" y="1957227"/>
                  <a:pt x="1129335" y="1960113"/>
                  <a:pt x="1129544" y="1962788"/>
                </a:cubicBezTo>
                <a:cubicBezTo>
                  <a:pt x="1122005" y="2038778"/>
                  <a:pt x="1114676" y="2117444"/>
                  <a:pt x="1110441" y="2201254"/>
                </a:cubicBezTo>
                <a:cubicBezTo>
                  <a:pt x="1108807" y="2214846"/>
                  <a:pt x="1128171" y="2221414"/>
                  <a:pt x="1135365" y="2210081"/>
                </a:cubicBezTo>
                <a:cubicBezTo>
                  <a:pt x="1288298" y="1961179"/>
                  <a:pt x="1815735" y="1473023"/>
                  <a:pt x="2246067" y="1259037"/>
                </a:cubicBezTo>
                <a:cubicBezTo>
                  <a:pt x="2259033" y="1252639"/>
                  <a:pt x="2270992" y="1267865"/>
                  <a:pt x="2263797" y="1279197"/>
                </a:cubicBezTo>
                <a:cubicBezTo>
                  <a:pt x="1972663" y="1689680"/>
                  <a:pt x="1668490" y="2036550"/>
                  <a:pt x="1114235" y="2284438"/>
                </a:cubicBezTo>
                <a:cubicBezTo>
                  <a:pt x="1109091" y="2287532"/>
                  <a:pt x="1106623" y="2290417"/>
                  <a:pt x="1107040" y="2295771"/>
                </a:cubicBezTo>
                <a:cubicBezTo>
                  <a:pt x="1095722" y="2495927"/>
                  <a:pt x="1094312" y="2719548"/>
                  <a:pt x="1107538" y="2958184"/>
                </a:cubicBezTo>
                <a:cubicBezTo>
                  <a:pt x="1110878" y="3001010"/>
                  <a:pt x="1114426" y="3046513"/>
                  <a:pt x="1117766" y="3089338"/>
                </a:cubicBezTo>
                <a:cubicBezTo>
                  <a:pt x="1160050" y="2768279"/>
                  <a:pt x="1289445" y="2459276"/>
                  <a:pt x="1490557" y="2206615"/>
                </a:cubicBezTo>
                <a:cubicBezTo>
                  <a:pt x="1497752" y="2195284"/>
                  <a:pt x="1517323" y="2204528"/>
                  <a:pt x="1515691" y="2218120"/>
                </a:cubicBezTo>
                <a:cubicBezTo>
                  <a:pt x="1485218" y="2414385"/>
                  <a:pt x="1415775" y="2559831"/>
                  <a:pt x="1387904" y="2685879"/>
                </a:cubicBezTo>
                <a:cubicBezTo>
                  <a:pt x="1352042" y="2847557"/>
                  <a:pt x="1192123" y="3110468"/>
                  <a:pt x="1131678" y="3198662"/>
                </a:cubicBezTo>
                <a:cubicBezTo>
                  <a:pt x="1129211" y="3201548"/>
                  <a:pt x="1129420" y="3204224"/>
                  <a:pt x="1129628" y="3206900"/>
                </a:cubicBezTo>
                <a:cubicBezTo>
                  <a:pt x="1130672" y="3220284"/>
                  <a:pt x="1131507" y="3230990"/>
                  <a:pt x="1132551" y="3244373"/>
                </a:cubicBezTo>
                <a:cubicBezTo>
                  <a:pt x="1435987" y="2784459"/>
                  <a:pt x="1830084" y="2382103"/>
                  <a:pt x="2282344" y="2069463"/>
                </a:cubicBezTo>
                <a:cubicBezTo>
                  <a:pt x="2295101" y="2060388"/>
                  <a:pt x="2309736" y="2075405"/>
                  <a:pt x="2302541" y="2086738"/>
                </a:cubicBezTo>
                <a:cubicBezTo>
                  <a:pt x="2035952" y="2535700"/>
                  <a:pt x="1919902" y="2808654"/>
                  <a:pt x="1575848" y="3023990"/>
                </a:cubicBezTo>
                <a:cubicBezTo>
                  <a:pt x="1326863" y="3180746"/>
                  <a:pt x="1199674" y="3241831"/>
                  <a:pt x="1144927" y="3264952"/>
                </a:cubicBezTo>
                <a:cubicBezTo>
                  <a:pt x="1139782" y="3268045"/>
                  <a:pt x="1137523" y="3273607"/>
                  <a:pt x="1137941" y="3278960"/>
                </a:cubicBezTo>
                <a:cubicBezTo>
                  <a:pt x="1165176" y="3524583"/>
                  <a:pt x="1208470" y="3768953"/>
                  <a:pt x="1267617" y="4009394"/>
                </a:cubicBezTo>
                <a:cubicBezTo>
                  <a:pt x="1271336" y="4022568"/>
                  <a:pt x="1290282" y="4023784"/>
                  <a:pt x="1294591" y="4009983"/>
                </a:cubicBezTo>
                <a:cubicBezTo>
                  <a:pt x="1353500" y="3833043"/>
                  <a:pt x="1480391" y="3491920"/>
                  <a:pt x="1608302" y="3336528"/>
                </a:cubicBezTo>
                <a:cubicBezTo>
                  <a:pt x="1788248" y="3123220"/>
                  <a:pt x="2021971" y="2943418"/>
                  <a:pt x="2294114" y="2876414"/>
                </a:cubicBezTo>
                <a:cubicBezTo>
                  <a:pt x="2307288" y="2872693"/>
                  <a:pt x="2320671" y="2871650"/>
                  <a:pt x="2329536" y="2881730"/>
                </a:cubicBezTo>
                <a:cubicBezTo>
                  <a:pt x="2341286" y="2894278"/>
                  <a:pt x="2329365" y="2914058"/>
                  <a:pt x="2319493" y="2925599"/>
                </a:cubicBezTo>
                <a:cubicBezTo>
                  <a:pt x="2004061" y="3335285"/>
                  <a:pt x="1659984" y="3722967"/>
                  <a:pt x="1292407" y="4085554"/>
                </a:cubicBezTo>
                <a:cubicBezTo>
                  <a:pt x="1289939" y="4088439"/>
                  <a:pt x="1287679" y="4094002"/>
                  <a:pt x="1288097" y="4099355"/>
                </a:cubicBezTo>
                <a:cubicBezTo>
                  <a:pt x="1365218" y="4397637"/>
                  <a:pt x="1466012" y="4688688"/>
                  <a:pt x="1587591" y="4970040"/>
                </a:cubicBezTo>
                <a:cubicBezTo>
                  <a:pt x="1594197" y="4985681"/>
                  <a:pt x="1615193" y="4978658"/>
                  <a:pt x="1613940" y="4962598"/>
                </a:cubicBezTo>
                <a:cubicBezTo>
                  <a:pt x="1603785" y="4901454"/>
                  <a:pt x="1593631" y="4840309"/>
                  <a:pt x="1588621" y="4776070"/>
                </a:cubicBezTo>
                <a:cubicBezTo>
                  <a:pt x="1561975" y="4503473"/>
                  <a:pt x="1585768" y="4221556"/>
                  <a:pt x="1692781" y="3970849"/>
                </a:cubicBezTo>
                <a:cubicBezTo>
                  <a:pt x="1697090" y="3957049"/>
                  <a:pt x="1718920" y="3960732"/>
                  <a:pt x="1717497" y="3977000"/>
                </a:cubicBezTo>
                <a:cubicBezTo>
                  <a:pt x="1715266" y="4397266"/>
                  <a:pt x="1712826" y="4814855"/>
                  <a:pt x="1710387" y="5232444"/>
                </a:cubicBezTo>
                <a:cubicBezTo>
                  <a:pt x="1710596" y="5235121"/>
                  <a:pt x="1710805" y="5237798"/>
                  <a:pt x="1710805" y="5237798"/>
                </a:cubicBezTo>
                <a:cubicBezTo>
                  <a:pt x="1720713" y="5261261"/>
                  <a:pt x="1733298" y="5284515"/>
                  <a:pt x="1745675" y="5305093"/>
                </a:cubicBezTo>
                <a:cubicBezTo>
                  <a:pt x="1691891" y="4684536"/>
                  <a:pt x="1892177" y="4041470"/>
                  <a:pt x="2293813" y="3563126"/>
                </a:cubicBezTo>
                <a:cubicBezTo>
                  <a:pt x="2301217" y="3554470"/>
                  <a:pt x="2315017" y="3558779"/>
                  <a:pt x="2318529" y="3569277"/>
                </a:cubicBezTo>
                <a:cubicBezTo>
                  <a:pt x="2383937" y="3890016"/>
                  <a:pt x="2196871" y="4184667"/>
                  <a:pt x="2058819" y="4486267"/>
                </a:cubicBezTo>
                <a:cubicBezTo>
                  <a:pt x="1934531" y="4757171"/>
                  <a:pt x="1855991" y="5062208"/>
                  <a:pt x="1773522" y="5351394"/>
                </a:cubicBezTo>
                <a:cubicBezTo>
                  <a:pt x="1773731" y="5354070"/>
                  <a:pt x="1773940" y="5356747"/>
                  <a:pt x="1774357" y="5362101"/>
                </a:cubicBezTo>
                <a:cubicBezTo>
                  <a:pt x="1831721" y="5476115"/>
                  <a:pt x="1894021" y="5584357"/>
                  <a:pt x="1959206" y="5695068"/>
                </a:cubicBezTo>
                <a:cubicBezTo>
                  <a:pt x="1983959" y="5736224"/>
                  <a:pt x="1923060" y="5784060"/>
                  <a:pt x="1898308" y="5742904"/>
                </a:cubicBezTo>
                <a:cubicBezTo>
                  <a:pt x="1718848" y="5444523"/>
                  <a:pt x="1567788" y="5130464"/>
                  <a:pt x="1443077" y="4808965"/>
                </a:cubicBezTo>
                <a:cubicBezTo>
                  <a:pt x="1442869" y="4806288"/>
                  <a:pt x="1442869" y="4806288"/>
                  <a:pt x="1440192" y="4806496"/>
                </a:cubicBezTo>
                <a:cubicBezTo>
                  <a:pt x="1351543" y="4705694"/>
                  <a:pt x="1223335" y="4581049"/>
                  <a:pt x="1060501" y="4426789"/>
                </a:cubicBezTo>
                <a:cubicBezTo>
                  <a:pt x="871074" y="4242288"/>
                  <a:pt x="513534" y="3973954"/>
                  <a:pt x="322019" y="3762686"/>
                </a:cubicBezTo>
                <a:cubicBezTo>
                  <a:pt x="313154" y="3752606"/>
                  <a:pt x="322608" y="3735712"/>
                  <a:pt x="336408" y="3740021"/>
                </a:cubicBezTo>
                <a:lnTo>
                  <a:pt x="436525" y="3780686"/>
                </a:lnTo>
                <a:cubicBezTo>
                  <a:pt x="770661" y="3921586"/>
                  <a:pt x="1034407" y="4092212"/>
                  <a:pt x="1266146" y="4370357"/>
                </a:cubicBezTo>
                <a:cubicBezTo>
                  <a:pt x="1280990" y="4388049"/>
                  <a:pt x="1296044" y="4408418"/>
                  <a:pt x="1308420" y="4428996"/>
                </a:cubicBezTo>
                <a:cubicBezTo>
                  <a:pt x="1160686" y="3950411"/>
                  <a:pt x="1070585" y="3451173"/>
                  <a:pt x="1044932" y="2949602"/>
                </a:cubicBezTo>
                <a:cubicBezTo>
                  <a:pt x="1040473" y="2823384"/>
                  <a:pt x="1039528" y="2707663"/>
                  <a:pt x="1038998" y="2597296"/>
                </a:cubicBezTo>
                <a:cubicBezTo>
                  <a:pt x="1038581" y="2591942"/>
                  <a:pt x="1038372" y="2589265"/>
                  <a:pt x="1032810" y="2587007"/>
                </a:cubicBezTo>
                <a:cubicBezTo>
                  <a:pt x="861358" y="2460348"/>
                  <a:pt x="700918" y="2233193"/>
                  <a:pt x="555606" y="2096416"/>
                </a:cubicBezTo>
                <a:cubicBezTo>
                  <a:pt x="340836" y="1897734"/>
                  <a:pt x="153325" y="1772328"/>
                  <a:pt x="1639" y="1450239"/>
                </a:cubicBezTo>
                <a:cubicBezTo>
                  <a:pt x="-4550" y="1439950"/>
                  <a:pt x="7998" y="1428199"/>
                  <a:pt x="19122" y="1432718"/>
                </a:cubicBezTo>
                <a:cubicBezTo>
                  <a:pt x="242229" y="1531113"/>
                  <a:pt x="769110" y="2071687"/>
                  <a:pt x="1014208" y="2521135"/>
                </a:cubicBezTo>
                <a:cubicBezTo>
                  <a:pt x="1020605" y="2534101"/>
                  <a:pt x="1038924" y="2527286"/>
                  <a:pt x="1040557" y="2513694"/>
                </a:cubicBezTo>
                <a:cubicBezTo>
                  <a:pt x="1042041" y="2360083"/>
                  <a:pt x="1049922" y="2219438"/>
                  <a:pt x="1059056" y="2094852"/>
                </a:cubicBezTo>
                <a:cubicBezTo>
                  <a:pt x="1058847" y="2092175"/>
                  <a:pt x="1058430" y="2086822"/>
                  <a:pt x="1055544" y="2084354"/>
                </a:cubicBezTo>
                <a:cubicBezTo>
                  <a:pt x="651899" y="1639192"/>
                  <a:pt x="381347" y="1070549"/>
                  <a:pt x="294228" y="471441"/>
                </a:cubicBezTo>
                <a:cubicBezTo>
                  <a:pt x="293185" y="458058"/>
                  <a:pt x="311295" y="448567"/>
                  <a:pt x="317692" y="461533"/>
                </a:cubicBezTo>
                <a:cubicBezTo>
                  <a:pt x="580237" y="858455"/>
                  <a:pt x="931005" y="1730527"/>
                  <a:pt x="1044972" y="2017857"/>
                </a:cubicBezTo>
                <a:cubicBezTo>
                  <a:pt x="1051369" y="2030822"/>
                  <a:pt x="1069897" y="2026685"/>
                  <a:pt x="1071529" y="2013093"/>
                </a:cubicBezTo>
                <a:cubicBezTo>
                  <a:pt x="1103069" y="1657863"/>
                  <a:pt x="1160271" y="1424506"/>
                  <a:pt x="1203992" y="1294530"/>
                </a:cubicBezTo>
                <a:cubicBezTo>
                  <a:pt x="1203992" y="1294530"/>
                  <a:pt x="1203783" y="1291854"/>
                  <a:pt x="1203783" y="1291854"/>
                </a:cubicBezTo>
                <a:cubicBezTo>
                  <a:pt x="1246960" y="844158"/>
                  <a:pt x="1379510" y="402957"/>
                  <a:pt x="1590972" y="6766"/>
                </a:cubicBezTo>
                <a:cubicBezTo>
                  <a:pt x="1594569" y="1100"/>
                  <a:pt x="1600487" y="-708"/>
                  <a:pt x="1605610" y="239"/>
                </a:cubicBezTo>
                <a:close/>
              </a:path>
            </a:pathLst>
          </a:custGeom>
          <a:solidFill>
            <a:srgbClr val="BFD0DD"/>
          </a:solidFill>
          <a:ln w="268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Arial" panose="020005060300000200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1C452-8FE8-1633-7F16-88C528F4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89" y="2532695"/>
            <a:ext cx="3579521" cy="1325563"/>
          </a:xfrm>
        </p:spPr>
        <p:txBody>
          <a:bodyPr anchor="ctr"/>
          <a:lstStyle>
            <a:lvl1pPr>
              <a:defRPr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C1D4DF-6D5D-E01B-EB3D-881774440D5A}"/>
              </a:ext>
            </a:extLst>
          </p:cNvPr>
          <p:cNvSpPr/>
          <p:nvPr userDrawn="1"/>
        </p:nvSpPr>
        <p:spPr>
          <a:xfrm>
            <a:off x="4955377" y="287382"/>
            <a:ext cx="6831875" cy="6283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00506030000020004" pitchFamily="2" charset="0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BA23A90-A7B6-D187-B880-E47AC8690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94821" y="436808"/>
            <a:ext cx="6524841" cy="5988205"/>
          </a:xfrm>
          <a:custGeom>
            <a:avLst/>
            <a:gdLst>
              <a:gd name="connsiteX0" fmla="*/ 78732 w 6524841"/>
              <a:gd name="connsiteY0" fmla="*/ 5456109 h 5988205"/>
              <a:gd name="connsiteX1" fmla="*/ 55109 w 6524841"/>
              <a:gd name="connsiteY1" fmla="*/ 5510322 h 5988205"/>
              <a:gd name="connsiteX2" fmla="*/ 40076 w 6524841"/>
              <a:gd name="connsiteY2" fmla="*/ 5571928 h 5988205"/>
              <a:gd name="connsiteX3" fmla="*/ 31486 w 6524841"/>
              <a:gd name="connsiteY3" fmla="*/ 5688055 h 5988205"/>
              <a:gd name="connsiteX4" fmla="*/ 40690 w 6524841"/>
              <a:gd name="connsiteY4" fmla="*/ 5811267 h 5988205"/>
              <a:gd name="connsiteX5" fmla="*/ 90084 w 6524841"/>
              <a:gd name="connsiteY5" fmla="*/ 5911069 h 5988205"/>
              <a:gd name="connsiteX6" fmla="*/ 86402 w 6524841"/>
              <a:gd name="connsiteY6" fmla="*/ 5833137 h 5988205"/>
              <a:gd name="connsiteX7" fmla="*/ 76278 w 6524841"/>
              <a:gd name="connsiteY7" fmla="*/ 5740728 h 5988205"/>
              <a:gd name="connsiteX8" fmla="*/ 82414 w 6524841"/>
              <a:gd name="connsiteY8" fmla="*/ 5541433 h 5988205"/>
              <a:gd name="connsiteX9" fmla="*/ 78732 w 6524841"/>
              <a:gd name="connsiteY9" fmla="*/ 5456109 h 5988205"/>
              <a:gd name="connsiteX10" fmla="*/ 88243 w 6524841"/>
              <a:gd name="connsiteY10" fmla="*/ 5368320 h 5988205"/>
              <a:gd name="connsiteX11" fmla="*/ 80266 w 6524841"/>
              <a:gd name="connsiteY11" fmla="*/ 5381874 h 5988205"/>
              <a:gd name="connsiteX12" fmla="*/ 83028 w 6524841"/>
              <a:gd name="connsiteY12" fmla="*/ 5395427 h 5988205"/>
              <a:gd name="connsiteX13" fmla="*/ 91925 w 6524841"/>
              <a:gd name="connsiteY13" fmla="*/ 5384954 h 5988205"/>
              <a:gd name="connsiteX14" fmla="*/ 70756 w 6524841"/>
              <a:gd name="connsiteY14" fmla="*/ 5250345 h 5988205"/>
              <a:gd name="connsiteX15" fmla="*/ 60938 w 6524841"/>
              <a:gd name="connsiteY15" fmla="*/ 5251577 h 5988205"/>
              <a:gd name="connsiteX16" fmla="*/ 64006 w 6524841"/>
              <a:gd name="connsiteY16" fmla="*/ 5299013 h 5988205"/>
              <a:gd name="connsiteX17" fmla="*/ 70756 w 6524841"/>
              <a:gd name="connsiteY17" fmla="*/ 5297474 h 5988205"/>
              <a:gd name="connsiteX18" fmla="*/ 6446323 w 6524841"/>
              <a:gd name="connsiteY18" fmla="*/ 5249823 h 5988205"/>
              <a:gd name="connsiteX19" fmla="*/ 6446323 w 6524841"/>
              <a:gd name="connsiteY19" fmla="*/ 5646303 h 5988205"/>
              <a:gd name="connsiteX20" fmla="*/ 6449449 w 6524841"/>
              <a:gd name="connsiteY20" fmla="*/ 5639637 h 5988205"/>
              <a:gd name="connsiteX21" fmla="*/ 6484247 w 6524841"/>
              <a:gd name="connsiteY21" fmla="*/ 5608572 h 5988205"/>
              <a:gd name="connsiteX22" fmla="*/ 6459379 w 6524841"/>
              <a:gd name="connsiteY22" fmla="*/ 5490668 h 5988205"/>
              <a:gd name="connsiteX23" fmla="*/ 6457767 w 6524841"/>
              <a:gd name="connsiteY23" fmla="*/ 5291849 h 5988205"/>
              <a:gd name="connsiteX24" fmla="*/ 6453421 w 6524841"/>
              <a:gd name="connsiteY24" fmla="*/ 5257258 h 5988205"/>
              <a:gd name="connsiteX25" fmla="*/ 6482635 w 6524841"/>
              <a:gd name="connsiteY25" fmla="*/ 4947153 h 5988205"/>
              <a:gd name="connsiteX26" fmla="*/ 6482635 w 6524841"/>
              <a:gd name="connsiteY26" fmla="*/ 5071068 h 5988205"/>
              <a:gd name="connsiteX27" fmla="*/ 6463967 w 6524841"/>
              <a:gd name="connsiteY27" fmla="*/ 5097855 h 5988205"/>
              <a:gd name="connsiteX28" fmla="*/ 6469051 w 6524841"/>
              <a:gd name="connsiteY28" fmla="*/ 5108751 h 5988205"/>
              <a:gd name="connsiteX29" fmla="*/ 6484477 w 6524841"/>
              <a:gd name="connsiteY29" fmla="*/ 5201225 h 5988205"/>
              <a:gd name="connsiteX30" fmla="*/ 6493227 w 6524841"/>
              <a:gd name="connsiteY30" fmla="*/ 5227117 h 5988205"/>
              <a:gd name="connsiteX31" fmla="*/ 6482635 w 6524841"/>
              <a:gd name="connsiteY31" fmla="*/ 4947153 h 5988205"/>
              <a:gd name="connsiteX32" fmla="*/ 109719 w 6524841"/>
              <a:gd name="connsiteY32" fmla="*/ 4769511 h 5988205"/>
              <a:gd name="connsiteX33" fmla="*/ 97474 w 6524841"/>
              <a:gd name="connsiteY33" fmla="*/ 4773814 h 5988205"/>
              <a:gd name="connsiteX34" fmla="*/ 97447 w 6524841"/>
              <a:gd name="connsiteY34" fmla="*/ 4773515 h 5988205"/>
              <a:gd name="connsiteX35" fmla="*/ 97447 w 6524841"/>
              <a:gd name="connsiteY35" fmla="*/ 4773823 h 5988205"/>
              <a:gd name="connsiteX36" fmla="*/ 97474 w 6524841"/>
              <a:gd name="connsiteY36" fmla="*/ 4773814 h 5988205"/>
              <a:gd name="connsiteX37" fmla="*/ 103276 w 6524841"/>
              <a:gd name="connsiteY37" fmla="*/ 4838509 h 5988205"/>
              <a:gd name="connsiteX38" fmla="*/ 112173 w 6524841"/>
              <a:gd name="connsiteY38" fmla="*/ 4835121 h 5988205"/>
              <a:gd name="connsiteX39" fmla="*/ 6455235 w 6524841"/>
              <a:gd name="connsiteY39" fmla="*/ 4707646 h 5988205"/>
              <a:gd name="connsiteX40" fmla="*/ 6456081 w 6524841"/>
              <a:gd name="connsiteY40" fmla="*/ 4708413 h 5988205"/>
              <a:gd name="connsiteX41" fmla="*/ 6450399 w 6524841"/>
              <a:gd name="connsiteY41" fmla="*/ 4722673 h 5988205"/>
              <a:gd name="connsiteX42" fmla="*/ 6464675 w 6524841"/>
              <a:gd name="connsiteY42" fmla="*/ 4716200 h 5988205"/>
              <a:gd name="connsiteX43" fmla="*/ 6456081 w 6524841"/>
              <a:gd name="connsiteY43" fmla="*/ 4708413 h 5988205"/>
              <a:gd name="connsiteX44" fmla="*/ 6456387 w 6524841"/>
              <a:gd name="connsiteY44" fmla="*/ 4707646 h 5988205"/>
              <a:gd name="connsiteX45" fmla="*/ 6483327 w 6524841"/>
              <a:gd name="connsiteY45" fmla="*/ 4652393 h 5988205"/>
              <a:gd name="connsiteX46" fmla="*/ 6477339 w 6524841"/>
              <a:gd name="connsiteY46" fmla="*/ 4652855 h 5988205"/>
              <a:gd name="connsiteX47" fmla="*/ 6480103 w 6524841"/>
              <a:gd name="connsiteY47" fmla="*/ 4755039 h 5988205"/>
              <a:gd name="connsiteX48" fmla="*/ 6486779 w 6524841"/>
              <a:gd name="connsiteY48" fmla="*/ 4755039 h 5988205"/>
              <a:gd name="connsiteX49" fmla="*/ 15839 w 6524841"/>
              <a:gd name="connsiteY49" fmla="*/ 4538180 h 5988205"/>
              <a:gd name="connsiteX50" fmla="*/ 10058 w 6524841"/>
              <a:gd name="connsiteY50" fmla="*/ 4632654 h 5988205"/>
              <a:gd name="connsiteX51" fmla="*/ 0 w 6524841"/>
              <a:gd name="connsiteY51" fmla="*/ 4646976 h 5988205"/>
              <a:gd name="connsiteX52" fmla="*/ 0 w 6524841"/>
              <a:gd name="connsiteY52" fmla="*/ 4543194 h 5988205"/>
              <a:gd name="connsiteX53" fmla="*/ 3822 w 6524841"/>
              <a:gd name="connsiteY53" fmla="*/ 4539115 h 5988205"/>
              <a:gd name="connsiteX54" fmla="*/ 15839 w 6524841"/>
              <a:gd name="connsiteY54" fmla="*/ 4538180 h 5988205"/>
              <a:gd name="connsiteX55" fmla="*/ 85482 w 6524841"/>
              <a:gd name="connsiteY55" fmla="*/ 4407884 h 5988205"/>
              <a:gd name="connsiteX56" fmla="*/ 80266 w 6524841"/>
              <a:gd name="connsiteY56" fmla="*/ 4748564 h 5988205"/>
              <a:gd name="connsiteX57" fmla="*/ 97447 w 6524841"/>
              <a:gd name="connsiteY57" fmla="*/ 4675869 h 5988205"/>
              <a:gd name="connsiteX58" fmla="*/ 105424 w 6524841"/>
              <a:gd name="connsiteY58" fmla="*/ 4626893 h 5988205"/>
              <a:gd name="connsiteX59" fmla="*/ 112480 w 6524841"/>
              <a:gd name="connsiteY59" fmla="*/ 4465485 h 5988205"/>
              <a:gd name="connsiteX60" fmla="*/ 85482 w 6524841"/>
              <a:gd name="connsiteY60" fmla="*/ 4565903 h 5988205"/>
              <a:gd name="connsiteX61" fmla="*/ 6455005 w 6524841"/>
              <a:gd name="connsiteY61" fmla="*/ 4321337 h 5988205"/>
              <a:gd name="connsiteX62" fmla="*/ 6446323 w 6524841"/>
              <a:gd name="connsiteY62" fmla="*/ 4330419 h 5988205"/>
              <a:gd name="connsiteX63" fmla="*/ 6446323 w 6524841"/>
              <a:gd name="connsiteY63" fmla="*/ 4366396 h 5988205"/>
              <a:gd name="connsiteX64" fmla="*/ 6454775 w 6524841"/>
              <a:gd name="connsiteY64" fmla="*/ 4357285 h 5988205"/>
              <a:gd name="connsiteX65" fmla="*/ 6455005 w 6524841"/>
              <a:gd name="connsiteY65" fmla="*/ 4321337 h 5988205"/>
              <a:gd name="connsiteX66" fmla="*/ 75971 w 6524841"/>
              <a:gd name="connsiteY66" fmla="*/ 4212901 h 5988205"/>
              <a:gd name="connsiteX67" fmla="*/ 75971 w 6524841"/>
              <a:gd name="connsiteY67" fmla="*/ 4327796 h 5988205"/>
              <a:gd name="connsiteX68" fmla="*/ 75971 w 6524841"/>
              <a:gd name="connsiteY68" fmla="*/ 4212901 h 5988205"/>
              <a:gd name="connsiteX69" fmla="*/ 7862 w 6524841"/>
              <a:gd name="connsiteY69" fmla="*/ 4167313 h 5988205"/>
              <a:gd name="connsiteX70" fmla="*/ 13998 w 6524841"/>
              <a:gd name="connsiteY70" fmla="*/ 4202428 h 5988205"/>
              <a:gd name="connsiteX71" fmla="*/ 6635 w 6524841"/>
              <a:gd name="connsiteY71" fmla="*/ 4218137 h 5988205"/>
              <a:gd name="connsiteX72" fmla="*/ 0 w 6524841"/>
              <a:gd name="connsiteY72" fmla="*/ 4196104 h 5988205"/>
              <a:gd name="connsiteX73" fmla="*/ 0 w 6524841"/>
              <a:gd name="connsiteY73" fmla="*/ 4186306 h 5988205"/>
              <a:gd name="connsiteX74" fmla="*/ 845 w 6524841"/>
              <a:gd name="connsiteY74" fmla="*/ 4182945 h 5988205"/>
              <a:gd name="connsiteX75" fmla="*/ 6942 w 6524841"/>
              <a:gd name="connsiteY75" fmla="*/ 4168237 h 5988205"/>
              <a:gd name="connsiteX76" fmla="*/ 6500365 w 6524841"/>
              <a:gd name="connsiteY76" fmla="*/ 3999065 h 5988205"/>
              <a:gd name="connsiteX77" fmla="*/ 6505891 w 6524841"/>
              <a:gd name="connsiteY77" fmla="*/ 4086684 h 5988205"/>
              <a:gd name="connsiteX78" fmla="*/ 6500365 w 6524841"/>
              <a:gd name="connsiteY78" fmla="*/ 3999065 h 5988205"/>
              <a:gd name="connsiteX79" fmla="*/ 6446323 w 6524841"/>
              <a:gd name="connsiteY79" fmla="*/ 3934647 h 5988205"/>
              <a:gd name="connsiteX80" fmla="*/ 6446323 w 6524841"/>
              <a:gd name="connsiteY80" fmla="*/ 3987783 h 5988205"/>
              <a:gd name="connsiteX81" fmla="*/ 6456617 w 6524841"/>
              <a:gd name="connsiteY81" fmla="*/ 4001377 h 5988205"/>
              <a:gd name="connsiteX82" fmla="*/ 6483557 w 6524841"/>
              <a:gd name="connsiteY82" fmla="*/ 3980339 h 5988205"/>
              <a:gd name="connsiteX83" fmla="*/ 6483095 w 6524841"/>
              <a:gd name="connsiteY83" fmla="*/ 3969011 h 5988205"/>
              <a:gd name="connsiteX84" fmla="*/ 6454775 w 6524841"/>
              <a:gd name="connsiteY84" fmla="*/ 3953060 h 5988205"/>
              <a:gd name="connsiteX85" fmla="*/ 0 w 6524841"/>
              <a:gd name="connsiteY85" fmla="*/ 3917250 h 5988205"/>
              <a:gd name="connsiteX86" fmla="*/ 1535 w 6524841"/>
              <a:gd name="connsiteY86" fmla="*/ 3917770 h 5988205"/>
              <a:gd name="connsiteX87" fmla="*/ 10010 w 6524841"/>
              <a:gd name="connsiteY87" fmla="*/ 3946763 h 5988205"/>
              <a:gd name="connsiteX88" fmla="*/ 9528 w 6524841"/>
              <a:gd name="connsiteY88" fmla="*/ 4018731 h 5988205"/>
              <a:gd name="connsiteX89" fmla="*/ 0 w 6524841"/>
              <a:gd name="connsiteY89" fmla="*/ 4049955 h 5988205"/>
              <a:gd name="connsiteX90" fmla="*/ 6519247 w 6524841"/>
              <a:gd name="connsiteY90" fmla="*/ 3783139 h 5988205"/>
              <a:gd name="connsiteX91" fmla="*/ 6514871 w 6524841"/>
              <a:gd name="connsiteY91" fmla="*/ 3790999 h 5988205"/>
              <a:gd name="connsiteX92" fmla="*/ 6514871 w 6524841"/>
              <a:gd name="connsiteY92" fmla="*/ 3814118 h 5988205"/>
              <a:gd name="connsiteX93" fmla="*/ 6521089 w 6524841"/>
              <a:gd name="connsiteY93" fmla="*/ 3796779 h 5988205"/>
              <a:gd name="connsiteX94" fmla="*/ 6522239 w 6524841"/>
              <a:gd name="connsiteY94" fmla="*/ 3796779 h 5988205"/>
              <a:gd name="connsiteX95" fmla="*/ 6519247 w 6524841"/>
              <a:gd name="connsiteY95" fmla="*/ 3783139 h 5988205"/>
              <a:gd name="connsiteX96" fmla="*/ 6471123 w 6524841"/>
              <a:gd name="connsiteY96" fmla="*/ 3739676 h 5988205"/>
              <a:gd name="connsiteX97" fmla="*/ 6470863 w 6524841"/>
              <a:gd name="connsiteY97" fmla="*/ 3741337 h 5988205"/>
              <a:gd name="connsiteX98" fmla="*/ 6459627 w 6524841"/>
              <a:gd name="connsiteY98" fmla="*/ 3758214 h 5988205"/>
              <a:gd name="connsiteX99" fmla="*/ 6458689 w 6524841"/>
              <a:gd name="connsiteY99" fmla="*/ 3819204 h 5988205"/>
              <a:gd name="connsiteX100" fmla="*/ 6470863 w 6524841"/>
              <a:gd name="connsiteY100" fmla="*/ 3741337 h 5988205"/>
              <a:gd name="connsiteX101" fmla="*/ 6471353 w 6524841"/>
              <a:gd name="connsiteY101" fmla="*/ 3740601 h 5988205"/>
              <a:gd name="connsiteX102" fmla="*/ 5408 w 6524841"/>
              <a:gd name="connsiteY102" fmla="*/ 3727446 h 5988205"/>
              <a:gd name="connsiteX103" fmla="*/ 15226 w 6524841"/>
              <a:gd name="connsiteY103" fmla="*/ 3730218 h 5988205"/>
              <a:gd name="connsiteX104" fmla="*/ 12120 w 6524841"/>
              <a:gd name="connsiteY104" fmla="*/ 3805720 h 5988205"/>
              <a:gd name="connsiteX105" fmla="*/ 0 w 6524841"/>
              <a:gd name="connsiteY105" fmla="*/ 3825447 h 5988205"/>
              <a:gd name="connsiteX106" fmla="*/ 0 w 6524841"/>
              <a:gd name="connsiteY106" fmla="*/ 3814863 h 5988205"/>
              <a:gd name="connsiteX107" fmla="*/ 82107 w 6524841"/>
              <a:gd name="connsiteY107" fmla="*/ 3636269 h 5988205"/>
              <a:gd name="connsiteX108" fmla="*/ 73210 w 6524841"/>
              <a:gd name="connsiteY108" fmla="*/ 3663376 h 5988205"/>
              <a:gd name="connsiteX109" fmla="*/ 67688 w 6524841"/>
              <a:gd name="connsiteY109" fmla="*/ 4020690 h 5988205"/>
              <a:gd name="connsiteX110" fmla="*/ 74130 w 6524841"/>
              <a:gd name="connsiteY110" fmla="*/ 4128193 h 5988205"/>
              <a:gd name="connsiteX111" fmla="*/ 84562 w 6524841"/>
              <a:gd name="connsiteY111" fmla="*/ 4127576 h 5988205"/>
              <a:gd name="connsiteX112" fmla="*/ 84562 w 6524841"/>
              <a:gd name="connsiteY112" fmla="*/ 4128809 h 5988205"/>
              <a:gd name="connsiteX113" fmla="*/ 93459 w 6524841"/>
              <a:gd name="connsiteY113" fmla="*/ 3671077 h 5988205"/>
              <a:gd name="connsiteX114" fmla="*/ 82107 w 6524841"/>
              <a:gd name="connsiteY114" fmla="*/ 3636269 h 5988205"/>
              <a:gd name="connsiteX115" fmla="*/ 82414 w 6524841"/>
              <a:gd name="connsiteY115" fmla="*/ 3437898 h 5988205"/>
              <a:gd name="connsiteX116" fmla="*/ 88243 w 6524841"/>
              <a:gd name="connsiteY116" fmla="*/ 3587600 h 5988205"/>
              <a:gd name="connsiteX117" fmla="*/ 82414 w 6524841"/>
              <a:gd name="connsiteY117" fmla="*/ 3437898 h 5988205"/>
              <a:gd name="connsiteX118" fmla="*/ 131808 w 6524841"/>
              <a:gd name="connsiteY118" fmla="*/ 3314070 h 5988205"/>
              <a:gd name="connsiteX119" fmla="*/ 123525 w 6524841"/>
              <a:gd name="connsiteY119" fmla="*/ 3408019 h 5988205"/>
              <a:gd name="connsiteX120" fmla="*/ 126593 w 6524841"/>
              <a:gd name="connsiteY120" fmla="*/ 3627952 h 5988205"/>
              <a:gd name="connsiteX121" fmla="*/ 128127 w 6524841"/>
              <a:gd name="connsiteY121" fmla="*/ 3828788 h 5988205"/>
              <a:gd name="connsiteX122" fmla="*/ 124138 w 6524841"/>
              <a:gd name="connsiteY122" fmla="*/ 4203660 h 5988205"/>
              <a:gd name="connsiteX123" fmla="*/ 133342 w 6524841"/>
              <a:gd name="connsiteY123" fmla="*/ 4252945 h 5988205"/>
              <a:gd name="connsiteX124" fmla="*/ 142546 w 6524841"/>
              <a:gd name="connsiteY124" fmla="*/ 4249556 h 5988205"/>
              <a:gd name="connsiteX125" fmla="*/ 155125 w 6524841"/>
              <a:gd name="connsiteY125" fmla="*/ 3934442 h 5988205"/>
              <a:gd name="connsiteX126" fmla="*/ 155125 w 6524841"/>
              <a:gd name="connsiteY126" fmla="*/ 3420648 h 5988205"/>
              <a:gd name="connsiteX127" fmla="*/ 131808 w 6524841"/>
              <a:gd name="connsiteY127" fmla="*/ 3314070 h 5988205"/>
              <a:gd name="connsiteX128" fmla="*/ 78732 w 6524841"/>
              <a:gd name="connsiteY128" fmla="*/ 3105226 h 5988205"/>
              <a:gd name="connsiteX129" fmla="*/ 75358 w 6524841"/>
              <a:gd name="connsiteY129" fmla="*/ 3176689 h 5988205"/>
              <a:gd name="connsiteX130" fmla="*/ 86095 w 6524841"/>
              <a:gd name="connsiteY130" fmla="*/ 3178537 h 5988205"/>
              <a:gd name="connsiteX131" fmla="*/ 86095 w 6524841"/>
              <a:gd name="connsiteY131" fmla="*/ 3105226 h 5988205"/>
              <a:gd name="connsiteX132" fmla="*/ 6475497 w 6524841"/>
              <a:gd name="connsiteY132" fmla="*/ 2883831 h 5988205"/>
              <a:gd name="connsiteX133" fmla="*/ 6478951 w 6524841"/>
              <a:gd name="connsiteY133" fmla="*/ 3064386 h 5988205"/>
              <a:gd name="connsiteX134" fmla="*/ 6478261 w 6524841"/>
              <a:gd name="connsiteY134" fmla="*/ 3064386 h 5988205"/>
              <a:gd name="connsiteX135" fmla="*/ 6475497 w 6524841"/>
              <a:gd name="connsiteY135" fmla="*/ 2883831 h 5988205"/>
              <a:gd name="connsiteX136" fmla="*/ 106037 w 6524841"/>
              <a:gd name="connsiteY136" fmla="*/ 2509188 h 5988205"/>
              <a:gd name="connsiteX137" fmla="*/ 93152 w 6524841"/>
              <a:gd name="connsiteY137" fmla="*/ 2509804 h 5988205"/>
              <a:gd name="connsiteX138" fmla="*/ 93152 w 6524841"/>
              <a:gd name="connsiteY138" fmla="*/ 2800893 h 5988205"/>
              <a:gd name="connsiteX139" fmla="*/ 101129 w 6524841"/>
              <a:gd name="connsiteY139" fmla="*/ 2800893 h 5988205"/>
              <a:gd name="connsiteX140" fmla="*/ 106037 w 6524841"/>
              <a:gd name="connsiteY140" fmla="*/ 2509188 h 5988205"/>
              <a:gd name="connsiteX141" fmla="*/ 143773 w 6524841"/>
              <a:gd name="connsiteY141" fmla="*/ 2410927 h 5988205"/>
              <a:gd name="connsiteX142" fmla="*/ 135490 w 6524841"/>
              <a:gd name="connsiteY142" fmla="*/ 2692466 h 5988205"/>
              <a:gd name="connsiteX143" fmla="*/ 107264 w 6524841"/>
              <a:gd name="connsiteY143" fmla="*/ 2908087 h 5988205"/>
              <a:gd name="connsiteX144" fmla="*/ 106344 w 6524841"/>
              <a:gd name="connsiteY144" fmla="*/ 2908087 h 5988205"/>
              <a:gd name="connsiteX145" fmla="*/ 106344 w 6524841"/>
              <a:gd name="connsiteY145" fmla="*/ 3099681 h 5988205"/>
              <a:gd name="connsiteX146" fmla="*/ 112787 w 6524841"/>
              <a:gd name="connsiteY146" fmla="*/ 3174224 h 5988205"/>
              <a:gd name="connsiteX147" fmla="*/ 152670 w 6524841"/>
              <a:gd name="connsiteY147" fmla="*/ 3069494 h 5988205"/>
              <a:gd name="connsiteX148" fmla="*/ 162181 w 6524841"/>
              <a:gd name="connsiteY148" fmla="*/ 2576647 h 5988205"/>
              <a:gd name="connsiteX149" fmla="*/ 160033 w 6524841"/>
              <a:gd name="connsiteY149" fmla="*/ 2458055 h 5988205"/>
              <a:gd name="connsiteX150" fmla="*/ 143773 w 6524841"/>
              <a:gd name="connsiteY150" fmla="*/ 2410927 h 5988205"/>
              <a:gd name="connsiteX151" fmla="*/ 138864 w 6524841"/>
              <a:gd name="connsiteY151" fmla="*/ 2122611 h 5988205"/>
              <a:gd name="connsiteX152" fmla="*/ 141012 w 6524841"/>
              <a:gd name="connsiteY152" fmla="*/ 2324986 h 5988205"/>
              <a:gd name="connsiteX153" fmla="*/ 138864 w 6524841"/>
              <a:gd name="connsiteY153" fmla="*/ 2122611 h 5988205"/>
              <a:gd name="connsiteX154" fmla="*/ 143160 w 6524841"/>
              <a:gd name="connsiteY154" fmla="*/ 1869103 h 5988205"/>
              <a:gd name="connsiteX155" fmla="*/ 152364 w 6524841"/>
              <a:gd name="connsiteY155" fmla="*/ 1988002 h 5988205"/>
              <a:gd name="connsiteX156" fmla="*/ 143160 w 6524841"/>
              <a:gd name="connsiteY156" fmla="*/ 1869103 h 5988205"/>
              <a:gd name="connsiteX157" fmla="*/ 26270 w 6524841"/>
              <a:gd name="connsiteY157" fmla="*/ 1593724 h 5988205"/>
              <a:gd name="connsiteX158" fmla="*/ 13078 w 6524841"/>
              <a:gd name="connsiteY158" fmla="*/ 1597420 h 5988205"/>
              <a:gd name="connsiteX159" fmla="*/ 15532 w 6524841"/>
              <a:gd name="connsiteY159" fmla="*/ 1649169 h 5988205"/>
              <a:gd name="connsiteX160" fmla="*/ 28418 w 6524841"/>
              <a:gd name="connsiteY160" fmla="*/ 1644857 h 5988205"/>
              <a:gd name="connsiteX161" fmla="*/ 26270 w 6524841"/>
              <a:gd name="connsiteY161" fmla="*/ 1593724 h 5988205"/>
              <a:gd name="connsiteX162" fmla="*/ 6522239 w 6524841"/>
              <a:gd name="connsiteY162" fmla="*/ 1173528 h 5988205"/>
              <a:gd name="connsiteX163" fmla="*/ 6516023 w 6524841"/>
              <a:gd name="connsiteY163" fmla="*/ 1179077 h 5988205"/>
              <a:gd name="connsiteX164" fmla="*/ 6516023 w 6524841"/>
              <a:gd name="connsiteY164" fmla="*/ 1190405 h 5988205"/>
              <a:gd name="connsiteX165" fmla="*/ 6522009 w 6524841"/>
              <a:gd name="connsiteY165" fmla="*/ 1186012 h 5988205"/>
              <a:gd name="connsiteX166" fmla="*/ 6522239 w 6524841"/>
              <a:gd name="connsiteY166" fmla="*/ 1186012 h 5988205"/>
              <a:gd name="connsiteX167" fmla="*/ 6522239 w 6524841"/>
              <a:gd name="connsiteY167" fmla="*/ 1173528 h 5988205"/>
              <a:gd name="connsiteX168" fmla="*/ 6454083 w 6524841"/>
              <a:gd name="connsiteY168" fmla="*/ 1137926 h 5988205"/>
              <a:gd name="connsiteX169" fmla="*/ 6450169 w 6524841"/>
              <a:gd name="connsiteY169" fmla="*/ 1144630 h 5988205"/>
              <a:gd name="connsiteX170" fmla="*/ 6452701 w 6524841"/>
              <a:gd name="connsiteY170" fmla="*/ 1154340 h 5988205"/>
              <a:gd name="connsiteX171" fmla="*/ 6455695 w 6524841"/>
              <a:gd name="connsiteY171" fmla="*/ 1148560 h 5988205"/>
              <a:gd name="connsiteX172" fmla="*/ 6456387 w 6524841"/>
              <a:gd name="connsiteY172" fmla="*/ 1147404 h 5988205"/>
              <a:gd name="connsiteX173" fmla="*/ 6454083 w 6524841"/>
              <a:gd name="connsiteY173" fmla="*/ 1137926 h 5988205"/>
              <a:gd name="connsiteX174" fmla="*/ 102969 w 6524841"/>
              <a:gd name="connsiteY174" fmla="*/ 1128907 h 5988205"/>
              <a:gd name="connsiteX175" fmla="*/ 109105 w 6524841"/>
              <a:gd name="connsiteY175" fmla="*/ 1208995 h 5988205"/>
              <a:gd name="connsiteX176" fmla="*/ 118309 w 6524841"/>
              <a:gd name="connsiteY176" fmla="*/ 1204374 h 5988205"/>
              <a:gd name="connsiteX177" fmla="*/ 102969 w 6524841"/>
              <a:gd name="connsiteY177" fmla="*/ 1128907 h 5988205"/>
              <a:gd name="connsiteX178" fmla="*/ 6509805 w 6524841"/>
              <a:gd name="connsiteY178" fmla="*/ 864435 h 5988205"/>
              <a:gd name="connsiteX179" fmla="*/ 6499445 w 6524841"/>
              <a:gd name="connsiteY179" fmla="*/ 1023721 h 5988205"/>
              <a:gd name="connsiteX180" fmla="*/ 6509805 w 6524841"/>
              <a:gd name="connsiteY180" fmla="*/ 864435 h 5988205"/>
              <a:gd name="connsiteX181" fmla="*/ 6482405 w 6524841"/>
              <a:gd name="connsiteY181" fmla="*/ 851257 h 5988205"/>
              <a:gd name="connsiteX182" fmla="*/ 6478491 w 6524841"/>
              <a:gd name="connsiteY182" fmla="*/ 880386 h 5988205"/>
              <a:gd name="connsiteX183" fmla="*/ 6482865 w 6524841"/>
              <a:gd name="connsiteY183" fmla="*/ 883623 h 5988205"/>
              <a:gd name="connsiteX184" fmla="*/ 6487011 w 6524841"/>
              <a:gd name="connsiteY184" fmla="*/ 854725 h 5988205"/>
              <a:gd name="connsiteX185" fmla="*/ 122604 w 6524841"/>
              <a:gd name="connsiteY185" fmla="*/ 558436 h 5988205"/>
              <a:gd name="connsiteX186" fmla="*/ 115548 w 6524841"/>
              <a:gd name="connsiteY186" fmla="*/ 570449 h 5988205"/>
              <a:gd name="connsiteX187" fmla="*/ 121070 w 6524841"/>
              <a:gd name="connsiteY187" fmla="*/ 590163 h 5988205"/>
              <a:gd name="connsiteX188" fmla="*/ 126899 w 6524841"/>
              <a:gd name="connsiteY188" fmla="*/ 579998 h 5988205"/>
              <a:gd name="connsiteX189" fmla="*/ 122604 w 6524841"/>
              <a:gd name="connsiteY189" fmla="*/ 558436 h 5988205"/>
              <a:gd name="connsiteX190" fmla="*/ 43723 w 6524841"/>
              <a:gd name="connsiteY190" fmla="*/ 0 h 5988205"/>
              <a:gd name="connsiteX191" fmla="*/ 64608 w 6524841"/>
              <a:gd name="connsiteY191" fmla="*/ 0 h 5988205"/>
              <a:gd name="connsiteX192" fmla="*/ 64126 w 6524841"/>
              <a:gd name="connsiteY192" fmla="*/ 66822 h 5988205"/>
              <a:gd name="connsiteX193" fmla="*/ 78426 w 6524841"/>
              <a:gd name="connsiteY193" fmla="*/ 177095 h 5988205"/>
              <a:gd name="connsiteX194" fmla="*/ 123525 w 6524841"/>
              <a:gd name="connsiteY194" fmla="*/ 197425 h 5988205"/>
              <a:gd name="connsiteX195" fmla="*/ 135466 w 6524841"/>
              <a:gd name="connsiteY195" fmla="*/ 54076 h 5988205"/>
              <a:gd name="connsiteX196" fmla="*/ 129893 w 6524841"/>
              <a:gd name="connsiteY196" fmla="*/ 0 h 5988205"/>
              <a:gd name="connsiteX197" fmla="*/ 6524101 w 6524841"/>
              <a:gd name="connsiteY197" fmla="*/ 0 h 5988205"/>
              <a:gd name="connsiteX198" fmla="*/ 6524101 w 6524841"/>
              <a:gd name="connsiteY198" fmla="*/ 608461 h 5988205"/>
              <a:gd name="connsiteX199" fmla="*/ 6520627 w 6524841"/>
              <a:gd name="connsiteY199" fmla="*/ 633944 h 5988205"/>
              <a:gd name="connsiteX200" fmla="*/ 6489312 w 6524841"/>
              <a:gd name="connsiteY200" fmla="*/ 604121 h 5988205"/>
              <a:gd name="connsiteX201" fmla="*/ 6482635 w 6524841"/>
              <a:gd name="connsiteY201" fmla="*/ 798085 h 5988205"/>
              <a:gd name="connsiteX202" fmla="*/ 6511187 w 6524841"/>
              <a:gd name="connsiteY202" fmla="*/ 704224 h 5988205"/>
              <a:gd name="connsiteX203" fmla="*/ 6524101 w 6524841"/>
              <a:gd name="connsiteY203" fmla="*/ 717987 h 5988205"/>
              <a:gd name="connsiteX204" fmla="*/ 6524101 w 6524841"/>
              <a:gd name="connsiteY204" fmla="*/ 2250660 h 5988205"/>
              <a:gd name="connsiteX205" fmla="*/ 6524081 w 6524841"/>
              <a:gd name="connsiteY205" fmla="*/ 2251079 h 5988205"/>
              <a:gd name="connsiteX206" fmla="*/ 6522239 w 6524841"/>
              <a:gd name="connsiteY206" fmla="*/ 2303789 h 5988205"/>
              <a:gd name="connsiteX207" fmla="*/ 6500825 w 6524841"/>
              <a:gd name="connsiteY207" fmla="*/ 2384935 h 5988205"/>
              <a:gd name="connsiteX208" fmla="*/ 6494839 w 6524841"/>
              <a:gd name="connsiteY208" fmla="*/ 2267262 h 5988205"/>
              <a:gd name="connsiteX209" fmla="*/ 6488161 w 6524841"/>
              <a:gd name="connsiteY209" fmla="*/ 1881184 h 5988205"/>
              <a:gd name="connsiteX210" fmla="*/ 6496451 w 6524841"/>
              <a:gd name="connsiteY210" fmla="*/ 1749178 h 5988205"/>
              <a:gd name="connsiteX211" fmla="*/ 6499445 w 6524841"/>
              <a:gd name="connsiteY211" fmla="*/ 1688838 h 5988205"/>
              <a:gd name="connsiteX212" fmla="*/ 6499445 w 6524841"/>
              <a:gd name="connsiteY212" fmla="*/ 1592897 h 5988205"/>
              <a:gd name="connsiteX213" fmla="*/ 6488621 w 6524841"/>
              <a:gd name="connsiteY213" fmla="*/ 1410955 h 5988205"/>
              <a:gd name="connsiteX214" fmla="*/ 6473195 w 6524841"/>
              <a:gd name="connsiteY214" fmla="*/ 1730683 h 5988205"/>
              <a:gd name="connsiteX215" fmla="*/ 6465827 w 6524841"/>
              <a:gd name="connsiteY215" fmla="*/ 1730683 h 5988205"/>
              <a:gd name="connsiteX216" fmla="*/ 6459609 w 6524841"/>
              <a:gd name="connsiteY216" fmla="*/ 1646301 h 5988205"/>
              <a:gd name="connsiteX217" fmla="*/ 6452989 w 6524841"/>
              <a:gd name="connsiteY217" fmla="*/ 1488980 h 5988205"/>
              <a:gd name="connsiteX218" fmla="*/ 6446323 w 6524841"/>
              <a:gd name="connsiteY218" fmla="*/ 1394991 h 5988205"/>
              <a:gd name="connsiteX219" fmla="*/ 6446323 w 6524841"/>
              <a:gd name="connsiteY219" fmla="*/ 3622754 h 5988205"/>
              <a:gd name="connsiteX220" fmla="*/ 6446945 w 6524841"/>
              <a:gd name="connsiteY220" fmla="*/ 3610675 h 5988205"/>
              <a:gd name="connsiteX221" fmla="*/ 6451091 w 6524841"/>
              <a:gd name="connsiteY221" fmla="*/ 3611831 h 5988205"/>
              <a:gd name="connsiteX222" fmla="*/ 6449479 w 6524841"/>
              <a:gd name="connsiteY222" fmla="*/ 3637493 h 5988205"/>
              <a:gd name="connsiteX223" fmla="*/ 6446323 w 6524841"/>
              <a:gd name="connsiteY223" fmla="*/ 3637493 h 5988205"/>
              <a:gd name="connsiteX224" fmla="*/ 6446323 w 6524841"/>
              <a:gd name="connsiteY224" fmla="*/ 3745324 h 5988205"/>
              <a:gd name="connsiteX225" fmla="*/ 6468589 w 6524841"/>
              <a:gd name="connsiteY225" fmla="*/ 3714708 h 5988205"/>
              <a:gd name="connsiteX226" fmla="*/ 6472043 w 6524841"/>
              <a:gd name="connsiteY226" fmla="*/ 3739445 h 5988205"/>
              <a:gd name="connsiteX227" fmla="*/ 6504049 w 6524841"/>
              <a:gd name="connsiteY227" fmla="*/ 3760252 h 5988205"/>
              <a:gd name="connsiteX228" fmla="*/ 6496911 w 6524841"/>
              <a:gd name="connsiteY228" fmla="*/ 3702687 h 5988205"/>
              <a:gd name="connsiteX229" fmla="*/ 6480103 w 6524841"/>
              <a:gd name="connsiteY229" fmla="*/ 3633332 h 5988205"/>
              <a:gd name="connsiteX230" fmla="*/ 6484477 w 6524841"/>
              <a:gd name="connsiteY230" fmla="*/ 3545944 h 5988205"/>
              <a:gd name="connsiteX231" fmla="*/ 6487471 w 6524841"/>
              <a:gd name="connsiteY231" fmla="*/ 3430351 h 5988205"/>
              <a:gd name="connsiteX232" fmla="*/ 6483327 w 6524841"/>
              <a:gd name="connsiteY232" fmla="*/ 3165183 h 5988205"/>
              <a:gd name="connsiteX233" fmla="*/ 6503129 w 6524841"/>
              <a:gd name="connsiteY233" fmla="*/ 3330942 h 5988205"/>
              <a:gd name="connsiteX234" fmla="*/ 6506121 w 6524841"/>
              <a:gd name="connsiteY234" fmla="*/ 3493927 h 5988205"/>
              <a:gd name="connsiteX235" fmla="*/ 6512799 w 6524841"/>
              <a:gd name="connsiteY235" fmla="*/ 3655756 h 5988205"/>
              <a:gd name="connsiteX236" fmla="*/ 6519477 w 6524841"/>
              <a:gd name="connsiteY236" fmla="*/ 3556347 h 5988205"/>
              <a:gd name="connsiteX237" fmla="*/ 6519477 w 6524841"/>
              <a:gd name="connsiteY237" fmla="*/ 3474508 h 5988205"/>
              <a:gd name="connsiteX238" fmla="*/ 6521089 w 6524841"/>
              <a:gd name="connsiteY238" fmla="*/ 3281237 h 5988205"/>
              <a:gd name="connsiteX239" fmla="*/ 6512109 w 6524841"/>
              <a:gd name="connsiteY239" fmla="*/ 3139290 h 5988205"/>
              <a:gd name="connsiteX240" fmla="*/ 6507733 w 6524841"/>
              <a:gd name="connsiteY240" fmla="*/ 3066236 h 5988205"/>
              <a:gd name="connsiteX241" fmla="*/ 6507733 w 6524841"/>
              <a:gd name="connsiteY241" fmla="*/ 2791126 h 5988205"/>
              <a:gd name="connsiteX242" fmla="*/ 6499445 w 6524841"/>
              <a:gd name="connsiteY242" fmla="*/ 2550463 h 5988205"/>
              <a:gd name="connsiteX243" fmla="*/ 6505431 w 6524841"/>
              <a:gd name="connsiteY243" fmla="*/ 2484807 h 5988205"/>
              <a:gd name="connsiteX244" fmla="*/ 6514324 w 6524841"/>
              <a:gd name="connsiteY244" fmla="*/ 2449926 h 5988205"/>
              <a:gd name="connsiteX245" fmla="*/ 6524101 w 6524841"/>
              <a:gd name="connsiteY245" fmla="*/ 2418246 h 5988205"/>
              <a:gd name="connsiteX246" fmla="*/ 6524101 w 6524841"/>
              <a:gd name="connsiteY246" fmla="*/ 2543370 h 5988205"/>
              <a:gd name="connsiteX247" fmla="*/ 6516253 w 6524841"/>
              <a:gd name="connsiteY247" fmla="*/ 2524802 h 5988205"/>
              <a:gd name="connsiteX248" fmla="*/ 6516253 w 6524841"/>
              <a:gd name="connsiteY248" fmla="*/ 2667905 h 5988205"/>
              <a:gd name="connsiteX249" fmla="*/ 6524101 w 6524841"/>
              <a:gd name="connsiteY249" fmla="*/ 2679521 h 5988205"/>
              <a:gd name="connsiteX250" fmla="*/ 6524101 w 6524841"/>
              <a:gd name="connsiteY250" fmla="*/ 2794148 h 5988205"/>
              <a:gd name="connsiteX251" fmla="*/ 6519477 w 6524841"/>
              <a:gd name="connsiteY251" fmla="*/ 2802917 h 5988205"/>
              <a:gd name="connsiteX252" fmla="*/ 6516943 w 6524841"/>
              <a:gd name="connsiteY252" fmla="*/ 2835283 h 5988205"/>
              <a:gd name="connsiteX253" fmla="*/ 6524101 w 6524841"/>
              <a:gd name="connsiteY253" fmla="*/ 2933879 h 5988205"/>
              <a:gd name="connsiteX254" fmla="*/ 6524101 w 6524841"/>
              <a:gd name="connsiteY254" fmla="*/ 5306696 h 5988205"/>
              <a:gd name="connsiteX255" fmla="*/ 6521102 w 6524841"/>
              <a:gd name="connsiteY255" fmla="*/ 5310152 h 5988205"/>
              <a:gd name="connsiteX256" fmla="*/ 6486779 w 6524841"/>
              <a:gd name="connsiteY256" fmla="*/ 5329301 h 5988205"/>
              <a:gd name="connsiteX257" fmla="*/ 6476879 w 6524841"/>
              <a:gd name="connsiteY257" fmla="*/ 5304102 h 5988205"/>
              <a:gd name="connsiteX258" fmla="*/ 6477339 w 6524841"/>
              <a:gd name="connsiteY258" fmla="*/ 5303640 h 5988205"/>
              <a:gd name="connsiteX259" fmla="*/ 6477147 w 6524841"/>
              <a:gd name="connsiteY259" fmla="*/ 5302137 h 5988205"/>
              <a:gd name="connsiteX260" fmla="*/ 6484477 w 6524841"/>
              <a:gd name="connsiteY260" fmla="*/ 5248618 h 5988205"/>
              <a:gd name="connsiteX261" fmla="*/ 6473705 w 6524841"/>
              <a:gd name="connsiteY261" fmla="*/ 5275187 h 5988205"/>
              <a:gd name="connsiteX262" fmla="*/ 6477147 w 6524841"/>
              <a:gd name="connsiteY262" fmla="*/ 5302137 h 5988205"/>
              <a:gd name="connsiteX263" fmla="*/ 6476879 w 6524841"/>
              <a:gd name="connsiteY263" fmla="*/ 5304102 h 5988205"/>
              <a:gd name="connsiteX264" fmla="*/ 6480793 w 6524841"/>
              <a:gd name="connsiteY264" fmla="*/ 5505926 h 5988205"/>
              <a:gd name="connsiteX265" fmla="*/ 6490003 w 6524841"/>
              <a:gd name="connsiteY265" fmla="*/ 5639782 h 5988205"/>
              <a:gd name="connsiteX266" fmla="*/ 6500135 w 6524841"/>
              <a:gd name="connsiteY266" fmla="*/ 5711680 h 5988205"/>
              <a:gd name="connsiteX267" fmla="*/ 6507043 w 6524841"/>
              <a:gd name="connsiteY267" fmla="*/ 5647873 h 5988205"/>
              <a:gd name="connsiteX268" fmla="*/ 6513259 w 6524841"/>
              <a:gd name="connsiteY268" fmla="*/ 5435877 h 5988205"/>
              <a:gd name="connsiteX269" fmla="*/ 6517767 w 6524841"/>
              <a:gd name="connsiteY269" fmla="*/ 5381961 h 5988205"/>
              <a:gd name="connsiteX270" fmla="*/ 6524101 w 6524841"/>
              <a:gd name="connsiteY270" fmla="*/ 5364581 h 5988205"/>
              <a:gd name="connsiteX271" fmla="*/ 6524101 w 6524841"/>
              <a:gd name="connsiteY271" fmla="*/ 5988205 h 5988205"/>
              <a:gd name="connsiteX272" fmla="*/ 12174 w 6524841"/>
              <a:gd name="connsiteY272" fmla="*/ 5988205 h 5988205"/>
              <a:gd name="connsiteX273" fmla="*/ 15116 w 6524841"/>
              <a:gd name="connsiteY273" fmla="*/ 5976837 h 5988205"/>
              <a:gd name="connsiteX274" fmla="*/ 16453 w 6524841"/>
              <a:gd name="connsiteY274" fmla="*/ 5870717 h 5988205"/>
              <a:gd name="connsiteX275" fmla="*/ 6942 w 6524841"/>
              <a:gd name="connsiteY275" fmla="*/ 5735800 h 5988205"/>
              <a:gd name="connsiteX276" fmla="*/ 2480 w 6524841"/>
              <a:gd name="connsiteY276" fmla="*/ 5690292 h 5988205"/>
              <a:gd name="connsiteX277" fmla="*/ 0 w 6524841"/>
              <a:gd name="connsiteY277" fmla="*/ 5686149 h 5988205"/>
              <a:gd name="connsiteX278" fmla="*/ 0 w 6524841"/>
              <a:gd name="connsiteY278" fmla="*/ 5570367 h 5988205"/>
              <a:gd name="connsiteX279" fmla="*/ 11851 w 6524841"/>
              <a:gd name="connsiteY279" fmla="*/ 5564535 h 5988205"/>
              <a:gd name="connsiteX280" fmla="*/ 11419 w 6524841"/>
              <a:gd name="connsiteY280" fmla="*/ 5318713 h 5988205"/>
              <a:gd name="connsiteX281" fmla="*/ 0 w 6524841"/>
              <a:gd name="connsiteY281" fmla="*/ 5268610 h 5988205"/>
              <a:gd name="connsiteX282" fmla="*/ 0 w 6524841"/>
              <a:gd name="connsiteY282" fmla="*/ 5235304 h 5988205"/>
              <a:gd name="connsiteX283" fmla="*/ 12201 w 6524841"/>
              <a:gd name="connsiteY283" fmla="*/ 5216751 h 5988205"/>
              <a:gd name="connsiteX284" fmla="*/ 14919 w 6524841"/>
              <a:gd name="connsiteY284" fmla="*/ 5129597 h 5988205"/>
              <a:gd name="connsiteX285" fmla="*/ 19214 w 6524841"/>
              <a:gd name="connsiteY285" fmla="*/ 4987904 h 5988205"/>
              <a:gd name="connsiteX286" fmla="*/ 31793 w 6524841"/>
              <a:gd name="connsiteY286" fmla="*/ 4893338 h 5988205"/>
              <a:gd name="connsiteX287" fmla="*/ 38235 w 6524841"/>
              <a:gd name="connsiteY287" fmla="*/ 4359831 h 5988205"/>
              <a:gd name="connsiteX288" fmla="*/ 32406 w 6524841"/>
              <a:gd name="connsiteY288" fmla="*/ 3458536 h 5988205"/>
              <a:gd name="connsiteX289" fmla="*/ 47132 w 6524841"/>
              <a:gd name="connsiteY289" fmla="*/ 2575723 h 5988205"/>
              <a:gd name="connsiteX290" fmla="*/ 44064 w 6524841"/>
              <a:gd name="connsiteY290" fmla="*/ 2511036 h 5988205"/>
              <a:gd name="connsiteX291" fmla="*/ 32099 w 6524841"/>
              <a:gd name="connsiteY291" fmla="*/ 2580959 h 5988205"/>
              <a:gd name="connsiteX292" fmla="*/ 24736 w 6524841"/>
              <a:gd name="connsiteY292" fmla="*/ 2800584 h 5988205"/>
              <a:gd name="connsiteX293" fmla="*/ 17066 w 6524841"/>
              <a:gd name="connsiteY293" fmla="*/ 3075963 h 5988205"/>
              <a:gd name="connsiteX294" fmla="*/ 17066 w 6524841"/>
              <a:gd name="connsiteY294" fmla="*/ 3564190 h 5988205"/>
              <a:gd name="connsiteX295" fmla="*/ 7862 w 6524841"/>
              <a:gd name="connsiteY295" fmla="*/ 3660295 h 5988205"/>
              <a:gd name="connsiteX296" fmla="*/ 0 w 6524841"/>
              <a:gd name="connsiteY296" fmla="*/ 3637548 h 5988205"/>
              <a:gd name="connsiteX297" fmla="*/ 0 w 6524841"/>
              <a:gd name="connsiteY297" fmla="*/ 3331386 h 5988205"/>
              <a:gd name="connsiteX298" fmla="*/ 2033 w 6524841"/>
              <a:gd name="connsiteY298" fmla="*/ 3326391 h 5988205"/>
              <a:gd name="connsiteX299" fmla="*/ 0 w 6524841"/>
              <a:gd name="connsiteY299" fmla="*/ 3319911 h 5988205"/>
              <a:gd name="connsiteX300" fmla="*/ 0 w 6524841"/>
              <a:gd name="connsiteY300" fmla="*/ 3167248 h 5988205"/>
              <a:gd name="connsiteX301" fmla="*/ 1889 w 6524841"/>
              <a:gd name="connsiteY301" fmla="*/ 3161424 h 5988205"/>
              <a:gd name="connsiteX302" fmla="*/ 2033 w 6524841"/>
              <a:gd name="connsiteY302" fmla="*/ 3161903 h 5988205"/>
              <a:gd name="connsiteX303" fmla="*/ 2033 w 6524841"/>
              <a:gd name="connsiteY303" fmla="*/ 3160979 h 5988205"/>
              <a:gd name="connsiteX304" fmla="*/ 1889 w 6524841"/>
              <a:gd name="connsiteY304" fmla="*/ 3161424 h 5988205"/>
              <a:gd name="connsiteX305" fmla="*/ 0 w 6524841"/>
              <a:gd name="connsiteY305" fmla="*/ 3155137 h 5988205"/>
              <a:gd name="connsiteX306" fmla="*/ 0 w 6524841"/>
              <a:gd name="connsiteY306" fmla="*/ 2706199 h 5988205"/>
              <a:gd name="connsiteX307" fmla="*/ 6942 w 6524841"/>
              <a:gd name="connsiteY307" fmla="*/ 2702939 h 5988205"/>
              <a:gd name="connsiteX308" fmla="*/ 0 w 6524841"/>
              <a:gd name="connsiteY308" fmla="*/ 2669662 h 5988205"/>
              <a:gd name="connsiteX309" fmla="*/ 0 w 6524841"/>
              <a:gd name="connsiteY309" fmla="*/ 2377899 h 5988205"/>
              <a:gd name="connsiteX310" fmla="*/ 6099 w 6524841"/>
              <a:gd name="connsiteY310" fmla="*/ 2358986 h 5988205"/>
              <a:gd name="connsiteX311" fmla="*/ 24736 w 6524841"/>
              <a:gd name="connsiteY311" fmla="*/ 2282478 h 5988205"/>
              <a:gd name="connsiteX312" fmla="*/ 0 w 6524841"/>
              <a:gd name="connsiteY312" fmla="*/ 2215779 h 5988205"/>
              <a:gd name="connsiteX313" fmla="*/ 0 w 6524841"/>
              <a:gd name="connsiteY313" fmla="*/ 1900471 h 5988205"/>
              <a:gd name="connsiteX314" fmla="*/ 25657 w 6524841"/>
              <a:gd name="connsiteY314" fmla="*/ 1906990 h 5988205"/>
              <a:gd name="connsiteX315" fmla="*/ 10126 w 6524841"/>
              <a:gd name="connsiteY315" fmla="*/ 1830522 h 5988205"/>
              <a:gd name="connsiteX316" fmla="*/ 0 w 6524841"/>
              <a:gd name="connsiteY316" fmla="*/ 1810426 h 5988205"/>
              <a:gd name="connsiteX317" fmla="*/ 0 w 6524841"/>
              <a:gd name="connsiteY317" fmla="*/ 1649523 h 5988205"/>
              <a:gd name="connsiteX318" fmla="*/ 5715 w 6524841"/>
              <a:gd name="connsiteY318" fmla="*/ 1642393 h 5988205"/>
              <a:gd name="connsiteX319" fmla="*/ 0 w 6524841"/>
              <a:gd name="connsiteY319" fmla="*/ 1631368 h 5988205"/>
              <a:gd name="connsiteX320" fmla="*/ 0 w 6524841"/>
              <a:gd name="connsiteY320" fmla="*/ 1276248 h 5988205"/>
              <a:gd name="connsiteX321" fmla="*/ 20748 w 6524841"/>
              <a:gd name="connsiteY321" fmla="*/ 1281382 h 5988205"/>
              <a:gd name="connsiteX322" fmla="*/ 7125 w 6524841"/>
              <a:gd name="connsiteY322" fmla="*/ 1254184 h 5988205"/>
              <a:gd name="connsiteX323" fmla="*/ 0 w 6524841"/>
              <a:gd name="connsiteY323" fmla="*/ 1246189 h 5988205"/>
              <a:gd name="connsiteX324" fmla="*/ 0 w 6524841"/>
              <a:gd name="connsiteY324" fmla="*/ 1113156 h 5988205"/>
              <a:gd name="connsiteX325" fmla="*/ 1420 w 6524841"/>
              <a:gd name="connsiteY325" fmla="*/ 1113506 h 5988205"/>
              <a:gd name="connsiteX326" fmla="*/ 0 w 6524841"/>
              <a:gd name="connsiteY326" fmla="*/ 1105394 h 5988205"/>
              <a:gd name="connsiteX327" fmla="*/ 0 w 6524841"/>
              <a:gd name="connsiteY327" fmla="*/ 602069 h 5988205"/>
              <a:gd name="connsiteX328" fmla="*/ 557 w 6524841"/>
              <a:gd name="connsiteY328" fmla="*/ 606075 h 5988205"/>
              <a:gd name="connsiteX329" fmla="*/ 20748 w 6524841"/>
              <a:gd name="connsiteY329" fmla="*/ 618810 h 5988205"/>
              <a:gd name="connsiteX330" fmla="*/ 28111 w 6524841"/>
              <a:gd name="connsiteY330" fmla="*/ 567369 h 5988205"/>
              <a:gd name="connsiteX331" fmla="*/ 15226 w 6524841"/>
              <a:gd name="connsiteY331" fmla="*/ 523321 h 5988205"/>
              <a:gd name="connsiteX332" fmla="*/ 4794 w 6524841"/>
              <a:gd name="connsiteY332" fmla="*/ 524245 h 5988205"/>
              <a:gd name="connsiteX333" fmla="*/ 0 w 6524841"/>
              <a:gd name="connsiteY333" fmla="*/ 569537 h 5988205"/>
              <a:gd name="connsiteX334" fmla="*/ 0 w 6524841"/>
              <a:gd name="connsiteY334" fmla="*/ 412055 h 5988205"/>
              <a:gd name="connsiteX335" fmla="*/ 10624 w 6524841"/>
              <a:gd name="connsiteY335" fmla="*/ 406577 h 5988205"/>
              <a:gd name="connsiteX336" fmla="*/ 15226 w 6524841"/>
              <a:gd name="connsiteY336" fmla="*/ 311088 h 5988205"/>
              <a:gd name="connsiteX337" fmla="*/ 15226 w 6524841"/>
              <a:gd name="connsiteY337" fmla="*/ 224840 h 5988205"/>
              <a:gd name="connsiteX338" fmla="*/ 38849 w 6524841"/>
              <a:gd name="connsiteY338" fmla="*/ 70825 h 598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</a:cxnLst>
            <a:rect l="l" t="t" r="r" b="b"/>
            <a:pathLst>
              <a:path w="6524841" h="5988205">
                <a:moveTo>
                  <a:pt x="78732" y="5456109"/>
                </a:moveTo>
                <a:cubicBezTo>
                  <a:pt x="69829" y="5473697"/>
                  <a:pt x="61941" y="5491809"/>
                  <a:pt x="55109" y="5510322"/>
                </a:cubicBezTo>
                <a:cubicBezTo>
                  <a:pt x="51176" y="5531114"/>
                  <a:pt x="46160" y="5551660"/>
                  <a:pt x="40076" y="5571928"/>
                </a:cubicBezTo>
                <a:cubicBezTo>
                  <a:pt x="25341" y="5608830"/>
                  <a:pt x="22340" y="5649397"/>
                  <a:pt x="31486" y="5688055"/>
                </a:cubicBezTo>
                <a:cubicBezTo>
                  <a:pt x="37530" y="5728838"/>
                  <a:pt x="40604" y="5770022"/>
                  <a:pt x="40690" y="5811267"/>
                </a:cubicBezTo>
                <a:cubicBezTo>
                  <a:pt x="40690" y="5893819"/>
                  <a:pt x="40690" y="5895051"/>
                  <a:pt x="90084" y="5911069"/>
                </a:cubicBezTo>
                <a:cubicBezTo>
                  <a:pt x="91495" y="5885040"/>
                  <a:pt x="90262" y="5858919"/>
                  <a:pt x="86402" y="5833137"/>
                </a:cubicBezTo>
                <a:cubicBezTo>
                  <a:pt x="75996" y="5803536"/>
                  <a:pt x="72532" y="5771901"/>
                  <a:pt x="76278" y="5740728"/>
                </a:cubicBezTo>
                <a:cubicBezTo>
                  <a:pt x="78119" y="5674194"/>
                  <a:pt x="80880" y="5607968"/>
                  <a:pt x="82414" y="5541433"/>
                </a:cubicBezTo>
                <a:cubicBezTo>
                  <a:pt x="82414" y="5519255"/>
                  <a:pt x="80573" y="5496769"/>
                  <a:pt x="78732" y="5456109"/>
                </a:cubicBezTo>
                <a:close/>
                <a:moveTo>
                  <a:pt x="88243" y="5368320"/>
                </a:moveTo>
                <a:cubicBezTo>
                  <a:pt x="85206" y="5372602"/>
                  <a:pt x="82537" y="5377130"/>
                  <a:pt x="80266" y="5381874"/>
                </a:cubicBezTo>
                <a:cubicBezTo>
                  <a:pt x="80733" y="5386463"/>
                  <a:pt x="81659" y="5391022"/>
                  <a:pt x="83028" y="5395427"/>
                </a:cubicBezTo>
                <a:lnTo>
                  <a:pt x="91925" y="5384954"/>
                </a:lnTo>
                <a:close/>
                <a:moveTo>
                  <a:pt x="70756" y="5250345"/>
                </a:moveTo>
                <a:cubicBezTo>
                  <a:pt x="67688" y="5250653"/>
                  <a:pt x="64313" y="5250961"/>
                  <a:pt x="60938" y="5251577"/>
                </a:cubicBezTo>
                <a:lnTo>
                  <a:pt x="64006" y="5299013"/>
                </a:lnTo>
                <a:cubicBezTo>
                  <a:pt x="66461" y="5299013"/>
                  <a:pt x="68608" y="5299013"/>
                  <a:pt x="70756" y="5297474"/>
                </a:cubicBezTo>
                <a:close/>
                <a:moveTo>
                  <a:pt x="6446323" y="5249823"/>
                </a:moveTo>
                <a:lnTo>
                  <a:pt x="6446323" y="5646303"/>
                </a:lnTo>
                <a:lnTo>
                  <a:pt x="6449449" y="5639637"/>
                </a:lnTo>
                <a:cubicBezTo>
                  <a:pt x="6459437" y="5627297"/>
                  <a:pt x="6472849" y="5621402"/>
                  <a:pt x="6484247" y="5608572"/>
                </a:cubicBezTo>
                <a:cubicBezTo>
                  <a:pt x="6471123" y="5566034"/>
                  <a:pt x="6457077" y="5539448"/>
                  <a:pt x="6459379" y="5490668"/>
                </a:cubicBezTo>
                <a:cubicBezTo>
                  <a:pt x="6461913" y="5425011"/>
                  <a:pt x="6459379" y="5357968"/>
                  <a:pt x="6457767" y="5291849"/>
                </a:cubicBezTo>
                <a:cubicBezTo>
                  <a:pt x="6457767" y="5279249"/>
                  <a:pt x="6456673" y="5266881"/>
                  <a:pt x="6453421" y="5257258"/>
                </a:cubicBezTo>
                <a:close/>
                <a:moveTo>
                  <a:pt x="6482635" y="4947153"/>
                </a:moveTo>
                <a:lnTo>
                  <a:pt x="6482635" y="5071068"/>
                </a:lnTo>
                <a:cubicBezTo>
                  <a:pt x="6470111" y="5073290"/>
                  <a:pt x="6461753" y="5085283"/>
                  <a:pt x="6463967" y="5097855"/>
                </a:cubicBezTo>
                <a:cubicBezTo>
                  <a:pt x="6464673" y="5101873"/>
                  <a:pt x="6466427" y="5105632"/>
                  <a:pt x="6469051" y="5108751"/>
                </a:cubicBezTo>
                <a:cubicBezTo>
                  <a:pt x="6480049" y="5138296"/>
                  <a:pt x="6485287" y="5169691"/>
                  <a:pt x="6484477" y="5201225"/>
                </a:cubicBezTo>
                <a:cubicBezTo>
                  <a:pt x="6486571" y="5210114"/>
                  <a:pt x="6489501" y="5218783"/>
                  <a:pt x="6493227" y="5227117"/>
                </a:cubicBezTo>
                <a:cubicBezTo>
                  <a:pt x="6497453" y="5133663"/>
                  <a:pt x="6493909" y="5040018"/>
                  <a:pt x="6482635" y="4947153"/>
                </a:cubicBezTo>
                <a:close/>
                <a:moveTo>
                  <a:pt x="109719" y="4769511"/>
                </a:moveTo>
                <a:lnTo>
                  <a:pt x="97474" y="4773814"/>
                </a:lnTo>
                <a:lnTo>
                  <a:pt x="97447" y="4773515"/>
                </a:lnTo>
                <a:lnTo>
                  <a:pt x="97447" y="4773823"/>
                </a:lnTo>
                <a:lnTo>
                  <a:pt x="97474" y="4773814"/>
                </a:lnTo>
                <a:lnTo>
                  <a:pt x="103276" y="4838509"/>
                </a:lnTo>
                <a:cubicBezTo>
                  <a:pt x="106344" y="4838509"/>
                  <a:pt x="109105" y="4836353"/>
                  <a:pt x="112173" y="4835121"/>
                </a:cubicBezTo>
                <a:close/>
                <a:moveTo>
                  <a:pt x="6455235" y="4707646"/>
                </a:moveTo>
                <a:lnTo>
                  <a:pt x="6456081" y="4708413"/>
                </a:lnTo>
                <a:lnTo>
                  <a:pt x="6450399" y="4722673"/>
                </a:lnTo>
                <a:cubicBezTo>
                  <a:pt x="6454083" y="4721055"/>
                  <a:pt x="6457537" y="4719205"/>
                  <a:pt x="6464675" y="4716200"/>
                </a:cubicBezTo>
                <a:lnTo>
                  <a:pt x="6456081" y="4708413"/>
                </a:lnTo>
                <a:lnTo>
                  <a:pt x="6456387" y="4707646"/>
                </a:lnTo>
                <a:close/>
                <a:moveTo>
                  <a:pt x="6483327" y="4652393"/>
                </a:moveTo>
                <a:cubicBezTo>
                  <a:pt x="6481715" y="4652162"/>
                  <a:pt x="6480103" y="4652624"/>
                  <a:pt x="6477339" y="4652855"/>
                </a:cubicBezTo>
                <a:cubicBezTo>
                  <a:pt x="6475295" y="4686932"/>
                  <a:pt x="6476217" y="4721124"/>
                  <a:pt x="6480103" y="4755039"/>
                </a:cubicBezTo>
                <a:cubicBezTo>
                  <a:pt x="6482327" y="4754891"/>
                  <a:pt x="6484555" y="4754891"/>
                  <a:pt x="6486779" y="4755039"/>
                </a:cubicBezTo>
                <a:close/>
                <a:moveTo>
                  <a:pt x="15839" y="4538180"/>
                </a:moveTo>
                <a:cubicBezTo>
                  <a:pt x="12618" y="4570754"/>
                  <a:pt x="18888" y="4607314"/>
                  <a:pt x="10058" y="4632654"/>
                </a:cubicBezTo>
                <a:lnTo>
                  <a:pt x="0" y="4646976"/>
                </a:lnTo>
                <a:lnTo>
                  <a:pt x="0" y="4543194"/>
                </a:lnTo>
                <a:lnTo>
                  <a:pt x="3822" y="4539115"/>
                </a:lnTo>
                <a:cubicBezTo>
                  <a:pt x="7101" y="4537415"/>
                  <a:pt x="11046" y="4536987"/>
                  <a:pt x="15839" y="4538180"/>
                </a:cubicBezTo>
                <a:close/>
                <a:moveTo>
                  <a:pt x="85482" y="4407884"/>
                </a:moveTo>
                <a:cubicBezTo>
                  <a:pt x="66154" y="4575452"/>
                  <a:pt x="65847" y="4685110"/>
                  <a:pt x="80266" y="4748564"/>
                </a:cubicBezTo>
                <a:cubicBezTo>
                  <a:pt x="87323" y="4719610"/>
                  <a:pt x="92845" y="4698355"/>
                  <a:pt x="97447" y="4675869"/>
                </a:cubicBezTo>
                <a:cubicBezTo>
                  <a:pt x="99285" y="4659421"/>
                  <a:pt x="101948" y="4643064"/>
                  <a:pt x="105424" y="4626893"/>
                </a:cubicBezTo>
                <a:cubicBezTo>
                  <a:pt x="126415" y="4575544"/>
                  <a:pt x="128909" y="4518466"/>
                  <a:pt x="112480" y="4465485"/>
                </a:cubicBezTo>
                <a:cubicBezTo>
                  <a:pt x="98674" y="4489820"/>
                  <a:pt x="117082" y="4555122"/>
                  <a:pt x="85482" y="4565903"/>
                </a:cubicBezTo>
                <a:close/>
                <a:moveTo>
                  <a:pt x="6455005" y="4321337"/>
                </a:moveTo>
                <a:lnTo>
                  <a:pt x="6446323" y="4330419"/>
                </a:lnTo>
                <a:lnTo>
                  <a:pt x="6446323" y="4366396"/>
                </a:lnTo>
                <a:lnTo>
                  <a:pt x="6454775" y="4357285"/>
                </a:lnTo>
                <a:cubicBezTo>
                  <a:pt x="6457135" y="4349078"/>
                  <a:pt x="6457193" y="4337404"/>
                  <a:pt x="6455005" y="4321337"/>
                </a:cubicBezTo>
                <a:close/>
                <a:moveTo>
                  <a:pt x="75971" y="4212901"/>
                </a:moveTo>
                <a:lnTo>
                  <a:pt x="75971" y="4327796"/>
                </a:lnTo>
                <a:cubicBezTo>
                  <a:pt x="89980" y="4290802"/>
                  <a:pt x="89980" y="4249895"/>
                  <a:pt x="75971" y="4212901"/>
                </a:cubicBezTo>
                <a:close/>
                <a:moveTo>
                  <a:pt x="7862" y="4167313"/>
                </a:moveTo>
                <a:cubicBezTo>
                  <a:pt x="10823" y="4178833"/>
                  <a:pt x="12875" y="4190569"/>
                  <a:pt x="13998" y="4202428"/>
                </a:cubicBezTo>
                <a:cubicBezTo>
                  <a:pt x="14612" y="4206740"/>
                  <a:pt x="9396" y="4212901"/>
                  <a:pt x="6635" y="4218137"/>
                </a:cubicBezTo>
                <a:lnTo>
                  <a:pt x="0" y="4196104"/>
                </a:lnTo>
                <a:lnTo>
                  <a:pt x="0" y="4186306"/>
                </a:lnTo>
                <a:lnTo>
                  <a:pt x="845" y="4182945"/>
                </a:lnTo>
                <a:cubicBezTo>
                  <a:pt x="2494" y="4179018"/>
                  <a:pt x="4795" y="4174090"/>
                  <a:pt x="6942" y="4168237"/>
                </a:cubicBezTo>
                <a:close/>
                <a:moveTo>
                  <a:pt x="6500365" y="3999065"/>
                </a:moveTo>
                <a:cubicBezTo>
                  <a:pt x="6494609" y="4050851"/>
                  <a:pt x="6494609" y="4050851"/>
                  <a:pt x="6505891" y="4086684"/>
                </a:cubicBezTo>
                <a:cubicBezTo>
                  <a:pt x="6516641" y="4058034"/>
                  <a:pt x="6514629" y="4026125"/>
                  <a:pt x="6500365" y="3999065"/>
                </a:cubicBezTo>
                <a:close/>
                <a:moveTo>
                  <a:pt x="6446323" y="3934647"/>
                </a:moveTo>
                <a:lnTo>
                  <a:pt x="6446323" y="3987783"/>
                </a:lnTo>
                <a:lnTo>
                  <a:pt x="6456617" y="4001377"/>
                </a:lnTo>
                <a:cubicBezTo>
                  <a:pt x="6465597" y="3994210"/>
                  <a:pt x="6474347" y="3987275"/>
                  <a:pt x="6483557" y="3980339"/>
                </a:cubicBezTo>
                <a:cubicBezTo>
                  <a:pt x="6483171" y="3976576"/>
                  <a:pt x="6483017" y="3972794"/>
                  <a:pt x="6483095" y="3969011"/>
                </a:cubicBezTo>
                <a:cubicBezTo>
                  <a:pt x="6473425" y="3964157"/>
                  <a:pt x="6463063" y="3963694"/>
                  <a:pt x="6454775" y="3953060"/>
                </a:cubicBezTo>
                <a:close/>
                <a:moveTo>
                  <a:pt x="0" y="3917250"/>
                </a:moveTo>
                <a:lnTo>
                  <a:pt x="1535" y="3917770"/>
                </a:lnTo>
                <a:cubicBezTo>
                  <a:pt x="6329" y="3922429"/>
                  <a:pt x="8936" y="3932286"/>
                  <a:pt x="10010" y="3946763"/>
                </a:cubicBezTo>
                <a:cubicBezTo>
                  <a:pt x="13345" y="3970774"/>
                  <a:pt x="13146" y="3995016"/>
                  <a:pt x="9528" y="4018731"/>
                </a:cubicBezTo>
                <a:lnTo>
                  <a:pt x="0" y="4049955"/>
                </a:lnTo>
                <a:close/>
                <a:moveTo>
                  <a:pt x="6519247" y="3783139"/>
                </a:moveTo>
                <a:cubicBezTo>
                  <a:pt x="6517257" y="3785428"/>
                  <a:pt x="6515767" y="3788110"/>
                  <a:pt x="6514871" y="3790999"/>
                </a:cubicBezTo>
                <a:cubicBezTo>
                  <a:pt x="6514871" y="3796085"/>
                  <a:pt x="6514871" y="3802096"/>
                  <a:pt x="6514871" y="3814118"/>
                </a:cubicBezTo>
                <a:cubicBezTo>
                  <a:pt x="6517703" y="3808639"/>
                  <a:pt x="6519795" y="3802813"/>
                  <a:pt x="6521089" y="3796779"/>
                </a:cubicBezTo>
                <a:lnTo>
                  <a:pt x="6522239" y="3796779"/>
                </a:lnTo>
                <a:cubicBezTo>
                  <a:pt x="6521899" y="3792109"/>
                  <a:pt x="6520891" y="3787508"/>
                  <a:pt x="6519247" y="3783139"/>
                </a:cubicBezTo>
                <a:close/>
                <a:moveTo>
                  <a:pt x="6471123" y="3739676"/>
                </a:moveTo>
                <a:lnTo>
                  <a:pt x="6470863" y="3741337"/>
                </a:lnTo>
                <a:lnTo>
                  <a:pt x="6459627" y="3758214"/>
                </a:lnTo>
                <a:cubicBezTo>
                  <a:pt x="6451349" y="3772822"/>
                  <a:pt x="6452817" y="3782098"/>
                  <a:pt x="6458689" y="3819204"/>
                </a:cubicBezTo>
                <a:lnTo>
                  <a:pt x="6470863" y="3741337"/>
                </a:lnTo>
                <a:lnTo>
                  <a:pt x="6471353" y="3740601"/>
                </a:lnTo>
                <a:close/>
                <a:moveTo>
                  <a:pt x="5408" y="3727446"/>
                </a:moveTo>
                <a:lnTo>
                  <a:pt x="15226" y="3730218"/>
                </a:lnTo>
                <a:cubicBezTo>
                  <a:pt x="18677" y="3756555"/>
                  <a:pt x="20921" y="3783238"/>
                  <a:pt x="12120" y="3805720"/>
                </a:cubicBezTo>
                <a:lnTo>
                  <a:pt x="0" y="3825447"/>
                </a:lnTo>
                <a:lnTo>
                  <a:pt x="0" y="3814863"/>
                </a:lnTo>
                <a:close/>
                <a:moveTo>
                  <a:pt x="82107" y="3636269"/>
                </a:moveTo>
                <a:cubicBezTo>
                  <a:pt x="77947" y="3644863"/>
                  <a:pt x="74956" y="3653981"/>
                  <a:pt x="73210" y="3663376"/>
                </a:cubicBezTo>
                <a:cubicBezTo>
                  <a:pt x="71062" y="3782583"/>
                  <a:pt x="68608" y="3901791"/>
                  <a:pt x="67688" y="4020690"/>
                </a:cubicBezTo>
                <a:cubicBezTo>
                  <a:pt x="67688" y="4056422"/>
                  <a:pt x="71676" y="4092153"/>
                  <a:pt x="74130" y="4128193"/>
                </a:cubicBezTo>
                <a:cubicBezTo>
                  <a:pt x="77505" y="4126961"/>
                  <a:pt x="80880" y="4127269"/>
                  <a:pt x="84562" y="4127576"/>
                </a:cubicBezTo>
                <a:lnTo>
                  <a:pt x="84562" y="4128809"/>
                </a:lnTo>
                <a:cubicBezTo>
                  <a:pt x="109719" y="3979414"/>
                  <a:pt x="90391" y="3823551"/>
                  <a:pt x="93459" y="3671077"/>
                </a:cubicBezTo>
                <a:cubicBezTo>
                  <a:pt x="91425" y="3658971"/>
                  <a:pt x="87596" y="3647235"/>
                  <a:pt x="82107" y="3636269"/>
                </a:cubicBezTo>
                <a:close/>
                <a:moveTo>
                  <a:pt x="82414" y="3437898"/>
                </a:moveTo>
                <a:cubicBezTo>
                  <a:pt x="69835" y="3518294"/>
                  <a:pt x="70142" y="3530307"/>
                  <a:pt x="88243" y="3587600"/>
                </a:cubicBezTo>
                <a:cubicBezTo>
                  <a:pt x="97827" y="3537915"/>
                  <a:pt x="95833" y="3486690"/>
                  <a:pt x="82414" y="3437898"/>
                </a:cubicBezTo>
                <a:close/>
                <a:moveTo>
                  <a:pt x="131808" y="3314070"/>
                </a:moveTo>
                <a:cubicBezTo>
                  <a:pt x="128433" y="3351958"/>
                  <a:pt x="123525" y="3379989"/>
                  <a:pt x="123525" y="3408019"/>
                </a:cubicBezTo>
                <a:cubicBezTo>
                  <a:pt x="123525" y="3481330"/>
                  <a:pt x="125672" y="3554641"/>
                  <a:pt x="126593" y="3627952"/>
                </a:cubicBezTo>
                <a:cubicBezTo>
                  <a:pt x="126593" y="3694795"/>
                  <a:pt x="128740" y="3761945"/>
                  <a:pt x="128127" y="3828788"/>
                </a:cubicBezTo>
                <a:cubicBezTo>
                  <a:pt x="128127" y="3953848"/>
                  <a:pt x="124752" y="4078600"/>
                  <a:pt x="124138" y="4203660"/>
                </a:cubicBezTo>
                <a:cubicBezTo>
                  <a:pt x="125596" y="4220355"/>
                  <a:pt x="128679" y="4236866"/>
                  <a:pt x="133342" y="4252945"/>
                </a:cubicBezTo>
                <a:lnTo>
                  <a:pt x="142546" y="4249556"/>
                </a:lnTo>
                <a:cubicBezTo>
                  <a:pt x="146841" y="4144518"/>
                  <a:pt x="153591" y="4039788"/>
                  <a:pt x="155125" y="3934442"/>
                </a:cubicBezTo>
                <a:cubicBezTo>
                  <a:pt x="157272" y="3763486"/>
                  <a:pt x="155125" y="3592221"/>
                  <a:pt x="155125" y="3420648"/>
                </a:cubicBezTo>
                <a:cubicBezTo>
                  <a:pt x="160567" y="3383469"/>
                  <a:pt x="152275" y="3345550"/>
                  <a:pt x="131808" y="3314070"/>
                </a:cubicBezTo>
                <a:close/>
                <a:moveTo>
                  <a:pt x="78732" y="3105226"/>
                </a:moveTo>
                <a:lnTo>
                  <a:pt x="75358" y="3176689"/>
                </a:lnTo>
                <a:lnTo>
                  <a:pt x="86095" y="3178537"/>
                </a:lnTo>
                <a:lnTo>
                  <a:pt x="86095" y="3105226"/>
                </a:lnTo>
                <a:close/>
                <a:moveTo>
                  <a:pt x="6475497" y="2883831"/>
                </a:moveTo>
                <a:cubicBezTo>
                  <a:pt x="6484481" y="2943616"/>
                  <a:pt x="6485643" y="3004301"/>
                  <a:pt x="6478951" y="3064386"/>
                </a:cubicBezTo>
                <a:lnTo>
                  <a:pt x="6478261" y="3064386"/>
                </a:lnTo>
                <a:cubicBezTo>
                  <a:pt x="6471455" y="3004440"/>
                  <a:pt x="6470529" y="2943962"/>
                  <a:pt x="6475497" y="2883831"/>
                </a:cubicBezTo>
                <a:close/>
                <a:moveTo>
                  <a:pt x="106037" y="2509188"/>
                </a:moveTo>
                <a:lnTo>
                  <a:pt x="93152" y="2509804"/>
                </a:lnTo>
                <a:lnTo>
                  <a:pt x="93152" y="2800893"/>
                </a:lnTo>
                <a:cubicBezTo>
                  <a:pt x="95809" y="2801046"/>
                  <a:pt x="98472" y="2801046"/>
                  <a:pt x="101129" y="2800893"/>
                </a:cubicBezTo>
                <a:cubicBezTo>
                  <a:pt x="94993" y="2702631"/>
                  <a:pt x="113707" y="2607450"/>
                  <a:pt x="106037" y="2509188"/>
                </a:cubicBezTo>
                <a:close/>
                <a:moveTo>
                  <a:pt x="143773" y="2410927"/>
                </a:moveTo>
                <a:cubicBezTo>
                  <a:pt x="125979" y="2511036"/>
                  <a:pt x="109412" y="2598825"/>
                  <a:pt x="135490" y="2692466"/>
                </a:cubicBezTo>
                <a:cubicBezTo>
                  <a:pt x="114670" y="2762358"/>
                  <a:pt x="105141" y="2835145"/>
                  <a:pt x="107264" y="2908087"/>
                </a:cubicBezTo>
                <a:lnTo>
                  <a:pt x="106344" y="2908087"/>
                </a:lnTo>
                <a:cubicBezTo>
                  <a:pt x="106344" y="2971849"/>
                  <a:pt x="106344" y="3035919"/>
                  <a:pt x="106344" y="3099681"/>
                </a:cubicBezTo>
                <a:cubicBezTo>
                  <a:pt x="106344" y="3124324"/>
                  <a:pt x="110332" y="3148966"/>
                  <a:pt x="112787" y="3174224"/>
                </a:cubicBezTo>
                <a:cubicBezTo>
                  <a:pt x="143466" y="3162827"/>
                  <a:pt x="151750" y="3128328"/>
                  <a:pt x="152670" y="3069494"/>
                </a:cubicBezTo>
                <a:cubicBezTo>
                  <a:pt x="152670" y="2905007"/>
                  <a:pt x="159113" y="2740519"/>
                  <a:pt x="162181" y="2576647"/>
                </a:cubicBezTo>
                <a:cubicBezTo>
                  <a:pt x="162181" y="2536911"/>
                  <a:pt x="162181" y="2496867"/>
                  <a:pt x="160033" y="2458055"/>
                </a:cubicBezTo>
                <a:cubicBezTo>
                  <a:pt x="156824" y="2441668"/>
                  <a:pt x="151351" y="2425805"/>
                  <a:pt x="143773" y="2410927"/>
                </a:cubicBezTo>
                <a:close/>
                <a:moveTo>
                  <a:pt x="138864" y="2122611"/>
                </a:moveTo>
                <a:cubicBezTo>
                  <a:pt x="143160" y="2190070"/>
                  <a:pt x="125979" y="2258760"/>
                  <a:pt x="141012" y="2324986"/>
                </a:cubicBezTo>
                <a:cubicBezTo>
                  <a:pt x="141012" y="2256912"/>
                  <a:pt x="159113" y="2189454"/>
                  <a:pt x="138864" y="2122611"/>
                </a:cubicBezTo>
                <a:close/>
                <a:moveTo>
                  <a:pt x="143160" y="1869103"/>
                </a:moveTo>
                <a:cubicBezTo>
                  <a:pt x="134263" y="1947958"/>
                  <a:pt x="134263" y="1947958"/>
                  <a:pt x="152364" y="1988002"/>
                </a:cubicBezTo>
                <a:cubicBezTo>
                  <a:pt x="163408" y="1933789"/>
                  <a:pt x="163408" y="1933789"/>
                  <a:pt x="143160" y="1869103"/>
                </a:cubicBezTo>
                <a:close/>
                <a:moveTo>
                  <a:pt x="26270" y="1593724"/>
                </a:moveTo>
                <a:cubicBezTo>
                  <a:pt x="21975" y="1595264"/>
                  <a:pt x="17680" y="1596188"/>
                  <a:pt x="13078" y="1597420"/>
                </a:cubicBezTo>
                <a:lnTo>
                  <a:pt x="15532" y="1649169"/>
                </a:lnTo>
                <a:cubicBezTo>
                  <a:pt x="20134" y="1649169"/>
                  <a:pt x="28418" y="1646397"/>
                  <a:pt x="28418" y="1644857"/>
                </a:cubicBezTo>
                <a:cubicBezTo>
                  <a:pt x="28418" y="1627915"/>
                  <a:pt x="28418" y="1610974"/>
                  <a:pt x="26270" y="1593724"/>
                </a:cubicBezTo>
                <a:close/>
                <a:moveTo>
                  <a:pt x="6522239" y="1173528"/>
                </a:moveTo>
                <a:cubicBezTo>
                  <a:pt x="6519707" y="1174777"/>
                  <a:pt x="6517559" y="1176695"/>
                  <a:pt x="6516023" y="1179077"/>
                </a:cubicBezTo>
                <a:cubicBezTo>
                  <a:pt x="6515715" y="1182845"/>
                  <a:pt x="6515715" y="1186637"/>
                  <a:pt x="6516023" y="1190405"/>
                </a:cubicBezTo>
                <a:cubicBezTo>
                  <a:pt x="6519015" y="1189018"/>
                  <a:pt x="6521089" y="1188555"/>
                  <a:pt x="6522009" y="1186012"/>
                </a:cubicBezTo>
                <a:lnTo>
                  <a:pt x="6522239" y="1186012"/>
                </a:lnTo>
                <a:cubicBezTo>
                  <a:pt x="6522495" y="1181851"/>
                  <a:pt x="6522495" y="1177690"/>
                  <a:pt x="6522239" y="1173528"/>
                </a:cubicBezTo>
                <a:close/>
                <a:moveTo>
                  <a:pt x="6454083" y="1137926"/>
                </a:moveTo>
                <a:cubicBezTo>
                  <a:pt x="6452701" y="1140238"/>
                  <a:pt x="6450399" y="1142087"/>
                  <a:pt x="6450169" y="1144630"/>
                </a:cubicBezTo>
                <a:cubicBezTo>
                  <a:pt x="6450635" y="1147959"/>
                  <a:pt x="6451487" y="1151219"/>
                  <a:pt x="6452701" y="1154340"/>
                </a:cubicBezTo>
                <a:cubicBezTo>
                  <a:pt x="6453393" y="1152259"/>
                  <a:pt x="6455465" y="1150410"/>
                  <a:pt x="6455695" y="1148560"/>
                </a:cubicBezTo>
                <a:lnTo>
                  <a:pt x="6456387" y="1147404"/>
                </a:lnTo>
                <a:cubicBezTo>
                  <a:pt x="6456387" y="1144861"/>
                  <a:pt x="6454775" y="1141162"/>
                  <a:pt x="6454083" y="1137926"/>
                </a:cubicBezTo>
                <a:close/>
                <a:moveTo>
                  <a:pt x="102969" y="1128907"/>
                </a:moveTo>
                <a:lnTo>
                  <a:pt x="109105" y="1208995"/>
                </a:lnTo>
                <a:lnTo>
                  <a:pt x="118309" y="1204374"/>
                </a:lnTo>
                <a:cubicBezTo>
                  <a:pt x="123055" y="1178173"/>
                  <a:pt x="117564" y="1151144"/>
                  <a:pt x="102969" y="1128907"/>
                </a:cubicBezTo>
                <a:close/>
                <a:moveTo>
                  <a:pt x="6509805" y="864435"/>
                </a:moveTo>
                <a:cubicBezTo>
                  <a:pt x="6499873" y="916913"/>
                  <a:pt x="6496393" y="970410"/>
                  <a:pt x="6499445" y="1023721"/>
                </a:cubicBezTo>
                <a:cubicBezTo>
                  <a:pt x="6516023" y="977715"/>
                  <a:pt x="6518095" y="935408"/>
                  <a:pt x="6509805" y="864435"/>
                </a:cubicBezTo>
                <a:close/>
                <a:moveTo>
                  <a:pt x="6482405" y="851257"/>
                </a:moveTo>
                <a:lnTo>
                  <a:pt x="6478491" y="880386"/>
                </a:lnTo>
                <a:lnTo>
                  <a:pt x="6482865" y="883623"/>
                </a:lnTo>
                <a:lnTo>
                  <a:pt x="6487011" y="854725"/>
                </a:lnTo>
                <a:close/>
                <a:moveTo>
                  <a:pt x="122604" y="558436"/>
                </a:moveTo>
                <a:cubicBezTo>
                  <a:pt x="119914" y="562231"/>
                  <a:pt x="117554" y="566251"/>
                  <a:pt x="115548" y="570449"/>
                </a:cubicBezTo>
                <a:cubicBezTo>
                  <a:pt x="117024" y="577118"/>
                  <a:pt x="118867" y="583701"/>
                  <a:pt x="121070" y="590163"/>
                </a:cubicBezTo>
                <a:cubicBezTo>
                  <a:pt x="122911" y="586775"/>
                  <a:pt x="126899" y="582770"/>
                  <a:pt x="126899" y="579998"/>
                </a:cubicBezTo>
                <a:cubicBezTo>
                  <a:pt x="126899" y="577226"/>
                  <a:pt x="124138" y="566137"/>
                  <a:pt x="122604" y="558436"/>
                </a:cubicBezTo>
                <a:close/>
                <a:moveTo>
                  <a:pt x="43723" y="0"/>
                </a:moveTo>
                <a:lnTo>
                  <a:pt x="64608" y="0"/>
                </a:lnTo>
                <a:lnTo>
                  <a:pt x="64126" y="66822"/>
                </a:lnTo>
                <a:cubicBezTo>
                  <a:pt x="66381" y="103820"/>
                  <a:pt x="71153" y="140665"/>
                  <a:pt x="78426" y="177095"/>
                </a:cubicBezTo>
                <a:cubicBezTo>
                  <a:pt x="94379" y="184180"/>
                  <a:pt x="109105" y="190956"/>
                  <a:pt x="123525" y="197425"/>
                </a:cubicBezTo>
                <a:cubicBezTo>
                  <a:pt x="133459" y="150143"/>
                  <a:pt x="137425" y="101988"/>
                  <a:pt x="135466" y="54076"/>
                </a:cubicBezTo>
                <a:lnTo>
                  <a:pt x="129893" y="0"/>
                </a:lnTo>
                <a:lnTo>
                  <a:pt x="6524101" y="0"/>
                </a:lnTo>
                <a:lnTo>
                  <a:pt x="6524101" y="608461"/>
                </a:lnTo>
                <a:lnTo>
                  <a:pt x="6520627" y="633944"/>
                </a:lnTo>
                <a:lnTo>
                  <a:pt x="6489312" y="604121"/>
                </a:lnTo>
                <a:cubicBezTo>
                  <a:pt x="6489313" y="670240"/>
                  <a:pt x="6467899" y="728036"/>
                  <a:pt x="6482635" y="798085"/>
                </a:cubicBezTo>
                <a:cubicBezTo>
                  <a:pt x="6505661" y="783520"/>
                  <a:pt x="6500825" y="732197"/>
                  <a:pt x="6511187" y="704224"/>
                </a:cubicBezTo>
                <a:lnTo>
                  <a:pt x="6524101" y="717987"/>
                </a:lnTo>
                <a:lnTo>
                  <a:pt x="6524101" y="2250660"/>
                </a:lnTo>
                <a:lnTo>
                  <a:pt x="6524081" y="2251079"/>
                </a:lnTo>
                <a:cubicBezTo>
                  <a:pt x="6525527" y="2268673"/>
                  <a:pt x="6524911" y="2286358"/>
                  <a:pt x="6522239" y="2303789"/>
                </a:cubicBezTo>
                <a:cubicBezTo>
                  <a:pt x="6506813" y="2320435"/>
                  <a:pt x="6508425" y="2357656"/>
                  <a:pt x="6500825" y="2384935"/>
                </a:cubicBezTo>
                <a:cubicBezTo>
                  <a:pt x="6497141" y="2344709"/>
                  <a:pt x="6494839" y="2306101"/>
                  <a:pt x="6494839" y="2267262"/>
                </a:cubicBezTo>
                <a:lnTo>
                  <a:pt x="6488161" y="1881184"/>
                </a:lnTo>
                <a:cubicBezTo>
                  <a:pt x="6487471" y="1836103"/>
                  <a:pt x="6481253" y="1791022"/>
                  <a:pt x="6496451" y="1749178"/>
                </a:cubicBezTo>
                <a:cubicBezTo>
                  <a:pt x="6499833" y="1729250"/>
                  <a:pt x="6500837" y="1708998"/>
                  <a:pt x="6499445" y="1688838"/>
                </a:cubicBezTo>
                <a:cubicBezTo>
                  <a:pt x="6499445" y="1656704"/>
                  <a:pt x="6499445" y="1624801"/>
                  <a:pt x="6499445" y="1592897"/>
                </a:cubicBezTo>
                <a:cubicBezTo>
                  <a:pt x="6498753" y="1532327"/>
                  <a:pt x="6504509" y="1470369"/>
                  <a:pt x="6488621" y="1410955"/>
                </a:cubicBezTo>
                <a:lnTo>
                  <a:pt x="6473195" y="1730683"/>
                </a:lnTo>
                <a:cubicBezTo>
                  <a:pt x="6470893" y="1730683"/>
                  <a:pt x="6468129" y="1730683"/>
                  <a:pt x="6465827" y="1730683"/>
                </a:cubicBezTo>
                <a:cubicBezTo>
                  <a:pt x="6463755" y="1702479"/>
                  <a:pt x="6461451" y="1674505"/>
                  <a:pt x="6459609" y="1646301"/>
                </a:cubicBezTo>
                <a:cubicBezTo>
                  <a:pt x="6456155" y="1594169"/>
                  <a:pt x="6454947" y="1541517"/>
                  <a:pt x="6452989" y="1488980"/>
                </a:cubicBezTo>
                <a:lnTo>
                  <a:pt x="6446323" y="1394991"/>
                </a:lnTo>
                <a:lnTo>
                  <a:pt x="6446323" y="3622754"/>
                </a:lnTo>
                <a:lnTo>
                  <a:pt x="6446945" y="3610675"/>
                </a:lnTo>
                <a:cubicBezTo>
                  <a:pt x="6448327" y="3611831"/>
                  <a:pt x="6449479" y="3611831"/>
                  <a:pt x="6451091" y="3611831"/>
                </a:cubicBezTo>
                <a:lnTo>
                  <a:pt x="6449479" y="3637493"/>
                </a:lnTo>
                <a:lnTo>
                  <a:pt x="6446323" y="3637493"/>
                </a:lnTo>
                <a:lnTo>
                  <a:pt x="6446323" y="3745324"/>
                </a:lnTo>
                <a:lnTo>
                  <a:pt x="6468589" y="3714708"/>
                </a:lnTo>
                <a:lnTo>
                  <a:pt x="6472043" y="3739445"/>
                </a:lnTo>
                <a:cubicBezTo>
                  <a:pt x="6481023" y="3745456"/>
                  <a:pt x="6490003" y="3751004"/>
                  <a:pt x="6504049" y="3760252"/>
                </a:cubicBezTo>
                <a:cubicBezTo>
                  <a:pt x="6500595" y="3731585"/>
                  <a:pt x="6499675" y="3715864"/>
                  <a:pt x="6496911" y="3702687"/>
                </a:cubicBezTo>
                <a:cubicBezTo>
                  <a:pt x="6489753" y="3679985"/>
                  <a:pt x="6484137" y="3656797"/>
                  <a:pt x="6480103" y="3633332"/>
                </a:cubicBezTo>
                <a:cubicBezTo>
                  <a:pt x="6480107" y="3604156"/>
                  <a:pt x="6481567" y="3574981"/>
                  <a:pt x="6484477" y="3545944"/>
                </a:cubicBezTo>
                <a:cubicBezTo>
                  <a:pt x="6489245" y="3507613"/>
                  <a:pt x="6490247" y="3468890"/>
                  <a:pt x="6487471" y="3430351"/>
                </a:cubicBezTo>
                <a:cubicBezTo>
                  <a:pt x="6472735" y="3342501"/>
                  <a:pt x="6489083" y="3257657"/>
                  <a:pt x="6483327" y="3165183"/>
                </a:cubicBezTo>
                <a:cubicBezTo>
                  <a:pt x="6512109" y="3213501"/>
                  <a:pt x="6492307" y="3278463"/>
                  <a:pt x="6503129" y="3330942"/>
                </a:cubicBezTo>
                <a:cubicBezTo>
                  <a:pt x="6507991" y="3385132"/>
                  <a:pt x="6508991" y="3439599"/>
                  <a:pt x="6506121" y="3493927"/>
                </a:cubicBezTo>
                <a:cubicBezTo>
                  <a:pt x="6508885" y="3547562"/>
                  <a:pt x="6502437" y="3603046"/>
                  <a:pt x="6512799" y="3655756"/>
                </a:cubicBezTo>
                <a:cubicBezTo>
                  <a:pt x="6517093" y="3622789"/>
                  <a:pt x="6519325" y="3589591"/>
                  <a:pt x="6519477" y="3556347"/>
                </a:cubicBezTo>
                <a:cubicBezTo>
                  <a:pt x="6519477" y="3529067"/>
                  <a:pt x="6519477" y="3501788"/>
                  <a:pt x="6519477" y="3474508"/>
                </a:cubicBezTo>
                <a:cubicBezTo>
                  <a:pt x="6521089" y="3410007"/>
                  <a:pt x="6522239" y="3345507"/>
                  <a:pt x="6521089" y="3281237"/>
                </a:cubicBezTo>
                <a:cubicBezTo>
                  <a:pt x="6520167" y="3233614"/>
                  <a:pt x="6515331" y="3185527"/>
                  <a:pt x="6512109" y="3139290"/>
                </a:cubicBezTo>
                <a:cubicBezTo>
                  <a:pt x="6510497" y="3115016"/>
                  <a:pt x="6507733" y="3089354"/>
                  <a:pt x="6507733" y="3066236"/>
                </a:cubicBezTo>
                <a:cubicBezTo>
                  <a:pt x="6507733" y="2974456"/>
                  <a:pt x="6509345" y="2883600"/>
                  <a:pt x="6507733" y="2791126"/>
                </a:cubicBezTo>
                <a:cubicBezTo>
                  <a:pt x="6506351" y="2710674"/>
                  <a:pt x="6501517" y="2630684"/>
                  <a:pt x="6499445" y="2550463"/>
                </a:cubicBezTo>
                <a:cubicBezTo>
                  <a:pt x="6499295" y="2528431"/>
                  <a:pt x="6501299" y="2506446"/>
                  <a:pt x="6505431" y="2484807"/>
                </a:cubicBezTo>
                <a:cubicBezTo>
                  <a:pt x="6507733" y="2472438"/>
                  <a:pt x="6510841" y="2461283"/>
                  <a:pt x="6514324" y="2449926"/>
                </a:cubicBezTo>
                <a:lnTo>
                  <a:pt x="6524101" y="2418246"/>
                </a:lnTo>
                <a:lnTo>
                  <a:pt x="6524101" y="2543370"/>
                </a:lnTo>
                <a:lnTo>
                  <a:pt x="6516253" y="2524802"/>
                </a:lnTo>
                <a:cubicBezTo>
                  <a:pt x="6508549" y="2572195"/>
                  <a:pt x="6508549" y="2620512"/>
                  <a:pt x="6516253" y="2667905"/>
                </a:cubicBezTo>
                <a:lnTo>
                  <a:pt x="6524101" y="2679521"/>
                </a:lnTo>
                <a:lnTo>
                  <a:pt x="6524101" y="2794148"/>
                </a:lnTo>
                <a:lnTo>
                  <a:pt x="6519477" y="2802917"/>
                </a:lnTo>
                <a:cubicBezTo>
                  <a:pt x="6516543" y="2813436"/>
                  <a:pt x="6515681" y="2824440"/>
                  <a:pt x="6516943" y="2835283"/>
                </a:cubicBezTo>
                <a:lnTo>
                  <a:pt x="6524101" y="2933879"/>
                </a:lnTo>
                <a:lnTo>
                  <a:pt x="6524101" y="5306696"/>
                </a:lnTo>
                <a:lnTo>
                  <a:pt x="6521102" y="5310152"/>
                </a:lnTo>
                <a:cubicBezTo>
                  <a:pt x="6509403" y="5317771"/>
                  <a:pt x="6495242" y="5297918"/>
                  <a:pt x="6486779" y="5329301"/>
                </a:cubicBezTo>
                <a:lnTo>
                  <a:pt x="6476879" y="5304102"/>
                </a:lnTo>
                <a:lnTo>
                  <a:pt x="6477339" y="5303640"/>
                </a:lnTo>
                <a:lnTo>
                  <a:pt x="6477147" y="5302137"/>
                </a:lnTo>
                <a:lnTo>
                  <a:pt x="6484477" y="5248618"/>
                </a:lnTo>
                <a:cubicBezTo>
                  <a:pt x="6478567" y="5256526"/>
                  <a:pt x="6474935" y="5265699"/>
                  <a:pt x="6473705" y="5275187"/>
                </a:cubicBezTo>
                <a:lnTo>
                  <a:pt x="6477147" y="5302137"/>
                </a:lnTo>
                <a:lnTo>
                  <a:pt x="6476879" y="5304102"/>
                </a:lnTo>
                <a:cubicBezTo>
                  <a:pt x="6466617" y="5371101"/>
                  <a:pt x="6467941" y="5439377"/>
                  <a:pt x="6480793" y="5505926"/>
                </a:cubicBezTo>
                <a:cubicBezTo>
                  <a:pt x="6488149" y="5550142"/>
                  <a:pt x="6491235" y="5594969"/>
                  <a:pt x="6490003" y="5639782"/>
                </a:cubicBezTo>
                <a:cubicBezTo>
                  <a:pt x="6487083" y="5664225"/>
                  <a:pt x="6490575" y="5689010"/>
                  <a:pt x="6500135" y="5711680"/>
                </a:cubicBezTo>
                <a:cubicBezTo>
                  <a:pt x="6502897" y="5684863"/>
                  <a:pt x="6506351" y="5666599"/>
                  <a:pt x="6507043" y="5647873"/>
                </a:cubicBezTo>
                <a:cubicBezTo>
                  <a:pt x="6509345" y="5577362"/>
                  <a:pt x="6512109" y="5506620"/>
                  <a:pt x="6513259" y="5435877"/>
                </a:cubicBezTo>
                <a:cubicBezTo>
                  <a:pt x="6512358" y="5417702"/>
                  <a:pt x="6513895" y="5399573"/>
                  <a:pt x="6517767" y="5381961"/>
                </a:cubicBezTo>
                <a:lnTo>
                  <a:pt x="6524101" y="5364581"/>
                </a:lnTo>
                <a:lnTo>
                  <a:pt x="6524101" y="5988205"/>
                </a:lnTo>
                <a:lnTo>
                  <a:pt x="12174" y="5988205"/>
                </a:lnTo>
                <a:lnTo>
                  <a:pt x="15116" y="5976837"/>
                </a:lnTo>
                <a:cubicBezTo>
                  <a:pt x="19803" y="5941772"/>
                  <a:pt x="20283" y="5906140"/>
                  <a:pt x="16453" y="5870717"/>
                </a:cubicBezTo>
                <a:cubicBezTo>
                  <a:pt x="12464" y="5826052"/>
                  <a:pt x="7556" y="5781080"/>
                  <a:pt x="6942" y="5735800"/>
                </a:cubicBezTo>
                <a:cubicBezTo>
                  <a:pt x="8855" y="5720291"/>
                  <a:pt x="7250" y="5704766"/>
                  <a:pt x="2480" y="5690292"/>
                </a:cubicBezTo>
                <a:lnTo>
                  <a:pt x="0" y="5686149"/>
                </a:lnTo>
                <a:lnTo>
                  <a:pt x="0" y="5570367"/>
                </a:lnTo>
                <a:lnTo>
                  <a:pt x="11851" y="5564535"/>
                </a:lnTo>
                <a:cubicBezTo>
                  <a:pt x="19214" y="5478826"/>
                  <a:pt x="22953" y="5395716"/>
                  <a:pt x="11419" y="5318713"/>
                </a:cubicBezTo>
                <a:lnTo>
                  <a:pt x="0" y="5268610"/>
                </a:lnTo>
                <a:lnTo>
                  <a:pt x="0" y="5235304"/>
                </a:lnTo>
                <a:lnTo>
                  <a:pt x="12201" y="5216751"/>
                </a:lnTo>
                <a:cubicBezTo>
                  <a:pt x="24928" y="5194457"/>
                  <a:pt x="23202" y="5181347"/>
                  <a:pt x="14919" y="5129597"/>
                </a:cubicBezTo>
                <a:cubicBezTo>
                  <a:pt x="6951" y="5082561"/>
                  <a:pt x="8412" y="5034385"/>
                  <a:pt x="19214" y="4987904"/>
                </a:cubicBezTo>
                <a:cubicBezTo>
                  <a:pt x="26933" y="4956947"/>
                  <a:pt x="31151" y="4925220"/>
                  <a:pt x="31793" y="4893338"/>
                </a:cubicBezTo>
                <a:cubicBezTo>
                  <a:pt x="35167" y="4715606"/>
                  <a:pt x="38235" y="4537872"/>
                  <a:pt x="38235" y="4359831"/>
                </a:cubicBezTo>
                <a:cubicBezTo>
                  <a:pt x="37622" y="4059502"/>
                  <a:pt x="32406" y="3758865"/>
                  <a:pt x="32406" y="3458536"/>
                </a:cubicBezTo>
                <a:cubicBezTo>
                  <a:pt x="33940" y="3164368"/>
                  <a:pt x="42224" y="2870199"/>
                  <a:pt x="47132" y="2575723"/>
                </a:cubicBezTo>
                <a:cubicBezTo>
                  <a:pt x="47439" y="2554469"/>
                  <a:pt x="44064" y="2532599"/>
                  <a:pt x="44064" y="2511036"/>
                </a:cubicBezTo>
                <a:cubicBezTo>
                  <a:pt x="36302" y="2533523"/>
                  <a:pt x="32259" y="2557149"/>
                  <a:pt x="32099" y="2580959"/>
                </a:cubicBezTo>
                <a:cubicBezTo>
                  <a:pt x="29031" y="2653962"/>
                  <a:pt x="26884" y="2727273"/>
                  <a:pt x="24736" y="2800584"/>
                </a:cubicBezTo>
                <a:cubicBezTo>
                  <a:pt x="21975" y="2891145"/>
                  <a:pt x="17066" y="2983554"/>
                  <a:pt x="17066" y="3075963"/>
                </a:cubicBezTo>
                <a:cubicBezTo>
                  <a:pt x="17066" y="3238603"/>
                  <a:pt x="17066" y="3401550"/>
                  <a:pt x="17066" y="3564190"/>
                </a:cubicBezTo>
                <a:cubicBezTo>
                  <a:pt x="20456" y="3596533"/>
                  <a:pt x="17327" y="3629215"/>
                  <a:pt x="7862" y="3660295"/>
                </a:cubicBezTo>
                <a:lnTo>
                  <a:pt x="0" y="3637548"/>
                </a:lnTo>
                <a:lnTo>
                  <a:pt x="0" y="3331386"/>
                </a:lnTo>
                <a:lnTo>
                  <a:pt x="2033" y="3326391"/>
                </a:lnTo>
                <a:lnTo>
                  <a:pt x="0" y="3319911"/>
                </a:lnTo>
                <a:lnTo>
                  <a:pt x="0" y="3167248"/>
                </a:lnTo>
                <a:lnTo>
                  <a:pt x="1889" y="3161424"/>
                </a:lnTo>
                <a:lnTo>
                  <a:pt x="2033" y="3161903"/>
                </a:lnTo>
                <a:lnTo>
                  <a:pt x="2033" y="3160979"/>
                </a:lnTo>
                <a:lnTo>
                  <a:pt x="1889" y="3161424"/>
                </a:lnTo>
                <a:lnTo>
                  <a:pt x="0" y="3155137"/>
                </a:lnTo>
                <a:lnTo>
                  <a:pt x="0" y="2706199"/>
                </a:lnTo>
                <a:lnTo>
                  <a:pt x="6942" y="2702939"/>
                </a:lnTo>
                <a:lnTo>
                  <a:pt x="0" y="2669662"/>
                </a:lnTo>
                <a:lnTo>
                  <a:pt x="0" y="2377899"/>
                </a:lnTo>
                <a:lnTo>
                  <a:pt x="6099" y="2358986"/>
                </a:lnTo>
                <a:cubicBezTo>
                  <a:pt x="12542" y="2334689"/>
                  <a:pt x="17680" y="2308045"/>
                  <a:pt x="24736" y="2282478"/>
                </a:cubicBezTo>
                <a:lnTo>
                  <a:pt x="0" y="2215779"/>
                </a:lnTo>
                <a:lnTo>
                  <a:pt x="0" y="1900471"/>
                </a:lnTo>
                <a:lnTo>
                  <a:pt x="25657" y="1906990"/>
                </a:lnTo>
                <a:cubicBezTo>
                  <a:pt x="24430" y="1871721"/>
                  <a:pt x="18371" y="1849466"/>
                  <a:pt x="10126" y="1830522"/>
                </a:cubicBezTo>
                <a:lnTo>
                  <a:pt x="0" y="1810426"/>
                </a:lnTo>
                <a:lnTo>
                  <a:pt x="0" y="1649523"/>
                </a:lnTo>
                <a:lnTo>
                  <a:pt x="5715" y="1642393"/>
                </a:lnTo>
                <a:lnTo>
                  <a:pt x="0" y="1631368"/>
                </a:lnTo>
                <a:lnTo>
                  <a:pt x="0" y="1276248"/>
                </a:lnTo>
                <a:lnTo>
                  <a:pt x="20748" y="1281382"/>
                </a:lnTo>
                <a:cubicBezTo>
                  <a:pt x="14996" y="1269369"/>
                  <a:pt x="10681" y="1260359"/>
                  <a:pt x="7125" y="1254184"/>
                </a:cubicBezTo>
                <a:lnTo>
                  <a:pt x="0" y="1246189"/>
                </a:lnTo>
                <a:lnTo>
                  <a:pt x="0" y="1113156"/>
                </a:lnTo>
                <a:lnTo>
                  <a:pt x="1420" y="1113506"/>
                </a:lnTo>
                <a:lnTo>
                  <a:pt x="0" y="1105394"/>
                </a:lnTo>
                <a:lnTo>
                  <a:pt x="0" y="602069"/>
                </a:lnTo>
                <a:lnTo>
                  <a:pt x="557" y="606075"/>
                </a:lnTo>
                <a:cubicBezTo>
                  <a:pt x="4354" y="622449"/>
                  <a:pt x="11775" y="631979"/>
                  <a:pt x="20748" y="618810"/>
                </a:cubicBezTo>
                <a:cubicBezTo>
                  <a:pt x="26930" y="602413"/>
                  <a:pt x="29446" y="584850"/>
                  <a:pt x="28111" y="567369"/>
                </a:cubicBezTo>
                <a:cubicBezTo>
                  <a:pt x="25657" y="552205"/>
                  <a:pt x="21328" y="537410"/>
                  <a:pt x="15226" y="523321"/>
                </a:cubicBezTo>
                <a:cubicBezTo>
                  <a:pt x="11544" y="524553"/>
                  <a:pt x="7862" y="524553"/>
                  <a:pt x="4794" y="524245"/>
                </a:cubicBezTo>
                <a:lnTo>
                  <a:pt x="0" y="569537"/>
                </a:lnTo>
                <a:lnTo>
                  <a:pt x="0" y="412055"/>
                </a:lnTo>
                <a:lnTo>
                  <a:pt x="10624" y="406577"/>
                </a:lnTo>
                <a:cubicBezTo>
                  <a:pt x="15591" y="375007"/>
                  <a:pt x="17134" y="342991"/>
                  <a:pt x="15226" y="311088"/>
                </a:cubicBezTo>
                <a:cubicBezTo>
                  <a:pt x="9691" y="282608"/>
                  <a:pt x="9691" y="253320"/>
                  <a:pt x="15226" y="224840"/>
                </a:cubicBezTo>
                <a:cubicBezTo>
                  <a:pt x="23816" y="174015"/>
                  <a:pt x="32099" y="122574"/>
                  <a:pt x="38849" y="70825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FF5C6-6909-C3F0-7D65-D4347B59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A228C-1457-CCD5-3543-4FCEFAE1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E20FC-7A8F-C959-CDB7-02F95850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4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F55CF81-F1C4-3032-131F-67943B11A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332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F7125-1C48-691D-FD5D-6C294911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5D81-03DB-1780-3993-6A69B70EC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B2AA-2DD6-04C6-4A83-4CF9F481F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fld id="{DB2763A6-BF4C-C247-A6F2-DA56E4B3049E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02B45-78D7-3DEF-538D-DBDE107F7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C5929-2D4E-0C56-6864-818177B5A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CC921A28-B113-B246-858F-6C50AD335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5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9" descr="A family gathered together">
            <a:extLst>
              <a:ext uri="{FF2B5EF4-FFF2-40B4-BE49-F238E27FC236}">
                <a16:creationId xmlns:a16="http://schemas.microsoft.com/office/drawing/2014/main" id="{6BB5FA45-1AB0-72DE-4111-B12DFCC94B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9" b="99"/>
          <a:stretch/>
        </p:blipFill>
        <p:spPr>
          <a:xfrm>
            <a:off x="490653" y="844953"/>
            <a:ext cx="11262731" cy="511601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0EDDF5A-ECA3-2E5B-CDFE-FEB4BDBA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5749"/>
            <a:ext cx="10515600" cy="1325563"/>
          </a:xfrm>
        </p:spPr>
        <p:txBody>
          <a:bodyPr/>
          <a:lstStyle/>
          <a:p>
            <a:r>
              <a:rPr lang="en-US" dirty="0"/>
              <a:t>Family means forever.</a:t>
            </a:r>
          </a:p>
        </p:txBody>
      </p:sp>
    </p:spTree>
    <p:extLst>
      <p:ext uri="{BB962C8B-B14F-4D97-AF65-F5344CB8AC3E}">
        <p14:creationId xmlns:p14="http://schemas.microsoft.com/office/powerpoint/2010/main" val="2220597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D5B6D86F-7B5A-ED1D-7718-C1703193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2</a:t>
            </a:r>
          </a:p>
        </p:txBody>
      </p:sp>
      <p:pic>
        <p:nvPicPr>
          <p:cNvPr id="6" name="Picture Placeholder 5" descr="A person holding a child">
            <a:extLst>
              <a:ext uri="{FF2B5EF4-FFF2-40B4-BE49-F238E27FC236}">
                <a16:creationId xmlns:a16="http://schemas.microsoft.com/office/drawing/2014/main" id="{D1CE127A-22A9-F9F0-EE69-39B3C112AA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" b="46"/>
          <a:stretch/>
        </p:blipFill>
        <p:spPr>
          <a:xfrm>
            <a:off x="870205" y="716249"/>
            <a:ext cx="5850426" cy="4930375"/>
          </a:xfrm>
        </p:spPr>
      </p:pic>
      <p:pic>
        <p:nvPicPr>
          <p:cNvPr id="7" name="Picture Placeholder 6" descr="Two people hugging their children">
            <a:extLst>
              <a:ext uri="{FF2B5EF4-FFF2-40B4-BE49-F238E27FC236}">
                <a16:creationId xmlns:a16="http://schemas.microsoft.com/office/drawing/2014/main" id="{D11D38D5-76EC-AE4D-75C8-F3867D24B62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6" b="186"/>
          <a:stretch/>
        </p:blipFill>
        <p:spPr>
          <a:xfrm>
            <a:off x="6449751" y="2746908"/>
            <a:ext cx="3260422" cy="3457439"/>
          </a:xfrm>
        </p:spPr>
      </p:pic>
      <p:pic>
        <p:nvPicPr>
          <p:cNvPr id="23" name="Picture Placeholder 22" descr="A person holding a baby">
            <a:extLst>
              <a:ext uri="{FF2B5EF4-FFF2-40B4-BE49-F238E27FC236}">
                <a16:creationId xmlns:a16="http://schemas.microsoft.com/office/drawing/2014/main" id="{AEA069A0-0463-AE0E-EC6A-0C6D5CA00D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" r="27"/>
          <a:stretch/>
        </p:blipFill>
        <p:spPr>
          <a:xfrm>
            <a:off x="8009940" y="309306"/>
            <a:ext cx="3260422" cy="3356557"/>
          </a:xfrm>
        </p:spPr>
      </p:pic>
    </p:spTree>
    <p:extLst>
      <p:ext uri="{BB962C8B-B14F-4D97-AF65-F5344CB8AC3E}">
        <p14:creationId xmlns:p14="http://schemas.microsoft.com/office/powerpoint/2010/main" val="629679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CB358ED-6120-01B4-25CB-F4E7FF79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3</a:t>
            </a:r>
          </a:p>
        </p:txBody>
      </p:sp>
      <p:pic>
        <p:nvPicPr>
          <p:cNvPr id="14" name="Picture Placeholder 13" descr="Two people reading to a baby">
            <a:extLst>
              <a:ext uri="{FF2B5EF4-FFF2-40B4-BE49-F238E27FC236}">
                <a16:creationId xmlns:a16="http://schemas.microsoft.com/office/drawing/2014/main" id="{FAAFB156-61DE-9670-FA6B-1F5A5C4DD0D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" r="53"/>
          <a:stretch/>
        </p:blipFill>
        <p:spPr>
          <a:xfrm>
            <a:off x="989219" y="449870"/>
            <a:ext cx="6524101" cy="5988205"/>
          </a:xfrm>
        </p:spPr>
      </p:pic>
      <p:pic>
        <p:nvPicPr>
          <p:cNvPr id="15" name="Picture Placeholder 14" descr="A person kissing a baby">
            <a:extLst>
              <a:ext uri="{FF2B5EF4-FFF2-40B4-BE49-F238E27FC236}">
                <a16:creationId xmlns:a16="http://schemas.microsoft.com/office/drawing/2014/main" id="{C0C46887-C50F-C718-9EE2-D263E71528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" r="113"/>
          <a:stretch/>
        </p:blipFill>
        <p:spPr>
          <a:xfrm>
            <a:off x="7219846" y="1018310"/>
            <a:ext cx="4220164" cy="5027983"/>
          </a:xfrm>
        </p:spPr>
      </p:pic>
    </p:spTree>
    <p:extLst>
      <p:ext uri="{BB962C8B-B14F-4D97-AF65-F5344CB8AC3E}">
        <p14:creationId xmlns:p14="http://schemas.microsoft.com/office/powerpoint/2010/main" val="4002285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AAEE1918-2761-9D77-3640-135F8927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75634" cy="19526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4</a:t>
            </a:r>
          </a:p>
        </p:txBody>
      </p:sp>
      <p:pic>
        <p:nvPicPr>
          <p:cNvPr id="6" name="Picture Placeholder 5" descr="A person holding a baby">
            <a:extLst>
              <a:ext uri="{FF2B5EF4-FFF2-40B4-BE49-F238E27FC236}">
                <a16:creationId xmlns:a16="http://schemas.microsoft.com/office/drawing/2014/main" id="{12D367C7-4CD9-4AA3-F835-04A0F3EBFF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" r="68"/>
          <a:stretch/>
        </p:blipFill>
        <p:spPr>
          <a:xfrm>
            <a:off x="1215619" y="1044691"/>
            <a:ext cx="3898489" cy="4768617"/>
          </a:xfrm>
        </p:spPr>
      </p:pic>
      <p:pic>
        <p:nvPicPr>
          <p:cNvPr id="5" name="Picture Placeholder 4" descr="A person and child holding hands">
            <a:extLst>
              <a:ext uri="{FF2B5EF4-FFF2-40B4-BE49-F238E27FC236}">
                <a16:creationId xmlns:a16="http://schemas.microsoft.com/office/drawing/2014/main" id="{7DECA9F4-DFCF-9FC2-4789-D148FE4E1D1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" r="10"/>
          <a:stretch/>
        </p:blipFill>
        <p:spPr>
          <a:xfrm>
            <a:off x="3878991" y="0"/>
            <a:ext cx="8313009" cy="6858000"/>
          </a:xfrm>
        </p:spPr>
      </p:pic>
    </p:spTree>
    <p:extLst>
      <p:ext uri="{BB962C8B-B14F-4D97-AF65-F5344CB8AC3E}">
        <p14:creationId xmlns:p14="http://schemas.microsoft.com/office/powerpoint/2010/main" val="2746613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 hidden="1">
            <a:extLst>
              <a:ext uri="{FF2B5EF4-FFF2-40B4-BE49-F238E27FC236}">
                <a16:creationId xmlns:a16="http://schemas.microsoft.com/office/drawing/2014/main" id="{EA6B2200-2CE6-9F51-DF70-806AE7496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5</a:t>
            </a:r>
          </a:p>
        </p:txBody>
      </p:sp>
      <p:pic>
        <p:nvPicPr>
          <p:cNvPr id="6" name="Picture Placeholder 5" descr="A person holding a child">
            <a:extLst>
              <a:ext uri="{FF2B5EF4-FFF2-40B4-BE49-F238E27FC236}">
                <a16:creationId xmlns:a16="http://schemas.microsoft.com/office/drawing/2014/main" id="{B1E20FBB-6BED-4795-23A2-E783CE2434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" r="28"/>
          <a:stretch/>
        </p:blipFill>
        <p:spPr>
          <a:xfrm>
            <a:off x="222835" y="591755"/>
            <a:ext cx="4487457" cy="5233289"/>
          </a:xfrm>
        </p:spPr>
      </p:pic>
      <p:pic>
        <p:nvPicPr>
          <p:cNvPr id="7" name="Picture Placeholder 6" descr="A person holding a baby">
            <a:extLst>
              <a:ext uri="{FF2B5EF4-FFF2-40B4-BE49-F238E27FC236}">
                <a16:creationId xmlns:a16="http://schemas.microsoft.com/office/drawing/2014/main" id="{89D91EA7-A56E-DD4D-5D98-257FFA669F7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" r="84"/>
          <a:stretch/>
        </p:blipFill>
        <p:spPr>
          <a:xfrm>
            <a:off x="3754444" y="303696"/>
            <a:ext cx="4683110" cy="6231629"/>
          </a:xfrm>
        </p:spPr>
      </p:pic>
      <p:pic>
        <p:nvPicPr>
          <p:cNvPr id="8" name="Picture Placeholder 7" descr="A person and a child laughing">
            <a:extLst>
              <a:ext uri="{FF2B5EF4-FFF2-40B4-BE49-F238E27FC236}">
                <a16:creationId xmlns:a16="http://schemas.microsoft.com/office/drawing/2014/main" id="{903E81D3-1518-6342-5ED3-4D292E15B45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" b="34"/>
          <a:stretch/>
        </p:blipFill>
        <p:spPr>
          <a:xfrm>
            <a:off x="7682157" y="1400275"/>
            <a:ext cx="4156368" cy="5027983"/>
          </a:xfrm>
        </p:spPr>
      </p:pic>
    </p:spTree>
    <p:extLst>
      <p:ext uri="{BB962C8B-B14F-4D97-AF65-F5344CB8AC3E}">
        <p14:creationId xmlns:p14="http://schemas.microsoft.com/office/powerpoint/2010/main" val="20786679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 hidden="1">
            <a:extLst>
              <a:ext uri="{FF2B5EF4-FFF2-40B4-BE49-F238E27FC236}">
                <a16:creationId xmlns:a16="http://schemas.microsoft.com/office/drawing/2014/main" id="{710AF154-BF8A-408E-089B-B234F28F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6</a:t>
            </a:r>
          </a:p>
        </p:txBody>
      </p:sp>
      <p:pic>
        <p:nvPicPr>
          <p:cNvPr id="5" name="Picture Placeholder 4" descr="A group of people cooking in the kitchen">
            <a:extLst>
              <a:ext uri="{FF2B5EF4-FFF2-40B4-BE49-F238E27FC236}">
                <a16:creationId xmlns:a16="http://schemas.microsoft.com/office/drawing/2014/main" id="{85CFC2B6-09EA-B743-5C49-5E7BEEE27A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" b="108"/>
          <a:stretch/>
        </p:blipFill>
        <p:spPr>
          <a:xfrm>
            <a:off x="594565" y="493225"/>
            <a:ext cx="5185631" cy="3072384"/>
          </a:xfrm>
        </p:spPr>
      </p:pic>
      <p:pic>
        <p:nvPicPr>
          <p:cNvPr id="4" name="Picture Placeholder 5" descr="Two people in the kitchen holding a child">
            <a:extLst>
              <a:ext uri="{FF2B5EF4-FFF2-40B4-BE49-F238E27FC236}">
                <a16:creationId xmlns:a16="http://schemas.microsoft.com/office/drawing/2014/main" id="{9D1A85F3-2C99-FCD8-FA8F-91C4416D66A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73" b="73"/>
          <a:stretch/>
        </p:blipFill>
        <p:spPr>
          <a:xfrm>
            <a:off x="1" y="2520174"/>
            <a:ext cx="12192000" cy="4337825"/>
          </a:xfrm>
        </p:spPr>
      </p:pic>
    </p:spTree>
    <p:extLst>
      <p:ext uri="{BB962C8B-B14F-4D97-AF65-F5344CB8AC3E}">
        <p14:creationId xmlns:p14="http://schemas.microsoft.com/office/powerpoint/2010/main" val="2871034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 hidden="1">
            <a:extLst>
              <a:ext uri="{FF2B5EF4-FFF2-40B4-BE49-F238E27FC236}">
                <a16:creationId xmlns:a16="http://schemas.microsoft.com/office/drawing/2014/main" id="{293A87FA-1E79-F320-4B36-C678811B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7</a:t>
            </a:r>
          </a:p>
        </p:txBody>
      </p:sp>
      <p:pic>
        <p:nvPicPr>
          <p:cNvPr id="24" name="Picture Placeholder 23" descr="A family eating a salad">
            <a:extLst>
              <a:ext uri="{FF2B5EF4-FFF2-40B4-BE49-F238E27FC236}">
                <a16:creationId xmlns:a16="http://schemas.microsoft.com/office/drawing/2014/main" id="{257EC553-598B-2115-F53E-6CABC96140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" b="26"/>
          <a:stretch/>
        </p:blipFill>
        <p:spPr>
          <a:xfrm>
            <a:off x="1276958" y="508821"/>
            <a:ext cx="4786192" cy="5222490"/>
          </a:xfrm>
        </p:spPr>
      </p:pic>
      <p:pic>
        <p:nvPicPr>
          <p:cNvPr id="17" name="Picture Placeholder 16" descr="A person holding a baby">
            <a:extLst>
              <a:ext uri="{FF2B5EF4-FFF2-40B4-BE49-F238E27FC236}">
                <a16:creationId xmlns:a16="http://schemas.microsoft.com/office/drawing/2014/main" id="{7B49BF6F-6C98-50A2-2277-7D9BE2A7FF4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" r="61"/>
          <a:stretch/>
        </p:blipFill>
        <p:spPr>
          <a:xfrm>
            <a:off x="5806609" y="722697"/>
            <a:ext cx="5324267" cy="5626483"/>
          </a:xfrm>
        </p:spPr>
      </p:pic>
    </p:spTree>
    <p:extLst>
      <p:ext uri="{BB962C8B-B14F-4D97-AF65-F5344CB8AC3E}">
        <p14:creationId xmlns:p14="http://schemas.microsoft.com/office/powerpoint/2010/main" val="2564061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 hidden="1">
            <a:extLst>
              <a:ext uri="{FF2B5EF4-FFF2-40B4-BE49-F238E27FC236}">
                <a16:creationId xmlns:a16="http://schemas.microsoft.com/office/drawing/2014/main" id="{DFD70E84-2043-5149-586D-CADF8BA52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8</a:t>
            </a:r>
          </a:p>
        </p:txBody>
      </p:sp>
      <p:pic>
        <p:nvPicPr>
          <p:cNvPr id="4" name="Picture Placeholder 4" descr="A person and children posing for a picture">
            <a:extLst>
              <a:ext uri="{FF2B5EF4-FFF2-40B4-BE49-F238E27FC236}">
                <a16:creationId xmlns:a16="http://schemas.microsoft.com/office/drawing/2014/main" id="{372BC8C2-2D33-14E2-3B5B-12D0F9EAC2E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47" b="47"/>
          <a:stretch/>
        </p:blipFill>
        <p:spPr>
          <a:xfrm>
            <a:off x="-2374" y="0"/>
            <a:ext cx="12196099" cy="4702949"/>
          </a:xfrm>
        </p:spPr>
      </p:pic>
      <p:pic>
        <p:nvPicPr>
          <p:cNvPr id="6" name="Picture Placeholder 5" descr="A group of people hugging">
            <a:extLst>
              <a:ext uri="{FF2B5EF4-FFF2-40B4-BE49-F238E27FC236}">
                <a16:creationId xmlns:a16="http://schemas.microsoft.com/office/drawing/2014/main" id="{7000EBCC-C91D-7CB4-CF07-86A93236E1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" b="6"/>
          <a:stretch/>
        </p:blipFill>
        <p:spPr>
          <a:xfrm>
            <a:off x="5961103" y="3289817"/>
            <a:ext cx="5185631" cy="3072384"/>
          </a:xfrm>
        </p:spPr>
      </p:pic>
    </p:spTree>
    <p:extLst>
      <p:ext uri="{BB962C8B-B14F-4D97-AF65-F5344CB8AC3E}">
        <p14:creationId xmlns:p14="http://schemas.microsoft.com/office/powerpoint/2010/main" val="2887930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4BEC1181-CC5A-D14F-7387-E7E1D0D7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9</a:t>
            </a:r>
          </a:p>
        </p:txBody>
      </p:sp>
      <p:pic>
        <p:nvPicPr>
          <p:cNvPr id="6" name="Picture Placeholder 5" descr="A person holding a child">
            <a:extLst>
              <a:ext uri="{FF2B5EF4-FFF2-40B4-BE49-F238E27FC236}">
                <a16:creationId xmlns:a16="http://schemas.microsoft.com/office/drawing/2014/main" id="{512627C5-4601-D59B-B353-38BE1928CD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" b="108"/>
          <a:stretch/>
        </p:blipFill>
        <p:spPr>
          <a:xfrm>
            <a:off x="824015" y="564131"/>
            <a:ext cx="3898208" cy="5729738"/>
          </a:xfrm>
        </p:spPr>
      </p:pic>
      <p:pic>
        <p:nvPicPr>
          <p:cNvPr id="7" name="Picture Placeholder 6" descr="A person and a baby">
            <a:extLst>
              <a:ext uri="{FF2B5EF4-FFF2-40B4-BE49-F238E27FC236}">
                <a16:creationId xmlns:a16="http://schemas.microsoft.com/office/drawing/2014/main" id="{058C892C-C51F-C70B-479B-F6FF9D8F0A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" r="94"/>
          <a:stretch/>
        </p:blipFill>
        <p:spPr>
          <a:xfrm>
            <a:off x="4112400" y="1018309"/>
            <a:ext cx="4220164" cy="5027983"/>
          </a:xfrm>
        </p:spPr>
      </p:pic>
      <p:pic>
        <p:nvPicPr>
          <p:cNvPr id="8" name="Picture Placeholder 7" descr="A person holding a baby">
            <a:extLst>
              <a:ext uri="{FF2B5EF4-FFF2-40B4-BE49-F238E27FC236}">
                <a16:creationId xmlns:a16="http://schemas.microsoft.com/office/drawing/2014/main" id="{7FA4643E-D6D3-C7E7-05BC-002F831B35D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7747605" y="564131"/>
            <a:ext cx="3898208" cy="5729738"/>
          </a:xfrm>
        </p:spPr>
      </p:pic>
    </p:spTree>
    <p:extLst>
      <p:ext uri="{BB962C8B-B14F-4D97-AF65-F5344CB8AC3E}">
        <p14:creationId xmlns:p14="http://schemas.microsoft.com/office/powerpoint/2010/main" val="2804425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 hidden="1">
            <a:extLst>
              <a:ext uri="{FF2B5EF4-FFF2-40B4-BE49-F238E27FC236}">
                <a16:creationId xmlns:a16="http://schemas.microsoft.com/office/drawing/2014/main" id="{8903FC5A-1BF6-E5F5-B90D-760C0DB9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54628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10</a:t>
            </a:r>
          </a:p>
        </p:txBody>
      </p:sp>
      <p:pic>
        <p:nvPicPr>
          <p:cNvPr id="4" name="Picture Placeholder 4" descr="A person and a child reading a book">
            <a:extLst>
              <a:ext uri="{FF2B5EF4-FFF2-40B4-BE49-F238E27FC236}">
                <a16:creationId xmlns:a16="http://schemas.microsoft.com/office/drawing/2014/main" id="{DE5411A9-23CE-9FF2-4820-723F913557C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9" r="19"/>
          <a:stretch/>
        </p:blipFill>
        <p:spPr>
          <a:xfrm>
            <a:off x="-2374" y="0"/>
            <a:ext cx="8313009" cy="6858000"/>
          </a:xfrm>
        </p:spPr>
      </p:pic>
      <p:pic>
        <p:nvPicPr>
          <p:cNvPr id="6" name="Picture Placeholder 5" descr="A person and child playing with a tire swing">
            <a:extLst>
              <a:ext uri="{FF2B5EF4-FFF2-40B4-BE49-F238E27FC236}">
                <a16:creationId xmlns:a16="http://schemas.microsoft.com/office/drawing/2014/main" id="{FABFA3F1-2C20-F9B7-3CB2-D268781F34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8" r="168"/>
          <a:stretch/>
        </p:blipFill>
        <p:spPr>
          <a:xfrm>
            <a:off x="7036836" y="1033487"/>
            <a:ext cx="3898209" cy="4768617"/>
          </a:xfrm>
        </p:spPr>
      </p:pic>
    </p:spTree>
    <p:extLst>
      <p:ext uri="{BB962C8B-B14F-4D97-AF65-F5344CB8AC3E}">
        <p14:creationId xmlns:p14="http://schemas.microsoft.com/office/powerpoint/2010/main" val="2828194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41F587-F70E-7E24-1F2F-B6065B41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89" y="2532695"/>
            <a:ext cx="3579521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/>
              <a:t>end.  </a:t>
            </a:r>
            <a:endParaRPr lang="en-US" dirty="0"/>
          </a:p>
        </p:txBody>
      </p:sp>
      <p:pic>
        <p:nvPicPr>
          <p:cNvPr id="4" name="Picture Placeholder 3" descr="A family walking in the park">
            <a:extLst>
              <a:ext uri="{FF2B5EF4-FFF2-40B4-BE49-F238E27FC236}">
                <a16:creationId xmlns:a16="http://schemas.microsoft.com/office/drawing/2014/main" id="{0F27E63B-D08C-B911-56B7-6197F39C17E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" r="53"/>
          <a:stretch/>
        </p:blipFill>
        <p:spPr>
          <a:xfrm>
            <a:off x="5094821" y="436808"/>
            <a:ext cx="6524841" cy="5988205"/>
          </a:xfrm>
        </p:spPr>
      </p:pic>
    </p:spTree>
    <p:extLst>
      <p:ext uri="{BB962C8B-B14F-4D97-AF65-F5344CB8AC3E}">
        <p14:creationId xmlns:p14="http://schemas.microsoft.com/office/powerpoint/2010/main" val="2643214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000">
        <p15:prstTrans prst="pageCurlDouble"/>
      </p:transition>
    </mc:Choice>
    <mc:Fallback xmlns="">
      <p:transition spd="slow" advTm="7000">
        <p:fade/>
      </p:transition>
    </mc:Fallback>
  </mc:AlternateContent>
</p:sld>
</file>

<file path=ppt/theme/theme1.xml><?xml version="1.0" encoding="utf-8"?>
<a:theme xmlns:a="http://schemas.openxmlformats.org/drawingml/2006/main" name="Custon">
  <a:themeElements>
    <a:clrScheme name="OrganicSimple V2">
      <a:dk1>
        <a:srgbClr val="000000"/>
      </a:dk1>
      <a:lt1>
        <a:srgbClr val="FFFFFF"/>
      </a:lt1>
      <a:dk2>
        <a:srgbClr val="F9F0ED"/>
      </a:dk2>
      <a:lt2>
        <a:srgbClr val="E8E8E8"/>
      </a:lt2>
      <a:accent1>
        <a:srgbClr val="E1C3BA"/>
      </a:accent1>
      <a:accent2>
        <a:srgbClr val="E4D5CF"/>
      </a:accent2>
      <a:accent3>
        <a:srgbClr val="D5D0BE"/>
      </a:accent3>
      <a:accent4>
        <a:srgbClr val="DBBB68"/>
      </a:accent4>
      <a:accent5>
        <a:srgbClr val="CEDBE6"/>
      </a:accent5>
      <a:accent6>
        <a:srgbClr val="A1CACB"/>
      </a:accent6>
      <a:hlink>
        <a:srgbClr val="467886"/>
      </a:hlink>
      <a:folHlink>
        <a:srgbClr val="96607D"/>
      </a:folHlink>
    </a:clrScheme>
    <a:fontScheme name="Custom">
      <a:majorFont>
        <a:latin typeface="Sagona Book"/>
        <a:ea typeface=""/>
        <a:cs typeface=""/>
      </a:majorFont>
      <a:minorFont>
        <a:latin typeface="Sagona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ganicSimple_win32_DS_v7" id="{EBB68362-3CC8-4350-8213-FC3A3D9DCD73}" vid="{B1CA5C1E-E483-480B-A4D7-3E949FC4E4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BFD059-18E3-4016-A71E-47698F6B99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8579A7-0E55-4329-87FC-3C7500ABD6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DAD0A4-AE78-45CE-A328-1F96E95EA3E4}">
  <ds:schemaRefs>
    <ds:schemaRef ds:uri="230e9df3-be65-4c73-a93b-d1236ebd677e"/>
    <ds:schemaRef ds:uri="http://purl.org/dc/dcmitype/"/>
    <ds:schemaRef ds:uri="http://purl.org/dc/elements/1.1/"/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Custon</vt:lpstr>
      <vt:lpstr>Family means forever.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The end.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2026-07-16T05:42:39Z</dcterms:created>
  <dcterms:modified xsi:type="dcterms:W3CDTF">2026-07-16T05:42:42Z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