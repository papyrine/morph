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97-4FAD-893F-BE730D3DD9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97-4FAD-893F-BE730D3DD91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97-4FAD-893F-BE730D3DD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273704624"/>
        <c:axId val="1261919248"/>
        <c:axId val="0"/>
      </c:bar3DChart>
      <c:catAx>
        <c:axId val="1273704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919248"/>
        <c:crosses val="autoZero"/>
        <c:auto val="1"/>
        <c:lblAlgn val="ctr"/>
        <c:lblOffset val="100"/>
        <c:noMultiLvlLbl val="0"/>
      </c:catAx>
      <c:valAx>
        <c:axId val="1261919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3704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D7-4C9F-AC24-571AE5D6B5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D7-4C9F-AC24-571AE5D6B5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3D7-4C9F-AC24-571AE5D6B5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55801200"/>
        <c:axId val="1261979728"/>
        <c:axId val="0"/>
      </c:bar3DChart>
      <c:catAx>
        <c:axId val="13558012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979728"/>
        <c:crosses val="autoZero"/>
        <c:auto val="1"/>
        <c:lblAlgn val="ctr"/>
        <c:lblOffset val="100"/>
        <c:noMultiLvlLbl val="0"/>
      </c:catAx>
      <c:valAx>
        <c:axId val="12619797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5801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4156-8988-797E-33E4-DC3B1EEBE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EBEF2F-5A10-0F61-5D7E-0879D5907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6A975-5FFE-8FC3-FA04-CF47921D2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29BEF-5642-4B02-9020-3A007F9907B4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92B5F-73C0-2A80-6875-A47C6C8A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C0427-4645-2CE7-C723-9B35668BE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849A-AE78-4471-9671-16DD97D3B2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1955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02C3F-F1AF-73D6-9117-9E0388B0D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BCDE2-7FC9-CC52-8F53-78541660E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D4E63-22CF-6223-FDF1-67815005D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29BEF-5642-4B02-9020-3A007F9907B4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C00B9-634B-0157-EA5E-7DA1362D0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18F43-ED83-2AD7-E170-6082B4596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849A-AE78-4471-9671-16DD97D3B2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714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4B0C8-7FBC-6321-B7AC-85AD2CB06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54097-4776-D118-7E57-C37BEFF51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E8650-9F54-1B2D-9472-00B5E10CA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29BEF-5642-4B02-9020-3A007F9907B4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4660B-BC99-D76C-C117-CC34636D9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17E0B-BF95-528C-EAA2-C3D9CA8C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849A-AE78-4471-9671-16DD97D3B2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5717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8307-9684-B08F-7162-94567A7F1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820DA-6453-AE95-C48B-4A8A6AD316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C3381-1655-397E-E8FD-508867676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5B191-5F92-3E5F-9A10-BF420A658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29BEF-5642-4B02-9020-3A007F9907B4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54F90-5656-E470-F6BF-8053B326E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E69BC-5AB8-BE5B-C463-26E0E1872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849A-AE78-4471-9671-16DD97D3B2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170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A169-F071-7F64-E67A-92D709935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4E874-8166-A439-7B7E-11165F141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89C8F-7180-3E02-D0E2-02F0B8F72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8DACE1-9988-98FD-941B-3BBE3FE09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E399AA-8B1A-861C-6471-DB04EF99CE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EA1D87-744E-58F0-7D0C-D8993266A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29BEF-5642-4B02-9020-3A007F9907B4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3C95DD-880D-2D30-0A9C-932DB628A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AF76E6-7090-757B-2575-87E6B11E4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849A-AE78-4471-9671-16DD97D3B2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738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63515-F5CF-A455-3C33-F3C910BE0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F6E25-687C-24AB-C09F-A14D81094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29BEF-5642-4B02-9020-3A007F9907B4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F35036-D895-0FFB-3481-448534F76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088E6D-1482-D2D5-8FFF-676617E95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849A-AE78-4471-9671-16DD97D3B2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6118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CC02D-7989-B057-F2EA-58AF6861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29BEF-5642-4B02-9020-3A007F9907B4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2B3C4A-B663-8D82-7C50-2F1ABB6A8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48ED0-42EF-81FD-1D7E-CD0328617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849A-AE78-4471-9671-16DD97D3B2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7397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0F465-8B87-081E-AE8B-17DE79738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66115-E219-60FE-8076-D9735C353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014DF-B524-3D42-BBB7-E89418CE4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507CB-237F-3E68-5FE9-29C246A80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29BEF-5642-4B02-9020-3A007F9907B4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1EF55-B85E-2CCB-CE98-39BA0020B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9610A-4FC6-E255-0663-8B129C63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849A-AE78-4471-9671-16DD97D3B2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4541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DF821-FEDA-A44E-7668-E0D7783E1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74E07-5DDF-4AEA-6855-D54E4433D5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A9463-D61F-2BB1-E670-4C4D4E96B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5C509-6562-BE50-F006-7B082FE58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29BEF-5642-4B02-9020-3A007F9907B4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C79A4-857A-F78F-DFBE-494B8DD5D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D56A3-CEF3-4F8C-3F48-BAACE452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849A-AE78-4471-9671-16DD97D3B2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9486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0D8ED-856D-79F0-8A17-C97730D3B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4D6D08-F6B2-A61B-096B-A8DB3F1D0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FB557-8151-BE07-7D90-26ACA5833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29BEF-5642-4B02-9020-3A007F9907B4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58F79-3766-89A0-536A-2A4D418C7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5A1ED-2E3E-4290-BC73-AA0A9F3D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849A-AE78-4471-9671-16DD97D3B2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2073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05D346-844C-BCFE-5500-A69CB9C5B5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6D741B-4CAA-5E43-9B19-BAC172A2E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1EADC-608F-07F6-F4FA-782D6ADE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29BEF-5642-4B02-9020-3A007F9907B4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5B471-333D-C674-15AA-25B8DD47B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05F13-085A-B9C6-0F79-D2B4FD1D3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849A-AE78-4471-9671-16DD97D3B2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292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414080-8AB1-ADBB-B391-34CFE8500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4159-C6DE-6839-58A3-9AC07A655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C4A38-974D-6694-7929-2E67863569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29BEF-5642-4B02-9020-3A007F9907B4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07D12-76EB-7ED8-EBC6-AE988B14AF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4C400-7BAB-FB69-6636-2A01465B6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C849A-AE78-4471-9671-16DD97D3B2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6287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8AAE13D-C1E6-6F19-4AE8-0DC15D8B4E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0117902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17271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753ECA4-3E15-6A09-AA86-E44A34CC81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5865074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19885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Cropp</dc:creator>
  <cp:lastModifiedBy>Simon Cropp</cp:lastModifiedBy>
  <cp:revision>1</cp:revision>
  <dcterms:created xsi:type="dcterms:W3CDTF">2026-10-26T00:08:34Z</dcterms:created>
  <dcterms:modified xsi:type="dcterms:W3CDTF">2026-10-26T00:08:34Z</dcterms:modified>
</cp:coreProperties>
</file>