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8"/>
  </p:notesMasterIdLst>
  <p:handoutMasterIdLst>
    <p:handoutMasterId r:id="rId19"/>
  </p:handoutMasterIdLst>
  <p:sldIdLst>
    <p:sldId id="276" r:id="rId5"/>
    <p:sldId id="257" r:id="rId6"/>
    <p:sldId id="279" r:id="rId7"/>
    <p:sldId id="256" r:id="rId8"/>
    <p:sldId id="281" r:id="rId9"/>
    <p:sldId id="283" r:id="rId10"/>
    <p:sldId id="293" r:id="rId11"/>
    <p:sldId id="294" r:id="rId12"/>
    <p:sldId id="295" r:id="rId13"/>
    <p:sldId id="296" r:id="rId14"/>
    <p:sldId id="297" r:id="rId15"/>
    <p:sldId id="262" r:id="rId16"/>
    <p:sldId id="2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6327" autoAdjust="0"/>
  </p:normalViewPr>
  <p:slideViewPr>
    <p:cSldViewPr snapToGrid="0">
      <p:cViewPr varScale="1">
        <p:scale>
          <a:sx n="86" d="100"/>
          <a:sy n="86" d="100"/>
        </p:scale>
        <p:origin x="63" y="963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67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6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70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90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72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4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88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143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690542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1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8552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349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8031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364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173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70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134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4246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6437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377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841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851" y="2165174"/>
            <a:ext cx="6118224" cy="155448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7" name="Picture Placeholder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4194521"/>
            <a:ext cx="1481845" cy="787628"/>
            <a:chOff x="4987925" y="2840038"/>
            <a:chExt cx="2216150" cy="11779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912713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2400" i="1"/>
            </a:lvl1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368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64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4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4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664443" y="2484712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5750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18C0F6-1F2A-74E4-A6C4-914FE33663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59649" y="2493040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ED942-AF2B-12D4-2ED4-570ACFD0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899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indent="-283464"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791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C2262EB2-92F3-45D5-977D-A254F9DC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4750" y="548640"/>
            <a:ext cx="61200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08B7B76C-AD95-41C0-859E-9A612EE3EB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8703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F4E51F-526D-47C7-B091-D47773C1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4FE061B-0356-4C6F-A2CA-12D48BE34A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4750" y="2759076"/>
            <a:ext cx="6121400" cy="30098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C9AB8836-3239-49B5-AB6F-4AF85F1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20XX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77EAD6AC-E509-49A1-8E38-1CABD458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689B03B-F230-4530-8C09-EFB8172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449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745F42-F11E-4295-BA16-71120E66B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80706"/>
            <a:ext cx="12192000" cy="38772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36F7FC-6006-4472-BC70-30C283ABC1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988" y="540000"/>
            <a:ext cx="3884962" cy="2011680"/>
          </a:xfrm>
        </p:spPr>
        <p:txBody>
          <a:bodyPr anchor="ctr" anchorCtr="0"/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65A73B-104E-43C7-BBEC-C2B3D52E1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54584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E0F1ED-567A-464B-A7AB-53B58F510B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3552" y="540000"/>
            <a:ext cx="6107460" cy="201168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>
              <a:defRPr sz="1800"/>
            </a:lvl2pPr>
            <a:lvl3pPr marL="720000" indent="0">
              <a:buNone/>
              <a:defRPr sz="1800"/>
            </a:lvl3pPr>
            <a:lvl4pPr>
              <a:defRPr sz="1800"/>
            </a:lvl4pPr>
            <a:lvl5pPr marL="14400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BDB4AB8-A251-1D19-89FE-D1E389DC72CE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40988" y="3487738"/>
            <a:ext cx="11110023" cy="2486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23808ED-A697-419E-B2B9-925BC804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82CBC00E-8DBE-41F7-B5EC-A273F718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C8BA04E-DB40-4D07-9B73-37122A90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74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80A73D-6706-8DB1-BAA5-9EC91EF6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1677" y="548640"/>
            <a:ext cx="4663440" cy="137160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A2E018F-B83F-5D9E-94F4-2B1C285CED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" y="548640"/>
            <a:ext cx="5575300" cy="5656016"/>
          </a:xfrm>
        </p:spPr>
        <p:txBody>
          <a:bodyPr>
            <a:noAutofit/>
          </a:bodyPr>
          <a:lstStyle>
            <a:lvl1pPr marL="283464" indent="-283464">
              <a:spcBef>
                <a:spcPts val="500"/>
              </a:spcBef>
              <a:defRPr sz="1800"/>
            </a:lvl1pPr>
            <a:lvl2pPr marL="283464">
              <a:spcBef>
                <a:spcPts val="500"/>
              </a:spcBef>
              <a:defRPr sz="1800"/>
            </a:lvl2pPr>
            <a:lvl3pPr marL="685800" indent="-283464">
              <a:spcBef>
                <a:spcPts val="500"/>
              </a:spcBef>
              <a:defRPr sz="1800"/>
            </a:lvl3pPr>
            <a:lvl4pPr marL="685800">
              <a:spcBef>
                <a:spcPts val="500"/>
              </a:spcBef>
              <a:defRPr sz="1800"/>
            </a:lvl4pPr>
            <a:lvl5pPr marL="1143000" indent="-283464">
              <a:spcBef>
                <a:spcPts val="5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266A202-7CFD-8B3B-C33C-D85F06445EC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91676" y="2751236"/>
            <a:ext cx="4663440" cy="3453420"/>
          </a:xfrm>
        </p:spPr>
        <p:txBody>
          <a:bodyPr lIns="137160">
            <a:noAutofit/>
          </a:bodyPr>
          <a:lstStyle>
            <a:lvl1pPr marL="34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FDB4E-BF6D-A408-5BC2-566CFAEC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673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995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ABF0D4-6E3E-4B6A-9402-0B1819B2E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8640"/>
            <a:ext cx="10058400" cy="1097280"/>
          </a:xfr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AB4820-09C0-4A6A-9DEF-D377D04A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82880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6B5DAE-9335-B3AD-445C-296C2E06A2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82650" y="2441575"/>
            <a:ext cx="10058400" cy="3450265"/>
          </a:xfrm>
        </p:spPr>
        <p:txBody>
          <a:bodyPr/>
          <a:lstStyle>
            <a:lvl1pPr marL="283464" indent="-283464">
              <a:defRPr/>
            </a:lvl1pPr>
            <a:lvl2pPr marL="283464" indent="0">
              <a:defRPr/>
            </a:lvl2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5B58DA2-1433-4624-A301-D9496CB2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28E4701-5991-4858-AE71-47400E64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C430A52-01FF-4B61-8B7A-C60A8D06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487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2585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52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Eco-friendly packaging and materials</a:t>
            </a:r>
          </a:p>
          <a:p>
            <a:r>
              <a:rPr lang="en-US" dirty="0"/>
              <a:t>Renewable energy technologies and their integration</a:t>
            </a:r>
          </a:p>
          <a:p>
            <a:r>
              <a:rPr lang="en-US" dirty="0"/>
              <a:t>Circular economy and product lifecycle management </a:t>
            </a:r>
          </a:p>
          <a:p>
            <a:r>
              <a:rPr lang="en-US" dirty="0"/>
              <a:t>Sustainability and plant-based alternatives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F7FA-557B-82FA-0B3B-B29A88184B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6" name="Picture Placeholder 10" descr="Close-up of hands holding a plant">
            <a:extLst>
              <a:ext uri="{FF2B5EF4-FFF2-40B4-BE49-F238E27FC236}">
                <a16:creationId xmlns:a16="http://schemas.microsoft.com/office/drawing/2014/main" id="{B8EA5149-9394-870E-B264-F258BDDEFD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r="32"/>
          <a:stretch/>
        </p:blipFill>
        <p:spPr/>
      </p:pic>
      <p:pic>
        <p:nvPicPr>
          <p:cNvPr id="7" name="Picture Placeholder 6" descr="A picture containing frog, green">
            <a:extLst>
              <a:ext uri="{FF2B5EF4-FFF2-40B4-BE49-F238E27FC236}">
                <a16:creationId xmlns:a16="http://schemas.microsoft.com/office/drawing/2014/main" id="{0C1F56FC-13FD-CF18-C27C-BB919D2032E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r="32"/>
          <a:stretch/>
        </p:blipFill>
        <p:spPr/>
      </p:pic>
      <p:pic>
        <p:nvPicPr>
          <p:cNvPr id="8" name="Picture Placeholder 17" descr="A small plant growing out of the ground">
            <a:extLst>
              <a:ext uri="{FF2B5EF4-FFF2-40B4-BE49-F238E27FC236}">
                <a16:creationId xmlns:a16="http://schemas.microsoft.com/office/drawing/2014/main" id="{AF3B1638-8D86-9297-862F-D554B1D506E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r="32"/>
          <a:stretch/>
        </p:blipFill>
        <p:spPr/>
      </p:pic>
    </p:spTree>
    <p:extLst>
      <p:ext uri="{BB962C8B-B14F-4D97-AF65-F5344CB8AC3E}">
        <p14:creationId xmlns:p14="http://schemas.microsoft.com/office/powerpoint/2010/main" val="28414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3501C3-C301-490F-A129-5C468AEC91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C3F3DE7-4288-44D0-9E2E-8E5B9936A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20" name="Picture Placeholder 19" descr="A close up of a leaf">
            <a:extLst>
              <a:ext uri="{FF2B5EF4-FFF2-40B4-BE49-F238E27FC236}">
                <a16:creationId xmlns:a16="http://schemas.microsoft.com/office/drawing/2014/main" id="{6E2D2D38-24AA-4E51-8201-BF33AE4158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" b="44"/>
          <a:stretch/>
        </p:blipFill>
        <p:spPr/>
      </p:pic>
    </p:spTree>
    <p:extLst>
      <p:ext uri="{BB962C8B-B14F-4D97-AF65-F5344CB8AC3E}">
        <p14:creationId xmlns:p14="http://schemas.microsoft.com/office/powerpoint/2010/main" val="97536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E88C-4518-8DA5-1DFF-70A655859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95DF9-4327-92A6-EB3F-1320895ED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60724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8AAD-ED41-A5A5-C08E-89B0C4F5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9837-86F8-E190-7724-905421C336A7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F103D-6A11-7052-0475-B28F957A9B64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6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A76F-D376-79BA-AC5E-A2735E78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D284-61C4-B17C-FCD3-9FA9070D219C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36F5E-3803-4149-AA66-FD25B8E82CF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411584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352076-65B5-C2DF-1B98-F53DD1D9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13" name="Picture Placeholder 12" descr="A close up of a plant">
            <a:extLst>
              <a:ext uri="{FF2B5EF4-FFF2-40B4-BE49-F238E27FC236}">
                <a16:creationId xmlns:a16="http://schemas.microsoft.com/office/drawing/2014/main" id="{09E9642A-EBD6-4A1F-862C-5E040624C5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" r="29"/>
          <a:stretch/>
        </p:blipFill>
        <p:spPr/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B0AC9C-0433-6B83-4743-3A4559BB3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</p:spTree>
    <p:extLst>
      <p:ext uri="{BB962C8B-B14F-4D97-AF65-F5344CB8AC3E}">
        <p14:creationId xmlns:p14="http://schemas.microsoft.com/office/powerpoint/2010/main" val="419864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5714-4BE0-EC6B-90B7-F8A86023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BDC7-4E05-2A5B-EC80-62CCB3664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87D6886D-B5A1-1F5D-F70E-3462D3F53FF1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96381568"/>
              </p:ext>
            </p:extLst>
          </p:nvPr>
        </p:nvGraphicFramePr>
        <p:xfrm>
          <a:off x="541338" y="3487738"/>
          <a:ext cx="11109324" cy="257282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757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19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2A43-A135-E306-2FB5-19EDC6C6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4F8F7-4B55-C424-6405-19AE9A19EEB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 anchor="ctr" anchorCtr="0"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280C0-0E9D-3C24-020F-F4E30349EC0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</p:spTree>
    <p:extLst>
      <p:ext uri="{BB962C8B-B14F-4D97-AF65-F5344CB8AC3E}">
        <p14:creationId xmlns:p14="http://schemas.microsoft.com/office/powerpoint/2010/main" val="326414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3D94DD-3026-C941-CB76-D2C80611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D098B105-DEB9-BEAD-F386-38FB8773B26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36186374"/>
              </p:ext>
            </p:extLst>
          </p:nvPr>
        </p:nvGraphicFramePr>
        <p:xfrm>
          <a:off x="882650" y="2441575"/>
          <a:ext cx="10515600" cy="356549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493340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7330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7330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0834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7330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0834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42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2E30C-1333-5529-886B-FD732D3DCB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A5F18C-93E4-4C3A-A312-44EF0CB57A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33059B-AF8D-467E-BDB3-CD063FDD20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7FEE6A-70C7-4994-95E7-698D6AC488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LeafVTI</Template>
  <TotalTime>0</TotalTime>
  <Words>428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LeafVTI</vt:lpstr>
      <vt:lpstr>Basic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table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2026-07-16T05:45:53Z</dcterms:created>
  <dcterms:modified xsi:type="dcterms:W3CDTF">2026-07-16T05:45:59Z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