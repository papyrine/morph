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82" r:id="rId5"/>
    <p:sldId id="283" r:id="rId6"/>
    <p:sldId id="284" r:id="rId7"/>
    <p:sldId id="286" r:id="rId8"/>
    <p:sldId id="287" r:id="rId9"/>
    <p:sldId id="288" r:id="rId10"/>
    <p:sldId id="289" r:id="rId11"/>
    <p:sldId id="28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879" autoAdjust="0"/>
  </p:normalViewPr>
  <p:slideViewPr>
    <p:cSldViewPr snapToGrid="0">
      <p:cViewPr>
        <p:scale>
          <a:sx n="100" d="100"/>
          <a:sy n="100" d="100"/>
        </p:scale>
        <p:origin x="-816" y="-533"/>
      </p:cViewPr>
      <p:guideLst/>
    </p:cSldViewPr>
  </p:slideViewPr>
  <p:outlineViewPr>
    <p:cViewPr>
      <p:scale>
        <a:sx n="33" d="100"/>
        <a:sy n="33" d="100"/>
      </p:scale>
      <p:origin x="0" y="-547"/>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7946C6-AA8A-41E5-BC7D-E66ACB4CC5E5}"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4C376-678B-4DAC-8217-06746A62BB8E}" type="slidenum">
              <a:rPr lang="en-US" smtClean="0"/>
              <a:t>‹#›</a:t>
            </a:fld>
            <a:endParaRPr lang="en-US"/>
          </a:p>
        </p:txBody>
      </p:sp>
    </p:spTree>
    <p:extLst>
      <p:ext uri="{BB962C8B-B14F-4D97-AF65-F5344CB8AC3E}">
        <p14:creationId xmlns:p14="http://schemas.microsoft.com/office/powerpoint/2010/main" val="2784989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E76F8C6-6F62-F61A-22A9-847067B94CD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22417"/>
          <a:stretch/>
        </p:blipFill>
        <p:spPr>
          <a:xfrm flipH="1">
            <a:off x="-1" y="984638"/>
            <a:ext cx="2312817" cy="5020746"/>
          </a:xfrm>
          <a:prstGeom prst="rect">
            <a:avLst/>
          </a:prstGeom>
        </p:spPr>
      </p:pic>
      <p:cxnSp>
        <p:nvCxnSpPr>
          <p:cNvPr id="8" name="Straight Connector 7">
            <a:extLst>
              <a:ext uri="{FF2B5EF4-FFF2-40B4-BE49-F238E27FC236}">
                <a16:creationId xmlns:a16="http://schemas.microsoft.com/office/drawing/2014/main" id="{CE6394C4-AC31-3499-B885-F2CEA422063D}"/>
              </a:ext>
            </a:extLst>
          </p:cNvPr>
          <p:cNvCxnSpPr>
            <a:cxnSpLocks/>
          </p:cNvCxnSpPr>
          <p:nvPr userDrawn="1"/>
        </p:nvCxnSpPr>
        <p:spPr>
          <a:xfrm>
            <a:off x="7918033" y="3781167"/>
            <a:ext cx="1114760"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BC4C92D-2E6E-970E-8EF2-E0A56E084379}"/>
              </a:ext>
            </a:extLst>
          </p:cNvPr>
          <p:cNvCxnSpPr>
            <a:cxnSpLocks/>
          </p:cNvCxnSpPr>
          <p:nvPr userDrawn="1"/>
        </p:nvCxnSpPr>
        <p:spPr>
          <a:xfrm>
            <a:off x="9402204" y="3785286"/>
            <a:ext cx="1076326"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557D4C33-973F-951E-39FE-C9FC0C80689C}"/>
              </a:ext>
            </a:extLst>
          </p:cNvPr>
          <p:cNvSpPr/>
          <p:nvPr userDrawn="1"/>
        </p:nvSpPr>
        <p:spPr>
          <a:xfrm>
            <a:off x="9193429" y="3756453"/>
            <a:ext cx="61785" cy="61785"/>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C0302C41-F83A-6662-F698-67405164051C}"/>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6200"/>
          <a:stretch/>
        </p:blipFill>
        <p:spPr>
          <a:xfrm>
            <a:off x="7763921" y="5334519"/>
            <a:ext cx="2831715" cy="1523481"/>
          </a:xfrm>
          <a:prstGeom prst="rect">
            <a:avLst/>
          </a:prstGeom>
        </p:spPr>
      </p:pic>
      <p:pic>
        <p:nvPicPr>
          <p:cNvPr id="12" name="Graphic 11">
            <a:extLst>
              <a:ext uri="{FF2B5EF4-FFF2-40B4-BE49-F238E27FC236}">
                <a16:creationId xmlns:a16="http://schemas.microsoft.com/office/drawing/2014/main" id="{75C07E75-7414-983B-5C24-DA8C2AC9E5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55847" b="304"/>
          <a:stretch/>
        </p:blipFill>
        <p:spPr>
          <a:xfrm>
            <a:off x="7916321" y="0"/>
            <a:ext cx="2831715" cy="1241684"/>
          </a:xfrm>
          <a:prstGeom prst="rect">
            <a:avLst/>
          </a:prstGeom>
        </p:spPr>
      </p:pic>
      <p:sp>
        <p:nvSpPr>
          <p:cNvPr id="2" name="Title 1">
            <a:extLst>
              <a:ext uri="{FF2B5EF4-FFF2-40B4-BE49-F238E27FC236}">
                <a16:creationId xmlns:a16="http://schemas.microsoft.com/office/drawing/2014/main" id="{665D10FE-7D00-604D-2AAC-844E02DC68E0}"/>
              </a:ext>
            </a:extLst>
          </p:cNvPr>
          <p:cNvSpPr>
            <a:spLocks noGrp="1"/>
          </p:cNvSpPr>
          <p:nvPr>
            <p:ph type="ctrTitle"/>
          </p:nvPr>
        </p:nvSpPr>
        <p:spPr>
          <a:xfrm>
            <a:off x="6894576" y="1426464"/>
            <a:ext cx="4672584" cy="1243584"/>
          </a:xfrm>
        </p:spPr>
        <p:txBody>
          <a:bodyPr anchor="b">
            <a:noAutofit/>
          </a:bodyPr>
          <a:lstStyle>
            <a:lvl1pPr algn="ctr">
              <a:defRPr sz="8800"/>
            </a:lvl1pPr>
          </a:lstStyle>
          <a:p>
            <a:r>
              <a:rPr lang="en-US" dirty="0"/>
              <a:t>Click to edit Master title style</a:t>
            </a:r>
          </a:p>
        </p:txBody>
      </p:sp>
      <p:sp>
        <p:nvSpPr>
          <p:cNvPr id="3" name="Subtitle 2">
            <a:extLst>
              <a:ext uri="{FF2B5EF4-FFF2-40B4-BE49-F238E27FC236}">
                <a16:creationId xmlns:a16="http://schemas.microsoft.com/office/drawing/2014/main" id="{F4FF4796-C9F4-2061-7885-8185FBE0B08A}"/>
              </a:ext>
            </a:extLst>
          </p:cNvPr>
          <p:cNvSpPr>
            <a:spLocks noGrp="1"/>
          </p:cNvSpPr>
          <p:nvPr>
            <p:ph type="subTitle" idx="1"/>
          </p:nvPr>
        </p:nvSpPr>
        <p:spPr>
          <a:xfrm>
            <a:off x="6775704" y="2670048"/>
            <a:ext cx="4910328" cy="996696"/>
          </a:xfrm>
        </p:spPr>
        <p:txBody>
          <a:bodyPr>
            <a:noAutofit/>
          </a:bodyPr>
          <a:lstStyle>
            <a:lvl1pPr marL="0" indent="0" algn="ctr">
              <a:lnSpc>
                <a:spcPct val="90000"/>
              </a:lnSpc>
              <a:spcBef>
                <a:spcPts val="0"/>
              </a:spcBef>
              <a:buNone/>
              <a:defRPr sz="4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9" name="Picture Placeholder 18">
            <a:extLst>
              <a:ext uri="{FF2B5EF4-FFF2-40B4-BE49-F238E27FC236}">
                <a16:creationId xmlns:a16="http://schemas.microsoft.com/office/drawing/2014/main" id="{DE0AD5D1-ACD0-3F28-AF5A-E92DC467AD95}"/>
              </a:ext>
            </a:extLst>
          </p:cNvPr>
          <p:cNvSpPr>
            <a:spLocks noGrp="1"/>
          </p:cNvSpPr>
          <p:nvPr>
            <p:ph type="pic" sz="quarter" idx="11"/>
          </p:nvPr>
        </p:nvSpPr>
        <p:spPr>
          <a:xfrm>
            <a:off x="847136" y="767664"/>
            <a:ext cx="5312664" cy="5321808"/>
          </a:xfrm>
          <a:custGeom>
            <a:avLst/>
            <a:gdLst>
              <a:gd name="connsiteX0" fmla="*/ 366730 w 5312664"/>
              <a:gd name="connsiteY0" fmla="*/ 0 h 5321808"/>
              <a:gd name="connsiteX1" fmla="*/ 4947426 w 5312664"/>
              <a:gd name="connsiteY1" fmla="*/ 0 h 5321808"/>
              <a:gd name="connsiteX2" fmla="*/ 5240247 w 5312664"/>
              <a:gd name="connsiteY2" fmla="*/ 359280 h 5321808"/>
              <a:gd name="connsiteX3" fmla="*/ 5312664 w 5312664"/>
              <a:gd name="connsiteY3" fmla="*/ 366580 h 5321808"/>
              <a:gd name="connsiteX4" fmla="*/ 5312664 w 5312664"/>
              <a:gd name="connsiteY4" fmla="*/ 4955229 h 5321808"/>
              <a:gd name="connsiteX5" fmla="*/ 5240247 w 5312664"/>
              <a:gd name="connsiteY5" fmla="*/ 4962529 h 5321808"/>
              <a:gd name="connsiteX6" fmla="*/ 4947426 w 5312664"/>
              <a:gd name="connsiteY6" fmla="*/ 5321808 h 5321808"/>
              <a:gd name="connsiteX7" fmla="*/ 366730 w 5312664"/>
              <a:gd name="connsiteY7" fmla="*/ 5321808 h 5321808"/>
              <a:gd name="connsiteX8" fmla="*/ 0 w 5312664"/>
              <a:gd name="connsiteY8" fmla="*/ 4955078 h 5321808"/>
              <a:gd name="connsiteX9" fmla="*/ 0 w 5312664"/>
              <a:gd name="connsiteY9" fmla="*/ 366730 h 5321808"/>
              <a:gd name="connsiteX10" fmla="*/ 366730 w 5312664"/>
              <a:gd name="connsiteY10" fmla="*/ 0 h 5321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12664" h="5321808">
                <a:moveTo>
                  <a:pt x="366730" y="0"/>
                </a:moveTo>
                <a:lnTo>
                  <a:pt x="4947426" y="0"/>
                </a:lnTo>
                <a:cubicBezTo>
                  <a:pt x="4947426" y="177222"/>
                  <a:pt x="5073135" y="325083"/>
                  <a:pt x="5240247" y="359280"/>
                </a:cubicBezTo>
                <a:lnTo>
                  <a:pt x="5312664" y="366580"/>
                </a:lnTo>
                <a:lnTo>
                  <a:pt x="5312664" y="4955229"/>
                </a:lnTo>
                <a:lnTo>
                  <a:pt x="5240247" y="4962529"/>
                </a:lnTo>
                <a:cubicBezTo>
                  <a:pt x="5073135" y="4996725"/>
                  <a:pt x="4947426" y="5144587"/>
                  <a:pt x="4947426" y="5321808"/>
                </a:cubicBezTo>
                <a:lnTo>
                  <a:pt x="366730" y="5321808"/>
                </a:lnTo>
                <a:cubicBezTo>
                  <a:pt x="366730" y="5119269"/>
                  <a:pt x="202539" y="4955078"/>
                  <a:pt x="0" y="4955078"/>
                </a:cubicBezTo>
                <a:lnTo>
                  <a:pt x="0" y="366730"/>
                </a:lnTo>
                <a:cubicBezTo>
                  <a:pt x="202539" y="366730"/>
                  <a:pt x="366730" y="202539"/>
                  <a:pt x="366730" y="0"/>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14" name="Text Placeholder 13">
            <a:extLst>
              <a:ext uri="{FF2B5EF4-FFF2-40B4-BE49-F238E27FC236}">
                <a16:creationId xmlns:a16="http://schemas.microsoft.com/office/drawing/2014/main" id="{6DE32C7F-41E5-326F-0412-00CD25EFFC98}"/>
              </a:ext>
            </a:extLst>
          </p:cNvPr>
          <p:cNvSpPr>
            <a:spLocks noGrp="1"/>
          </p:cNvSpPr>
          <p:nvPr>
            <p:ph type="body" sz="quarter" idx="10"/>
          </p:nvPr>
        </p:nvSpPr>
        <p:spPr>
          <a:xfrm>
            <a:off x="7232904" y="4270248"/>
            <a:ext cx="3986784" cy="1380744"/>
          </a:xfrm>
        </p:spPr>
        <p:txBody>
          <a:bodyPr lIns="91440" tIns="45720" rIns="91440">
            <a:noAutofit/>
          </a:bodyPr>
          <a:lstStyle>
            <a:lvl1pPr marL="0" indent="0" algn="ctr">
              <a:buNone/>
              <a:defRPr sz="3600" b="1" cap="all" spc="600" baseline="0"/>
            </a:lvl1pPr>
          </a:lstStyle>
          <a:p>
            <a:pPr lvl="0"/>
            <a:r>
              <a:rPr lang="en-US" dirty="0"/>
              <a:t>Click to edit Master text styles</a:t>
            </a:r>
          </a:p>
        </p:txBody>
      </p:sp>
    </p:spTree>
    <p:extLst>
      <p:ext uri="{BB962C8B-B14F-4D97-AF65-F5344CB8AC3E}">
        <p14:creationId xmlns:p14="http://schemas.microsoft.com/office/powerpoint/2010/main" val="255229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Three Images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DABF-72B0-FD21-CFCB-FB330BD2B15B}"/>
              </a:ext>
            </a:extLst>
          </p:cNvPr>
          <p:cNvSpPr>
            <a:spLocks noGrp="1"/>
          </p:cNvSpPr>
          <p:nvPr>
            <p:ph type="title"/>
          </p:nvPr>
        </p:nvSpPr>
        <p:spPr>
          <a:xfrm>
            <a:off x="713232" y="1207008"/>
            <a:ext cx="3557016" cy="1243584"/>
          </a:xfrm>
        </p:spPr>
        <p:txBody>
          <a:bodyPr/>
          <a:lstStyle>
            <a:lvl1pPr algn="l">
              <a:defRPr/>
            </a:lvl1pPr>
          </a:lstStyle>
          <a:p>
            <a:r>
              <a:rPr lang="en-US" dirty="0"/>
              <a:t>Click to edit Master title style</a:t>
            </a:r>
          </a:p>
        </p:txBody>
      </p:sp>
      <p:sp>
        <p:nvSpPr>
          <p:cNvPr id="16" name="Subtitle 2">
            <a:extLst>
              <a:ext uri="{FF2B5EF4-FFF2-40B4-BE49-F238E27FC236}">
                <a16:creationId xmlns:a16="http://schemas.microsoft.com/office/drawing/2014/main" id="{C3CC0AC5-73CF-B43E-CEB3-9B7AC089BA0C}"/>
              </a:ext>
            </a:extLst>
          </p:cNvPr>
          <p:cNvSpPr>
            <a:spLocks noGrp="1"/>
          </p:cNvSpPr>
          <p:nvPr>
            <p:ph type="subTitle" idx="14"/>
          </p:nvPr>
        </p:nvSpPr>
        <p:spPr>
          <a:xfrm>
            <a:off x="923544" y="2295144"/>
            <a:ext cx="3355848" cy="996696"/>
          </a:xfrm>
        </p:spPr>
        <p:txBody>
          <a:bodyPr>
            <a:noAutofit/>
          </a:bodyPr>
          <a:lstStyle>
            <a:lvl1pPr marL="0" indent="0" algn="l">
              <a:lnSpc>
                <a:spcPct val="90000"/>
              </a:lnSpc>
              <a:spcBef>
                <a:spcPts val="0"/>
              </a:spcBef>
              <a:buNone/>
              <a:defRPr sz="36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9" name="Straight Connector 8">
            <a:extLst>
              <a:ext uri="{FF2B5EF4-FFF2-40B4-BE49-F238E27FC236}">
                <a16:creationId xmlns:a16="http://schemas.microsoft.com/office/drawing/2014/main" id="{41A6B663-3F3C-915F-B036-F3C4C4E29B62}"/>
              </a:ext>
            </a:extLst>
          </p:cNvPr>
          <p:cNvCxnSpPr>
            <a:cxnSpLocks/>
          </p:cNvCxnSpPr>
          <p:nvPr userDrawn="1"/>
        </p:nvCxnSpPr>
        <p:spPr>
          <a:xfrm>
            <a:off x="1011845" y="3256033"/>
            <a:ext cx="2631989"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A3447DB3-A0C3-5EA6-E16C-E0016FA156E4}"/>
              </a:ext>
            </a:extLst>
          </p:cNvPr>
          <p:cNvSpPr>
            <a:spLocks noGrp="1"/>
          </p:cNvSpPr>
          <p:nvPr>
            <p:ph idx="1"/>
          </p:nvPr>
        </p:nvSpPr>
        <p:spPr>
          <a:xfrm>
            <a:off x="923544" y="3730752"/>
            <a:ext cx="3072384" cy="2084832"/>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Graphic 6">
            <a:extLst>
              <a:ext uri="{FF2B5EF4-FFF2-40B4-BE49-F238E27FC236}">
                <a16:creationId xmlns:a16="http://schemas.microsoft.com/office/drawing/2014/main" id="{195A597F-BE15-0A10-87F1-23FE80909C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55198" y="3502362"/>
            <a:ext cx="2438400" cy="2273300"/>
          </a:xfrm>
          <a:prstGeom prst="rect">
            <a:avLst/>
          </a:prstGeom>
        </p:spPr>
      </p:pic>
      <p:pic>
        <p:nvPicPr>
          <p:cNvPr id="8" name="Graphic 7">
            <a:extLst>
              <a:ext uri="{FF2B5EF4-FFF2-40B4-BE49-F238E27FC236}">
                <a16:creationId xmlns:a16="http://schemas.microsoft.com/office/drawing/2014/main" id="{9DC3A803-8472-6983-7015-ABD658690A4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2915"/>
          <a:stretch/>
        </p:blipFill>
        <p:spPr>
          <a:xfrm>
            <a:off x="7279" y="604684"/>
            <a:ext cx="1574171" cy="5261507"/>
          </a:xfrm>
          <a:prstGeom prst="rect">
            <a:avLst/>
          </a:prstGeom>
        </p:spPr>
      </p:pic>
      <p:sp>
        <p:nvSpPr>
          <p:cNvPr id="46" name="Picture Placeholder 45">
            <a:extLst>
              <a:ext uri="{FF2B5EF4-FFF2-40B4-BE49-F238E27FC236}">
                <a16:creationId xmlns:a16="http://schemas.microsoft.com/office/drawing/2014/main" id="{E4E66B01-B23E-2792-2DDD-57CB3BC86527}"/>
              </a:ext>
            </a:extLst>
          </p:cNvPr>
          <p:cNvSpPr>
            <a:spLocks noGrp="1"/>
          </p:cNvSpPr>
          <p:nvPr>
            <p:ph type="pic" sz="quarter" idx="19"/>
          </p:nvPr>
        </p:nvSpPr>
        <p:spPr>
          <a:xfrm>
            <a:off x="5349240" y="767664"/>
            <a:ext cx="5989320" cy="2734698"/>
          </a:xfrm>
          <a:custGeom>
            <a:avLst/>
            <a:gdLst>
              <a:gd name="connsiteX0" fmla="*/ 261628 w 5989320"/>
              <a:gd name="connsiteY0" fmla="*/ 0 h 2734698"/>
              <a:gd name="connsiteX1" fmla="*/ 5757950 w 5989320"/>
              <a:gd name="connsiteY1" fmla="*/ 0 h 2734698"/>
              <a:gd name="connsiteX2" fmla="*/ 5778386 w 5989320"/>
              <a:gd name="connsiteY2" fmla="*/ 101222 h 2734698"/>
              <a:gd name="connsiteX3" fmla="*/ 5964374 w 5989320"/>
              <a:gd name="connsiteY3" fmla="*/ 287210 h 2734698"/>
              <a:gd name="connsiteX4" fmla="*/ 5989320 w 5989320"/>
              <a:gd name="connsiteY4" fmla="*/ 294954 h 2734698"/>
              <a:gd name="connsiteX5" fmla="*/ 5989320 w 5989320"/>
              <a:gd name="connsiteY5" fmla="*/ 2734698 h 2734698"/>
              <a:gd name="connsiteX6" fmla="*/ 0 w 5989320"/>
              <a:gd name="connsiteY6" fmla="*/ 2734698 h 2734698"/>
              <a:gd name="connsiteX7" fmla="*/ 0 w 5989320"/>
              <a:gd name="connsiteY7" fmla="*/ 318552 h 2734698"/>
              <a:gd name="connsiteX8" fmla="*/ 52145 w 5989320"/>
              <a:gd name="connsiteY8" fmla="*/ 302365 h 2734698"/>
              <a:gd name="connsiteX9" fmla="*/ 238133 w 5989320"/>
              <a:gd name="connsiteY9" fmla="*/ 116377 h 2734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9320" h="2734698">
                <a:moveTo>
                  <a:pt x="261628" y="0"/>
                </a:moveTo>
                <a:lnTo>
                  <a:pt x="5757950" y="0"/>
                </a:lnTo>
                <a:lnTo>
                  <a:pt x="5778386" y="101222"/>
                </a:lnTo>
                <a:cubicBezTo>
                  <a:pt x="5813756" y="184847"/>
                  <a:pt x="5880749" y="251840"/>
                  <a:pt x="5964374" y="287210"/>
                </a:cubicBezTo>
                <a:lnTo>
                  <a:pt x="5989320" y="294954"/>
                </a:lnTo>
                <a:lnTo>
                  <a:pt x="5989320" y="2734698"/>
                </a:lnTo>
                <a:lnTo>
                  <a:pt x="0" y="2734698"/>
                </a:lnTo>
                <a:lnTo>
                  <a:pt x="0" y="318552"/>
                </a:lnTo>
                <a:lnTo>
                  <a:pt x="52145" y="302365"/>
                </a:lnTo>
                <a:cubicBezTo>
                  <a:pt x="135769" y="266995"/>
                  <a:pt x="202762" y="200002"/>
                  <a:pt x="238133" y="116377"/>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47" name="Picture Placeholder 46">
            <a:extLst>
              <a:ext uri="{FF2B5EF4-FFF2-40B4-BE49-F238E27FC236}">
                <a16:creationId xmlns:a16="http://schemas.microsoft.com/office/drawing/2014/main" id="{9A190421-5EBA-8C7E-BFA1-E76D33167425}"/>
              </a:ext>
            </a:extLst>
          </p:cNvPr>
          <p:cNvSpPr>
            <a:spLocks noGrp="1"/>
          </p:cNvSpPr>
          <p:nvPr>
            <p:ph type="pic" sz="quarter" idx="20"/>
          </p:nvPr>
        </p:nvSpPr>
        <p:spPr>
          <a:xfrm>
            <a:off x="5349240" y="3648456"/>
            <a:ext cx="2770632" cy="2368296"/>
          </a:xfrm>
          <a:custGeom>
            <a:avLst/>
            <a:gdLst>
              <a:gd name="connsiteX0" fmla="*/ 0 w 2770632"/>
              <a:gd name="connsiteY0" fmla="*/ 0 h 2368296"/>
              <a:gd name="connsiteX1" fmla="*/ 2770632 w 2770632"/>
              <a:gd name="connsiteY1" fmla="*/ 0 h 2368296"/>
              <a:gd name="connsiteX2" fmla="*/ 2770632 w 2770632"/>
              <a:gd name="connsiteY2" fmla="*/ 2368296 h 2368296"/>
              <a:gd name="connsiteX3" fmla="*/ 253879 w 2770632"/>
              <a:gd name="connsiteY3" fmla="*/ 2368296 h 2368296"/>
              <a:gd name="connsiteX4" fmla="*/ 246622 w 2770632"/>
              <a:gd name="connsiteY4" fmla="*/ 2344918 h 2368296"/>
              <a:gd name="connsiteX5" fmla="*/ 60634 w 2770632"/>
              <a:gd name="connsiteY5" fmla="*/ 2158930 h 2368296"/>
              <a:gd name="connsiteX6" fmla="*/ 0 w 2770632"/>
              <a:gd name="connsiteY6" fmla="*/ 2140108 h 236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0632" h="2368296">
                <a:moveTo>
                  <a:pt x="0" y="0"/>
                </a:moveTo>
                <a:lnTo>
                  <a:pt x="2770632" y="0"/>
                </a:lnTo>
                <a:lnTo>
                  <a:pt x="2770632" y="2368296"/>
                </a:lnTo>
                <a:lnTo>
                  <a:pt x="253879" y="2368296"/>
                </a:lnTo>
                <a:lnTo>
                  <a:pt x="246622" y="2344918"/>
                </a:lnTo>
                <a:cubicBezTo>
                  <a:pt x="211251" y="2261293"/>
                  <a:pt x="144258" y="2194300"/>
                  <a:pt x="60634" y="2158930"/>
                </a:cubicBezTo>
                <a:lnTo>
                  <a:pt x="0" y="2140108"/>
                </a:lnTo>
                <a:close/>
              </a:path>
            </a:pathLst>
          </a:custGeom>
          <a:solidFill>
            <a:schemeClr val="accent5"/>
          </a:solidFill>
        </p:spPr>
        <p:txBody>
          <a:bodyPr wrap="square">
            <a:noAutofit/>
          </a:bodyPr>
          <a:lstStyle>
            <a:lvl1pPr marL="0" indent="0" algn="ctr">
              <a:buNone/>
              <a:defRPr/>
            </a:lvl1pPr>
          </a:lstStyle>
          <a:p>
            <a:endParaRPr lang="en-US" dirty="0"/>
          </a:p>
        </p:txBody>
      </p:sp>
      <p:sp>
        <p:nvSpPr>
          <p:cNvPr id="48" name="Picture Placeholder 47">
            <a:extLst>
              <a:ext uri="{FF2B5EF4-FFF2-40B4-BE49-F238E27FC236}">
                <a16:creationId xmlns:a16="http://schemas.microsoft.com/office/drawing/2014/main" id="{523F5D31-0DC5-9B7A-9E7E-7344BF0AB220}"/>
              </a:ext>
            </a:extLst>
          </p:cNvPr>
          <p:cNvSpPr>
            <a:spLocks noGrp="1"/>
          </p:cNvSpPr>
          <p:nvPr>
            <p:ph type="pic" sz="quarter" idx="18"/>
          </p:nvPr>
        </p:nvSpPr>
        <p:spPr>
          <a:xfrm>
            <a:off x="8257032" y="3648456"/>
            <a:ext cx="3081528" cy="2368296"/>
          </a:xfrm>
          <a:custGeom>
            <a:avLst/>
            <a:gdLst>
              <a:gd name="connsiteX0" fmla="*/ 0 w 3081528"/>
              <a:gd name="connsiteY0" fmla="*/ 0 h 2368296"/>
              <a:gd name="connsiteX1" fmla="*/ 3081528 w 3081528"/>
              <a:gd name="connsiteY1" fmla="*/ 0 h 2368296"/>
              <a:gd name="connsiteX2" fmla="*/ 3081528 w 3081528"/>
              <a:gd name="connsiteY2" fmla="*/ 2159166 h 2368296"/>
              <a:gd name="connsiteX3" fmla="*/ 3025419 w 3081528"/>
              <a:gd name="connsiteY3" fmla="*/ 2176583 h 2368296"/>
              <a:gd name="connsiteX4" fmla="*/ 2839431 w 3081528"/>
              <a:gd name="connsiteY4" fmla="*/ 2362571 h 2368296"/>
              <a:gd name="connsiteX5" fmla="*/ 2837653 w 3081528"/>
              <a:gd name="connsiteY5" fmla="*/ 2368296 h 2368296"/>
              <a:gd name="connsiteX6" fmla="*/ 0 w 3081528"/>
              <a:gd name="connsiteY6" fmla="*/ 2368296 h 236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1528" h="2368296">
                <a:moveTo>
                  <a:pt x="0" y="0"/>
                </a:moveTo>
                <a:lnTo>
                  <a:pt x="3081528" y="0"/>
                </a:lnTo>
                <a:lnTo>
                  <a:pt x="3081528" y="2159166"/>
                </a:lnTo>
                <a:lnTo>
                  <a:pt x="3025419" y="2176583"/>
                </a:lnTo>
                <a:cubicBezTo>
                  <a:pt x="2941794" y="2211953"/>
                  <a:pt x="2874801" y="2278946"/>
                  <a:pt x="2839431" y="2362571"/>
                </a:cubicBezTo>
                <a:lnTo>
                  <a:pt x="2837653" y="2368296"/>
                </a:lnTo>
                <a:lnTo>
                  <a:pt x="0" y="2368296"/>
                </a:lnTo>
                <a:close/>
              </a:path>
            </a:pathLst>
          </a:custGeom>
          <a:solidFill>
            <a:schemeClr val="accent5"/>
          </a:solidFill>
        </p:spPr>
        <p:txBody>
          <a:bodyPr wrap="square">
            <a:noAutofit/>
          </a:bodyPr>
          <a:lstStyle>
            <a:lvl1pPr marL="0" indent="0" algn="ctr">
              <a:buNone/>
              <a:defRPr/>
            </a:lvl1pPr>
          </a:lstStyle>
          <a:p>
            <a:endParaRPr lang="en-US" dirty="0"/>
          </a:p>
        </p:txBody>
      </p:sp>
    </p:spTree>
    <p:extLst>
      <p:ext uri="{BB962C8B-B14F-4D97-AF65-F5344CB8AC3E}">
        <p14:creationId xmlns:p14="http://schemas.microsoft.com/office/powerpoint/2010/main" val="4001340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with Three Images Bottom">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A244BE7-8369-A83D-B006-E70400D5D14F}"/>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20507" b="36108"/>
          <a:stretch/>
        </p:blipFill>
        <p:spPr>
          <a:xfrm>
            <a:off x="9936057" y="2684870"/>
            <a:ext cx="2248245" cy="2965374"/>
          </a:xfrm>
          <a:prstGeom prst="rect">
            <a:avLst/>
          </a:prstGeom>
        </p:spPr>
      </p:pic>
      <p:pic>
        <p:nvPicPr>
          <p:cNvPr id="12" name="Graphic 11">
            <a:extLst>
              <a:ext uri="{FF2B5EF4-FFF2-40B4-BE49-F238E27FC236}">
                <a16:creationId xmlns:a16="http://schemas.microsoft.com/office/drawing/2014/main" id="{5C3CC4A4-166C-D634-E2D9-4EEB85A6195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9369" r="17111"/>
          <a:stretch/>
        </p:blipFill>
        <p:spPr>
          <a:xfrm rot="10800000">
            <a:off x="2332004" y="2415448"/>
            <a:ext cx="3512848" cy="4442552"/>
          </a:xfrm>
          <a:prstGeom prst="rect">
            <a:avLst/>
          </a:prstGeom>
        </p:spPr>
      </p:pic>
      <p:sp>
        <p:nvSpPr>
          <p:cNvPr id="2" name="Title 1" hidden="1">
            <a:extLst>
              <a:ext uri="{FF2B5EF4-FFF2-40B4-BE49-F238E27FC236}">
                <a16:creationId xmlns:a16="http://schemas.microsoft.com/office/drawing/2014/main" id="{70AC8DAE-7C17-E466-4AB4-63164A6E8CA4}"/>
              </a:ext>
            </a:extLst>
          </p:cNvPr>
          <p:cNvSpPr>
            <a:spLocks noGrp="1"/>
          </p:cNvSpPr>
          <p:nvPr>
            <p:ph type="title"/>
          </p:nvPr>
        </p:nvSpPr>
        <p:spPr>
          <a:xfrm>
            <a:off x="838200" y="188843"/>
            <a:ext cx="10515600" cy="481691"/>
          </a:xfrm>
        </p:spPr>
        <p:txBody>
          <a:bodyPr>
            <a:no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4088B8-57DD-7EAE-C8A8-2AAC3A3A06BA}"/>
              </a:ext>
            </a:extLst>
          </p:cNvPr>
          <p:cNvSpPr>
            <a:spLocks noGrp="1"/>
          </p:cNvSpPr>
          <p:nvPr>
            <p:ph sz="half" idx="1"/>
          </p:nvPr>
        </p:nvSpPr>
        <p:spPr>
          <a:xfrm>
            <a:off x="838200" y="649224"/>
            <a:ext cx="5166360" cy="14996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5423A0E-5B80-4810-0570-0D2F89CD1C3A}"/>
              </a:ext>
            </a:extLst>
          </p:cNvPr>
          <p:cNvSpPr>
            <a:spLocks noGrp="1"/>
          </p:cNvSpPr>
          <p:nvPr>
            <p:ph sz="half" idx="2"/>
          </p:nvPr>
        </p:nvSpPr>
        <p:spPr>
          <a:xfrm>
            <a:off x="6419088" y="649224"/>
            <a:ext cx="5166360" cy="14996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2DDFA84E-E881-DCC7-F4BC-24029AD6ED52}"/>
              </a:ext>
            </a:extLst>
          </p:cNvPr>
          <p:cNvSpPr>
            <a:spLocks noGrp="1" noChangeAspect="1"/>
          </p:cNvSpPr>
          <p:nvPr>
            <p:ph type="pic" sz="quarter" idx="11"/>
          </p:nvPr>
        </p:nvSpPr>
        <p:spPr>
          <a:xfrm>
            <a:off x="859536" y="2286000"/>
            <a:ext cx="2583862" cy="3904488"/>
          </a:xfrm>
          <a:custGeom>
            <a:avLst/>
            <a:gdLst>
              <a:gd name="connsiteX0" fmla="*/ 241764 w 2583862"/>
              <a:gd name="connsiteY0" fmla="*/ 0 h 3904488"/>
              <a:gd name="connsiteX1" fmla="*/ 2583862 w 2583862"/>
              <a:gd name="connsiteY1" fmla="*/ 0 h 3904488"/>
              <a:gd name="connsiteX2" fmla="*/ 2583862 w 2583862"/>
              <a:gd name="connsiteY2" fmla="*/ 3904488 h 3904488"/>
              <a:gd name="connsiteX3" fmla="*/ 247792 w 2583862"/>
              <a:gd name="connsiteY3" fmla="*/ 3904488 h 3904488"/>
              <a:gd name="connsiteX4" fmla="*/ 235898 w 2583862"/>
              <a:gd name="connsiteY4" fmla="*/ 3866172 h 3904488"/>
              <a:gd name="connsiteX5" fmla="*/ 49910 w 2583862"/>
              <a:gd name="connsiteY5" fmla="*/ 3680184 h 3904488"/>
              <a:gd name="connsiteX6" fmla="*/ 0 w 2583862"/>
              <a:gd name="connsiteY6" fmla="*/ 3664691 h 3904488"/>
              <a:gd name="connsiteX7" fmla="*/ 0 w 2583862"/>
              <a:gd name="connsiteY7" fmla="*/ 237663 h 3904488"/>
              <a:gd name="connsiteX8" fmla="*/ 43972 w 2583862"/>
              <a:gd name="connsiteY8" fmla="*/ 224014 h 3904488"/>
              <a:gd name="connsiteX9" fmla="*/ 229960 w 2583862"/>
              <a:gd name="connsiteY9" fmla="*/ 38025 h 390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862" h="3904488">
                <a:moveTo>
                  <a:pt x="241764" y="0"/>
                </a:moveTo>
                <a:lnTo>
                  <a:pt x="2583862" y="0"/>
                </a:lnTo>
                <a:lnTo>
                  <a:pt x="2583862" y="3904488"/>
                </a:lnTo>
                <a:lnTo>
                  <a:pt x="247792" y="3904488"/>
                </a:lnTo>
                <a:lnTo>
                  <a:pt x="235898" y="3866172"/>
                </a:lnTo>
                <a:cubicBezTo>
                  <a:pt x="200528" y="3782547"/>
                  <a:pt x="133535" y="3715554"/>
                  <a:pt x="49910" y="3680184"/>
                </a:cubicBezTo>
                <a:lnTo>
                  <a:pt x="0" y="3664691"/>
                </a:lnTo>
                <a:lnTo>
                  <a:pt x="0" y="237663"/>
                </a:lnTo>
                <a:lnTo>
                  <a:pt x="43972" y="224014"/>
                </a:lnTo>
                <a:cubicBezTo>
                  <a:pt x="127597" y="188643"/>
                  <a:pt x="194590" y="121650"/>
                  <a:pt x="229960" y="38025"/>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15" name="Picture Placeholder 14">
            <a:extLst>
              <a:ext uri="{FF2B5EF4-FFF2-40B4-BE49-F238E27FC236}">
                <a16:creationId xmlns:a16="http://schemas.microsoft.com/office/drawing/2014/main" id="{549E5A71-4D31-660D-6715-D958356C628B}"/>
              </a:ext>
            </a:extLst>
          </p:cNvPr>
          <p:cNvSpPr>
            <a:spLocks noGrp="1"/>
          </p:cNvSpPr>
          <p:nvPr>
            <p:ph type="pic" sz="quarter" idx="13"/>
          </p:nvPr>
        </p:nvSpPr>
        <p:spPr>
          <a:xfrm>
            <a:off x="3566160" y="2286000"/>
            <a:ext cx="5070390" cy="3904488"/>
          </a:xfrm>
          <a:prstGeom prst="rect">
            <a:avLst/>
          </a:prstGeom>
          <a:solidFill>
            <a:schemeClr val="accent5"/>
          </a:solidFill>
        </p:spPr>
        <p:txBody>
          <a:bodyPr wrap="square">
            <a:noAutofit/>
          </a:bodyPr>
          <a:lstStyle>
            <a:lvl1pPr marL="0" indent="0" algn="ctr">
              <a:buNone/>
              <a:defRPr/>
            </a:lvl1pPr>
          </a:lstStyle>
          <a:p>
            <a:endParaRPr lang="en-US"/>
          </a:p>
        </p:txBody>
      </p:sp>
      <p:sp>
        <p:nvSpPr>
          <p:cNvPr id="34" name="Picture Placeholder 33">
            <a:extLst>
              <a:ext uri="{FF2B5EF4-FFF2-40B4-BE49-F238E27FC236}">
                <a16:creationId xmlns:a16="http://schemas.microsoft.com/office/drawing/2014/main" id="{412AC295-DE32-5217-43BA-DCB2C11CFB47}"/>
              </a:ext>
            </a:extLst>
          </p:cNvPr>
          <p:cNvSpPr>
            <a:spLocks noGrp="1" noChangeAspect="1"/>
          </p:cNvSpPr>
          <p:nvPr>
            <p:ph type="pic" sz="quarter" idx="12"/>
          </p:nvPr>
        </p:nvSpPr>
        <p:spPr>
          <a:xfrm>
            <a:off x="8769096" y="2286000"/>
            <a:ext cx="2583862" cy="3904488"/>
          </a:xfrm>
          <a:custGeom>
            <a:avLst/>
            <a:gdLst>
              <a:gd name="connsiteX0" fmla="*/ 0 w 2583862"/>
              <a:gd name="connsiteY0" fmla="*/ 0 h 3904488"/>
              <a:gd name="connsiteX1" fmla="*/ 2335269 w 2583862"/>
              <a:gd name="connsiteY1" fmla="*/ 0 h 3904488"/>
              <a:gd name="connsiteX2" fmla="*/ 2347073 w 2583862"/>
              <a:gd name="connsiteY2" fmla="*/ 38025 h 3904488"/>
              <a:gd name="connsiteX3" fmla="*/ 2533061 w 2583862"/>
              <a:gd name="connsiteY3" fmla="*/ 224014 h 3904488"/>
              <a:gd name="connsiteX4" fmla="*/ 2583862 w 2583862"/>
              <a:gd name="connsiteY4" fmla="*/ 239783 h 3904488"/>
              <a:gd name="connsiteX5" fmla="*/ 2583862 w 2583862"/>
              <a:gd name="connsiteY5" fmla="*/ 3667463 h 3904488"/>
              <a:gd name="connsiteX6" fmla="*/ 2542884 w 2583862"/>
              <a:gd name="connsiteY6" fmla="*/ 3680183 h 3904488"/>
              <a:gd name="connsiteX7" fmla="*/ 2356896 w 2583862"/>
              <a:gd name="connsiteY7" fmla="*/ 3866171 h 3904488"/>
              <a:gd name="connsiteX8" fmla="*/ 2345001 w 2583862"/>
              <a:gd name="connsiteY8" fmla="*/ 3904488 h 3904488"/>
              <a:gd name="connsiteX9" fmla="*/ 0 w 2583862"/>
              <a:gd name="connsiteY9" fmla="*/ 3904488 h 390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862" h="3904488">
                <a:moveTo>
                  <a:pt x="0" y="0"/>
                </a:moveTo>
                <a:lnTo>
                  <a:pt x="2335269" y="0"/>
                </a:lnTo>
                <a:lnTo>
                  <a:pt x="2347073" y="38025"/>
                </a:lnTo>
                <a:cubicBezTo>
                  <a:pt x="2382443" y="121650"/>
                  <a:pt x="2449436" y="188643"/>
                  <a:pt x="2533061" y="224014"/>
                </a:cubicBezTo>
                <a:lnTo>
                  <a:pt x="2583862" y="239783"/>
                </a:lnTo>
                <a:lnTo>
                  <a:pt x="2583862" y="3667463"/>
                </a:lnTo>
                <a:lnTo>
                  <a:pt x="2542884" y="3680183"/>
                </a:lnTo>
                <a:cubicBezTo>
                  <a:pt x="2459259" y="3715553"/>
                  <a:pt x="2392266" y="3782546"/>
                  <a:pt x="2356896" y="3866171"/>
                </a:cubicBezTo>
                <a:lnTo>
                  <a:pt x="2345001" y="3904488"/>
                </a:lnTo>
                <a:lnTo>
                  <a:pt x="0" y="3904488"/>
                </a:lnTo>
                <a:close/>
              </a:path>
            </a:pathLst>
          </a:custGeom>
          <a:solidFill>
            <a:schemeClr val="accent5"/>
          </a:solidFill>
        </p:spPr>
        <p:txBody>
          <a:bodyPr wrap="square">
            <a:noAutofit/>
          </a:bodyPr>
          <a:lstStyle>
            <a:lvl1pPr marL="0" indent="0" algn="ctr">
              <a:buNone/>
              <a:defRPr/>
            </a:lvl1pPr>
          </a:lstStyle>
          <a:p>
            <a:endParaRPr lang="en-US" dirty="0"/>
          </a:p>
        </p:txBody>
      </p:sp>
    </p:spTree>
    <p:extLst>
      <p:ext uri="{BB962C8B-B14F-4D97-AF65-F5344CB8AC3E}">
        <p14:creationId xmlns:p14="http://schemas.microsoft.com/office/powerpoint/2010/main" val="3476275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and Three Images Lef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0EC5412-3D03-DB24-91CE-D0FE8EDAEA1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b="15258"/>
          <a:stretch/>
        </p:blipFill>
        <p:spPr>
          <a:xfrm flipH="1">
            <a:off x="4942074" y="-209491"/>
            <a:ext cx="3760865" cy="5999109"/>
          </a:xfrm>
          <a:prstGeom prst="rect">
            <a:avLst/>
          </a:prstGeom>
        </p:spPr>
      </p:pic>
      <p:sp>
        <p:nvSpPr>
          <p:cNvPr id="2" name="Title 1">
            <a:extLst>
              <a:ext uri="{FF2B5EF4-FFF2-40B4-BE49-F238E27FC236}">
                <a16:creationId xmlns:a16="http://schemas.microsoft.com/office/drawing/2014/main" id="{F443DABF-72B0-FD21-CFCB-FB330BD2B15B}"/>
              </a:ext>
            </a:extLst>
          </p:cNvPr>
          <p:cNvSpPr>
            <a:spLocks noGrp="1"/>
          </p:cNvSpPr>
          <p:nvPr>
            <p:ph type="title"/>
          </p:nvPr>
        </p:nvSpPr>
        <p:spPr>
          <a:xfrm>
            <a:off x="7854696" y="1207008"/>
            <a:ext cx="3557016" cy="1243584"/>
          </a:xfrm>
        </p:spPr>
        <p:txBody>
          <a:bodyPr/>
          <a:lstStyle>
            <a:lvl1pPr algn="l">
              <a:defRPr/>
            </a:lvl1pPr>
          </a:lstStyle>
          <a:p>
            <a:r>
              <a:rPr lang="en-US" dirty="0"/>
              <a:t>Click to edit Master title style</a:t>
            </a:r>
          </a:p>
        </p:txBody>
      </p:sp>
      <p:sp>
        <p:nvSpPr>
          <p:cNvPr id="16" name="Subtitle 2">
            <a:extLst>
              <a:ext uri="{FF2B5EF4-FFF2-40B4-BE49-F238E27FC236}">
                <a16:creationId xmlns:a16="http://schemas.microsoft.com/office/drawing/2014/main" id="{C3CC0AC5-73CF-B43E-CEB3-9B7AC089BA0C}"/>
              </a:ext>
            </a:extLst>
          </p:cNvPr>
          <p:cNvSpPr>
            <a:spLocks noGrp="1"/>
          </p:cNvSpPr>
          <p:nvPr>
            <p:ph type="subTitle" idx="14"/>
          </p:nvPr>
        </p:nvSpPr>
        <p:spPr>
          <a:xfrm>
            <a:off x="8055864" y="2295144"/>
            <a:ext cx="3355848" cy="996696"/>
          </a:xfrm>
        </p:spPr>
        <p:txBody>
          <a:bodyPr>
            <a:noAutofit/>
          </a:bodyPr>
          <a:lstStyle>
            <a:lvl1pPr marL="0" indent="0" algn="l">
              <a:lnSpc>
                <a:spcPct val="90000"/>
              </a:lnSpc>
              <a:spcBef>
                <a:spcPts val="0"/>
              </a:spcBef>
              <a:buNone/>
              <a:defRPr sz="36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9" name="Straight Connector 8">
            <a:extLst>
              <a:ext uri="{FF2B5EF4-FFF2-40B4-BE49-F238E27FC236}">
                <a16:creationId xmlns:a16="http://schemas.microsoft.com/office/drawing/2014/main" id="{41A6B663-3F3C-915F-B036-F3C4C4E29B62}"/>
              </a:ext>
            </a:extLst>
          </p:cNvPr>
          <p:cNvCxnSpPr>
            <a:cxnSpLocks/>
          </p:cNvCxnSpPr>
          <p:nvPr userDrawn="1"/>
        </p:nvCxnSpPr>
        <p:spPr>
          <a:xfrm>
            <a:off x="8147304" y="3256033"/>
            <a:ext cx="2631989"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2" name="Picture Placeholder 21">
            <a:extLst>
              <a:ext uri="{FF2B5EF4-FFF2-40B4-BE49-F238E27FC236}">
                <a16:creationId xmlns:a16="http://schemas.microsoft.com/office/drawing/2014/main" id="{0931AE2A-958C-5EB2-C479-F7BAD9EC86BF}"/>
              </a:ext>
            </a:extLst>
          </p:cNvPr>
          <p:cNvSpPr>
            <a:spLocks noGrp="1"/>
          </p:cNvSpPr>
          <p:nvPr>
            <p:ph type="pic" sz="quarter" idx="18"/>
          </p:nvPr>
        </p:nvSpPr>
        <p:spPr>
          <a:xfrm>
            <a:off x="832104" y="777242"/>
            <a:ext cx="3081528" cy="5257799"/>
          </a:xfrm>
          <a:custGeom>
            <a:avLst/>
            <a:gdLst>
              <a:gd name="connsiteX0" fmla="*/ 238074 w 3081528"/>
              <a:gd name="connsiteY0" fmla="*/ 0 h 5257799"/>
              <a:gd name="connsiteX1" fmla="*/ 3081528 w 3081528"/>
              <a:gd name="connsiteY1" fmla="*/ 0 h 5257799"/>
              <a:gd name="connsiteX2" fmla="*/ 3081528 w 3081528"/>
              <a:gd name="connsiteY2" fmla="*/ 5257799 h 5257799"/>
              <a:gd name="connsiteX3" fmla="*/ 209013 w 3081528"/>
              <a:gd name="connsiteY3" fmla="*/ 5257799 h 5257799"/>
              <a:gd name="connsiteX4" fmla="*/ 184698 w 3081528"/>
              <a:gd name="connsiteY4" fmla="*/ 5213002 h 5257799"/>
              <a:gd name="connsiteX5" fmla="*/ 30932 w 3081528"/>
              <a:gd name="connsiteY5" fmla="*/ 5086380 h 5257799"/>
              <a:gd name="connsiteX6" fmla="*/ 0 w 3081528"/>
              <a:gd name="connsiteY6" fmla="*/ 5076778 h 5257799"/>
              <a:gd name="connsiteX7" fmla="*/ 0 w 3081528"/>
              <a:gd name="connsiteY7" fmla="*/ 269030 h 5257799"/>
              <a:gd name="connsiteX8" fmla="*/ 30931 w 3081528"/>
              <a:gd name="connsiteY8" fmla="*/ 259428 h 5257799"/>
              <a:gd name="connsiteX9" fmla="*/ 237284 w 3081528"/>
              <a:gd name="connsiteY9" fmla="*/ 7838 h 525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81528" h="5257799">
                <a:moveTo>
                  <a:pt x="238074" y="0"/>
                </a:moveTo>
                <a:lnTo>
                  <a:pt x="3081528" y="0"/>
                </a:lnTo>
                <a:lnTo>
                  <a:pt x="3081528" y="5257799"/>
                </a:lnTo>
                <a:lnTo>
                  <a:pt x="209013" y="5257799"/>
                </a:lnTo>
                <a:lnTo>
                  <a:pt x="184698" y="5213002"/>
                </a:lnTo>
                <a:cubicBezTo>
                  <a:pt x="147014" y="5157223"/>
                  <a:pt x="93651" y="5112908"/>
                  <a:pt x="30932" y="5086380"/>
                </a:cubicBezTo>
                <a:lnTo>
                  <a:pt x="0" y="5076778"/>
                </a:lnTo>
                <a:lnTo>
                  <a:pt x="0" y="269030"/>
                </a:lnTo>
                <a:lnTo>
                  <a:pt x="30931" y="259428"/>
                </a:lnTo>
                <a:cubicBezTo>
                  <a:pt x="135462" y="215216"/>
                  <a:pt x="214006" y="121592"/>
                  <a:pt x="237284" y="7838"/>
                </a:cubicBezTo>
                <a:close/>
              </a:path>
            </a:pathLst>
          </a:custGeom>
          <a:solidFill>
            <a:schemeClr val="accent5"/>
          </a:solidFill>
        </p:spPr>
        <p:txBody>
          <a:bodyPr wrap="square">
            <a:noAutofit/>
          </a:bodyPr>
          <a:lstStyle>
            <a:lvl1pPr marL="0" indent="0" algn="ctr">
              <a:buNone/>
              <a:defRPr/>
            </a:lvl1pPr>
          </a:lstStyle>
          <a:p>
            <a:endParaRPr lang="en-US"/>
          </a:p>
        </p:txBody>
      </p:sp>
      <p:sp>
        <p:nvSpPr>
          <p:cNvPr id="23" name="Picture Placeholder 22">
            <a:extLst>
              <a:ext uri="{FF2B5EF4-FFF2-40B4-BE49-F238E27FC236}">
                <a16:creationId xmlns:a16="http://schemas.microsoft.com/office/drawing/2014/main" id="{E50D4A84-243D-B26C-BC3E-D2B55EB6011B}"/>
              </a:ext>
            </a:extLst>
          </p:cNvPr>
          <p:cNvSpPr>
            <a:spLocks noGrp="1"/>
          </p:cNvSpPr>
          <p:nvPr>
            <p:ph type="pic" sz="quarter" idx="11"/>
          </p:nvPr>
        </p:nvSpPr>
        <p:spPr>
          <a:xfrm>
            <a:off x="4059936" y="777240"/>
            <a:ext cx="2770631" cy="2368296"/>
          </a:xfrm>
          <a:custGeom>
            <a:avLst/>
            <a:gdLst>
              <a:gd name="connsiteX0" fmla="*/ 0 w 2770631"/>
              <a:gd name="connsiteY0" fmla="*/ 0 h 2368296"/>
              <a:gd name="connsiteX1" fmla="*/ 2539819 w 2770631"/>
              <a:gd name="connsiteY1" fmla="*/ 0 h 2368296"/>
              <a:gd name="connsiteX2" fmla="*/ 2540610 w 2770631"/>
              <a:gd name="connsiteY2" fmla="*/ 7840 h 2368296"/>
              <a:gd name="connsiteX3" fmla="*/ 2746962 w 2770631"/>
              <a:gd name="connsiteY3" fmla="*/ 259430 h 2368296"/>
              <a:gd name="connsiteX4" fmla="*/ 2770631 w 2770631"/>
              <a:gd name="connsiteY4" fmla="*/ 266778 h 2368296"/>
              <a:gd name="connsiteX5" fmla="*/ 2770631 w 2770631"/>
              <a:gd name="connsiteY5" fmla="*/ 2368296 h 2368296"/>
              <a:gd name="connsiteX6" fmla="*/ 0 w 2770631"/>
              <a:gd name="connsiteY6" fmla="*/ 2368296 h 236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0631" h="2368296">
                <a:moveTo>
                  <a:pt x="0" y="0"/>
                </a:moveTo>
                <a:lnTo>
                  <a:pt x="2539819" y="0"/>
                </a:lnTo>
                <a:lnTo>
                  <a:pt x="2540610" y="7840"/>
                </a:lnTo>
                <a:cubicBezTo>
                  <a:pt x="2563887" y="121594"/>
                  <a:pt x="2642431" y="215218"/>
                  <a:pt x="2746962" y="259430"/>
                </a:cubicBezTo>
                <a:lnTo>
                  <a:pt x="2770631" y="266778"/>
                </a:lnTo>
                <a:lnTo>
                  <a:pt x="2770631" y="2368296"/>
                </a:lnTo>
                <a:lnTo>
                  <a:pt x="0" y="2368296"/>
                </a:lnTo>
                <a:close/>
              </a:path>
            </a:pathLst>
          </a:custGeom>
          <a:solidFill>
            <a:schemeClr val="accent5"/>
          </a:solidFill>
        </p:spPr>
        <p:txBody>
          <a:bodyPr wrap="square">
            <a:noAutofit/>
          </a:bodyPr>
          <a:lstStyle>
            <a:lvl1pPr marL="0" indent="0" algn="ctr">
              <a:buNone/>
              <a:defRPr/>
            </a:lvl1pPr>
          </a:lstStyle>
          <a:p>
            <a:endParaRPr lang="en-US"/>
          </a:p>
        </p:txBody>
      </p:sp>
      <p:sp>
        <p:nvSpPr>
          <p:cNvPr id="24" name="Picture Placeholder 23">
            <a:extLst>
              <a:ext uri="{FF2B5EF4-FFF2-40B4-BE49-F238E27FC236}">
                <a16:creationId xmlns:a16="http://schemas.microsoft.com/office/drawing/2014/main" id="{4AE10383-91FB-0FB9-7F1E-9C6589E70DC9}"/>
              </a:ext>
            </a:extLst>
          </p:cNvPr>
          <p:cNvSpPr>
            <a:spLocks noGrp="1"/>
          </p:cNvSpPr>
          <p:nvPr>
            <p:ph type="pic" sz="quarter" idx="19"/>
          </p:nvPr>
        </p:nvSpPr>
        <p:spPr>
          <a:xfrm>
            <a:off x="4059936" y="3300984"/>
            <a:ext cx="2770632" cy="2734056"/>
          </a:xfrm>
          <a:custGeom>
            <a:avLst/>
            <a:gdLst>
              <a:gd name="connsiteX0" fmla="*/ 0 w 2770632"/>
              <a:gd name="connsiteY0" fmla="*/ 0 h 2734056"/>
              <a:gd name="connsiteX1" fmla="*/ 2770632 w 2770632"/>
              <a:gd name="connsiteY1" fmla="*/ 0 h 2734056"/>
              <a:gd name="connsiteX2" fmla="*/ 2770632 w 2770632"/>
              <a:gd name="connsiteY2" fmla="*/ 2565556 h 2734056"/>
              <a:gd name="connsiteX3" fmla="*/ 2766567 w 2770632"/>
              <a:gd name="connsiteY3" fmla="*/ 2566818 h 2734056"/>
              <a:gd name="connsiteX4" fmla="*/ 2612802 w 2770632"/>
              <a:gd name="connsiteY4" fmla="*/ 2693440 h 2734056"/>
              <a:gd name="connsiteX5" fmla="*/ 2590756 w 2770632"/>
              <a:gd name="connsiteY5" fmla="*/ 2734056 h 2734056"/>
              <a:gd name="connsiteX6" fmla="*/ 0 w 2770632"/>
              <a:gd name="connsiteY6" fmla="*/ 2734056 h 273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0632" h="2734056">
                <a:moveTo>
                  <a:pt x="0" y="0"/>
                </a:moveTo>
                <a:lnTo>
                  <a:pt x="2770632" y="0"/>
                </a:lnTo>
                <a:lnTo>
                  <a:pt x="2770632" y="2565556"/>
                </a:lnTo>
                <a:lnTo>
                  <a:pt x="2766567" y="2566818"/>
                </a:lnTo>
                <a:cubicBezTo>
                  <a:pt x="2703848" y="2593346"/>
                  <a:pt x="2650485" y="2637661"/>
                  <a:pt x="2612802" y="2693440"/>
                </a:cubicBezTo>
                <a:lnTo>
                  <a:pt x="2590756" y="2734056"/>
                </a:lnTo>
                <a:lnTo>
                  <a:pt x="0" y="2734056"/>
                </a:lnTo>
                <a:close/>
              </a:path>
            </a:pathLst>
          </a:custGeom>
          <a:solidFill>
            <a:schemeClr val="accent5"/>
          </a:solidFill>
        </p:spPr>
        <p:txBody>
          <a:bodyPr wrap="square">
            <a:noAutofit/>
          </a:bodyPr>
          <a:lstStyle>
            <a:lvl1pPr marL="0" indent="0" algn="ctr">
              <a:buNone/>
              <a:defRPr/>
            </a:lvl1pPr>
          </a:lstStyle>
          <a:p>
            <a:endParaRPr lang="en-US"/>
          </a:p>
        </p:txBody>
      </p:sp>
      <p:sp>
        <p:nvSpPr>
          <p:cNvPr id="3" name="Content Placeholder 2">
            <a:extLst>
              <a:ext uri="{FF2B5EF4-FFF2-40B4-BE49-F238E27FC236}">
                <a16:creationId xmlns:a16="http://schemas.microsoft.com/office/drawing/2014/main" id="{A3447DB3-A0C3-5EA6-E16C-E0016FA156E4}"/>
              </a:ext>
            </a:extLst>
          </p:cNvPr>
          <p:cNvSpPr>
            <a:spLocks noGrp="1"/>
          </p:cNvSpPr>
          <p:nvPr>
            <p:ph idx="1"/>
          </p:nvPr>
        </p:nvSpPr>
        <p:spPr>
          <a:xfrm>
            <a:off x="8055864" y="3730752"/>
            <a:ext cx="3072384" cy="2084832"/>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9348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Four Images Right">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EEA054B-D778-28F8-9B91-AC1758B1F9F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9369" r="17111"/>
          <a:stretch/>
        </p:blipFill>
        <p:spPr>
          <a:xfrm rot="10800000" flipH="1">
            <a:off x="8657829" y="530292"/>
            <a:ext cx="3512848" cy="4442552"/>
          </a:xfrm>
          <a:prstGeom prst="rect">
            <a:avLst/>
          </a:prstGeom>
        </p:spPr>
      </p:pic>
      <p:pic>
        <p:nvPicPr>
          <p:cNvPr id="7" name="Graphic 6">
            <a:extLst>
              <a:ext uri="{FF2B5EF4-FFF2-40B4-BE49-F238E27FC236}">
                <a16:creationId xmlns:a16="http://schemas.microsoft.com/office/drawing/2014/main" id="{BE9AF6DB-6473-3A56-CE4F-9F5FF34AA9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2998407" y="2233984"/>
            <a:ext cx="1840030" cy="3019536"/>
          </a:xfrm>
          <a:prstGeom prst="rect">
            <a:avLst/>
          </a:prstGeom>
        </p:spPr>
      </p:pic>
      <p:pic>
        <p:nvPicPr>
          <p:cNvPr id="8" name="Graphic 7">
            <a:extLst>
              <a:ext uri="{FF2B5EF4-FFF2-40B4-BE49-F238E27FC236}">
                <a16:creationId xmlns:a16="http://schemas.microsoft.com/office/drawing/2014/main" id="{95FB24E1-051D-2594-D629-FA2022E3482F}"/>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19230" r="354"/>
          <a:stretch/>
        </p:blipFill>
        <p:spPr>
          <a:xfrm rot="10800000" flipH="1">
            <a:off x="5783153" y="2898774"/>
            <a:ext cx="4222995" cy="3959226"/>
          </a:xfrm>
          <a:prstGeom prst="rect">
            <a:avLst/>
          </a:prstGeom>
        </p:spPr>
      </p:pic>
      <p:sp>
        <p:nvSpPr>
          <p:cNvPr id="2" name="Title 1" hidden="1">
            <a:extLst>
              <a:ext uri="{FF2B5EF4-FFF2-40B4-BE49-F238E27FC236}">
                <a16:creationId xmlns:a16="http://schemas.microsoft.com/office/drawing/2014/main" id="{70AC8DAE-7C17-E466-4AB4-63164A6E8CA4}"/>
              </a:ext>
            </a:extLst>
          </p:cNvPr>
          <p:cNvSpPr>
            <a:spLocks noGrp="1"/>
          </p:cNvSpPr>
          <p:nvPr>
            <p:ph type="title"/>
          </p:nvPr>
        </p:nvSpPr>
        <p:spPr>
          <a:xfrm>
            <a:off x="838200" y="188843"/>
            <a:ext cx="10515600" cy="481691"/>
          </a:xfrm>
        </p:spPr>
        <p:txBody>
          <a:bodyPr>
            <a:no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4088B8-57DD-7EAE-C8A8-2AAC3A3A06BA}"/>
              </a:ext>
            </a:extLst>
          </p:cNvPr>
          <p:cNvSpPr>
            <a:spLocks noGrp="1"/>
          </p:cNvSpPr>
          <p:nvPr>
            <p:ph sz="half" idx="1"/>
          </p:nvPr>
        </p:nvSpPr>
        <p:spPr>
          <a:xfrm>
            <a:off x="832104" y="649224"/>
            <a:ext cx="2587752" cy="55412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24">
            <a:extLst>
              <a:ext uri="{FF2B5EF4-FFF2-40B4-BE49-F238E27FC236}">
                <a16:creationId xmlns:a16="http://schemas.microsoft.com/office/drawing/2014/main" id="{5918B5A7-D613-C800-57FD-7D3E4CE988D8}"/>
              </a:ext>
            </a:extLst>
          </p:cNvPr>
          <p:cNvSpPr>
            <a:spLocks noGrp="1"/>
          </p:cNvSpPr>
          <p:nvPr>
            <p:ph type="pic" sz="quarter" idx="11"/>
          </p:nvPr>
        </p:nvSpPr>
        <p:spPr>
          <a:xfrm>
            <a:off x="3895344" y="813816"/>
            <a:ext cx="2478024" cy="2615184"/>
          </a:xfrm>
          <a:custGeom>
            <a:avLst/>
            <a:gdLst>
              <a:gd name="connsiteX0" fmla="*/ 295795 w 2478024"/>
              <a:gd name="connsiteY0" fmla="*/ 0 h 2615184"/>
              <a:gd name="connsiteX1" fmla="*/ 2478024 w 2478024"/>
              <a:gd name="connsiteY1" fmla="*/ 0 h 2615184"/>
              <a:gd name="connsiteX2" fmla="*/ 2478024 w 2478024"/>
              <a:gd name="connsiteY2" fmla="*/ 2615184 h 2615184"/>
              <a:gd name="connsiteX3" fmla="*/ 0 w 2478024"/>
              <a:gd name="connsiteY3" fmla="*/ 2615184 h 2615184"/>
              <a:gd name="connsiteX4" fmla="*/ 0 w 2478024"/>
              <a:gd name="connsiteY4" fmla="*/ 271830 h 2615184"/>
              <a:gd name="connsiteX5" fmla="*/ 24651 w 2478024"/>
              <a:gd name="connsiteY5" fmla="*/ 269345 h 2615184"/>
              <a:gd name="connsiteX6" fmla="*/ 276241 w 2478024"/>
              <a:gd name="connsiteY6" fmla="*/ 62992 h 261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15184">
                <a:moveTo>
                  <a:pt x="295795" y="0"/>
                </a:moveTo>
                <a:lnTo>
                  <a:pt x="2478024" y="0"/>
                </a:lnTo>
                <a:lnTo>
                  <a:pt x="2478024" y="2615184"/>
                </a:lnTo>
                <a:lnTo>
                  <a:pt x="0" y="2615184"/>
                </a:lnTo>
                <a:lnTo>
                  <a:pt x="0" y="271830"/>
                </a:lnTo>
                <a:lnTo>
                  <a:pt x="24651" y="269345"/>
                </a:lnTo>
                <a:cubicBezTo>
                  <a:pt x="138405" y="246067"/>
                  <a:pt x="232029" y="167523"/>
                  <a:pt x="276241" y="62992"/>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28" name="Picture Placeholder 27">
            <a:extLst>
              <a:ext uri="{FF2B5EF4-FFF2-40B4-BE49-F238E27FC236}">
                <a16:creationId xmlns:a16="http://schemas.microsoft.com/office/drawing/2014/main" id="{ECDF3C89-7167-ED4F-18EE-3E8D37536796}"/>
              </a:ext>
            </a:extLst>
          </p:cNvPr>
          <p:cNvSpPr>
            <a:spLocks noGrp="1"/>
          </p:cNvSpPr>
          <p:nvPr>
            <p:ph type="pic" sz="quarter" idx="14"/>
          </p:nvPr>
        </p:nvSpPr>
        <p:spPr>
          <a:xfrm>
            <a:off x="3895344" y="3502152"/>
            <a:ext cx="2478024" cy="2615184"/>
          </a:xfrm>
          <a:custGeom>
            <a:avLst/>
            <a:gdLst>
              <a:gd name="connsiteX0" fmla="*/ 0 w 2478024"/>
              <a:gd name="connsiteY0" fmla="*/ 0 h 2615184"/>
              <a:gd name="connsiteX1" fmla="*/ 2478024 w 2478024"/>
              <a:gd name="connsiteY1" fmla="*/ 0 h 2615184"/>
              <a:gd name="connsiteX2" fmla="*/ 2478024 w 2478024"/>
              <a:gd name="connsiteY2" fmla="*/ 2615184 h 2615184"/>
              <a:gd name="connsiteX3" fmla="*/ 275962 w 2478024"/>
              <a:gd name="connsiteY3" fmla="*/ 2615184 h 2615184"/>
              <a:gd name="connsiteX4" fmla="*/ 270481 w 2478024"/>
              <a:gd name="connsiteY4" fmla="*/ 2560809 h 2615184"/>
              <a:gd name="connsiteX5" fmla="*/ 64128 w 2478024"/>
              <a:gd name="connsiteY5" fmla="*/ 2309218 h 2615184"/>
              <a:gd name="connsiteX6" fmla="*/ 0 w 2478024"/>
              <a:gd name="connsiteY6" fmla="*/ 2289311 h 261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15184">
                <a:moveTo>
                  <a:pt x="0" y="0"/>
                </a:moveTo>
                <a:lnTo>
                  <a:pt x="2478024" y="0"/>
                </a:lnTo>
                <a:lnTo>
                  <a:pt x="2478024" y="2615184"/>
                </a:lnTo>
                <a:lnTo>
                  <a:pt x="275962" y="2615184"/>
                </a:lnTo>
                <a:lnTo>
                  <a:pt x="270481" y="2560809"/>
                </a:lnTo>
                <a:cubicBezTo>
                  <a:pt x="247203" y="2447054"/>
                  <a:pt x="168659" y="2353431"/>
                  <a:pt x="64128" y="2309218"/>
                </a:cubicBezTo>
                <a:lnTo>
                  <a:pt x="0" y="2289311"/>
                </a:lnTo>
                <a:close/>
              </a:path>
            </a:pathLst>
          </a:custGeom>
          <a:solidFill>
            <a:schemeClr val="accent5"/>
          </a:solidFill>
        </p:spPr>
        <p:txBody>
          <a:bodyPr wrap="square">
            <a:noAutofit/>
          </a:bodyPr>
          <a:lstStyle>
            <a:lvl1pPr marL="0" indent="0" algn="ctr">
              <a:buNone/>
              <a:defRPr/>
            </a:lvl1pPr>
          </a:lstStyle>
          <a:p>
            <a:endParaRPr lang="en-US" dirty="0"/>
          </a:p>
        </p:txBody>
      </p:sp>
      <p:sp>
        <p:nvSpPr>
          <p:cNvPr id="27" name="Picture Placeholder 26">
            <a:extLst>
              <a:ext uri="{FF2B5EF4-FFF2-40B4-BE49-F238E27FC236}">
                <a16:creationId xmlns:a16="http://schemas.microsoft.com/office/drawing/2014/main" id="{4562EB34-F235-C185-2811-DA95D352B023}"/>
              </a:ext>
            </a:extLst>
          </p:cNvPr>
          <p:cNvSpPr>
            <a:spLocks noGrp="1"/>
          </p:cNvSpPr>
          <p:nvPr>
            <p:ph type="pic" sz="quarter" idx="13"/>
          </p:nvPr>
        </p:nvSpPr>
        <p:spPr>
          <a:xfrm>
            <a:off x="6510528" y="813816"/>
            <a:ext cx="4846320" cy="3502152"/>
          </a:xfrm>
          <a:custGeom>
            <a:avLst/>
            <a:gdLst>
              <a:gd name="connsiteX0" fmla="*/ 0 w 4846320"/>
              <a:gd name="connsiteY0" fmla="*/ 0 h 3502152"/>
              <a:gd name="connsiteX1" fmla="*/ 4621925 w 4846320"/>
              <a:gd name="connsiteY1" fmla="*/ 0 h 3502152"/>
              <a:gd name="connsiteX2" fmla="*/ 4622978 w 4846320"/>
              <a:gd name="connsiteY2" fmla="*/ 10453 h 3502152"/>
              <a:gd name="connsiteX3" fmla="*/ 4829331 w 4846320"/>
              <a:gd name="connsiteY3" fmla="*/ 262043 h 3502152"/>
              <a:gd name="connsiteX4" fmla="*/ 4846320 w 4846320"/>
              <a:gd name="connsiteY4" fmla="*/ 267317 h 3502152"/>
              <a:gd name="connsiteX5" fmla="*/ 4846320 w 4846320"/>
              <a:gd name="connsiteY5" fmla="*/ 3502152 h 3502152"/>
              <a:gd name="connsiteX6" fmla="*/ 0 w 4846320"/>
              <a:gd name="connsiteY6" fmla="*/ 3502152 h 3502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3502152">
                <a:moveTo>
                  <a:pt x="0" y="0"/>
                </a:moveTo>
                <a:lnTo>
                  <a:pt x="4621925" y="0"/>
                </a:lnTo>
                <a:lnTo>
                  <a:pt x="4622978" y="10453"/>
                </a:lnTo>
                <a:cubicBezTo>
                  <a:pt x="4646256" y="124207"/>
                  <a:pt x="4724800" y="217831"/>
                  <a:pt x="4829331" y="262043"/>
                </a:cubicBezTo>
                <a:lnTo>
                  <a:pt x="4846320" y="267317"/>
                </a:lnTo>
                <a:lnTo>
                  <a:pt x="4846320" y="3502152"/>
                </a:lnTo>
                <a:lnTo>
                  <a:pt x="0" y="3502152"/>
                </a:lnTo>
                <a:close/>
              </a:path>
            </a:pathLst>
          </a:custGeom>
          <a:solidFill>
            <a:schemeClr val="accent5"/>
          </a:solidFill>
        </p:spPr>
        <p:txBody>
          <a:bodyPr wrap="square">
            <a:noAutofit/>
          </a:bodyPr>
          <a:lstStyle>
            <a:lvl1pPr marL="0" indent="0" algn="ctr">
              <a:buNone/>
              <a:defRPr/>
            </a:lvl1pPr>
          </a:lstStyle>
          <a:p>
            <a:endParaRPr lang="en-US"/>
          </a:p>
        </p:txBody>
      </p:sp>
      <p:sp>
        <p:nvSpPr>
          <p:cNvPr id="29" name="Picture Placeholder 28">
            <a:extLst>
              <a:ext uri="{FF2B5EF4-FFF2-40B4-BE49-F238E27FC236}">
                <a16:creationId xmlns:a16="http://schemas.microsoft.com/office/drawing/2014/main" id="{642CC10B-D798-6A8E-98F3-39879CE57114}"/>
              </a:ext>
            </a:extLst>
          </p:cNvPr>
          <p:cNvSpPr>
            <a:spLocks noGrp="1"/>
          </p:cNvSpPr>
          <p:nvPr>
            <p:ph type="pic" sz="quarter" idx="12"/>
          </p:nvPr>
        </p:nvSpPr>
        <p:spPr>
          <a:xfrm>
            <a:off x="6510528" y="4389120"/>
            <a:ext cx="4846320" cy="1728216"/>
          </a:xfrm>
          <a:custGeom>
            <a:avLst/>
            <a:gdLst>
              <a:gd name="connsiteX0" fmla="*/ 0 w 4846320"/>
              <a:gd name="connsiteY0" fmla="*/ 0 h 1728216"/>
              <a:gd name="connsiteX1" fmla="*/ 4846320 w 4846320"/>
              <a:gd name="connsiteY1" fmla="*/ 0 h 1728216"/>
              <a:gd name="connsiteX2" fmla="*/ 4846320 w 4846320"/>
              <a:gd name="connsiteY2" fmla="*/ 1432195 h 1728216"/>
              <a:gd name="connsiteX3" fmla="*/ 4822810 w 4846320"/>
              <a:gd name="connsiteY3" fmla="*/ 1439493 h 1728216"/>
              <a:gd name="connsiteX4" fmla="*/ 4636822 w 4846320"/>
              <a:gd name="connsiteY4" fmla="*/ 1625481 h 1728216"/>
              <a:gd name="connsiteX5" fmla="*/ 4616080 w 4846320"/>
              <a:gd name="connsiteY5" fmla="*/ 1728216 h 1728216"/>
              <a:gd name="connsiteX6" fmla="*/ 0 w 4846320"/>
              <a:gd name="connsiteY6" fmla="*/ 1728216 h 172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1728216">
                <a:moveTo>
                  <a:pt x="0" y="0"/>
                </a:moveTo>
                <a:lnTo>
                  <a:pt x="4846320" y="0"/>
                </a:lnTo>
                <a:lnTo>
                  <a:pt x="4846320" y="1432195"/>
                </a:lnTo>
                <a:lnTo>
                  <a:pt x="4822810" y="1439493"/>
                </a:lnTo>
                <a:cubicBezTo>
                  <a:pt x="4739185" y="1474863"/>
                  <a:pt x="4672192" y="1541856"/>
                  <a:pt x="4636822" y="1625481"/>
                </a:cubicBezTo>
                <a:lnTo>
                  <a:pt x="4616080" y="1728216"/>
                </a:lnTo>
                <a:lnTo>
                  <a:pt x="0" y="1728216"/>
                </a:lnTo>
                <a:close/>
              </a:path>
            </a:pathLst>
          </a:custGeom>
          <a:solidFill>
            <a:schemeClr val="accent5"/>
          </a:solidFill>
        </p:spPr>
        <p:txBody>
          <a:bodyPr wrap="square">
            <a:noAutofit/>
          </a:bodyPr>
          <a:lstStyle>
            <a:lvl1pPr marL="0" indent="0" algn="ctr">
              <a:buNone/>
              <a:defRPr/>
            </a:lvl1pPr>
          </a:lstStyle>
          <a:p>
            <a:endParaRPr lang="en-US" dirty="0"/>
          </a:p>
        </p:txBody>
      </p:sp>
    </p:spTree>
    <p:extLst>
      <p:ext uri="{BB962C8B-B14F-4D97-AF65-F5344CB8AC3E}">
        <p14:creationId xmlns:p14="http://schemas.microsoft.com/office/powerpoint/2010/main" val="260158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ith Three Images Top">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2D0A195B-8E0B-6DE0-291C-44262CEDEB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94964" y="1261278"/>
            <a:ext cx="2828238" cy="4641211"/>
          </a:xfrm>
          <a:prstGeom prst="rect">
            <a:avLst/>
          </a:prstGeom>
        </p:spPr>
      </p:pic>
      <p:pic>
        <p:nvPicPr>
          <p:cNvPr id="10" name="Graphic 9">
            <a:extLst>
              <a:ext uri="{FF2B5EF4-FFF2-40B4-BE49-F238E27FC236}">
                <a16:creationId xmlns:a16="http://schemas.microsoft.com/office/drawing/2014/main" id="{0A3FE3E0-9C29-85CF-A2E5-2B1AD1DD81C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9369" r="2130"/>
          <a:stretch/>
        </p:blipFill>
        <p:spPr>
          <a:xfrm rot="10800000">
            <a:off x="609986" y="2431214"/>
            <a:ext cx="4147747" cy="4442552"/>
          </a:xfrm>
          <a:prstGeom prst="rect">
            <a:avLst/>
          </a:prstGeom>
        </p:spPr>
      </p:pic>
      <p:cxnSp>
        <p:nvCxnSpPr>
          <p:cNvPr id="13" name="Straight Connector 12">
            <a:extLst>
              <a:ext uri="{FF2B5EF4-FFF2-40B4-BE49-F238E27FC236}">
                <a16:creationId xmlns:a16="http://schemas.microsoft.com/office/drawing/2014/main" id="{895162C7-45EC-8769-0F50-94005C7058C5}"/>
              </a:ext>
            </a:extLst>
          </p:cNvPr>
          <p:cNvCxnSpPr>
            <a:cxnSpLocks/>
          </p:cNvCxnSpPr>
          <p:nvPr userDrawn="1"/>
        </p:nvCxnSpPr>
        <p:spPr>
          <a:xfrm>
            <a:off x="4741596" y="4955064"/>
            <a:ext cx="0" cy="123739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70AC8DAE-7C17-E466-4AB4-63164A6E8CA4}"/>
              </a:ext>
            </a:extLst>
          </p:cNvPr>
          <p:cNvSpPr>
            <a:spLocks noGrp="1"/>
          </p:cNvSpPr>
          <p:nvPr>
            <p:ph type="title"/>
          </p:nvPr>
        </p:nvSpPr>
        <p:spPr>
          <a:xfrm>
            <a:off x="1161288" y="4672583"/>
            <a:ext cx="3557016" cy="1243584"/>
          </a:xfrm>
        </p:spPr>
        <p:txBody>
          <a:bodyPr>
            <a:noAutofit/>
          </a:bodyPr>
          <a:lstStyle>
            <a:lvl1pPr>
              <a:defRPr sz="8000"/>
            </a:lvl1pPr>
          </a:lstStyle>
          <a:p>
            <a:r>
              <a:rPr lang="en-US" dirty="0"/>
              <a:t>Click to edit Master title style</a:t>
            </a:r>
          </a:p>
        </p:txBody>
      </p:sp>
      <p:sp>
        <p:nvSpPr>
          <p:cNvPr id="5" name="Subtitle 2">
            <a:extLst>
              <a:ext uri="{FF2B5EF4-FFF2-40B4-BE49-F238E27FC236}">
                <a16:creationId xmlns:a16="http://schemas.microsoft.com/office/drawing/2014/main" id="{5C0674EF-DC08-BDC1-FD56-CCFB6525609B}"/>
              </a:ext>
            </a:extLst>
          </p:cNvPr>
          <p:cNvSpPr>
            <a:spLocks noGrp="1"/>
          </p:cNvSpPr>
          <p:nvPr>
            <p:ph type="subTitle" idx="14"/>
          </p:nvPr>
        </p:nvSpPr>
        <p:spPr>
          <a:xfrm>
            <a:off x="1362456" y="5751576"/>
            <a:ext cx="3355848" cy="996696"/>
          </a:xfrm>
        </p:spPr>
        <p:txBody>
          <a:bodyPr>
            <a:noAutofit/>
          </a:bodyPr>
          <a:lstStyle>
            <a:lvl1pPr marL="0" indent="0" algn="l">
              <a:lnSpc>
                <a:spcPct val="90000"/>
              </a:lnSpc>
              <a:spcBef>
                <a:spcPts val="0"/>
              </a:spcBef>
              <a:buFont typeface="Arial" panose="020B0604020202020204" pitchFamily="34" charset="0"/>
              <a:buNone/>
              <a:defRPr sz="36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8" name="Picture Placeholder 27">
            <a:extLst>
              <a:ext uri="{FF2B5EF4-FFF2-40B4-BE49-F238E27FC236}">
                <a16:creationId xmlns:a16="http://schemas.microsoft.com/office/drawing/2014/main" id="{F185051D-5E9B-E575-20A2-B48323E28056}"/>
              </a:ext>
            </a:extLst>
          </p:cNvPr>
          <p:cNvSpPr>
            <a:spLocks noGrp="1"/>
          </p:cNvSpPr>
          <p:nvPr>
            <p:ph type="pic" sz="quarter" idx="16"/>
          </p:nvPr>
        </p:nvSpPr>
        <p:spPr>
          <a:xfrm>
            <a:off x="859536" y="658368"/>
            <a:ext cx="2583862" cy="3700136"/>
          </a:xfrm>
          <a:custGeom>
            <a:avLst/>
            <a:gdLst>
              <a:gd name="connsiteX0" fmla="*/ 253988 w 2583862"/>
              <a:gd name="connsiteY0" fmla="*/ 0 h 3700136"/>
              <a:gd name="connsiteX1" fmla="*/ 2583862 w 2583862"/>
              <a:gd name="connsiteY1" fmla="*/ 0 h 3700136"/>
              <a:gd name="connsiteX2" fmla="*/ 2583862 w 2583862"/>
              <a:gd name="connsiteY2" fmla="*/ 3700136 h 3700136"/>
              <a:gd name="connsiteX3" fmla="*/ 253728 w 2583862"/>
              <a:gd name="connsiteY3" fmla="*/ 3700136 h 3700136"/>
              <a:gd name="connsiteX4" fmla="*/ 235898 w 2583862"/>
              <a:gd name="connsiteY4" fmla="*/ 3642698 h 3700136"/>
              <a:gd name="connsiteX5" fmla="*/ 49910 w 2583862"/>
              <a:gd name="connsiteY5" fmla="*/ 3456710 h 3700136"/>
              <a:gd name="connsiteX6" fmla="*/ 0 w 2583862"/>
              <a:gd name="connsiteY6" fmla="*/ 3441217 h 3700136"/>
              <a:gd name="connsiteX7" fmla="*/ 0 w 2583862"/>
              <a:gd name="connsiteY7" fmla="*/ 301575 h 3700136"/>
              <a:gd name="connsiteX8" fmla="*/ 43972 w 2583862"/>
              <a:gd name="connsiteY8" fmla="*/ 287925 h 3700136"/>
              <a:gd name="connsiteX9" fmla="*/ 250325 w 2583862"/>
              <a:gd name="connsiteY9" fmla="*/ 36335 h 370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862" h="3700136">
                <a:moveTo>
                  <a:pt x="253988" y="0"/>
                </a:moveTo>
                <a:lnTo>
                  <a:pt x="2583862" y="0"/>
                </a:lnTo>
                <a:lnTo>
                  <a:pt x="2583862" y="3700136"/>
                </a:lnTo>
                <a:lnTo>
                  <a:pt x="253728" y="3700136"/>
                </a:lnTo>
                <a:lnTo>
                  <a:pt x="235898" y="3642698"/>
                </a:lnTo>
                <a:cubicBezTo>
                  <a:pt x="200528" y="3559073"/>
                  <a:pt x="133535" y="3492080"/>
                  <a:pt x="49910" y="3456710"/>
                </a:cubicBezTo>
                <a:lnTo>
                  <a:pt x="0" y="3441217"/>
                </a:lnTo>
                <a:lnTo>
                  <a:pt x="0" y="301575"/>
                </a:lnTo>
                <a:lnTo>
                  <a:pt x="43972" y="287925"/>
                </a:lnTo>
                <a:cubicBezTo>
                  <a:pt x="148503" y="243713"/>
                  <a:pt x="227047" y="150089"/>
                  <a:pt x="250325" y="36335"/>
                </a:cubicBezTo>
                <a:close/>
              </a:path>
            </a:pathLst>
          </a:custGeom>
          <a:solidFill>
            <a:schemeClr val="accent5"/>
          </a:solidFill>
        </p:spPr>
        <p:txBody>
          <a:bodyPr wrap="square">
            <a:noAutofit/>
          </a:bodyPr>
          <a:lstStyle>
            <a:lvl1pPr marL="0" indent="0" algn="ctr">
              <a:buNone/>
              <a:defRPr/>
            </a:lvl1pPr>
          </a:lstStyle>
          <a:p>
            <a:endParaRPr lang="en-US"/>
          </a:p>
        </p:txBody>
      </p:sp>
      <p:sp>
        <p:nvSpPr>
          <p:cNvPr id="15" name="Picture Placeholder 14">
            <a:extLst>
              <a:ext uri="{FF2B5EF4-FFF2-40B4-BE49-F238E27FC236}">
                <a16:creationId xmlns:a16="http://schemas.microsoft.com/office/drawing/2014/main" id="{549E5A71-4D31-660D-6715-D958356C628B}"/>
              </a:ext>
            </a:extLst>
          </p:cNvPr>
          <p:cNvSpPr>
            <a:spLocks noGrp="1"/>
          </p:cNvSpPr>
          <p:nvPr>
            <p:ph type="pic" sz="quarter" idx="13"/>
          </p:nvPr>
        </p:nvSpPr>
        <p:spPr>
          <a:xfrm>
            <a:off x="3566160" y="658368"/>
            <a:ext cx="2587752" cy="3703320"/>
          </a:xfrm>
          <a:prstGeom prst="rect">
            <a:avLst/>
          </a:prstGeom>
          <a:solidFill>
            <a:schemeClr val="accent5"/>
          </a:solidFill>
        </p:spPr>
        <p:txBody>
          <a:bodyPr wrap="square">
            <a:noAutofit/>
          </a:bodyPr>
          <a:lstStyle>
            <a:lvl1pPr marL="0" indent="0" algn="ctr">
              <a:buNone/>
              <a:defRPr/>
            </a:lvl1pPr>
          </a:lstStyle>
          <a:p>
            <a:endParaRPr lang="en-US"/>
          </a:p>
        </p:txBody>
      </p:sp>
      <p:sp>
        <p:nvSpPr>
          <p:cNvPr id="30" name="Picture Placeholder 29">
            <a:extLst>
              <a:ext uri="{FF2B5EF4-FFF2-40B4-BE49-F238E27FC236}">
                <a16:creationId xmlns:a16="http://schemas.microsoft.com/office/drawing/2014/main" id="{C8BB2811-0182-74F5-F6E7-C4FFE6627A52}"/>
              </a:ext>
            </a:extLst>
          </p:cNvPr>
          <p:cNvSpPr>
            <a:spLocks noGrp="1"/>
          </p:cNvSpPr>
          <p:nvPr>
            <p:ph type="pic" sz="quarter" idx="17"/>
          </p:nvPr>
        </p:nvSpPr>
        <p:spPr>
          <a:xfrm>
            <a:off x="6281928" y="663736"/>
            <a:ext cx="5074920" cy="3703320"/>
          </a:xfrm>
          <a:custGeom>
            <a:avLst/>
            <a:gdLst>
              <a:gd name="connsiteX0" fmla="*/ 0 w 5074920"/>
              <a:gd name="connsiteY0" fmla="*/ 0 h 3703320"/>
              <a:gd name="connsiteX1" fmla="*/ 4810755 w 5074920"/>
              <a:gd name="connsiteY1" fmla="*/ 0 h 3703320"/>
              <a:gd name="connsiteX2" fmla="*/ 4813876 w 5074920"/>
              <a:gd name="connsiteY2" fmla="*/ 30966 h 3703320"/>
              <a:gd name="connsiteX3" fmla="*/ 5020229 w 5074920"/>
              <a:gd name="connsiteY3" fmla="*/ 282557 h 3703320"/>
              <a:gd name="connsiteX4" fmla="*/ 5074920 w 5074920"/>
              <a:gd name="connsiteY4" fmla="*/ 299535 h 3703320"/>
              <a:gd name="connsiteX5" fmla="*/ 5074920 w 5074920"/>
              <a:gd name="connsiteY5" fmla="*/ 3437413 h 3703320"/>
              <a:gd name="connsiteX6" fmla="*/ 5030052 w 5074920"/>
              <a:gd name="connsiteY6" fmla="*/ 3451341 h 3703320"/>
              <a:gd name="connsiteX7" fmla="*/ 4823699 w 5074920"/>
              <a:gd name="connsiteY7" fmla="*/ 3702932 h 3703320"/>
              <a:gd name="connsiteX8" fmla="*/ 4823660 w 5074920"/>
              <a:gd name="connsiteY8" fmla="*/ 3703320 h 3703320"/>
              <a:gd name="connsiteX9" fmla="*/ 0 w 5074920"/>
              <a:gd name="connsiteY9" fmla="*/ 3703320 h 37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74920" h="3703320">
                <a:moveTo>
                  <a:pt x="0" y="0"/>
                </a:moveTo>
                <a:lnTo>
                  <a:pt x="4810755" y="0"/>
                </a:lnTo>
                <a:lnTo>
                  <a:pt x="4813876" y="30966"/>
                </a:lnTo>
                <a:cubicBezTo>
                  <a:pt x="4837154" y="144721"/>
                  <a:pt x="4915698" y="238345"/>
                  <a:pt x="5020229" y="282557"/>
                </a:cubicBezTo>
                <a:lnTo>
                  <a:pt x="5074920" y="299535"/>
                </a:lnTo>
                <a:lnTo>
                  <a:pt x="5074920" y="3437413"/>
                </a:lnTo>
                <a:lnTo>
                  <a:pt x="5030052" y="3451341"/>
                </a:lnTo>
                <a:cubicBezTo>
                  <a:pt x="4925521" y="3495554"/>
                  <a:pt x="4846977" y="3589177"/>
                  <a:pt x="4823699" y="3702932"/>
                </a:cubicBezTo>
                <a:lnTo>
                  <a:pt x="4823660" y="3703320"/>
                </a:lnTo>
                <a:lnTo>
                  <a:pt x="0" y="3703320"/>
                </a:lnTo>
                <a:close/>
              </a:path>
            </a:pathLst>
          </a:custGeom>
          <a:solidFill>
            <a:schemeClr val="accent5"/>
          </a:solidFill>
        </p:spPr>
        <p:txBody>
          <a:bodyPr wrap="square">
            <a:noAutofit/>
          </a:bodyPr>
          <a:lstStyle>
            <a:lvl1pPr marL="0" indent="0" algn="ctr">
              <a:buNone/>
              <a:defRPr/>
            </a:lvl1pPr>
          </a:lstStyle>
          <a:p>
            <a:endParaRPr lang="en-US" dirty="0"/>
          </a:p>
        </p:txBody>
      </p:sp>
      <p:sp>
        <p:nvSpPr>
          <p:cNvPr id="4" name="Content Placeholder 3">
            <a:extLst>
              <a:ext uri="{FF2B5EF4-FFF2-40B4-BE49-F238E27FC236}">
                <a16:creationId xmlns:a16="http://schemas.microsoft.com/office/drawing/2014/main" id="{85423A0E-5B80-4810-0570-0D2F89CD1C3A}"/>
              </a:ext>
            </a:extLst>
          </p:cNvPr>
          <p:cNvSpPr>
            <a:spLocks noGrp="1"/>
          </p:cNvSpPr>
          <p:nvPr>
            <p:ph sz="half" idx="2"/>
          </p:nvPr>
        </p:nvSpPr>
        <p:spPr>
          <a:xfrm>
            <a:off x="5705856" y="4946904"/>
            <a:ext cx="5870448" cy="14996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44248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Four Images Lef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4C728F13-3FFF-8B42-9430-62B822E4AA78}"/>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9369" r="17111"/>
          <a:stretch/>
        </p:blipFill>
        <p:spPr>
          <a:xfrm rot="10800000">
            <a:off x="0" y="629369"/>
            <a:ext cx="3512848" cy="4442552"/>
          </a:xfrm>
          <a:prstGeom prst="rect">
            <a:avLst/>
          </a:prstGeom>
        </p:spPr>
      </p:pic>
      <p:pic>
        <p:nvPicPr>
          <p:cNvPr id="9" name="Graphic 8">
            <a:extLst>
              <a:ext uri="{FF2B5EF4-FFF2-40B4-BE49-F238E27FC236}">
                <a16:creationId xmlns:a16="http://schemas.microsoft.com/office/drawing/2014/main" id="{EE18B1C0-99C5-CA07-D593-A4565AEAF62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5715332" y="0"/>
            <a:ext cx="1840030" cy="3019536"/>
          </a:xfrm>
          <a:prstGeom prst="rect">
            <a:avLst/>
          </a:prstGeom>
        </p:spPr>
      </p:pic>
      <p:pic>
        <p:nvPicPr>
          <p:cNvPr id="10" name="Graphic 9">
            <a:extLst>
              <a:ext uri="{FF2B5EF4-FFF2-40B4-BE49-F238E27FC236}">
                <a16:creationId xmlns:a16="http://schemas.microsoft.com/office/drawing/2014/main" id="{CD8C9312-D2AC-61A3-AE3E-4EC7960D81D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9369" r="17111"/>
          <a:stretch/>
        </p:blipFill>
        <p:spPr>
          <a:xfrm rot="10800000">
            <a:off x="2636501" y="2415448"/>
            <a:ext cx="3512848" cy="4442552"/>
          </a:xfrm>
          <a:prstGeom prst="rect">
            <a:avLst/>
          </a:prstGeom>
        </p:spPr>
      </p:pic>
      <p:sp>
        <p:nvSpPr>
          <p:cNvPr id="2" name="Title 1">
            <a:extLst>
              <a:ext uri="{FF2B5EF4-FFF2-40B4-BE49-F238E27FC236}">
                <a16:creationId xmlns:a16="http://schemas.microsoft.com/office/drawing/2014/main" id="{70AC8DAE-7C17-E466-4AB4-63164A6E8CA4}"/>
              </a:ext>
            </a:extLst>
          </p:cNvPr>
          <p:cNvSpPr>
            <a:spLocks noGrp="1"/>
          </p:cNvSpPr>
          <p:nvPr>
            <p:ph type="title"/>
          </p:nvPr>
        </p:nvSpPr>
        <p:spPr>
          <a:xfrm>
            <a:off x="838200" y="188843"/>
            <a:ext cx="10515600" cy="481691"/>
          </a:xfrm>
        </p:spPr>
        <p:txBody>
          <a:bodyPr>
            <a:noAutofit/>
          </a:bodyPr>
          <a:lstStyle>
            <a:lvl1pPr>
              <a:defRPr sz="3600"/>
            </a:lvl1pPr>
          </a:lstStyle>
          <a:p>
            <a:r>
              <a:rPr lang="en-US" dirty="0"/>
              <a:t>Click to edit Master title style</a:t>
            </a:r>
          </a:p>
        </p:txBody>
      </p:sp>
      <p:sp>
        <p:nvSpPr>
          <p:cNvPr id="25" name="Picture Placeholder 24">
            <a:extLst>
              <a:ext uri="{FF2B5EF4-FFF2-40B4-BE49-F238E27FC236}">
                <a16:creationId xmlns:a16="http://schemas.microsoft.com/office/drawing/2014/main" id="{78ADBABD-5C50-1F24-92EC-ED06268B56B0}"/>
              </a:ext>
            </a:extLst>
          </p:cNvPr>
          <p:cNvSpPr>
            <a:spLocks noGrp="1"/>
          </p:cNvSpPr>
          <p:nvPr>
            <p:ph type="pic" sz="quarter" idx="12"/>
          </p:nvPr>
        </p:nvSpPr>
        <p:spPr>
          <a:xfrm>
            <a:off x="813816" y="777240"/>
            <a:ext cx="4846320" cy="1728216"/>
          </a:xfrm>
          <a:custGeom>
            <a:avLst/>
            <a:gdLst>
              <a:gd name="connsiteX0" fmla="*/ 262308 w 4846320"/>
              <a:gd name="connsiteY0" fmla="*/ 0 h 1728216"/>
              <a:gd name="connsiteX1" fmla="*/ 4846320 w 4846320"/>
              <a:gd name="connsiteY1" fmla="*/ 0 h 1728216"/>
              <a:gd name="connsiteX2" fmla="*/ 4846320 w 4846320"/>
              <a:gd name="connsiteY2" fmla="*/ 1728216 h 1728216"/>
              <a:gd name="connsiteX3" fmla="*/ 0 w 4846320"/>
              <a:gd name="connsiteY3" fmla="*/ 1728216 h 1728216"/>
              <a:gd name="connsiteX4" fmla="*/ 0 w 4846320"/>
              <a:gd name="connsiteY4" fmla="*/ 309787 h 1728216"/>
              <a:gd name="connsiteX5" fmla="*/ 54757 w 4846320"/>
              <a:gd name="connsiteY5" fmla="*/ 292789 h 1728216"/>
              <a:gd name="connsiteX6" fmla="*/ 240746 w 4846320"/>
              <a:gd name="connsiteY6" fmla="*/ 106801 h 172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1728216">
                <a:moveTo>
                  <a:pt x="262308" y="0"/>
                </a:moveTo>
                <a:lnTo>
                  <a:pt x="4846320" y="0"/>
                </a:lnTo>
                <a:lnTo>
                  <a:pt x="4846320" y="1728216"/>
                </a:lnTo>
                <a:lnTo>
                  <a:pt x="0" y="1728216"/>
                </a:lnTo>
                <a:lnTo>
                  <a:pt x="0" y="309787"/>
                </a:lnTo>
                <a:lnTo>
                  <a:pt x="54757" y="292789"/>
                </a:lnTo>
                <a:cubicBezTo>
                  <a:pt x="138382" y="257419"/>
                  <a:pt x="205375" y="190426"/>
                  <a:pt x="240746" y="106801"/>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28" name="Picture Placeholder 27">
            <a:extLst>
              <a:ext uri="{FF2B5EF4-FFF2-40B4-BE49-F238E27FC236}">
                <a16:creationId xmlns:a16="http://schemas.microsoft.com/office/drawing/2014/main" id="{6941C69D-51F8-64EB-114E-91B9CAF807BA}"/>
              </a:ext>
            </a:extLst>
          </p:cNvPr>
          <p:cNvSpPr>
            <a:spLocks noGrp="1"/>
          </p:cNvSpPr>
          <p:nvPr>
            <p:ph type="pic" sz="quarter" idx="13"/>
          </p:nvPr>
        </p:nvSpPr>
        <p:spPr>
          <a:xfrm>
            <a:off x="813816" y="2578608"/>
            <a:ext cx="4846320" cy="3489908"/>
          </a:xfrm>
          <a:custGeom>
            <a:avLst/>
            <a:gdLst>
              <a:gd name="connsiteX0" fmla="*/ 0 w 4846320"/>
              <a:gd name="connsiteY0" fmla="*/ 0 h 3489908"/>
              <a:gd name="connsiteX1" fmla="*/ 4846320 w 4846320"/>
              <a:gd name="connsiteY1" fmla="*/ 0 h 3489908"/>
              <a:gd name="connsiteX2" fmla="*/ 4846320 w 4846320"/>
              <a:gd name="connsiteY2" fmla="*/ 3489908 h 3489908"/>
              <a:gd name="connsiteX3" fmla="*/ 227347 w 4846320"/>
              <a:gd name="connsiteY3" fmla="*/ 3489908 h 3489908"/>
              <a:gd name="connsiteX4" fmla="*/ 217012 w 4846320"/>
              <a:gd name="connsiteY4" fmla="*/ 3470867 h 3489908"/>
              <a:gd name="connsiteX5" fmla="*/ 63246 w 4846320"/>
              <a:gd name="connsiteY5" fmla="*/ 3344245 h 3489908"/>
              <a:gd name="connsiteX6" fmla="*/ 0 w 4846320"/>
              <a:gd name="connsiteY6" fmla="*/ 3324612 h 34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3489908">
                <a:moveTo>
                  <a:pt x="0" y="0"/>
                </a:moveTo>
                <a:lnTo>
                  <a:pt x="4846320" y="0"/>
                </a:lnTo>
                <a:lnTo>
                  <a:pt x="4846320" y="3489908"/>
                </a:lnTo>
                <a:lnTo>
                  <a:pt x="227347" y="3489908"/>
                </a:lnTo>
                <a:lnTo>
                  <a:pt x="217012" y="3470867"/>
                </a:lnTo>
                <a:cubicBezTo>
                  <a:pt x="179328" y="3415088"/>
                  <a:pt x="125965" y="3370773"/>
                  <a:pt x="63246" y="3344245"/>
                </a:cubicBezTo>
                <a:lnTo>
                  <a:pt x="0" y="3324612"/>
                </a:lnTo>
                <a:close/>
              </a:path>
            </a:pathLst>
          </a:custGeom>
          <a:solidFill>
            <a:schemeClr val="accent5"/>
          </a:solidFill>
        </p:spPr>
        <p:txBody>
          <a:bodyPr wrap="square">
            <a:noAutofit/>
          </a:bodyPr>
          <a:lstStyle>
            <a:lvl1pPr marL="0" indent="0" algn="ctr">
              <a:buNone/>
              <a:defRPr/>
            </a:lvl1pPr>
          </a:lstStyle>
          <a:p>
            <a:endParaRPr lang="en-US"/>
          </a:p>
        </p:txBody>
      </p:sp>
      <p:sp>
        <p:nvSpPr>
          <p:cNvPr id="27" name="Picture Placeholder 26">
            <a:extLst>
              <a:ext uri="{FF2B5EF4-FFF2-40B4-BE49-F238E27FC236}">
                <a16:creationId xmlns:a16="http://schemas.microsoft.com/office/drawing/2014/main" id="{DE8FBF62-BD48-3F5C-993D-A7919108FE6E}"/>
              </a:ext>
            </a:extLst>
          </p:cNvPr>
          <p:cNvSpPr>
            <a:spLocks noGrp="1"/>
          </p:cNvSpPr>
          <p:nvPr>
            <p:ph type="pic" sz="quarter" idx="15"/>
          </p:nvPr>
        </p:nvSpPr>
        <p:spPr>
          <a:xfrm>
            <a:off x="5760720" y="777240"/>
            <a:ext cx="2478024" cy="2615184"/>
          </a:xfrm>
          <a:custGeom>
            <a:avLst/>
            <a:gdLst>
              <a:gd name="connsiteX0" fmla="*/ 0 w 2478024"/>
              <a:gd name="connsiteY0" fmla="*/ 0 h 2615184"/>
              <a:gd name="connsiteX1" fmla="*/ 2245136 w 2478024"/>
              <a:gd name="connsiteY1" fmla="*/ 0 h 2615184"/>
              <a:gd name="connsiteX2" fmla="*/ 2245982 w 2478024"/>
              <a:gd name="connsiteY2" fmla="*/ 8390 h 2615184"/>
              <a:gd name="connsiteX3" fmla="*/ 2452334 w 2478024"/>
              <a:gd name="connsiteY3" fmla="*/ 259981 h 2615184"/>
              <a:gd name="connsiteX4" fmla="*/ 2478024 w 2478024"/>
              <a:gd name="connsiteY4" fmla="*/ 267956 h 2615184"/>
              <a:gd name="connsiteX5" fmla="*/ 2478024 w 2478024"/>
              <a:gd name="connsiteY5" fmla="*/ 2615184 h 2615184"/>
              <a:gd name="connsiteX6" fmla="*/ 0 w 2478024"/>
              <a:gd name="connsiteY6" fmla="*/ 2615184 h 261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15184">
                <a:moveTo>
                  <a:pt x="0" y="0"/>
                </a:moveTo>
                <a:lnTo>
                  <a:pt x="2245136" y="0"/>
                </a:lnTo>
                <a:lnTo>
                  <a:pt x="2245982" y="8390"/>
                </a:lnTo>
                <a:cubicBezTo>
                  <a:pt x="2269259" y="122145"/>
                  <a:pt x="2347803" y="215769"/>
                  <a:pt x="2452334" y="259981"/>
                </a:cubicBezTo>
                <a:lnTo>
                  <a:pt x="2478024" y="267956"/>
                </a:lnTo>
                <a:lnTo>
                  <a:pt x="2478024" y="2615184"/>
                </a:lnTo>
                <a:lnTo>
                  <a:pt x="0" y="2615184"/>
                </a:lnTo>
                <a:close/>
              </a:path>
            </a:pathLst>
          </a:custGeom>
          <a:solidFill>
            <a:schemeClr val="accent5"/>
          </a:solidFill>
        </p:spPr>
        <p:txBody>
          <a:bodyPr wrap="square">
            <a:noAutofit/>
          </a:bodyPr>
          <a:lstStyle>
            <a:lvl1pPr marL="0" indent="0" algn="ctr">
              <a:buNone/>
              <a:defRPr/>
            </a:lvl1pPr>
          </a:lstStyle>
          <a:p>
            <a:endParaRPr lang="en-US" dirty="0"/>
          </a:p>
        </p:txBody>
      </p:sp>
      <p:sp>
        <p:nvSpPr>
          <p:cNvPr id="29" name="Picture Placeholder 28">
            <a:extLst>
              <a:ext uri="{FF2B5EF4-FFF2-40B4-BE49-F238E27FC236}">
                <a16:creationId xmlns:a16="http://schemas.microsoft.com/office/drawing/2014/main" id="{8F0EEE2A-033E-DA9C-1B76-95AE10DF300F}"/>
              </a:ext>
            </a:extLst>
          </p:cNvPr>
          <p:cNvSpPr>
            <a:spLocks noGrp="1"/>
          </p:cNvSpPr>
          <p:nvPr>
            <p:ph type="pic" sz="quarter" idx="16"/>
          </p:nvPr>
        </p:nvSpPr>
        <p:spPr>
          <a:xfrm>
            <a:off x="5760720" y="3465576"/>
            <a:ext cx="2478024" cy="2602940"/>
          </a:xfrm>
          <a:custGeom>
            <a:avLst/>
            <a:gdLst>
              <a:gd name="connsiteX0" fmla="*/ 0 w 2478024"/>
              <a:gd name="connsiteY0" fmla="*/ 0 h 2602940"/>
              <a:gd name="connsiteX1" fmla="*/ 2478024 w 2478024"/>
              <a:gd name="connsiteY1" fmla="*/ 0 h 2602940"/>
              <a:gd name="connsiteX2" fmla="*/ 2478024 w 2478024"/>
              <a:gd name="connsiteY2" fmla="*/ 2439629 h 2602940"/>
              <a:gd name="connsiteX3" fmla="*/ 2421171 w 2478024"/>
              <a:gd name="connsiteY3" fmla="*/ 2457277 h 2602940"/>
              <a:gd name="connsiteX4" fmla="*/ 2267406 w 2478024"/>
              <a:gd name="connsiteY4" fmla="*/ 2583899 h 2602940"/>
              <a:gd name="connsiteX5" fmla="*/ 2257070 w 2478024"/>
              <a:gd name="connsiteY5" fmla="*/ 2602940 h 2602940"/>
              <a:gd name="connsiteX6" fmla="*/ 0 w 2478024"/>
              <a:gd name="connsiteY6" fmla="*/ 2602940 h 260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02940">
                <a:moveTo>
                  <a:pt x="0" y="0"/>
                </a:moveTo>
                <a:lnTo>
                  <a:pt x="2478024" y="0"/>
                </a:lnTo>
                <a:lnTo>
                  <a:pt x="2478024" y="2439629"/>
                </a:lnTo>
                <a:lnTo>
                  <a:pt x="2421171" y="2457277"/>
                </a:lnTo>
                <a:cubicBezTo>
                  <a:pt x="2358452" y="2483805"/>
                  <a:pt x="2305089" y="2528120"/>
                  <a:pt x="2267406" y="2583899"/>
                </a:cubicBezTo>
                <a:lnTo>
                  <a:pt x="2257070" y="2602940"/>
                </a:lnTo>
                <a:lnTo>
                  <a:pt x="0" y="2602940"/>
                </a:lnTo>
                <a:close/>
              </a:path>
            </a:pathLst>
          </a:custGeom>
          <a:solidFill>
            <a:schemeClr val="accent5"/>
          </a:solidFill>
        </p:spPr>
        <p:txBody>
          <a:bodyPr wrap="square">
            <a:noAutofit/>
          </a:bodyPr>
          <a:lstStyle>
            <a:lvl1pPr marL="0" indent="0" algn="ctr">
              <a:buNone/>
              <a:defRPr/>
            </a:lvl1pPr>
          </a:lstStyle>
          <a:p>
            <a:endParaRPr lang="en-US" dirty="0"/>
          </a:p>
        </p:txBody>
      </p:sp>
      <p:sp>
        <p:nvSpPr>
          <p:cNvPr id="3" name="Content Placeholder 2">
            <a:extLst>
              <a:ext uri="{FF2B5EF4-FFF2-40B4-BE49-F238E27FC236}">
                <a16:creationId xmlns:a16="http://schemas.microsoft.com/office/drawing/2014/main" id="{F44088B8-57DD-7EAE-C8A8-2AAC3A3A06BA}"/>
              </a:ext>
            </a:extLst>
          </p:cNvPr>
          <p:cNvSpPr>
            <a:spLocks noGrp="1"/>
          </p:cNvSpPr>
          <p:nvPr>
            <p:ph sz="half" idx="1"/>
          </p:nvPr>
        </p:nvSpPr>
        <p:spPr>
          <a:xfrm>
            <a:off x="9015984" y="649224"/>
            <a:ext cx="2587752" cy="55412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08106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92A9199-69B2-8EC5-52DC-BC6490C3AF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69522" y="501472"/>
            <a:ext cx="2525798" cy="5987077"/>
          </a:xfrm>
          <a:prstGeom prst="rect">
            <a:avLst/>
          </a:prstGeom>
        </p:spPr>
      </p:pic>
      <p:sp>
        <p:nvSpPr>
          <p:cNvPr id="2" name="Title 1">
            <a:extLst>
              <a:ext uri="{FF2B5EF4-FFF2-40B4-BE49-F238E27FC236}">
                <a16:creationId xmlns:a16="http://schemas.microsoft.com/office/drawing/2014/main" id="{665D10FE-7D00-604D-2AAC-844E02DC68E0}"/>
              </a:ext>
            </a:extLst>
          </p:cNvPr>
          <p:cNvSpPr>
            <a:spLocks noGrp="1"/>
          </p:cNvSpPr>
          <p:nvPr>
            <p:ph type="ctrTitle"/>
          </p:nvPr>
        </p:nvSpPr>
        <p:spPr>
          <a:xfrm>
            <a:off x="566928" y="1453896"/>
            <a:ext cx="4672584" cy="1243584"/>
          </a:xfrm>
        </p:spPr>
        <p:txBody>
          <a:bodyPr anchor="b">
            <a:noAutofit/>
          </a:bodyPr>
          <a:lstStyle>
            <a:lvl1pPr algn="ctr">
              <a:defRPr sz="8800"/>
            </a:lvl1pPr>
          </a:lstStyle>
          <a:p>
            <a:r>
              <a:rPr lang="en-US" dirty="0"/>
              <a:t>Click to edit Master title style</a:t>
            </a:r>
          </a:p>
        </p:txBody>
      </p:sp>
      <p:sp>
        <p:nvSpPr>
          <p:cNvPr id="3" name="Subtitle 2">
            <a:extLst>
              <a:ext uri="{FF2B5EF4-FFF2-40B4-BE49-F238E27FC236}">
                <a16:creationId xmlns:a16="http://schemas.microsoft.com/office/drawing/2014/main" id="{F4FF4796-C9F4-2061-7885-8185FBE0B08A}"/>
              </a:ext>
            </a:extLst>
          </p:cNvPr>
          <p:cNvSpPr>
            <a:spLocks noGrp="1"/>
          </p:cNvSpPr>
          <p:nvPr>
            <p:ph type="subTitle" idx="1"/>
          </p:nvPr>
        </p:nvSpPr>
        <p:spPr>
          <a:xfrm>
            <a:off x="448056" y="2670048"/>
            <a:ext cx="4910328" cy="996696"/>
          </a:xfrm>
        </p:spPr>
        <p:txBody>
          <a:bodyPr>
            <a:noAutofit/>
          </a:bodyPr>
          <a:lstStyle>
            <a:lvl1pPr marL="0" indent="0" algn="ctr">
              <a:lnSpc>
                <a:spcPct val="90000"/>
              </a:lnSpc>
              <a:spcBef>
                <a:spcPts val="0"/>
              </a:spcBef>
              <a:buNone/>
              <a:defRPr sz="4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Text Placeholder 13">
            <a:extLst>
              <a:ext uri="{FF2B5EF4-FFF2-40B4-BE49-F238E27FC236}">
                <a16:creationId xmlns:a16="http://schemas.microsoft.com/office/drawing/2014/main" id="{6DE32C7F-41E5-326F-0412-00CD25EFFC98}"/>
              </a:ext>
            </a:extLst>
          </p:cNvPr>
          <p:cNvSpPr>
            <a:spLocks noGrp="1"/>
          </p:cNvSpPr>
          <p:nvPr>
            <p:ph type="body" sz="quarter" idx="10"/>
          </p:nvPr>
        </p:nvSpPr>
        <p:spPr>
          <a:xfrm>
            <a:off x="905256" y="4297680"/>
            <a:ext cx="3986784" cy="1380744"/>
          </a:xfrm>
        </p:spPr>
        <p:txBody>
          <a:bodyPr lIns="91440" tIns="45720" rIns="91440">
            <a:noAutofit/>
          </a:bodyPr>
          <a:lstStyle>
            <a:lvl1pPr marL="0" indent="0" algn="ctr">
              <a:buNone/>
              <a:defRPr sz="3600" b="1" cap="all" spc="600" baseline="0"/>
            </a:lvl1pPr>
          </a:lstStyle>
          <a:p>
            <a:pPr lvl="0"/>
            <a:r>
              <a:rPr lang="en-US" dirty="0"/>
              <a:t>Click to edit Master text styles</a:t>
            </a:r>
          </a:p>
        </p:txBody>
      </p:sp>
      <p:sp>
        <p:nvSpPr>
          <p:cNvPr id="19" name="Picture Placeholder 18">
            <a:extLst>
              <a:ext uri="{FF2B5EF4-FFF2-40B4-BE49-F238E27FC236}">
                <a16:creationId xmlns:a16="http://schemas.microsoft.com/office/drawing/2014/main" id="{DE0AD5D1-ACD0-3F28-AF5A-E92DC467AD95}"/>
              </a:ext>
            </a:extLst>
          </p:cNvPr>
          <p:cNvSpPr>
            <a:spLocks noGrp="1"/>
          </p:cNvSpPr>
          <p:nvPr>
            <p:ph type="pic" sz="quarter" idx="11"/>
          </p:nvPr>
        </p:nvSpPr>
        <p:spPr>
          <a:xfrm>
            <a:off x="6025896" y="813816"/>
            <a:ext cx="5312664" cy="5321808"/>
          </a:xfrm>
          <a:custGeom>
            <a:avLst/>
            <a:gdLst>
              <a:gd name="connsiteX0" fmla="*/ 366730 w 5312664"/>
              <a:gd name="connsiteY0" fmla="*/ 0 h 5321808"/>
              <a:gd name="connsiteX1" fmla="*/ 4947426 w 5312664"/>
              <a:gd name="connsiteY1" fmla="*/ 0 h 5321808"/>
              <a:gd name="connsiteX2" fmla="*/ 5240247 w 5312664"/>
              <a:gd name="connsiteY2" fmla="*/ 359280 h 5321808"/>
              <a:gd name="connsiteX3" fmla="*/ 5312664 w 5312664"/>
              <a:gd name="connsiteY3" fmla="*/ 366580 h 5321808"/>
              <a:gd name="connsiteX4" fmla="*/ 5312664 w 5312664"/>
              <a:gd name="connsiteY4" fmla="*/ 4955229 h 5321808"/>
              <a:gd name="connsiteX5" fmla="*/ 5240247 w 5312664"/>
              <a:gd name="connsiteY5" fmla="*/ 4962529 h 5321808"/>
              <a:gd name="connsiteX6" fmla="*/ 4947426 w 5312664"/>
              <a:gd name="connsiteY6" fmla="*/ 5321808 h 5321808"/>
              <a:gd name="connsiteX7" fmla="*/ 366730 w 5312664"/>
              <a:gd name="connsiteY7" fmla="*/ 5321808 h 5321808"/>
              <a:gd name="connsiteX8" fmla="*/ 0 w 5312664"/>
              <a:gd name="connsiteY8" fmla="*/ 4955078 h 5321808"/>
              <a:gd name="connsiteX9" fmla="*/ 0 w 5312664"/>
              <a:gd name="connsiteY9" fmla="*/ 366730 h 5321808"/>
              <a:gd name="connsiteX10" fmla="*/ 366730 w 5312664"/>
              <a:gd name="connsiteY10" fmla="*/ 0 h 5321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12664" h="5321808">
                <a:moveTo>
                  <a:pt x="366730" y="0"/>
                </a:moveTo>
                <a:lnTo>
                  <a:pt x="4947426" y="0"/>
                </a:lnTo>
                <a:cubicBezTo>
                  <a:pt x="4947426" y="177222"/>
                  <a:pt x="5073135" y="325083"/>
                  <a:pt x="5240247" y="359280"/>
                </a:cubicBezTo>
                <a:lnTo>
                  <a:pt x="5312664" y="366580"/>
                </a:lnTo>
                <a:lnTo>
                  <a:pt x="5312664" y="4955229"/>
                </a:lnTo>
                <a:lnTo>
                  <a:pt x="5240247" y="4962529"/>
                </a:lnTo>
                <a:cubicBezTo>
                  <a:pt x="5073135" y="4996725"/>
                  <a:pt x="4947426" y="5144587"/>
                  <a:pt x="4947426" y="5321808"/>
                </a:cubicBezTo>
                <a:lnTo>
                  <a:pt x="366730" y="5321808"/>
                </a:lnTo>
                <a:cubicBezTo>
                  <a:pt x="366730" y="5119269"/>
                  <a:pt x="202539" y="4955078"/>
                  <a:pt x="0" y="4955078"/>
                </a:cubicBezTo>
                <a:lnTo>
                  <a:pt x="0" y="366730"/>
                </a:lnTo>
                <a:cubicBezTo>
                  <a:pt x="202539" y="366730"/>
                  <a:pt x="366730" y="202539"/>
                  <a:pt x="366730" y="0"/>
                </a:cubicBezTo>
                <a:close/>
              </a:path>
            </a:pathLst>
          </a:custGeom>
          <a:solidFill>
            <a:schemeClr val="accent5"/>
          </a:solidFill>
        </p:spPr>
        <p:txBody>
          <a:bodyPr wrap="square">
            <a:noAutofit/>
          </a:bodyPr>
          <a:lstStyle>
            <a:lvl1pPr marL="0" indent="0" algn="ctr">
              <a:buNone/>
              <a:defRPr/>
            </a:lvl1pPr>
          </a:lstStyle>
          <a:p>
            <a:endParaRPr lang="en-US"/>
          </a:p>
        </p:txBody>
      </p:sp>
      <p:cxnSp>
        <p:nvCxnSpPr>
          <p:cNvPr id="5" name="Straight Connector 4">
            <a:extLst>
              <a:ext uri="{FF2B5EF4-FFF2-40B4-BE49-F238E27FC236}">
                <a16:creationId xmlns:a16="http://schemas.microsoft.com/office/drawing/2014/main" id="{02AA69B4-5CF0-F296-E965-54F2F50400B4}"/>
              </a:ext>
            </a:extLst>
          </p:cNvPr>
          <p:cNvCxnSpPr>
            <a:cxnSpLocks/>
          </p:cNvCxnSpPr>
          <p:nvPr userDrawn="1"/>
        </p:nvCxnSpPr>
        <p:spPr>
          <a:xfrm>
            <a:off x="3075542" y="3785286"/>
            <a:ext cx="1076326"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BC3D89DC-5B52-9509-3027-F7A05B7C41A1}"/>
              </a:ext>
            </a:extLst>
          </p:cNvPr>
          <p:cNvSpPr/>
          <p:nvPr userDrawn="1"/>
        </p:nvSpPr>
        <p:spPr>
          <a:xfrm>
            <a:off x="2866767" y="3768810"/>
            <a:ext cx="61785" cy="61785"/>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1C399712-7AFC-5B14-54C5-7EDFA13F2615}"/>
              </a:ext>
            </a:extLst>
          </p:cNvPr>
          <p:cNvCxnSpPr>
            <a:cxnSpLocks/>
          </p:cNvCxnSpPr>
          <p:nvPr userDrawn="1"/>
        </p:nvCxnSpPr>
        <p:spPr>
          <a:xfrm>
            <a:off x="1617442" y="3789405"/>
            <a:ext cx="1076326"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4601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BFD5A4-5836-0267-5379-01B95619D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20D374-7B32-D571-770E-632D7118D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552A62-A33B-76FB-0CDC-E0F16BD974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tint val="82000"/>
                  </a:schemeClr>
                </a:solidFill>
              </a:defRPr>
            </a:lvl1pPr>
          </a:lstStyle>
          <a:p>
            <a:r>
              <a:rPr lang="en-US"/>
              <a:t>20XX</a:t>
            </a:r>
          </a:p>
        </p:txBody>
      </p:sp>
      <p:sp>
        <p:nvSpPr>
          <p:cNvPr id="5" name="Footer Placeholder 4">
            <a:extLst>
              <a:ext uri="{FF2B5EF4-FFF2-40B4-BE49-F238E27FC236}">
                <a16:creationId xmlns:a16="http://schemas.microsoft.com/office/drawing/2014/main" id="{2E3574F1-57F2-5832-9E47-8400B47E5A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776111-3469-A330-410F-A75D784E5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82000"/>
                  </a:schemeClr>
                </a:solidFill>
              </a:defRPr>
            </a:lvl1pPr>
          </a:lstStyle>
          <a:p>
            <a:fld id="{2CAE3632-0B29-CC42-AE31-A319980E9851}" type="slidenum">
              <a:rPr lang="en-US" smtClean="0"/>
              <a:pPr/>
              <a:t>‹#›</a:t>
            </a:fld>
            <a:endParaRPr lang="en-US"/>
          </a:p>
        </p:txBody>
      </p:sp>
    </p:spTree>
    <p:extLst>
      <p:ext uri="{BB962C8B-B14F-4D97-AF65-F5344CB8AC3E}">
        <p14:creationId xmlns:p14="http://schemas.microsoft.com/office/powerpoint/2010/main" val="1631311876"/>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52" r:id="rId3"/>
    <p:sldLayoutId id="2147483661" r:id="rId4"/>
    <p:sldLayoutId id="2147483662" r:id="rId5"/>
    <p:sldLayoutId id="2147483663" r:id="rId6"/>
    <p:sldLayoutId id="2147483664" r:id="rId7"/>
    <p:sldLayoutId id="2147483665" r:id="rId8"/>
  </p:sldLayoutIdLst>
  <p:hf sldNum="0" hdr="0" ftr="0" dt="0"/>
  <p:txStyles>
    <p:titleStyle>
      <a:lvl1pPr algn="l" defTabSz="914400" rtl="0" eaLnBrk="1" latinLnBrk="0" hangingPunct="1">
        <a:lnSpc>
          <a:spcPct val="90000"/>
        </a:lnSpc>
        <a:spcBef>
          <a:spcPct val="0"/>
        </a:spcBef>
        <a:buNone/>
        <a:defRPr sz="8000" kern="1200">
          <a:solidFill>
            <a:schemeClr val="accent6">
              <a:lumMod val="75000"/>
            </a:schemeClr>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228600" indent="-228600" algn="l" defTabSz="914400" rtl="0" eaLnBrk="1" latinLnBrk="0" hangingPunct="1">
        <a:lnSpc>
          <a:spcPct val="100000"/>
        </a:lnSpc>
        <a:spcBef>
          <a:spcPts val="600"/>
        </a:spcBef>
        <a:buFont typeface="Arial" panose="020B0604020202020204" pitchFamily="34" charset="0"/>
        <a:buChar char="•"/>
        <a:defRPr sz="1600" kern="1200">
          <a:solidFill>
            <a:schemeClr val="accent6">
              <a:lumMod val="75000"/>
            </a:schemeClr>
          </a:solidFill>
          <a:latin typeface="+mn-lt"/>
          <a:ea typeface="+mn-ea"/>
          <a:cs typeface="+mn-cs"/>
        </a:defRPr>
      </a:lvl2pPr>
      <a:lvl3pPr marL="457200" indent="-228600" algn="l" defTabSz="914400" rtl="0" eaLnBrk="1" latinLnBrk="0" hangingPunct="1">
        <a:lnSpc>
          <a:spcPct val="100000"/>
        </a:lnSpc>
        <a:spcBef>
          <a:spcPts val="600"/>
        </a:spcBef>
        <a:buFont typeface="Arial" panose="020B0604020202020204" pitchFamily="34" charset="0"/>
        <a:buChar char="•"/>
        <a:defRPr sz="1400" kern="1200">
          <a:solidFill>
            <a:schemeClr val="accent6">
              <a:lumMod val="75000"/>
            </a:schemeClr>
          </a:solidFill>
          <a:latin typeface="+mn-lt"/>
          <a:ea typeface="+mn-ea"/>
          <a:cs typeface="+mn-cs"/>
        </a:defRPr>
      </a:lvl3pPr>
      <a:lvl4pPr marL="685800" indent="-228600" algn="l" defTabSz="914400" rtl="0" eaLnBrk="1" latinLnBrk="0" hangingPunct="1">
        <a:lnSpc>
          <a:spcPct val="100000"/>
        </a:lnSpc>
        <a:spcBef>
          <a:spcPts val="600"/>
        </a:spcBef>
        <a:buFont typeface="Arial" panose="020B0604020202020204" pitchFamily="34" charset="0"/>
        <a:buChar char="•"/>
        <a:defRPr sz="1200" kern="1200">
          <a:solidFill>
            <a:schemeClr val="accent6">
              <a:lumMod val="75000"/>
            </a:schemeClr>
          </a:solidFill>
          <a:latin typeface="+mn-lt"/>
          <a:ea typeface="+mn-ea"/>
          <a:cs typeface="+mn-cs"/>
        </a:defRPr>
      </a:lvl4pPr>
      <a:lvl5pPr marL="914400" indent="-228600" algn="l" defTabSz="914400" rtl="0" eaLnBrk="1" latinLnBrk="0" hangingPunct="1">
        <a:lnSpc>
          <a:spcPct val="100000"/>
        </a:lnSpc>
        <a:spcBef>
          <a:spcPts val="600"/>
        </a:spcBef>
        <a:buFont typeface="Arial" panose="020B0604020202020204" pitchFamily="34" charset="0"/>
        <a:buChar char="•"/>
        <a:defRPr sz="1200" kern="1200">
          <a:solidFill>
            <a:schemeClr val="accent6">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65526C1-2632-9152-9F84-DBF793A69C82}"/>
              </a:ext>
            </a:extLst>
          </p:cNvPr>
          <p:cNvSpPr>
            <a:spLocks noGrp="1"/>
          </p:cNvSpPr>
          <p:nvPr>
            <p:ph type="ctrTitle"/>
          </p:nvPr>
        </p:nvSpPr>
        <p:spPr>
          <a:xfrm>
            <a:off x="6894576" y="1426464"/>
            <a:ext cx="4672584" cy="1243584"/>
          </a:xfrm>
        </p:spPr>
        <p:txBody>
          <a:bodyPr anchor="t"/>
          <a:lstStyle/>
          <a:p>
            <a:r>
              <a:rPr lang="en-US" dirty="0"/>
              <a:t>Celebrating</a:t>
            </a:r>
          </a:p>
        </p:txBody>
      </p:sp>
      <p:sp>
        <p:nvSpPr>
          <p:cNvPr id="14" name="Subtitle 13">
            <a:extLst>
              <a:ext uri="{FF2B5EF4-FFF2-40B4-BE49-F238E27FC236}">
                <a16:creationId xmlns:a16="http://schemas.microsoft.com/office/drawing/2014/main" id="{85C93481-BFD5-8674-1316-67ACF92E09AB}"/>
              </a:ext>
            </a:extLst>
          </p:cNvPr>
          <p:cNvSpPr>
            <a:spLocks noGrp="1"/>
          </p:cNvSpPr>
          <p:nvPr>
            <p:ph type="subTitle" idx="1"/>
          </p:nvPr>
        </p:nvSpPr>
        <p:spPr>
          <a:xfrm>
            <a:off x="6775704" y="2670048"/>
            <a:ext cx="4910328" cy="996696"/>
          </a:xfrm>
        </p:spPr>
        <p:txBody>
          <a:bodyPr/>
          <a:lstStyle/>
          <a:p>
            <a:r>
              <a:rPr lang="en-US" dirty="0"/>
              <a:t>The life of</a:t>
            </a:r>
          </a:p>
        </p:txBody>
      </p:sp>
      <p:pic>
        <p:nvPicPr>
          <p:cNvPr id="11" name="Picture Placeholder 10" descr="A woman smiling">
            <a:extLst>
              <a:ext uri="{FF2B5EF4-FFF2-40B4-BE49-F238E27FC236}">
                <a16:creationId xmlns:a16="http://schemas.microsoft.com/office/drawing/2014/main" id="{90621D98-328E-8E77-E95C-02592DA77015}"/>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847136" y="767664"/>
            <a:ext cx="5312664" cy="5321808"/>
          </a:xfrm>
        </p:spPr>
      </p:pic>
      <p:sp>
        <p:nvSpPr>
          <p:cNvPr id="15" name="Text Placeholder 14">
            <a:extLst>
              <a:ext uri="{FF2B5EF4-FFF2-40B4-BE49-F238E27FC236}">
                <a16:creationId xmlns:a16="http://schemas.microsoft.com/office/drawing/2014/main" id="{9AECE318-92BC-758E-4B8A-26DC3AE1FD96}"/>
              </a:ext>
            </a:extLst>
          </p:cNvPr>
          <p:cNvSpPr>
            <a:spLocks noGrp="1"/>
          </p:cNvSpPr>
          <p:nvPr>
            <p:ph type="body" sz="quarter" idx="10"/>
          </p:nvPr>
        </p:nvSpPr>
        <p:spPr>
          <a:xfrm>
            <a:off x="7232904" y="4270248"/>
            <a:ext cx="3986784" cy="1380744"/>
          </a:xfrm>
        </p:spPr>
        <p:txBody>
          <a:bodyPr/>
          <a:lstStyle/>
          <a:p>
            <a:r>
              <a:rPr lang="en-US" dirty="0"/>
              <a:t>IRIS</a:t>
            </a:r>
          </a:p>
          <a:p>
            <a:r>
              <a:rPr lang="en-US" dirty="0"/>
              <a:t>LEPEK</a:t>
            </a:r>
          </a:p>
        </p:txBody>
      </p:sp>
      <p:sp>
        <p:nvSpPr>
          <p:cNvPr id="28" name="Plaque 27">
            <a:extLst>
              <a:ext uri="{FF2B5EF4-FFF2-40B4-BE49-F238E27FC236}">
                <a16:creationId xmlns:a16="http://schemas.microsoft.com/office/drawing/2014/main" id="{1A33DB61-93BF-39F1-7072-D46CD515EE68}"/>
              </a:ext>
              <a:ext uri="{C183D7F6-B498-43B3-948B-1728B52AA6E4}">
                <adec:decorative xmlns:adec="http://schemas.microsoft.com/office/drawing/2017/decorative" val="1"/>
              </a:ext>
            </a:extLst>
          </p:cNvPr>
          <p:cNvSpPr/>
          <p:nvPr/>
        </p:nvSpPr>
        <p:spPr>
          <a:xfrm flipH="1">
            <a:off x="601868" y="543696"/>
            <a:ext cx="5820032" cy="5795319"/>
          </a:xfrm>
          <a:prstGeom prst="plaque">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6187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FCFB-198A-2F17-0F29-21FDFAF58F24}"/>
              </a:ext>
            </a:extLst>
          </p:cNvPr>
          <p:cNvSpPr>
            <a:spLocks noGrp="1"/>
          </p:cNvSpPr>
          <p:nvPr>
            <p:ph type="title"/>
          </p:nvPr>
        </p:nvSpPr>
        <p:spPr>
          <a:xfrm>
            <a:off x="713232" y="1207008"/>
            <a:ext cx="3557016" cy="1243584"/>
          </a:xfrm>
        </p:spPr>
        <p:txBody>
          <a:bodyPr/>
          <a:lstStyle/>
          <a:p>
            <a:r>
              <a:rPr lang="en-US"/>
              <a:t>Iris’s</a:t>
            </a:r>
            <a:endParaRPr lang="en-US" dirty="0"/>
          </a:p>
        </p:txBody>
      </p:sp>
      <p:sp>
        <p:nvSpPr>
          <p:cNvPr id="7" name="Subtitle 6">
            <a:extLst>
              <a:ext uri="{FF2B5EF4-FFF2-40B4-BE49-F238E27FC236}">
                <a16:creationId xmlns:a16="http://schemas.microsoft.com/office/drawing/2014/main" id="{66D1A559-BFE0-A548-E406-74002A40214D}"/>
              </a:ext>
            </a:extLst>
          </p:cNvPr>
          <p:cNvSpPr>
            <a:spLocks noGrp="1"/>
          </p:cNvSpPr>
          <p:nvPr>
            <p:ph type="subTitle" idx="14"/>
          </p:nvPr>
        </p:nvSpPr>
        <p:spPr>
          <a:xfrm>
            <a:off x="923544" y="2295144"/>
            <a:ext cx="3355848" cy="996696"/>
          </a:xfrm>
        </p:spPr>
        <p:txBody>
          <a:bodyPr/>
          <a:lstStyle/>
          <a:p>
            <a:r>
              <a:rPr lang="en-US"/>
              <a:t>Childhood</a:t>
            </a:r>
            <a:endParaRPr lang="en-US" dirty="0"/>
          </a:p>
        </p:txBody>
      </p:sp>
      <p:sp>
        <p:nvSpPr>
          <p:cNvPr id="3" name="Content Placeholder 2">
            <a:extLst>
              <a:ext uri="{FF2B5EF4-FFF2-40B4-BE49-F238E27FC236}">
                <a16:creationId xmlns:a16="http://schemas.microsoft.com/office/drawing/2014/main" id="{E6032B84-65AC-7D90-FB73-F782D0BD675E}"/>
              </a:ext>
            </a:extLst>
          </p:cNvPr>
          <p:cNvSpPr>
            <a:spLocks noGrp="1"/>
          </p:cNvSpPr>
          <p:nvPr>
            <p:ph idx="1"/>
          </p:nvPr>
        </p:nvSpPr>
        <p:spPr>
          <a:xfrm>
            <a:off x="923544" y="3730752"/>
            <a:ext cx="3072384" cy="2084832"/>
          </a:xfrm>
        </p:spPr>
        <p:txBody>
          <a:bodyPr/>
          <a:lstStyle/>
          <a:p>
            <a:r>
              <a:rPr lang="en-US"/>
              <a:t>Growing up on Lake Michigan, Iris developed an early love of the outdoors. She spent many days out on the water with friends and family.</a:t>
            </a:r>
          </a:p>
          <a:p>
            <a:endParaRPr lang="en-US" dirty="0"/>
          </a:p>
        </p:txBody>
      </p:sp>
      <p:pic>
        <p:nvPicPr>
          <p:cNvPr id="60" name="Picture Placeholder 59" descr="A group of people on a boat">
            <a:extLst>
              <a:ext uri="{FF2B5EF4-FFF2-40B4-BE49-F238E27FC236}">
                <a16:creationId xmlns:a16="http://schemas.microsoft.com/office/drawing/2014/main" id="{89EBD036-0C59-FD17-EE7F-C970A903BA9A}"/>
              </a:ext>
            </a:extLst>
          </p:cNvPr>
          <p:cNvPicPr>
            <a:picLocks noGrp="1" noChangeAspect="1"/>
          </p:cNvPicPr>
          <p:nvPr>
            <p:ph type="pic" sz="quarter" idx="19"/>
          </p:nvPr>
        </p:nvPicPr>
        <p:blipFill rotWithShape="1">
          <a:blip r:embed="rId2" cstate="screen">
            <a:extLst>
              <a:ext uri="{28A0092B-C50C-407E-A947-70E740481C1C}">
                <a14:useLocalDpi xmlns:a14="http://schemas.microsoft.com/office/drawing/2010/main"/>
              </a:ext>
            </a:extLst>
          </a:blip>
          <a:srcRect/>
          <a:stretch/>
        </p:blipFill>
        <p:spPr>
          <a:xfrm>
            <a:off x="5349240" y="767664"/>
            <a:ext cx="5989320" cy="2734698"/>
          </a:xfrm>
        </p:spPr>
      </p:pic>
      <p:pic>
        <p:nvPicPr>
          <p:cNvPr id="92" name="Picture Placeholder 91" descr="A kid on the shoulders of an older person">
            <a:extLst>
              <a:ext uri="{FF2B5EF4-FFF2-40B4-BE49-F238E27FC236}">
                <a16:creationId xmlns:a16="http://schemas.microsoft.com/office/drawing/2014/main" id="{4444187C-EC1A-0511-C4ED-D60E018DF636}"/>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a:ext>
            </a:extLst>
          </a:blip>
          <a:srcRect/>
          <a:stretch/>
        </p:blipFill>
        <p:spPr>
          <a:xfrm>
            <a:off x="5349240" y="3648456"/>
            <a:ext cx="2770632" cy="2368296"/>
          </a:xfrm>
        </p:spPr>
      </p:pic>
      <p:pic>
        <p:nvPicPr>
          <p:cNvPr id="62" name="Picture Placeholder 61" descr="Two children smiling at the camera">
            <a:extLst>
              <a:ext uri="{FF2B5EF4-FFF2-40B4-BE49-F238E27FC236}">
                <a16:creationId xmlns:a16="http://schemas.microsoft.com/office/drawing/2014/main" id="{DC0861BA-E1E3-8A59-5496-255BA4E75C14}"/>
              </a:ext>
            </a:extLst>
          </p:cNvPr>
          <p:cNvPicPr>
            <a:picLocks noGrp="1" noChangeAspect="1"/>
          </p:cNvPicPr>
          <p:nvPr>
            <p:ph type="pic" sz="quarter" idx="18"/>
          </p:nvPr>
        </p:nvPicPr>
        <p:blipFill rotWithShape="1">
          <a:blip r:embed="rId4" cstate="screen">
            <a:extLst>
              <a:ext uri="{28A0092B-C50C-407E-A947-70E740481C1C}">
                <a14:useLocalDpi xmlns:a14="http://schemas.microsoft.com/office/drawing/2010/main"/>
              </a:ext>
            </a:extLst>
          </a:blip>
          <a:srcRect/>
          <a:stretch/>
        </p:blipFill>
        <p:spPr>
          <a:xfrm>
            <a:off x="8257032" y="3648456"/>
            <a:ext cx="3081528" cy="2368296"/>
          </a:xfrm>
        </p:spPr>
      </p:pic>
      <p:sp>
        <p:nvSpPr>
          <p:cNvPr id="41" name="Plaque 40">
            <a:extLst>
              <a:ext uri="{FF2B5EF4-FFF2-40B4-BE49-F238E27FC236}">
                <a16:creationId xmlns:a16="http://schemas.microsoft.com/office/drawing/2014/main" id="{C2E6B514-636D-C1EF-DFB7-72ABB0DF8DEB}"/>
              </a:ext>
              <a:ext uri="{C183D7F6-B498-43B3-948B-1728B52AA6E4}">
                <adec:decorative xmlns:adec="http://schemas.microsoft.com/office/drawing/2017/decorative" val="1"/>
              </a:ext>
            </a:extLst>
          </p:cNvPr>
          <p:cNvSpPr/>
          <p:nvPr/>
        </p:nvSpPr>
        <p:spPr>
          <a:xfrm>
            <a:off x="5178643" y="590297"/>
            <a:ext cx="6366200" cy="5609969"/>
          </a:xfrm>
          <a:prstGeom prst="plaque">
            <a:avLst>
              <a:gd name="adj" fmla="val 1199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6250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52" hidden="1">
            <a:extLst>
              <a:ext uri="{FF2B5EF4-FFF2-40B4-BE49-F238E27FC236}">
                <a16:creationId xmlns:a16="http://schemas.microsoft.com/office/drawing/2014/main" id="{5DA050B8-7536-91CC-87BE-69FB876930BE}"/>
              </a:ext>
              <a:ext uri="{C183D7F6-B498-43B3-948B-1728B52AA6E4}">
                <adec:decorative xmlns:adec="http://schemas.microsoft.com/office/drawing/2017/decorative" val="0"/>
              </a:ext>
            </a:extLst>
          </p:cNvPr>
          <p:cNvSpPr>
            <a:spLocks noGrp="1"/>
          </p:cNvSpPr>
          <p:nvPr>
            <p:ph type="title"/>
          </p:nvPr>
        </p:nvSpPr>
        <p:spPr>
          <a:xfrm>
            <a:off x="838200" y="188843"/>
            <a:ext cx="10515600" cy="481691"/>
          </a:xfrm>
        </p:spPr>
        <p:txBody>
          <a:bodyPr>
            <a:normAutofit fontScale="90000"/>
          </a:bodyPr>
          <a:lstStyle/>
          <a:p>
            <a:r>
              <a:rPr lang="en-US" dirty="0"/>
              <a:t>Slide 3</a:t>
            </a:r>
          </a:p>
        </p:txBody>
      </p:sp>
      <p:sp>
        <p:nvSpPr>
          <p:cNvPr id="5" name="Content Placeholder 4">
            <a:extLst>
              <a:ext uri="{FF2B5EF4-FFF2-40B4-BE49-F238E27FC236}">
                <a16:creationId xmlns:a16="http://schemas.microsoft.com/office/drawing/2014/main" id="{F4A319F2-A75A-B729-1ED7-CC4C763B0A1A}"/>
              </a:ext>
            </a:extLst>
          </p:cNvPr>
          <p:cNvSpPr>
            <a:spLocks noGrp="1"/>
          </p:cNvSpPr>
          <p:nvPr>
            <p:ph sz="half" idx="1"/>
          </p:nvPr>
        </p:nvSpPr>
        <p:spPr>
          <a:xfrm>
            <a:off x="838200" y="649224"/>
            <a:ext cx="5166360" cy="1499616"/>
          </a:xfrm>
        </p:spPr>
        <p:txBody>
          <a:bodyPr/>
          <a:lstStyle/>
          <a:p>
            <a:r>
              <a:rPr lang="en-US" dirty="0"/>
              <a:t>Building on her love of adventure, Iris was also an avid traveler. She loved to visit new and exciting places and meet all kinds of people.</a:t>
            </a:r>
          </a:p>
          <a:p>
            <a:endParaRPr lang="en-US" dirty="0"/>
          </a:p>
        </p:txBody>
      </p:sp>
      <p:sp>
        <p:nvSpPr>
          <p:cNvPr id="6" name="Content Placeholder 5">
            <a:extLst>
              <a:ext uri="{FF2B5EF4-FFF2-40B4-BE49-F238E27FC236}">
                <a16:creationId xmlns:a16="http://schemas.microsoft.com/office/drawing/2014/main" id="{0714C8C3-7952-51F2-25C7-4C180EC421E0}"/>
              </a:ext>
            </a:extLst>
          </p:cNvPr>
          <p:cNvSpPr>
            <a:spLocks noGrp="1"/>
          </p:cNvSpPr>
          <p:nvPr>
            <p:ph sz="half" idx="2"/>
          </p:nvPr>
        </p:nvSpPr>
        <p:spPr>
          <a:xfrm>
            <a:off x="6419088" y="649224"/>
            <a:ext cx="5166360" cy="1499616"/>
          </a:xfrm>
        </p:spPr>
        <p:txBody>
          <a:bodyPr/>
          <a:lstStyle/>
          <a:p>
            <a:r>
              <a:rPr lang="en-US" dirty="0"/>
              <a:t>Over her lifetime she visited 56 countries and 6 out of 7 continents, making her the most well-traveled member of our family.</a:t>
            </a:r>
          </a:p>
          <a:p>
            <a:endParaRPr lang="en-US" dirty="0"/>
          </a:p>
        </p:txBody>
      </p:sp>
      <p:pic>
        <p:nvPicPr>
          <p:cNvPr id="40" name="Picture Placeholder 39" descr="A hand holding lights">
            <a:extLst>
              <a:ext uri="{FF2B5EF4-FFF2-40B4-BE49-F238E27FC236}">
                <a16:creationId xmlns:a16="http://schemas.microsoft.com/office/drawing/2014/main" id="{C526A031-13C0-7029-0714-CDDB17CF326B}"/>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859536" y="2286000"/>
            <a:ext cx="2583862" cy="3904488"/>
          </a:xfrm>
        </p:spPr>
      </p:pic>
      <p:pic>
        <p:nvPicPr>
          <p:cNvPr id="14" name="Picture Placeholder 13" descr="A person looking over the train tracks at sunset">
            <a:extLst>
              <a:ext uri="{FF2B5EF4-FFF2-40B4-BE49-F238E27FC236}">
                <a16:creationId xmlns:a16="http://schemas.microsoft.com/office/drawing/2014/main" id="{8F35B734-7366-4F0F-7F66-E904A6EDD8E3}"/>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p:blipFill>
        <p:spPr>
          <a:xfrm>
            <a:off x="3566160" y="2286000"/>
            <a:ext cx="5070390" cy="3904488"/>
          </a:xfrm>
        </p:spPr>
      </p:pic>
      <p:pic>
        <p:nvPicPr>
          <p:cNvPr id="41" name="Picture Placeholder 40" descr="A person holding a suitcase standing in front of a car">
            <a:extLst>
              <a:ext uri="{FF2B5EF4-FFF2-40B4-BE49-F238E27FC236}">
                <a16:creationId xmlns:a16="http://schemas.microsoft.com/office/drawing/2014/main" id="{62A59BFA-0B72-70CA-ABDC-8848D1E311C0}"/>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p:blipFill>
        <p:spPr>
          <a:xfrm>
            <a:off x="8769096" y="2286000"/>
            <a:ext cx="2583862" cy="3904488"/>
          </a:xfrm>
        </p:spPr>
      </p:pic>
      <p:sp>
        <p:nvSpPr>
          <p:cNvPr id="23" name="Plaque 22">
            <a:extLst>
              <a:ext uri="{FF2B5EF4-FFF2-40B4-BE49-F238E27FC236}">
                <a16:creationId xmlns:a16="http://schemas.microsoft.com/office/drawing/2014/main" id="{3288AB2F-55B2-CECE-DE58-81EC9EC8C5C7}"/>
              </a:ext>
              <a:ext uri="{C183D7F6-B498-43B3-948B-1728B52AA6E4}">
                <adec:decorative xmlns:adec="http://schemas.microsoft.com/office/drawing/2017/decorative" val="1"/>
              </a:ext>
            </a:extLst>
          </p:cNvPr>
          <p:cNvSpPr/>
          <p:nvPr/>
        </p:nvSpPr>
        <p:spPr>
          <a:xfrm>
            <a:off x="702924" y="2126973"/>
            <a:ext cx="10809639" cy="4222250"/>
          </a:xfrm>
          <a:prstGeom prst="plaque">
            <a:avLst>
              <a:gd name="adj" fmla="val 14102"/>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554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88E8-5FFD-3EED-2DAA-2136B7C7FD78}"/>
              </a:ext>
            </a:extLst>
          </p:cNvPr>
          <p:cNvSpPr>
            <a:spLocks noGrp="1"/>
          </p:cNvSpPr>
          <p:nvPr>
            <p:ph type="title"/>
          </p:nvPr>
        </p:nvSpPr>
        <p:spPr>
          <a:xfrm>
            <a:off x="7854696" y="1207008"/>
            <a:ext cx="3557016" cy="1243584"/>
          </a:xfrm>
        </p:spPr>
        <p:txBody>
          <a:bodyPr/>
          <a:lstStyle/>
          <a:p>
            <a:r>
              <a:rPr lang="en-US" dirty="0"/>
              <a:t>Iris’s </a:t>
            </a:r>
          </a:p>
        </p:txBody>
      </p:sp>
      <p:sp>
        <p:nvSpPr>
          <p:cNvPr id="3" name="Subtitle 2">
            <a:extLst>
              <a:ext uri="{FF2B5EF4-FFF2-40B4-BE49-F238E27FC236}">
                <a16:creationId xmlns:a16="http://schemas.microsoft.com/office/drawing/2014/main" id="{60A7DF35-DD51-2ACE-6159-AD66F02ED45B}"/>
              </a:ext>
            </a:extLst>
          </p:cNvPr>
          <p:cNvSpPr>
            <a:spLocks noGrp="1"/>
          </p:cNvSpPr>
          <p:nvPr>
            <p:ph type="subTitle" idx="14"/>
          </p:nvPr>
        </p:nvSpPr>
        <p:spPr>
          <a:xfrm>
            <a:off x="8055864" y="2295144"/>
            <a:ext cx="3355848" cy="996696"/>
          </a:xfrm>
        </p:spPr>
        <p:txBody>
          <a:bodyPr/>
          <a:lstStyle/>
          <a:p>
            <a:r>
              <a:rPr lang="en-US" dirty="0"/>
              <a:t>Family</a:t>
            </a:r>
          </a:p>
        </p:txBody>
      </p:sp>
      <p:pic>
        <p:nvPicPr>
          <p:cNvPr id="30" name="Picture Placeholder 29" descr="Two people hugging while staring off into the distance">
            <a:extLst>
              <a:ext uri="{FF2B5EF4-FFF2-40B4-BE49-F238E27FC236}">
                <a16:creationId xmlns:a16="http://schemas.microsoft.com/office/drawing/2014/main" id="{85ED8EF4-71C1-9415-078E-652C75B99CBB}"/>
              </a:ext>
            </a:extLst>
          </p:cNvPr>
          <p:cNvPicPr>
            <a:picLocks noGrp="1" noChangeAspect="1"/>
          </p:cNvPicPr>
          <p:nvPr>
            <p:ph type="pic" sz="quarter" idx="18"/>
          </p:nvPr>
        </p:nvPicPr>
        <p:blipFill>
          <a:blip r:embed="rId2" cstate="screen">
            <a:extLst>
              <a:ext uri="{28A0092B-C50C-407E-A947-70E740481C1C}">
                <a14:useLocalDpi xmlns:a14="http://schemas.microsoft.com/office/drawing/2010/main"/>
              </a:ext>
            </a:extLst>
          </a:blip>
          <a:srcRect/>
          <a:stretch/>
        </p:blipFill>
        <p:spPr>
          <a:xfrm>
            <a:off x="832104" y="777242"/>
            <a:ext cx="3081528" cy="5257799"/>
          </a:xfrm>
        </p:spPr>
      </p:pic>
      <p:pic>
        <p:nvPicPr>
          <p:cNvPr id="32" name="Picture Placeholder 31" descr="A group of youngsters running in a field">
            <a:extLst>
              <a:ext uri="{FF2B5EF4-FFF2-40B4-BE49-F238E27FC236}">
                <a16:creationId xmlns:a16="http://schemas.microsoft.com/office/drawing/2014/main" id="{A9D32ADE-F38B-DDDB-3C55-711F3F3565A1}"/>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p:blipFill>
        <p:spPr>
          <a:xfrm>
            <a:off x="4059936" y="777240"/>
            <a:ext cx="2770631" cy="2368296"/>
          </a:xfrm>
        </p:spPr>
      </p:pic>
      <p:pic>
        <p:nvPicPr>
          <p:cNvPr id="33" name="Picture Placeholder 32" descr="A family grouped around a baby">
            <a:extLst>
              <a:ext uri="{FF2B5EF4-FFF2-40B4-BE49-F238E27FC236}">
                <a16:creationId xmlns:a16="http://schemas.microsoft.com/office/drawing/2014/main" id="{5EFE4573-0A4A-6F61-1611-8137A2146ECB}"/>
              </a:ext>
            </a:extLst>
          </p:cNvPr>
          <p:cNvPicPr>
            <a:picLocks noGrp="1" noChangeAspect="1"/>
          </p:cNvPicPr>
          <p:nvPr>
            <p:ph type="pic" sz="quarter" idx="19"/>
          </p:nvPr>
        </p:nvPicPr>
        <p:blipFill>
          <a:blip r:embed="rId4" cstate="screen">
            <a:extLst>
              <a:ext uri="{28A0092B-C50C-407E-A947-70E740481C1C}">
                <a14:useLocalDpi xmlns:a14="http://schemas.microsoft.com/office/drawing/2010/main"/>
              </a:ext>
            </a:extLst>
          </a:blip>
          <a:srcRect/>
          <a:stretch/>
        </p:blipFill>
        <p:spPr>
          <a:xfrm>
            <a:off x="4059936" y="3300984"/>
            <a:ext cx="2770632" cy="2734056"/>
          </a:xfrm>
        </p:spPr>
      </p:pic>
      <p:sp>
        <p:nvSpPr>
          <p:cNvPr id="4" name="Content Placeholder 3">
            <a:extLst>
              <a:ext uri="{FF2B5EF4-FFF2-40B4-BE49-F238E27FC236}">
                <a16:creationId xmlns:a16="http://schemas.microsoft.com/office/drawing/2014/main" id="{6688623F-56B0-C7EC-F1F2-C0C9543FA14C}"/>
              </a:ext>
            </a:extLst>
          </p:cNvPr>
          <p:cNvSpPr>
            <a:spLocks noGrp="1"/>
          </p:cNvSpPr>
          <p:nvPr>
            <p:ph idx="1"/>
          </p:nvPr>
        </p:nvSpPr>
        <p:spPr>
          <a:xfrm>
            <a:off x="8055864" y="3730752"/>
            <a:ext cx="3072384" cy="2084832"/>
          </a:xfrm>
        </p:spPr>
        <p:txBody>
          <a:bodyPr/>
          <a:lstStyle/>
          <a:p>
            <a:r>
              <a:rPr lang="en-US" dirty="0"/>
              <a:t>Iris was born on May 6th, 1936, to her father Donald and mother Iris, her namesake. She is survived by her two younger sisters, Elizabeth and Sarah, and their children.</a:t>
            </a:r>
          </a:p>
          <a:p>
            <a:endParaRPr lang="en-US" dirty="0"/>
          </a:p>
        </p:txBody>
      </p:sp>
      <p:sp>
        <p:nvSpPr>
          <p:cNvPr id="17" name="Plaque 16">
            <a:extLst>
              <a:ext uri="{FF2B5EF4-FFF2-40B4-BE49-F238E27FC236}">
                <a16:creationId xmlns:a16="http://schemas.microsoft.com/office/drawing/2014/main" id="{6E7F8002-7B52-BCA4-F8E2-C503DB17573D}"/>
              </a:ext>
              <a:ext uri="{C183D7F6-B498-43B3-948B-1728B52AA6E4}">
                <adec:decorative xmlns:adec="http://schemas.microsoft.com/office/drawing/2017/decorative" val="1"/>
              </a:ext>
            </a:extLst>
          </p:cNvPr>
          <p:cNvSpPr/>
          <p:nvPr/>
        </p:nvSpPr>
        <p:spPr>
          <a:xfrm>
            <a:off x="661669" y="616423"/>
            <a:ext cx="6366200" cy="5609969"/>
          </a:xfrm>
          <a:prstGeom prst="plaque">
            <a:avLst>
              <a:gd name="adj" fmla="val 1135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8995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hidden="1">
            <a:extLst>
              <a:ext uri="{FF2B5EF4-FFF2-40B4-BE49-F238E27FC236}">
                <a16:creationId xmlns:a16="http://schemas.microsoft.com/office/drawing/2014/main" id="{10D9E283-66B3-111B-0909-6C6FA54C2A7C}"/>
              </a:ext>
            </a:extLst>
          </p:cNvPr>
          <p:cNvSpPr>
            <a:spLocks noGrp="1"/>
          </p:cNvSpPr>
          <p:nvPr>
            <p:ph type="title"/>
          </p:nvPr>
        </p:nvSpPr>
        <p:spPr>
          <a:xfrm>
            <a:off x="838200" y="188843"/>
            <a:ext cx="10515600" cy="481691"/>
          </a:xfrm>
        </p:spPr>
        <p:txBody>
          <a:bodyPr>
            <a:normAutofit fontScale="90000"/>
          </a:bodyPr>
          <a:lstStyle/>
          <a:p>
            <a:r>
              <a:rPr lang="en-US" dirty="0"/>
              <a:t>Slide 5</a:t>
            </a:r>
          </a:p>
        </p:txBody>
      </p:sp>
      <p:sp>
        <p:nvSpPr>
          <p:cNvPr id="5" name="Content Placeholder 4">
            <a:extLst>
              <a:ext uri="{FF2B5EF4-FFF2-40B4-BE49-F238E27FC236}">
                <a16:creationId xmlns:a16="http://schemas.microsoft.com/office/drawing/2014/main" id="{E558E3CE-E714-8C4B-0D7B-C02BEE74C346}"/>
              </a:ext>
            </a:extLst>
          </p:cNvPr>
          <p:cNvSpPr>
            <a:spLocks noGrp="1"/>
          </p:cNvSpPr>
          <p:nvPr>
            <p:ph sz="half" idx="1"/>
          </p:nvPr>
        </p:nvSpPr>
        <p:spPr>
          <a:xfrm>
            <a:off x="832104" y="649224"/>
            <a:ext cx="2587752" cy="5541264"/>
          </a:xfrm>
        </p:spPr>
        <p:txBody>
          <a:bodyPr/>
          <a:lstStyle/>
          <a:p>
            <a:r>
              <a:rPr lang="en-US" dirty="0"/>
              <a:t>Iris met Henry in the fall of 1955 at Jasper University, where they both attended school. Henry asked Iris to marry him the following year and they were married in the spring of 1957.</a:t>
            </a:r>
          </a:p>
          <a:p>
            <a:endParaRPr lang="en-US" dirty="0"/>
          </a:p>
          <a:p>
            <a:r>
              <a:rPr lang="en-US" dirty="0"/>
              <a:t>The two were married for 61 years before Henry's passing. Her love for him never faded, and she kept him alive through her memories.</a:t>
            </a:r>
          </a:p>
          <a:p>
            <a:endParaRPr lang="en-US" dirty="0"/>
          </a:p>
        </p:txBody>
      </p:sp>
      <p:pic>
        <p:nvPicPr>
          <p:cNvPr id="8" name="Picture Placeholder 7" descr="Two people riding bikes together">
            <a:extLst>
              <a:ext uri="{FF2B5EF4-FFF2-40B4-BE49-F238E27FC236}">
                <a16:creationId xmlns:a16="http://schemas.microsoft.com/office/drawing/2014/main" id="{51F53931-E83E-FEC9-23D4-D6A0BD72292C}"/>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a:xfrm>
            <a:off x="3895344" y="813816"/>
            <a:ext cx="2478024" cy="2615184"/>
          </a:xfrm>
        </p:spPr>
      </p:pic>
      <p:pic>
        <p:nvPicPr>
          <p:cNvPr id="10" name="Picture Placeholder 9" descr="A person reading a book laying on the couch">
            <a:extLst>
              <a:ext uri="{FF2B5EF4-FFF2-40B4-BE49-F238E27FC236}">
                <a16:creationId xmlns:a16="http://schemas.microsoft.com/office/drawing/2014/main" id="{9236ACEC-15DE-9BD6-1823-1139350CD6F8}"/>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p:blipFill>
        <p:spPr>
          <a:xfrm>
            <a:off x="3895344" y="3502152"/>
            <a:ext cx="2478024" cy="2615184"/>
          </a:xfrm>
        </p:spPr>
      </p:pic>
      <p:pic>
        <p:nvPicPr>
          <p:cNvPr id="9" name="Picture Placeholder 8" descr="An older couple hugging and laughing in a field">
            <a:extLst>
              <a:ext uri="{FF2B5EF4-FFF2-40B4-BE49-F238E27FC236}">
                <a16:creationId xmlns:a16="http://schemas.microsoft.com/office/drawing/2014/main" id="{3F6678BF-FDEE-87C3-1FE4-DFB93450B2CA}"/>
              </a:ext>
            </a:extLst>
          </p:cNvPr>
          <p:cNvPicPr>
            <a:picLocks noGrp="1" noChangeAspect="1"/>
          </p:cNvPicPr>
          <p:nvPr>
            <p:ph type="pic" sz="quarter" idx="13"/>
          </p:nvPr>
        </p:nvPicPr>
        <p:blipFill>
          <a:blip r:embed="rId4" cstate="screen">
            <a:extLst>
              <a:ext uri="{28A0092B-C50C-407E-A947-70E740481C1C}">
                <a14:useLocalDpi xmlns:a14="http://schemas.microsoft.com/office/drawing/2010/main"/>
              </a:ext>
            </a:extLst>
          </a:blip>
          <a:srcRect/>
          <a:stretch/>
        </p:blipFill>
        <p:spPr>
          <a:xfrm>
            <a:off x="6510528" y="813816"/>
            <a:ext cx="4846320" cy="3502152"/>
          </a:xfrm>
        </p:spPr>
      </p:pic>
      <p:pic>
        <p:nvPicPr>
          <p:cNvPr id="11" name="Picture Placeholder 10" descr="An older person kissing the cheek of another older person">
            <a:extLst>
              <a:ext uri="{FF2B5EF4-FFF2-40B4-BE49-F238E27FC236}">
                <a16:creationId xmlns:a16="http://schemas.microsoft.com/office/drawing/2014/main" id="{00E71449-69F9-4A5D-7403-75F5002F4329}"/>
              </a:ext>
            </a:extLst>
          </p:cNvPr>
          <p:cNvPicPr>
            <a:picLocks noGrp="1" noChangeAspect="1"/>
          </p:cNvPicPr>
          <p:nvPr>
            <p:ph type="pic" sz="quarter" idx="12"/>
          </p:nvPr>
        </p:nvPicPr>
        <p:blipFill>
          <a:blip r:embed="rId5" cstate="email">
            <a:extLst>
              <a:ext uri="{28A0092B-C50C-407E-A947-70E740481C1C}">
                <a14:useLocalDpi xmlns:a14="http://schemas.microsoft.com/office/drawing/2010/main"/>
              </a:ext>
            </a:extLst>
          </a:blip>
          <a:srcRect/>
          <a:stretch/>
        </p:blipFill>
        <p:spPr>
          <a:xfrm>
            <a:off x="6510528" y="4389120"/>
            <a:ext cx="4846320" cy="1728216"/>
          </a:xfrm>
        </p:spPr>
      </p:pic>
      <p:sp>
        <p:nvSpPr>
          <p:cNvPr id="18" name="Plaque 17">
            <a:extLst>
              <a:ext uri="{FF2B5EF4-FFF2-40B4-BE49-F238E27FC236}">
                <a16:creationId xmlns:a16="http://schemas.microsoft.com/office/drawing/2014/main" id="{0243868F-BB46-5C81-64BE-F6DAD707CCF9}"/>
              </a:ext>
              <a:ext uri="{C183D7F6-B498-43B3-948B-1728B52AA6E4}">
                <adec:decorative xmlns:adec="http://schemas.microsoft.com/office/drawing/2017/decorative" val="1"/>
              </a:ext>
            </a:extLst>
          </p:cNvPr>
          <p:cNvSpPr/>
          <p:nvPr/>
        </p:nvSpPr>
        <p:spPr>
          <a:xfrm>
            <a:off x="3772745" y="678062"/>
            <a:ext cx="7768466" cy="5542246"/>
          </a:xfrm>
          <a:prstGeom prst="plaque">
            <a:avLst>
              <a:gd name="adj" fmla="val 10444"/>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7031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FC65-990D-E95C-F348-CECA13473571}"/>
              </a:ext>
            </a:extLst>
          </p:cNvPr>
          <p:cNvSpPr>
            <a:spLocks noGrp="1"/>
          </p:cNvSpPr>
          <p:nvPr>
            <p:ph type="title"/>
          </p:nvPr>
        </p:nvSpPr>
        <p:spPr>
          <a:xfrm>
            <a:off x="1161288" y="4672583"/>
            <a:ext cx="3557016" cy="1243584"/>
          </a:xfrm>
        </p:spPr>
        <p:txBody>
          <a:bodyPr/>
          <a:lstStyle/>
          <a:p>
            <a:r>
              <a:rPr lang="en-US" dirty="0"/>
              <a:t>Iris’s  </a:t>
            </a:r>
          </a:p>
        </p:txBody>
      </p:sp>
      <p:sp>
        <p:nvSpPr>
          <p:cNvPr id="5" name="Subtitle 4">
            <a:extLst>
              <a:ext uri="{FF2B5EF4-FFF2-40B4-BE49-F238E27FC236}">
                <a16:creationId xmlns:a16="http://schemas.microsoft.com/office/drawing/2014/main" id="{4B099E4E-3B00-16B3-2889-B73C301C6CAD}"/>
              </a:ext>
            </a:extLst>
          </p:cNvPr>
          <p:cNvSpPr>
            <a:spLocks noGrp="1"/>
          </p:cNvSpPr>
          <p:nvPr>
            <p:ph type="subTitle" idx="14"/>
          </p:nvPr>
        </p:nvSpPr>
        <p:spPr>
          <a:xfrm>
            <a:off x="1362456" y="5751576"/>
            <a:ext cx="3355848" cy="996696"/>
          </a:xfrm>
        </p:spPr>
        <p:txBody>
          <a:bodyPr/>
          <a:lstStyle/>
          <a:p>
            <a:r>
              <a:rPr lang="en-US" dirty="0"/>
              <a:t>HOBBIES</a:t>
            </a:r>
          </a:p>
        </p:txBody>
      </p:sp>
      <p:pic>
        <p:nvPicPr>
          <p:cNvPr id="8" name="Picture Placeholder 7" descr="Two people riding bikes together">
            <a:extLst>
              <a:ext uri="{FF2B5EF4-FFF2-40B4-BE49-F238E27FC236}">
                <a16:creationId xmlns:a16="http://schemas.microsoft.com/office/drawing/2014/main" id="{876B94EA-94B9-6C1B-99A3-30737274DCB3}"/>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859536" y="658368"/>
            <a:ext cx="2583862" cy="3700136"/>
          </a:xfrm>
        </p:spPr>
      </p:pic>
      <p:pic>
        <p:nvPicPr>
          <p:cNvPr id="9" name="Picture Placeholder 8" descr="A woman posing in front of shelves">
            <a:extLst>
              <a:ext uri="{FF2B5EF4-FFF2-40B4-BE49-F238E27FC236}">
                <a16:creationId xmlns:a16="http://schemas.microsoft.com/office/drawing/2014/main" id="{0B69E439-1768-6C53-6017-F73ED539B2CB}"/>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p:blipFill>
        <p:spPr>
          <a:xfrm>
            <a:off x="3566160" y="658368"/>
            <a:ext cx="2587752" cy="3703320"/>
          </a:xfrm>
        </p:spPr>
      </p:pic>
      <p:pic>
        <p:nvPicPr>
          <p:cNvPr id="20" name="Picture Placeholder 19" descr="A woman working at a desk with a laptop and papers">
            <a:extLst>
              <a:ext uri="{FF2B5EF4-FFF2-40B4-BE49-F238E27FC236}">
                <a16:creationId xmlns:a16="http://schemas.microsoft.com/office/drawing/2014/main" id="{3B3ECA6C-2031-EF4B-F8F9-BF381EED8345}"/>
              </a:ext>
            </a:extLst>
          </p:cNvPr>
          <p:cNvPicPr>
            <a:picLocks noGrp="1" noChangeAspect="1"/>
          </p:cNvPicPr>
          <p:nvPr>
            <p:ph type="pic" sz="quarter" idx="17"/>
          </p:nvPr>
        </p:nvPicPr>
        <p:blipFill>
          <a:blip r:embed="rId4" cstate="screen">
            <a:extLst>
              <a:ext uri="{28A0092B-C50C-407E-A947-70E740481C1C}">
                <a14:useLocalDpi xmlns:a14="http://schemas.microsoft.com/office/drawing/2010/main"/>
              </a:ext>
            </a:extLst>
          </a:blip>
          <a:srcRect/>
          <a:stretch/>
        </p:blipFill>
        <p:spPr>
          <a:xfrm>
            <a:off x="6281928" y="663736"/>
            <a:ext cx="5074920" cy="3703320"/>
          </a:xfrm>
        </p:spPr>
      </p:pic>
      <p:sp>
        <p:nvSpPr>
          <p:cNvPr id="3" name="Content Placeholder 2">
            <a:extLst>
              <a:ext uri="{FF2B5EF4-FFF2-40B4-BE49-F238E27FC236}">
                <a16:creationId xmlns:a16="http://schemas.microsoft.com/office/drawing/2014/main" id="{C168AC5F-A70C-05A0-EE18-AB4F921718F6}"/>
              </a:ext>
            </a:extLst>
          </p:cNvPr>
          <p:cNvSpPr>
            <a:spLocks noGrp="1"/>
          </p:cNvSpPr>
          <p:nvPr>
            <p:ph sz="half" idx="2"/>
          </p:nvPr>
        </p:nvSpPr>
        <p:spPr>
          <a:xfrm>
            <a:off x="5705856" y="4946904"/>
            <a:ext cx="5870448" cy="1499616"/>
          </a:xfrm>
        </p:spPr>
        <p:txBody>
          <a:bodyPr/>
          <a:lstStyle/>
          <a:p>
            <a:r>
              <a:rPr lang="en-US" dirty="0"/>
              <a:t>Along with traveling and adventuring outdoors, Iris loved to challenge herself. At 55 years old she taught herself how to surf, took up oil painting, and traded her car for a bicycle to ride to work every day.</a:t>
            </a:r>
          </a:p>
          <a:p>
            <a:endParaRPr lang="en-US" dirty="0"/>
          </a:p>
        </p:txBody>
      </p:sp>
      <p:sp>
        <p:nvSpPr>
          <p:cNvPr id="17" name="Plaque 16">
            <a:extLst>
              <a:ext uri="{FF2B5EF4-FFF2-40B4-BE49-F238E27FC236}">
                <a16:creationId xmlns:a16="http://schemas.microsoft.com/office/drawing/2014/main" id="{528E3D34-A92A-C562-B516-B35222D54FF3}"/>
              </a:ext>
              <a:ext uri="{C183D7F6-B498-43B3-948B-1728B52AA6E4}">
                <adec:decorative xmlns:adec="http://schemas.microsoft.com/office/drawing/2017/decorative" val="1"/>
              </a:ext>
            </a:extLst>
          </p:cNvPr>
          <p:cNvSpPr/>
          <p:nvPr/>
        </p:nvSpPr>
        <p:spPr>
          <a:xfrm>
            <a:off x="702924" y="549271"/>
            <a:ext cx="10809639" cy="3961402"/>
          </a:xfrm>
          <a:prstGeom prst="plaque">
            <a:avLst>
              <a:gd name="adj" fmla="val 16243"/>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424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hidden="1">
            <a:extLst>
              <a:ext uri="{FF2B5EF4-FFF2-40B4-BE49-F238E27FC236}">
                <a16:creationId xmlns:a16="http://schemas.microsoft.com/office/drawing/2014/main" id="{34D27F7D-A16C-5B51-7602-EA45A7FE25AB}"/>
              </a:ext>
            </a:extLst>
          </p:cNvPr>
          <p:cNvSpPr>
            <a:spLocks noGrp="1"/>
          </p:cNvSpPr>
          <p:nvPr>
            <p:ph type="title"/>
          </p:nvPr>
        </p:nvSpPr>
        <p:spPr>
          <a:xfrm>
            <a:off x="838200" y="188843"/>
            <a:ext cx="10515600" cy="481691"/>
          </a:xfrm>
        </p:spPr>
        <p:txBody>
          <a:bodyPr>
            <a:normAutofit fontScale="90000"/>
          </a:bodyPr>
          <a:lstStyle/>
          <a:p>
            <a:r>
              <a:rPr lang="en-US" dirty="0"/>
              <a:t>Slide 7</a:t>
            </a:r>
          </a:p>
        </p:txBody>
      </p:sp>
      <p:pic>
        <p:nvPicPr>
          <p:cNvPr id="8" name="Picture Placeholder 7" descr="A person laying in the grass reading a book next to their bike">
            <a:extLst>
              <a:ext uri="{FF2B5EF4-FFF2-40B4-BE49-F238E27FC236}">
                <a16:creationId xmlns:a16="http://schemas.microsoft.com/office/drawing/2014/main" id="{F7E01789-636A-C77A-505F-1E83A17336AC}"/>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p:blipFill>
        <p:spPr>
          <a:xfrm>
            <a:off x="813816" y="777240"/>
            <a:ext cx="4846320" cy="1728216"/>
          </a:xfrm>
        </p:spPr>
      </p:pic>
      <p:pic>
        <p:nvPicPr>
          <p:cNvPr id="11" name="Picture Placeholder 10" descr="A woman running on the beach">
            <a:extLst>
              <a:ext uri="{FF2B5EF4-FFF2-40B4-BE49-F238E27FC236}">
                <a16:creationId xmlns:a16="http://schemas.microsoft.com/office/drawing/2014/main" id="{8B1B23F9-6D0D-C86C-64FB-15F5FC64A743}"/>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p:blipFill>
        <p:spPr>
          <a:xfrm>
            <a:off x="813816" y="2578608"/>
            <a:ext cx="4846320" cy="3489908"/>
          </a:xfrm>
        </p:spPr>
      </p:pic>
      <p:pic>
        <p:nvPicPr>
          <p:cNvPr id="9" name="Picture Placeholder 8" descr="A person sitting on a rock">
            <a:extLst>
              <a:ext uri="{FF2B5EF4-FFF2-40B4-BE49-F238E27FC236}">
                <a16:creationId xmlns:a16="http://schemas.microsoft.com/office/drawing/2014/main" id="{9DBF1685-015B-642A-7322-7CC35C4ED08C}"/>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Lst>
          </a:blip>
          <a:srcRect/>
          <a:stretch/>
        </p:blipFill>
        <p:spPr>
          <a:xfrm>
            <a:off x="5760720" y="777240"/>
            <a:ext cx="2478024" cy="2615184"/>
          </a:xfrm>
        </p:spPr>
      </p:pic>
      <p:pic>
        <p:nvPicPr>
          <p:cNvPr id="10" name="Picture Placeholder 9" descr="A person's hands gardening">
            <a:extLst>
              <a:ext uri="{FF2B5EF4-FFF2-40B4-BE49-F238E27FC236}">
                <a16:creationId xmlns:a16="http://schemas.microsoft.com/office/drawing/2014/main" id="{E4F08B1D-2F52-3778-5159-11A4F0A59826}"/>
              </a:ext>
            </a:extLst>
          </p:cNvPr>
          <p:cNvPicPr>
            <a:picLocks noGrp="1" noChangeAspect="1"/>
          </p:cNvPicPr>
          <p:nvPr>
            <p:ph type="pic" sz="quarter" idx="16"/>
          </p:nvPr>
        </p:nvPicPr>
        <p:blipFill>
          <a:blip r:embed="rId5" cstate="email">
            <a:extLst>
              <a:ext uri="{28A0092B-C50C-407E-A947-70E740481C1C}">
                <a14:useLocalDpi xmlns:a14="http://schemas.microsoft.com/office/drawing/2010/main"/>
              </a:ext>
            </a:extLst>
          </a:blip>
          <a:srcRect/>
          <a:stretch/>
        </p:blipFill>
        <p:spPr>
          <a:xfrm>
            <a:off x="5760720" y="3465576"/>
            <a:ext cx="2478024" cy="2602940"/>
          </a:xfrm>
        </p:spPr>
      </p:pic>
      <p:sp>
        <p:nvSpPr>
          <p:cNvPr id="4" name="Content Placeholder 3">
            <a:extLst>
              <a:ext uri="{FF2B5EF4-FFF2-40B4-BE49-F238E27FC236}">
                <a16:creationId xmlns:a16="http://schemas.microsoft.com/office/drawing/2014/main" id="{C9E275AF-7FDA-F787-4DEF-26687313DC6C}"/>
              </a:ext>
            </a:extLst>
          </p:cNvPr>
          <p:cNvSpPr>
            <a:spLocks noGrp="1"/>
          </p:cNvSpPr>
          <p:nvPr>
            <p:ph sz="half" idx="1"/>
          </p:nvPr>
        </p:nvSpPr>
        <p:spPr>
          <a:xfrm>
            <a:off x="9015984" y="649224"/>
            <a:ext cx="2587752" cy="5541264"/>
          </a:xfrm>
        </p:spPr>
        <p:txBody>
          <a:bodyPr/>
          <a:lstStyle/>
          <a:p>
            <a:r>
              <a:rPr lang="en-US" dirty="0"/>
              <a:t>Iris never took her life for granted and there is something each of us can learn from her incredible journey.</a:t>
            </a:r>
          </a:p>
          <a:p>
            <a:endParaRPr lang="en-US" dirty="0"/>
          </a:p>
          <a:p>
            <a:r>
              <a:rPr lang="en-US" dirty="0"/>
              <a:t>She used to say, "Life is for the living!" Which is wonderful advice from a woman who was always present in each moment.</a:t>
            </a:r>
          </a:p>
          <a:p>
            <a:endParaRPr lang="en-US" dirty="0"/>
          </a:p>
        </p:txBody>
      </p:sp>
      <p:sp>
        <p:nvSpPr>
          <p:cNvPr id="18" name="Plaque 17">
            <a:extLst>
              <a:ext uri="{FF2B5EF4-FFF2-40B4-BE49-F238E27FC236}">
                <a16:creationId xmlns:a16="http://schemas.microsoft.com/office/drawing/2014/main" id="{786F9A22-3B37-71E1-88BF-CA6E5AFDBCDF}"/>
              </a:ext>
              <a:ext uri="{C183D7F6-B498-43B3-948B-1728B52AA6E4}">
                <adec:decorative xmlns:adec="http://schemas.microsoft.com/office/drawing/2017/decorative" val="1"/>
              </a:ext>
            </a:extLst>
          </p:cNvPr>
          <p:cNvSpPr/>
          <p:nvPr/>
        </p:nvSpPr>
        <p:spPr>
          <a:xfrm>
            <a:off x="656497" y="623107"/>
            <a:ext cx="7768466" cy="5659676"/>
          </a:xfrm>
          <a:prstGeom prst="plaque">
            <a:avLst>
              <a:gd name="adj" fmla="val 11093"/>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917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088AA-5C8F-2DCC-05A7-02BA52AE56A8}"/>
              </a:ext>
            </a:extLst>
          </p:cNvPr>
          <p:cNvSpPr>
            <a:spLocks noGrp="1"/>
          </p:cNvSpPr>
          <p:nvPr>
            <p:ph type="ctrTitle"/>
          </p:nvPr>
        </p:nvSpPr>
        <p:spPr>
          <a:xfrm>
            <a:off x="566928" y="1453896"/>
            <a:ext cx="4672584" cy="1243584"/>
          </a:xfrm>
        </p:spPr>
        <p:txBody>
          <a:bodyPr/>
          <a:lstStyle/>
          <a:p>
            <a:r>
              <a:rPr lang="en-US" dirty="0"/>
              <a:t>Forever</a:t>
            </a:r>
          </a:p>
        </p:txBody>
      </p:sp>
      <p:sp>
        <p:nvSpPr>
          <p:cNvPr id="4" name="Subtitle 3">
            <a:extLst>
              <a:ext uri="{FF2B5EF4-FFF2-40B4-BE49-F238E27FC236}">
                <a16:creationId xmlns:a16="http://schemas.microsoft.com/office/drawing/2014/main" id="{B0066F2E-712A-A2D1-E308-8BE96674597A}"/>
              </a:ext>
            </a:extLst>
          </p:cNvPr>
          <p:cNvSpPr>
            <a:spLocks noGrp="1"/>
          </p:cNvSpPr>
          <p:nvPr>
            <p:ph type="subTitle" idx="1"/>
          </p:nvPr>
        </p:nvSpPr>
        <p:spPr>
          <a:xfrm>
            <a:off x="448056" y="2670048"/>
            <a:ext cx="4910328" cy="996696"/>
          </a:xfrm>
        </p:spPr>
        <p:txBody>
          <a:bodyPr/>
          <a:lstStyle/>
          <a:p>
            <a:r>
              <a:rPr lang="en-US" dirty="0"/>
              <a:t>With love</a:t>
            </a:r>
          </a:p>
        </p:txBody>
      </p:sp>
      <p:sp>
        <p:nvSpPr>
          <p:cNvPr id="5" name="Text Placeholder 4">
            <a:extLst>
              <a:ext uri="{FF2B5EF4-FFF2-40B4-BE49-F238E27FC236}">
                <a16:creationId xmlns:a16="http://schemas.microsoft.com/office/drawing/2014/main" id="{33FC952F-E2A4-A67D-B073-74EB12C38440}"/>
              </a:ext>
            </a:extLst>
          </p:cNvPr>
          <p:cNvSpPr>
            <a:spLocks noGrp="1"/>
          </p:cNvSpPr>
          <p:nvPr>
            <p:ph type="body" sz="quarter" idx="10"/>
          </p:nvPr>
        </p:nvSpPr>
        <p:spPr>
          <a:xfrm>
            <a:off x="905256" y="4297680"/>
            <a:ext cx="3986784" cy="1380744"/>
          </a:xfrm>
        </p:spPr>
        <p:txBody>
          <a:bodyPr/>
          <a:lstStyle/>
          <a:p>
            <a:r>
              <a:rPr lang="en-US" dirty="0"/>
              <a:t>IRIS</a:t>
            </a:r>
          </a:p>
          <a:p>
            <a:r>
              <a:rPr lang="en-US" dirty="0"/>
              <a:t>LEPEK</a:t>
            </a:r>
          </a:p>
          <a:p>
            <a:endParaRPr lang="en-US" dirty="0"/>
          </a:p>
        </p:txBody>
      </p:sp>
      <p:pic>
        <p:nvPicPr>
          <p:cNvPr id="10" name="Picture Placeholder 9" descr="Woman paddle boarding">
            <a:extLst>
              <a:ext uri="{FF2B5EF4-FFF2-40B4-BE49-F238E27FC236}">
                <a16:creationId xmlns:a16="http://schemas.microsoft.com/office/drawing/2014/main" id="{4682D423-DFD8-FAC5-6FC5-A4216151A354}"/>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a:xfrm>
            <a:off x="6025896" y="813816"/>
            <a:ext cx="5312664" cy="5321808"/>
          </a:xfrm>
        </p:spPr>
      </p:pic>
      <p:sp>
        <p:nvSpPr>
          <p:cNvPr id="19" name="Plaque 18">
            <a:extLst>
              <a:ext uri="{FF2B5EF4-FFF2-40B4-BE49-F238E27FC236}">
                <a16:creationId xmlns:a16="http://schemas.microsoft.com/office/drawing/2014/main" id="{5757883A-B4FB-BAB5-7E67-E4B0ADE55F69}"/>
              </a:ext>
              <a:ext uri="{C183D7F6-B498-43B3-948B-1728B52AA6E4}">
                <adec:decorative xmlns:adec="http://schemas.microsoft.com/office/drawing/2017/decorative" val="1"/>
              </a:ext>
            </a:extLst>
          </p:cNvPr>
          <p:cNvSpPr/>
          <p:nvPr/>
        </p:nvSpPr>
        <p:spPr>
          <a:xfrm>
            <a:off x="5765086" y="543696"/>
            <a:ext cx="5820032" cy="5795319"/>
          </a:xfrm>
          <a:prstGeom prst="plaque">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7808383"/>
      </p:ext>
    </p:extLst>
  </p:cSld>
  <p:clrMapOvr>
    <a:masterClrMapping/>
  </p:clrMapOvr>
</p:sld>
</file>

<file path=ppt/theme/theme1.xml><?xml version="1.0" encoding="utf-8"?>
<a:theme xmlns:a="http://schemas.openxmlformats.org/drawingml/2006/main" name="Custom">
  <a:themeElements>
    <a:clrScheme name="CelebrationLife">
      <a:dk1>
        <a:srgbClr val="000000"/>
      </a:dk1>
      <a:lt1>
        <a:srgbClr val="FFFFFF"/>
      </a:lt1>
      <a:dk2>
        <a:srgbClr val="6B705C"/>
      </a:dk2>
      <a:lt2>
        <a:srgbClr val="E8E8E8"/>
      </a:lt2>
      <a:accent1>
        <a:srgbClr val="A5A48C"/>
      </a:accent1>
      <a:accent2>
        <a:srgbClr val="D8E2DB"/>
      </a:accent2>
      <a:accent3>
        <a:srgbClr val="FECDB2"/>
      </a:accent3>
      <a:accent4>
        <a:srgbClr val="F3ABB7"/>
      </a:accent4>
      <a:accent5>
        <a:srgbClr val="9D8089"/>
      </a:accent5>
      <a:accent6>
        <a:srgbClr val="6C6775"/>
      </a:accent6>
      <a:hlink>
        <a:srgbClr val="467886"/>
      </a:hlink>
      <a:folHlink>
        <a:srgbClr val="96607D"/>
      </a:folHlink>
    </a:clrScheme>
    <a:fontScheme name="Custom 67">
      <a:majorFont>
        <a:latin typeface="Vladimir Script"/>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lebration Of Life_win32_CP_V6" id="{55EF2AB7-449D-4F1B-B896-23A59C6D37E6}" vid="{2B181465-D83F-4DF8-9FD7-B6E530628B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558109-256E-4468-B9C8-403070E9109A}">
  <ds:schemaRefs>
    <ds:schemaRef ds:uri="http://schemas.microsoft.com/sharepoint/v3/contenttype/forms"/>
  </ds:schemaRefs>
</ds:datastoreItem>
</file>

<file path=customXml/itemProps2.xml><?xml version="1.0" encoding="utf-8"?>
<ds:datastoreItem xmlns:ds="http://schemas.openxmlformats.org/officeDocument/2006/customXml" ds:itemID="{E4839EC5-1F24-4842-9804-599FBEE4C6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9CA666E-18DE-47EF-855B-5F50D09EF6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296</Words>
  <Application>Microsoft Office PowerPoint</Application>
  <PresentationFormat>Widescreen</PresentationFormat>
  <Paragraphs>28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Custom</vt:lpstr>
      <vt:lpstr>Celebrating</vt:lpstr>
      <vt:lpstr>Iris’s</vt:lpstr>
      <vt:lpstr>Slide 3</vt:lpstr>
      <vt:lpstr>Iris’s </vt:lpstr>
      <vt:lpstr>Slide 5</vt:lpstr>
      <vt:lpstr>Iris’s  </vt:lpstr>
      <vt:lpstr>Slide 7</vt:lpstr>
      <vt:lpstr>Forever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2026-07-16T05:54:01Z</dcterms:created>
  <dcterms:modified xsi:type="dcterms:W3CDTF">2026-07-16T05:54:05Z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