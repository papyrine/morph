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2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04-4F55-9C84-F3DE5F510B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04-4F55-9C84-F3DE5F510BF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Close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dot"/>
            <c:size val="3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32</c:v>
                </c:pt>
                <c:pt idx="1">
                  <c:v>35</c:v>
                </c:pt>
                <c:pt idx="2">
                  <c:v>34</c:v>
                </c:pt>
                <c:pt idx="3">
                  <c:v>35</c:v>
                </c:pt>
                <c:pt idx="4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04-4F55-9C84-F3DE5F510B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axId val="1491442496"/>
        <c:axId val="1270614448"/>
      </c:stockChart>
      <c:dateAx>
        <c:axId val="149144249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614448"/>
        <c:crosses val="autoZero"/>
        <c:auto val="1"/>
        <c:lblOffset val="100"/>
        <c:baseTimeUnit val="months"/>
      </c:dateAx>
      <c:valAx>
        <c:axId val="127061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1442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25</c:v>
                </c:pt>
                <c:pt idx="2">
                  <c:v>38</c:v>
                </c:pt>
                <c:pt idx="3">
                  <c:v>50</c:v>
                </c:pt>
                <c:pt idx="4">
                  <c:v>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85A-464B-9C90-0ED89113F6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5A-464B-9C90-0ED89113F69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85A-464B-9C90-0ED89113F69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Close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Sheet1!$E$2:$E$6</c:f>
              <c:numCache>
                <c:formatCode>General</c:formatCode>
                <c:ptCount val="5"/>
                <c:pt idx="0">
                  <c:v>25</c:v>
                </c:pt>
                <c:pt idx="1">
                  <c:v>38</c:v>
                </c:pt>
                <c:pt idx="2">
                  <c:v>50</c:v>
                </c:pt>
                <c:pt idx="3">
                  <c:v>34</c:v>
                </c:pt>
                <c:pt idx="4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85A-464B-9C90-0ED89113F6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upDownBars>
          <c:gapWidth val="150"/>
          <c:upBars>
            <c:spPr>
              <a:solidFill>
                <a:schemeClr val="lt1"/>
              </a:solidFill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upBars>
          <c:downBars>
            <c:spPr>
              <a:solidFill>
                <a:schemeClr val="dk1">
                  <a:lumMod val="75000"/>
                  <a:lumOff val="25000"/>
                </a:schemeClr>
              </a:solidFill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downBars>
        </c:upDownBars>
        <c:axId val="1719656528"/>
        <c:axId val="1270167088"/>
      </c:stockChart>
      <c:dateAx>
        <c:axId val="171965652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167088"/>
        <c:crosses val="autoZero"/>
        <c:auto val="1"/>
        <c:lblOffset val="100"/>
        <c:baseTimeUnit val="months"/>
      </c:dateAx>
      <c:valAx>
        <c:axId val="1270167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9656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96087-CC03-D968-B146-FBBCBE184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C10A44-EA4B-E268-972C-A53D482A5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39C2F-3596-3BF4-1F3F-93841B4CE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B966-E963-4837-9F81-A363DCE57B3F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FD4BA-754A-6478-EB38-597271EF4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1941-8025-2F54-878C-BE7EC8EF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8AF2D-474E-4BBC-9F5F-83BB290DE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5310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6A98-5579-4C98-0EBD-F2C88D310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DEADB-9105-DDEB-80AD-4E5E577DA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B99C4-DE3B-0307-DE1D-568B06923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B966-E963-4837-9F81-A363DCE57B3F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7BC83-73D8-E268-8488-7ED45A16F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6EF50-B6E3-44C8-7E33-6C72FEE32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8AF2D-474E-4BBC-9F5F-83BB290DE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5788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77E8B-1B06-B84B-F578-A68958B23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C6C91-1E5F-C2CA-1F5F-B8C99A37F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FA260-8651-C5B0-2BFA-819F0887C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B966-E963-4837-9F81-A363DCE57B3F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0A700-CF57-CD61-4522-DA751A9AE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D79E0-6C3C-5B2F-8E82-5FC3FAE5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8AF2D-474E-4BBC-9F5F-83BB290DE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600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DFDD1-5AF9-46A2-C01C-64368B25F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804B0-ABF6-1F27-A13B-F1C9791316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D95AC-1BE2-4411-1254-7C3F7FFB8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9D795-929D-2BA5-2776-A5332E49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B966-E963-4837-9F81-A363DCE57B3F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73ED3-5A72-99F0-919D-C4EC56A04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5AB3C-95CE-833B-102F-F0888E33E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8AF2D-474E-4BBC-9F5F-83BB290DE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9482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9A5E-9C01-B6B9-0CAC-3B4D56723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6B163-8AFC-804E-FE67-23101C212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0341E-3690-1BF0-81EF-7A91C0370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60AE2C-8025-E4E4-18D5-FCD471D6D5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36FE65-0460-2470-EEB2-833D84CA3A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39064D-8B2C-04D4-FDED-B5D70BBC4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B966-E963-4837-9F81-A363DCE57B3F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875DFD-518C-F86B-C6F3-8F3C93911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537781-22D7-E350-63ED-6B5738F17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8AF2D-474E-4BBC-9F5F-83BB290DE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0063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03FBC-83D8-9547-C596-8C6F8852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52C26F-451F-82C4-B981-33472CDF4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B966-E963-4837-9F81-A363DCE57B3F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14C8F-5D96-A1C8-B7E2-ECA1BD76E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44A23E-9FF1-5583-A14D-6CEB2363C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8AF2D-474E-4BBC-9F5F-83BB290DE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6951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9D35B0-BDA0-EEDC-BBB1-DD457371C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B966-E963-4837-9F81-A363DCE57B3F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6567A0-FD5D-3B35-19CB-D104921F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F415D-D22A-1D7C-75CE-486804F3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8AF2D-474E-4BBC-9F5F-83BB290DE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030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33469-F346-9A69-1FF7-53BEB3058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D6289-0CBB-419D-54DA-EDE563F6F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D997B0-0D1C-A0A3-96D8-ACC25291A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C3FEF-1FC7-1895-E360-C78503DFF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B966-E963-4837-9F81-A363DCE57B3F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B6F2D-7890-0036-56DA-B7C6BF5A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07901-4F0E-52A3-2672-2ADF33F7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8AF2D-474E-4BBC-9F5F-83BB290DE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3357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3B68-237D-7730-C9E3-4A08A2437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BF887D-03A7-D3E5-52AE-FABB62CBC0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2955B-AB82-2782-17E5-6ADE1D9BD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ECDCD-1C90-9D67-2F0C-D59745B15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B966-E963-4837-9F81-A363DCE57B3F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4C948-349E-8202-1E26-E00A2830E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24018-8D84-94F7-F23C-18F6869DE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8AF2D-474E-4BBC-9F5F-83BB290DE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1525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FE53E-EEA3-4EC7-044A-36CEEC71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C8B010-C066-E5AA-300F-B84672A59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8E685-77FE-FB90-D90E-E8CB74249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B966-E963-4837-9F81-A363DCE57B3F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6CC71-35FE-E0B2-C95E-B46AB689E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C40A3-8EDE-6B3B-FBAB-F0F7DD28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8AF2D-474E-4BBC-9F5F-83BB290DE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565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2A2C55-CD34-8F62-FF6C-7D4FAE4412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18098-1BB2-CB2B-97A8-CB7002AF0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D72D1-ACDA-0A22-24AF-613499ACB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6B966-E963-4837-9F81-A363DCE57B3F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DD009-070A-059F-16E1-E93F7F18A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2B373-2C6C-50A9-D7B9-6C7E62B4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8AF2D-474E-4BBC-9F5F-83BB290DE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7605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760F83-EEB5-C838-EB53-791961ABC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60839-8448-7D5E-CA21-AB0405F07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D227D-ACAD-6B03-F589-F5008D791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6B966-E963-4837-9F81-A363DCE57B3F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A6708-E48E-12BD-8704-29DA828FF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B606F-6965-5FB9-B557-E331461DE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8AF2D-474E-4BBC-9F5F-83BB290DE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0128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238EA63-49C8-64E9-40D0-C08CA4112D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4412272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20469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D7334F5-C075-5023-F7B6-E005267955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9667434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19651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Cropp</dc:creator>
  <cp:lastModifiedBy>Simon Cropp</cp:lastModifiedBy>
  <cp:revision>1</cp:revision>
  <dcterms:created xsi:type="dcterms:W3CDTF">2026-10-26T00:08:25Z</dcterms:created>
  <dcterms:modified xsi:type="dcterms:W3CDTF">2026-10-26T00:08:25Z</dcterms:modified>
</cp:coreProperties>
</file>