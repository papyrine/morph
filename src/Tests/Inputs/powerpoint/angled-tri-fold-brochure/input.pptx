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9"/>
  </p:notesMasterIdLst>
  <p:handoutMasterIdLst>
    <p:handoutMasterId r:id="rId10"/>
  </p:handoutMasterIdLst>
  <p:sldIdLst>
    <p:sldId id="313" r:id="rId5"/>
    <p:sldId id="322" r:id="rId6"/>
    <p:sldId id="309" r:id="rId7"/>
    <p:sldId id="321" r:id="rId8"/>
  </p:sldIdLst>
  <p:sldSz cx="10058400"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168">
          <p15:clr>
            <a:srgbClr val="A4A3A4"/>
          </p15:clr>
        </p15:guide>
        <p15:guide id="3" orient="horz" pos="244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9DD"/>
    <a:srgbClr val="495F70"/>
    <a:srgbClr val="3A5266"/>
    <a:srgbClr val="344E62"/>
    <a:srgbClr val="6D7C88"/>
    <a:srgbClr val="697983"/>
    <a:srgbClr val="415869"/>
    <a:srgbClr val="395164"/>
    <a:srgbClr val="42596A"/>
    <a:srgbClr val="6174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09" autoAdjust="0"/>
    <p:restoredTop sz="93203" autoAdjust="0"/>
  </p:normalViewPr>
  <p:slideViewPr>
    <p:cSldViewPr snapToGrid="0" showGuides="1">
      <p:cViewPr>
        <p:scale>
          <a:sx n="100" d="100"/>
          <a:sy n="100" d="100"/>
        </p:scale>
        <p:origin x="864" y="-859"/>
      </p:cViewPr>
      <p:guideLst>
        <p:guide pos="3168"/>
        <p:guide orient="horz" pos="2448"/>
      </p:guideLst>
    </p:cSldViewPr>
  </p:slideViewPr>
  <p:outlineViewPr>
    <p:cViewPr>
      <p:scale>
        <a:sx n="33" d="100"/>
        <a:sy n="33" d="100"/>
      </p:scale>
      <p:origin x="0" y="0"/>
    </p:cViewPr>
  </p:outlineViewPr>
  <p:notesTextViewPr>
    <p:cViewPr>
      <p:scale>
        <a:sx n="1" d="1"/>
        <a:sy n="1" d="1"/>
      </p:scale>
      <p:origin x="0" y="0"/>
    </p:cViewPr>
  </p:notesTextViewPr>
  <p:sorterViewPr>
    <p:cViewPr>
      <p:scale>
        <a:sx n="43" d="100"/>
        <a:sy n="43"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B51015-12CA-4649-B47F-D3EB5E1095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2111F2F-D8BA-4A13-91FC-3878C75727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668B7C-E4CD-4872-B084-44133F808FCE}" type="datetimeFigureOut">
              <a:rPr lang="en-US" smtClean="0"/>
              <a:t>7/15/2026</a:t>
            </a:fld>
            <a:endParaRPr lang="en-US" dirty="0"/>
          </a:p>
        </p:txBody>
      </p:sp>
      <p:sp>
        <p:nvSpPr>
          <p:cNvPr id="4" name="Footer Placeholder 3">
            <a:extLst>
              <a:ext uri="{FF2B5EF4-FFF2-40B4-BE49-F238E27FC236}">
                <a16:creationId xmlns:a16="http://schemas.microsoft.com/office/drawing/2014/main" id="{F38FD67D-A60A-4914-89F3-9FC43EF547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51642D8-EDCF-4A15-A29F-1B065ECC2E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7E8E42-E7C5-4B24-8575-74A765CA0AB6}" type="slidenum">
              <a:rPr lang="en-US" smtClean="0"/>
              <a:t>‹#›</a:t>
            </a:fld>
            <a:endParaRPr lang="en-US" dirty="0"/>
          </a:p>
        </p:txBody>
      </p:sp>
    </p:spTree>
    <p:extLst>
      <p:ext uri="{BB962C8B-B14F-4D97-AF65-F5344CB8AC3E}">
        <p14:creationId xmlns:p14="http://schemas.microsoft.com/office/powerpoint/2010/main" val="2295330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33D5BD-E30B-48AB-B24F-3878C333D518}" type="datetimeFigureOut">
              <a:rPr lang="en-US" smtClean="0"/>
              <a:t>7/15/2026</a:t>
            </a:fld>
            <a:endParaRPr lang="en-US" dirty="0"/>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1A707-0A4C-444E-BBAC-8F56E4534DF7}" type="slidenum">
              <a:rPr lang="en-US" smtClean="0"/>
              <a:t>‹#›</a:t>
            </a:fld>
            <a:endParaRPr lang="en-US" dirty="0"/>
          </a:p>
        </p:txBody>
      </p:sp>
    </p:spTree>
    <p:extLst>
      <p:ext uri="{BB962C8B-B14F-4D97-AF65-F5344CB8AC3E}">
        <p14:creationId xmlns:p14="http://schemas.microsoft.com/office/powerpoint/2010/main" val="1520295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81A707-0A4C-444E-BBAC-8F56E4534DF7}" type="slidenum">
              <a:rPr lang="en-US" smtClean="0"/>
              <a:t>1</a:t>
            </a:fld>
            <a:endParaRPr lang="en-US" dirty="0"/>
          </a:p>
        </p:txBody>
      </p:sp>
    </p:spTree>
    <p:extLst>
      <p:ext uri="{BB962C8B-B14F-4D97-AF65-F5344CB8AC3E}">
        <p14:creationId xmlns:p14="http://schemas.microsoft.com/office/powerpoint/2010/main" val="538629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81A707-0A4C-444E-BBAC-8F56E4534DF7}" type="slidenum">
              <a:rPr lang="en-US" smtClean="0"/>
              <a:t>2</a:t>
            </a:fld>
            <a:endParaRPr lang="en-US" dirty="0"/>
          </a:p>
        </p:txBody>
      </p:sp>
    </p:spTree>
    <p:extLst>
      <p:ext uri="{BB962C8B-B14F-4D97-AF65-F5344CB8AC3E}">
        <p14:creationId xmlns:p14="http://schemas.microsoft.com/office/powerpoint/2010/main" val="2950978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81A707-0A4C-444E-BBAC-8F56E4534DF7}" type="slidenum">
              <a:rPr lang="en-US" smtClean="0"/>
              <a:t>3</a:t>
            </a:fld>
            <a:endParaRPr lang="en-US" dirty="0"/>
          </a:p>
        </p:txBody>
      </p:sp>
    </p:spTree>
    <p:extLst>
      <p:ext uri="{BB962C8B-B14F-4D97-AF65-F5344CB8AC3E}">
        <p14:creationId xmlns:p14="http://schemas.microsoft.com/office/powerpoint/2010/main" val="115445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81A707-0A4C-444E-BBAC-8F56E4534DF7}" type="slidenum">
              <a:rPr lang="en-US" smtClean="0"/>
              <a:t>4</a:t>
            </a:fld>
            <a:endParaRPr lang="en-US" dirty="0"/>
          </a:p>
        </p:txBody>
      </p:sp>
    </p:spTree>
    <p:extLst>
      <p:ext uri="{BB962C8B-B14F-4D97-AF65-F5344CB8AC3E}">
        <p14:creationId xmlns:p14="http://schemas.microsoft.com/office/powerpoint/2010/main" val="2918630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Opt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86C14CC-787C-4786-9614-AAC76605A52B}"/>
              </a:ext>
            </a:extLst>
          </p:cNvPr>
          <p:cNvSpPr>
            <a:spLocks noGrp="1"/>
          </p:cNvSpPr>
          <p:nvPr>
            <p:ph type="pic" sz="quarter" idx="22"/>
          </p:nvPr>
        </p:nvSpPr>
        <p:spPr>
          <a:xfrm>
            <a:off x="3352800" y="0"/>
            <a:ext cx="6705600" cy="7772400"/>
          </a:xfrm>
        </p:spPr>
        <p:txBody>
          <a:bodyPr/>
          <a:lstStyle>
            <a:lvl1pPr marL="0" indent="0">
              <a:buNone/>
              <a:defRPr/>
            </a:lvl1pPr>
          </a:lstStyle>
          <a:p>
            <a:endParaRPr lang="en-US" dirty="0"/>
          </a:p>
        </p:txBody>
      </p:sp>
      <p:sp>
        <p:nvSpPr>
          <p:cNvPr id="30" name="Text Placeholder 29">
            <a:extLst>
              <a:ext uri="{FF2B5EF4-FFF2-40B4-BE49-F238E27FC236}">
                <a16:creationId xmlns:a16="http://schemas.microsoft.com/office/drawing/2014/main" id="{1F3C7601-A1D8-61BA-0DBE-DBB323888A8B}"/>
              </a:ext>
              <a:ext uri="{C183D7F6-B498-43B3-948B-1728B52AA6E4}">
                <adec:decorative xmlns:adec="http://schemas.microsoft.com/office/drawing/2017/decorative" val="1"/>
              </a:ext>
            </a:extLst>
          </p:cNvPr>
          <p:cNvSpPr>
            <a:spLocks noGrp="1"/>
          </p:cNvSpPr>
          <p:nvPr>
            <p:ph type="body" sz="quarter" idx="29"/>
          </p:nvPr>
        </p:nvSpPr>
        <p:spPr>
          <a:xfrm>
            <a:off x="3344469" y="1089499"/>
            <a:ext cx="6740920" cy="6697190"/>
          </a:xfrm>
          <a:prstGeom prst="triangle">
            <a:avLst>
              <a:gd name="adj" fmla="val 100000"/>
            </a:avLst>
          </a:prstGeom>
          <a:solidFill>
            <a:schemeClr val="accent1">
              <a:alpha val="60000"/>
            </a:schemeClr>
          </a:solidFill>
          <a:ln w="6350">
            <a:solidFill>
              <a:schemeClr val="accent1">
                <a:alpha val="50000"/>
              </a:schemeClr>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5">
            <a:extLst>
              <a:ext uri="{FF2B5EF4-FFF2-40B4-BE49-F238E27FC236}">
                <a16:creationId xmlns:a16="http://schemas.microsoft.com/office/drawing/2014/main" id="{C30237AA-8F30-4BF5-AD94-F15672425D46}"/>
              </a:ext>
              <a:ext uri="{C183D7F6-B498-43B3-948B-1728B52AA6E4}">
                <adec:decorative xmlns:adec="http://schemas.microsoft.com/office/drawing/2017/decorative" val="1"/>
              </a:ext>
            </a:extLst>
          </p:cNvPr>
          <p:cNvSpPr>
            <a:spLocks noGrp="1"/>
          </p:cNvSpPr>
          <p:nvPr>
            <p:ph type="body" sz="quarter" idx="26" hasCustomPrompt="1"/>
          </p:nvPr>
        </p:nvSpPr>
        <p:spPr>
          <a:xfrm>
            <a:off x="3359965" y="3093794"/>
            <a:ext cx="4686299" cy="4678605"/>
          </a:xfrm>
          <a:prstGeom prst="rtTriangle">
            <a:avLst/>
          </a:prstGeom>
          <a:solidFill>
            <a:schemeClr val="accent1">
              <a:alpha val="60000"/>
            </a:schemeClr>
          </a:solidFill>
          <a:ln w="6350">
            <a:solidFill>
              <a:schemeClr val="accent1">
                <a:alpha val="50000"/>
              </a:schemeClr>
            </a:solidFill>
          </a:ln>
        </p:spPr>
        <p:txBody>
          <a:bodyPr wrap="square" lIns="0" tIns="0" rIns="0" bIns="0">
            <a:noAutofit/>
          </a:bodyPr>
          <a:lstStyle>
            <a:lvl1pPr marL="0" indent="0" algn="l">
              <a:spcBef>
                <a:spcPts val="0"/>
              </a:spcBef>
              <a:buNone/>
              <a:defRPr sz="2400" b="0">
                <a:noFill/>
                <a:latin typeface="+mj-lt"/>
              </a:defRPr>
            </a:lvl1pPr>
            <a:lvl2pPr marL="457200" indent="0">
              <a:buNone/>
              <a:defRPr sz="2000" b="1">
                <a:latin typeface="Avenir Next LT Pro" panose="020B0504020202020204" pitchFamily="34" charset="0"/>
              </a:defRPr>
            </a:lvl2pPr>
            <a:lvl3pPr marL="914400" indent="0">
              <a:buNone/>
              <a:defRPr sz="2000" b="1">
                <a:latin typeface="Avenir Next LT Pro" panose="020B0504020202020204" pitchFamily="34" charset="0"/>
              </a:defRPr>
            </a:lvl3pPr>
            <a:lvl4pPr marL="1371600" indent="0">
              <a:buNone/>
              <a:defRPr sz="2000" b="1">
                <a:latin typeface="Avenir Next LT Pro" panose="020B0504020202020204" pitchFamily="34" charset="0"/>
              </a:defRPr>
            </a:lvl4pPr>
            <a:lvl5pPr marL="1828800" indent="0">
              <a:buNone/>
              <a:defRPr sz="2000" b="1">
                <a:latin typeface="Avenir Next LT Pro" panose="020B0504020202020204" pitchFamily="34" charset="0"/>
              </a:defRPr>
            </a:lvl5pPr>
          </a:lstStyle>
          <a:p>
            <a:pPr lvl="0"/>
            <a:r>
              <a:rPr lang="en-US" dirty="0"/>
              <a:t>Add text here</a:t>
            </a:r>
          </a:p>
        </p:txBody>
      </p:sp>
      <p:sp>
        <p:nvSpPr>
          <p:cNvPr id="3" name="Right Triangle 9">
            <a:extLst>
              <a:ext uri="{FF2B5EF4-FFF2-40B4-BE49-F238E27FC236}">
                <a16:creationId xmlns:a16="http://schemas.microsoft.com/office/drawing/2014/main" id="{BA26D5F1-56B4-4BD8-AFB3-6FF0FB9C0CCA}"/>
              </a:ext>
              <a:ext uri="{C183D7F6-B498-43B3-948B-1728B52AA6E4}">
                <adec:decorative xmlns:adec="http://schemas.microsoft.com/office/drawing/2017/decorative" val="1"/>
              </a:ext>
            </a:extLst>
          </p:cNvPr>
          <p:cNvSpPr/>
          <p:nvPr userDrawn="1"/>
        </p:nvSpPr>
        <p:spPr>
          <a:xfrm rot="16200000" flipH="1">
            <a:off x="106255" y="-114882"/>
            <a:ext cx="3137482" cy="3355610"/>
          </a:xfrm>
          <a:custGeom>
            <a:avLst/>
            <a:gdLst>
              <a:gd name="connsiteX0" fmla="*/ 0 w 5616109"/>
              <a:gd name="connsiteY0" fmla="*/ 10058400 h 10058400"/>
              <a:gd name="connsiteX1" fmla="*/ 0 w 5616109"/>
              <a:gd name="connsiteY1" fmla="*/ 0 h 10058400"/>
              <a:gd name="connsiteX2" fmla="*/ 5616109 w 5616109"/>
              <a:gd name="connsiteY2" fmla="*/ 10058400 h 10058400"/>
              <a:gd name="connsiteX3" fmla="*/ 0 w 5616109"/>
              <a:gd name="connsiteY3" fmla="*/ 10058400 h 10058400"/>
              <a:gd name="connsiteX0" fmla="*/ 0 w 7754628"/>
              <a:gd name="connsiteY0" fmla="*/ 10058400 h 10058400"/>
              <a:gd name="connsiteX1" fmla="*/ 0 w 7754628"/>
              <a:gd name="connsiteY1" fmla="*/ 0 h 10058400"/>
              <a:gd name="connsiteX2" fmla="*/ 7754628 w 7754628"/>
              <a:gd name="connsiteY2" fmla="*/ 10014158 h 10058400"/>
              <a:gd name="connsiteX3" fmla="*/ 0 w 7754628"/>
              <a:gd name="connsiteY3" fmla="*/ 10058400 h 10058400"/>
              <a:gd name="connsiteX0" fmla="*/ 0 w 7831393"/>
              <a:gd name="connsiteY0" fmla="*/ 10058400 h 10058400"/>
              <a:gd name="connsiteX1" fmla="*/ 0 w 7831393"/>
              <a:gd name="connsiteY1" fmla="*/ 0 h 10058400"/>
              <a:gd name="connsiteX2" fmla="*/ 7831393 w 7831393"/>
              <a:gd name="connsiteY2" fmla="*/ 10043651 h 10058400"/>
              <a:gd name="connsiteX3" fmla="*/ 0 w 7831393"/>
              <a:gd name="connsiteY3" fmla="*/ 10058400 h 10058400"/>
            </a:gdLst>
            <a:ahLst/>
            <a:cxnLst>
              <a:cxn ang="0">
                <a:pos x="connsiteX0" y="connsiteY0"/>
              </a:cxn>
              <a:cxn ang="0">
                <a:pos x="connsiteX1" y="connsiteY1"/>
              </a:cxn>
              <a:cxn ang="0">
                <a:pos x="connsiteX2" y="connsiteY2"/>
              </a:cxn>
              <a:cxn ang="0">
                <a:pos x="connsiteX3" y="connsiteY3"/>
              </a:cxn>
            </a:cxnLst>
            <a:rect l="l" t="t" r="r" b="b"/>
            <a:pathLst>
              <a:path w="7831393" h="10058400">
                <a:moveTo>
                  <a:pt x="0" y="10058400"/>
                </a:moveTo>
                <a:lnTo>
                  <a:pt x="0" y="0"/>
                </a:lnTo>
                <a:lnTo>
                  <a:pt x="7831393" y="10043651"/>
                </a:lnTo>
                <a:lnTo>
                  <a:pt x="0" y="1005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1596A"/>
              </a:solidFill>
            </a:endParaRPr>
          </a:p>
        </p:txBody>
      </p:sp>
      <p:cxnSp>
        <p:nvCxnSpPr>
          <p:cNvPr id="6" name="Straight Connector 5">
            <a:extLst>
              <a:ext uri="{FF2B5EF4-FFF2-40B4-BE49-F238E27FC236}">
                <a16:creationId xmlns:a16="http://schemas.microsoft.com/office/drawing/2014/main" id="{78B2A22E-76CC-03E5-4EDB-9C1F961137D0}"/>
              </a:ext>
              <a:ext uri="{C183D7F6-B498-43B3-948B-1728B52AA6E4}">
                <adec:decorative xmlns:adec="http://schemas.microsoft.com/office/drawing/2017/decorative" val="1"/>
              </a:ext>
            </a:extLst>
          </p:cNvPr>
          <p:cNvCxnSpPr>
            <a:cxnSpLocks/>
          </p:cNvCxnSpPr>
          <p:nvPr userDrawn="1"/>
        </p:nvCxnSpPr>
        <p:spPr>
          <a:xfrm>
            <a:off x="932113" y="2539798"/>
            <a:ext cx="14774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68623F-90E1-66C8-FDC0-009078E55B19}"/>
              </a:ext>
              <a:ext uri="{C183D7F6-B498-43B3-948B-1728B52AA6E4}">
                <adec:decorative xmlns:adec="http://schemas.microsoft.com/office/drawing/2017/decorative" val="1"/>
              </a:ext>
            </a:extLst>
          </p:cNvPr>
          <p:cNvCxnSpPr>
            <a:cxnSpLocks/>
          </p:cNvCxnSpPr>
          <p:nvPr userDrawn="1"/>
        </p:nvCxnSpPr>
        <p:spPr>
          <a:xfrm>
            <a:off x="932113" y="5220618"/>
            <a:ext cx="14774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8903BD-E686-569A-AAF6-6086E35A6B44}"/>
              </a:ext>
              <a:ext uri="{C183D7F6-B498-43B3-948B-1728B52AA6E4}">
                <adec:decorative xmlns:adec="http://schemas.microsoft.com/office/drawing/2017/decorative" val="1"/>
              </a:ext>
            </a:extLst>
          </p:cNvPr>
          <p:cNvCxnSpPr>
            <a:cxnSpLocks/>
          </p:cNvCxnSpPr>
          <p:nvPr userDrawn="1"/>
        </p:nvCxnSpPr>
        <p:spPr>
          <a:xfrm>
            <a:off x="3579839" y="4966797"/>
            <a:ext cx="10033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Text Placeholder 31">
            <a:extLst>
              <a:ext uri="{FF2B5EF4-FFF2-40B4-BE49-F238E27FC236}">
                <a16:creationId xmlns:a16="http://schemas.microsoft.com/office/drawing/2014/main" id="{8CA21968-057A-33F5-631B-48D60D6AE049}"/>
              </a:ext>
              <a:ext uri="{C183D7F6-B498-43B3-948B-1728B52AA6E4}">
                <adec:decorative xmlns:adec="http://schemas.microsoft.com/office/drawing/2017/decorative" val="1"/>
              </a:ext>
            </a:extLst>
          </p:cNvPr>
          <p:cNvSpPr>
            <a:spLocks noGrp="1"/>
          </p:cNvSpPr>
          <p:nvPr>
            <p:ph type="body" sz="quarter" idx="30"/>
          </p:nvPr>
        </p:nvSpPr>
        <p:spPr>
          <a:xfrm>
            <a:off x="4768317" y="2465660"/>
            <a:ext cx="5317071" cy="5321028"/>
          </a:xfrm>
          <a:prstGeom prst="triangle">
            <a:avLst>
              <a:gd name="adj" fmla="val 100000"/>
            </a:avLst>
          </a:prstGeom>
          <a:solidFill>
            <a:schemeClr val="tx1">
              <a:alpha val="60000"/>
            </a:schemeClr>
          </a:solidFill>
          <a:ln w="6350">
            <a:solidFill>
              <a:schemeClr val="accent1">
                <a:alpha val="60000"/>
              </a:schemeClr>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5">
            <a:extLst>
              <a:ext uri="{FF2B5EF4-FFF2-40B4-BE49-F238E27FC236}">
                <a16:creationId xmlns:a16="http://schemas.microsoft.com/office/drawing/2014/main" id="{DEEEEC0B-FBD3-3782-23C0-594BCC0D5862}"/>
              </a:ext>
            </a:extLst>
          </p:cNvPr>
          <p:cNvSpPr>
            <a:spLocks noGrp="1"/>
          </p:cNvSpPr>
          <p:nvPr>
            <p:ph type="title" hasCustomPrompt="1"/>
          </p:nvPr>
        </p:nvSpPr>
        <p:spPr>
          <a:xfrm>
            <a:off x="6943928" y="5249802"/>
            <a:ext cx="3114471" cy="1219094"/>
          </a:xfrm>
        </p:spPr>
        <p:txBody>
          <a:bodyPr bIns="0" anchor="b">
            <a:normAutofit/>
          </a:bodyPr>
          <a:lstStyle>
            <a:lvl1pPr>
              <a:lnSpc>
                <a:spcPct val="70000"/>
              </a:lnSpc>
              <a:defRPr sz="4800" b="0">
                <a:solidFill>
                  <a:schemeClr val="bg1"/>
                </a:solidFill>
                <a:latin typeface="+mj-lt"/>
              </a:defRPr>
            </a:lvl1pPr>
          </a:lstStyle>
          <a:p>
            <a:r>
              <a:rPr lang="en-US" dirty="0"/>
              <a:t>Click to add title</a:t>
            </a:r>
          </a:p>
        </p:txBody>
      </p:sp>
      <p:sp>
        <p:nvSpPr>
          <p:cNvPr id="12" name="Text Placeholder 11">
            <a:extLst>
              <a:ext uri="{FF2B5EF4-FFF2-40B4-BE49-F238E27FC236}">
                <a16:creationId xmlns:a16="http://schemas.microsoft.com/office/drawing/2014/main" id="{BA5062D0-E551-4B70-86FC-990B87238C3E}"/>
              </a:ext>
            </a:extLst>
          </p:cNvPr>
          <p:cNvSpPr>
            <a:spLocks noGrp="1"/>
          </p:cNvSpPr>
          <p:nvPr userDrawn="1">
            <p:ph type="body" sz="quarter" idx="21"/>
          </p:nvPr>
        </p:nvSpPr>
        <p:spPr>
          <a:xfrm>
            <a:off x="228601" y="2639924"/>
            <a:ext cx="2884460" cy="2491611"/>
          </a:xfrm>
        </p:spPr>
        <p:txBody>
          <a:bodyPr anchor="ctr">
            <a:normAutofit/>
          </a:bodyPr>
          <a:lstStyle>
            <a:lvl1pPr marL="0" indent="0" algn="ctr">
              <a:lnSpc>
                <a:spcPct val="100000"/>
              </a:lnSpc>
              <a:spcBef>
                <a:spcPts val="0"/>
              </a:spcBef>
              <a:buNone/>
              <a:defRPr sz="2400">
                <a:solidFill>
                  <a:srgbClr val="344E62"/>
                </a:solidFill>
                <a:latin typeface="+mj-lt"/>
              </a:defRPr>
            </a:lvl1pPr>
            <a:lvl2pPr>
              <a:lnSpc>
                <a:spcPct val="150000"/>
              </a:lnSpc>
              <a:spcBef>
                <a:spcPts val="0"/>
              </a:spcBef>
              <a:defRPr sz="1200">
                <a:solidFill>
                  <a:schemeClr val="tx1">
                    <a:lumMod val="75000"/>
                    <a:lumOff val="25000"/>
                  </a:schemeClr>
                </a:solidFill>
              </a:defRPr>
            </a:lvl2pPr>
            <a:lvl3pPr>
              <a:lnSpc>
                <a:spcPct val="150000"/>
              </a:lnSpc>
              <a:spcBef>
                <a:spcPts val="0"/>
              </a:spcBef>
              <a:defRPr sz="1200">
                <a:solidFill>
                  <a:schemeClr val="tx1">
                    <a:lumMod val="75000"/>
                    <a:lumOff val="25000"/>
                  </a:schemeClr>
                </a:solidFill>
              </a:defRPr>
            </a:lvl3pPr>
            <a:lvl4pPr>
              <a:lnSpc>
                <a:spcPct val="150000"/>
              </a:lnSpc>
              <a:spcBef>
                <a:spcPts val="0"/>
              </a:spcBef>
              <a:defRPr sz="1200">
                <a:solidFill>
                  <a:schemeClr val="tx1">
                    <a:lumMod val="75000"/>
                    <a:lumOff val="25000"/>
                  </a:schemeClr>
                </a:solidFill>
              </a:defRPr>
            </a:lvl4pPr>
            <a:lvl5pPr>
              <a:lnSpc>
                <a:spcPct val="150000"/>
              </a:lnSpc>
              <a:spcBef>
                <a:spcPts val="0"/>
              </a:spcBef>
              <a:defRPr sz="1200">
                <a:solidFill>
                  <a:schemeClr val="tx1">
                    <a:lumMod val="75000"/>
                    <a:lumOff val="25000"/>
                  </a:schemeClr>
                </a:solidFill>
              </a:defRPr>
            </a:lvl5pPr>
          </a:lstStyle>
          <a:p>
            <a:pPr lvl="0"/>
            <a:endParaRPr lang="en-US" dirty="0"/>
          </a:p>
        </p:txBody>
      </p:sp>
      <p:sp>
        <p:nvSpPr>
          <p:cNvPr id="22" name="Text Placeholder 21">
            <a:extLst>
              <a:ext uri="{FF2B5EF4-FFF2-40B4-BE49-F238E27FC236}">
                <a16:creationId xmlns:a16="http://schemas.microsoft.com/office/drawing/2014/main" id="{148D0A90-D697-5EE1-CEEF-FB99ACBC045C}"/>
              </a:ext>
            </a:extLst>
          </p:cNvPr>
          <p:cNvSpPr>
            <a:spLocks noGrp="1"/>
          </p:cNvSpPr>
          <p:nvPr>
            <p:ph type="body" sz="quarter" idx="28" hasCustomPrompt="1"/>
          </p:nvPr>
        </p:nvSpPr>
        <p:spPr>
          <a:xfrm>
            <a:off x="3543300" y="5249802"/>
            <a:ext cx="1816100" cy="555686"/>
          </a:xfrm>
        </p:spPr>
        <p:txBody>
          <a:bodyPr lIns="45720">
            <a:normAutofit/>
          </a:bodyPr>
          <a:lstStyle>
            <a:lvl1pPr marL="0" indent="0">
              <a:buNone/>
              <a:defRPr sz="2400">
                <a:solidFill>
                  <a:schemeClr val="bg1"/>
                </a:solidFill>
                <a:latin typeface="+mj-lt"/>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Contact</a:t>
            </a:r>
          </a:p>
        </p:txBody>
      </p:sp>
      <p:sp>
        <p:nvSpPr>
          <p:cNvPr id="7" name="Text Placeholder 16">
            <a:extLst>
              <a:ext uri="{FF2B5EF4-FFF2-40B4-BE49-F238E27FC236}">
                <a16:creationId xmlns:a16="http://schemas.microsoft.com/office/drawing/2014/main" id="{DC680E64-EAA8-41B6-AD32-23403E76667E}"/>
              </a:ext>
            </a:extLst>
          </p:cNvPr>
          <p:cNvSpPr>
            <a:spLocks noGrp="1"/>
          </p:cNvSpPr>
          <p:nvPr>
            <p:ph type="body" sz="quarter" idx="12" hasCustomPrompt="1"/>
          </p:nvPr>
        </p:nvSpPr>
        <p:spPr>
          <a:xfrm>
            <a:off x="3543201" y="5820436"/>
            <a:ext cx="1816100" cy="1731523"/>
          </a:xfrm>
        </p:spPr>
        <p:txBody>
          <a:bodyPr lIns="73152" rIns="45720">
            <a:normAutofit/>
          </a:bodyPr>
          <a:lstStyle>
            <a:lvl1pPr marL="0" indent="0">
              <a:lnSpc>
                <a:spcPct val="100000"/>
              </a:lnSpc>
              <a:buNone/>
              <a:defRPr sz="1100" b="0" i="0">
                <a:solidFill>
                  <a:schemeClr val="bg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noProof="0" dirty="0"/>
              <a:t>Click to edit text</a:t>
            </a:r>
          </a:p>
        </p:txBody>
      </p:sp>
      <p:sp>
        <p:nvSpPr>
          <p:cNvPr id="8" name="Picture Placeholder 7">
            <a:extLst>
              <a:ext uri="{FF2B5EF4-FFF2-40B4-BE49-F238E27FC236}">
                <a16:creationId xmlns:a16="http://schemas.microsoft.com/office/drawing/2014/main" id="{28EFC47E-3E71-499D-A09B-118EC606C078}"/>
              </a:ext>
            </a:extLst>
          </p:cNvPr>
          <p:cNvSpPr>
            <a:spLocks noGrp="1"/>
          </p:cNvSpPr>
          <p:nvPr userDrawn="1">
            <p:ph type="pic" sz="quarter" idx="20" hasCustomPrompt="1"/>
          </p:nvPr>
        </p:nvSpPr>
        <p:spPr>
          <a:xfrm>
            <a:off x="6953656" y="4514315"/>
            <a:ext cx="685800" cy="685800"/>
          </a:xfrm>
          <a:noFill/>
        </p:spPr>
        <p:txBody>
          <a:bodyPr lIns="0" rIns="0">
            <a:normAutofit/>
          </a:bodyPr>
          <a:lstStyle>
            <a:lvl1pPr marL="0" indent="0" algn="ctr">
              <a:buNone/>
              <a:defRPr sz="900">
                <a:solidFill>
                  <a:schemeClr val="bg1"/>
                </a:solidFill>
              </a:defRPr>
            </a:lvl1pPr>
          </a:lstStyle>
          <a:p>
            <a:r>
              <a:rPr lang="en-US" dirty="0"/>
              <a:t>Add Logo</a:t>
            </a:r>
          </a:p>
        </p:txBody>
      </p:sp>
      <p:sp>
        <p:nvSpPr>
          <p:cNvPr id="20" name="Text Placeholder 16">
            <a:extLst>
              <a:ext uri="{FF2B5EF4-FFF2-40B4-BE49-F238E27FC236}">
                <a16:creationId xmlns:a16="http://schemas.microsoft.com/office/drawing/2014/main" id="{D423D4C4-E85E-9DCC-B3E6-35C836082931}"/>
              </a:ext>
            </a:extLst>
          </p:cNvPr>
          <p:cNvSpPr>
            <a:spLocks noGrp="1"/>
          </p:cNvSpPr>
          <p:nvPr>
            <p:ph type="body" sz="quarter" idx="27" hasCustomPrompt="1"/>
          </p:nvPr>
        </p:nvSpPr>
        <p:spPr>
          <a:xfrm>
            <a:off x="6937624" y="6513913"/>
            <a:ext cx="3125640" cy="1219095"/>
          </a:xfrm>
        </p:spPr>
        <p:txBody>
          <a:bodyPr lIns="91440" rIns="45720">
            <a:normAutofit/>
          </a:bodyPr>
          <a:lstStyle>
            <a:lvl1pPr marL="0" indent="0">
              <a:lnSpc>
                <a:spcPts val="1800"/>
              </a:lnSpc>
              <a:buNone/>
              <a:defRPr sz="1200" b="0" i="0" cap="all" baseline="0">
                <a:solidFill>
                  <a:schemeClr val="bg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noProof="0" dirty="0"/>
              <a:t>Click to edit text</a:t>
            </a:r>
          </a:p>
        </p:txBody>
      </p:sp>
    </p:spTree>
    <p:extLst>
      <p:ext uri="{BB962C8B-B14F-4D97-AF65-F5344CB8AC3E}">
        <p14:creationId xmlns:p14="http://schemas.microsoft.com/office/powerpoint/2010/main" val="398201053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side Opt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CE3008-4938-473C-ABBE-CB1128CE8868}"/>
              </a:ext>
              <a:ext uri="{C183D7F6-B498-43B3-948B-1728B52AA6E4}">
                <adec:decorative xmlns:adec="http://schemas.microsoft.com/office/drawing/2017/decorative" val="1"/>
              </a:ext>
            </a:extLst>
          </p:cNvPr>
          <p:cNvSpPr/>
          <p:nvPr userDrawn="1"/>
        </p:nvSpPr>
        <p:spPr>
          <a:xfrm>
            <a:off x="6705600" y="3886200"/>
            <a:ext cx="3352800"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itle 30">
            <a:extLst>
              <a:ext uri="{FF2B5EF4-FFF2-40B4-BE49-F238E27FC236}">
                <a16:creationId xmlns:a16="http://schemas.microsoft.com/office/drawing/2014/main" id="{A23AF9C2-1B51-41F0-ACC1-0D15C1CAAA76}"/>
              </a:ext>
            </a:extLst>
          </p:cNvPr>
          <p:cNvSpPr>
            <a:spLocks noGrp="1"/>
          </p:cNvSpPr>
          <p:nvPr>
            <p:ph type="title" hasCustomPrompt="1"/>
          </p:nvPr>
        </p:nvSpPr>
        <p:spPr>
          <a:xfrm>
            <a:off x="228600" y="4547723"/>
            <a:ext cx="2883217" cy="360033"/>
          </a:xfrm>
        </p:spPr>
        <p:txBody>
          <a:bodyPr vert="horz" lIns="45720" tIns="45720" rIns="45720" bIns="45720" rtlCol="0">
            <a:noAutofit/>
          </a:bodyPr>
          <a:lstStyle>
            <a:lvl1pPr>
              <a:defRPr lang="en-US" sz="2400" b="0">
                <a:solidFill>
                  <a:schemeClr val="accent1"/>
                </a:solidFill>
                <a:latin typeface="+mj-lt"/>
                <a:ea typeface="+mn-ea"/>
                <a:cs typeface="+mn-cs"/>
              </a:defRPr>
            </a:lvl1pPr>
          </a:lstStyle>
          <a:p>
            <a:pPr marL="0" lvl="0" indent="0">
              <a:spcBef>
                <a:spcPts val="1000"/>
              </a:spcBef>
              <a:buFont typeface="Arial" panose="020B0604020202020204" pitchFamily="34" charset="0"/>
            </a:pPr>
            <a:r>
              <a:rPr lang="en-US" dirty="0"/>
              <a:t>Click to add title</a:t>
            </a:r>
          </a:p>
        </p:txBody>
      </p:sp>
      <p:sp>
        <p:nvSpPr>
          <p:cNvPr id="4" name="Picture Placeholder 3">
            <a:extLst>
              <a:ext uri="{FF2B5EF4-FFF2-40B4-BE49-F238E27FC236}">
                <a16:creationId xmlns:a16="http://schemas.microsoft.com/office/drawing/2014/main" id="{9AD7476E-EDF5-4CE8-8C32-1E82D1530A27}"/>
              </a:ext>
            </a:extLst>
          </p:cNvPr>
          <p:cNvSpPr>
            <a:spLocks noGrp="1"/>
          </p:cNvSpPr>
          <p:nvPr>
            <p:ph type="pic" sz="quarter" idx="32" hasCustomPrompt="1"/>
          </p:nvPr>
        </p:nvSpPr>
        <p:spPr>
          <a:xfrm>
            <a:off x="0" y="1"/>
            <a:ext cx="3355975" cy="3886200"/>
          </a:xfrm>
        </p:spPr>
        <p:txBody>
          <a:bodyPr>
            <a:normAutofit/>
          </a:bodyPr>
          <a:lstStyle>
            <a:lvl1pPr marL="0" indent="0" algn="ctr">
              <a:buNone/>
              <a:defRPr sz="1800"/>
            </a:lvl1pPr>
          </a:lstStyle>
          <a:p>
            <a:r>
              <a:rPr lang="en-US" dirty="0"/>
              <a:t>Click to add picture</a:t>
            </a:r>
          </a:p>
        </p:txBody>
      </p:sp>
      <p:sp>
        <p:nvSpPr>
          <p:cNvPr id="16" name="Text Placeholder 16">
            <a:extLst>
              <a:ext uri="{FF2B5EF4-FFF2-40B4-BE49-F238E27FC236}">
                <a16:creationId xmlns:a16="http://schemas.microsoft.com/office/drawing/2014/main" id="{EFD9D2A7-6536-447C-B7A6-7AB8AA8025C8}"/>
              </a:ext>
            </a:extLst>
          </p:cNvPr>
          <p:cNvSpPr>
            <a:spLocks noGrp="1"/>
          </p:cNvSpPr>
          <p:nvPr>
            <p:ph type="body" sz="quarter" idx="12" hasCustomPrompt="1"/>
          </p:nvPr>
        </p:nvSpPr>
        <p:spPr>
          <a:xfrm>
            <a:off x="228600" y="5094987"/>
            <a:ext cx="2893612" cy="2448813"/>
          </a:xfrm>
        </p:spPr>
        <p:txBody>
          <a:bodyPr lIns="45720" rIns="45720">
            <a:normAutofit/>
          </a:bodyPr>
          <a:lstStyle>
            <a:lvl1pPr marL="0" indent="0">
              <a:lnSpc>
                <a:spcPct val="150000"/>
              </a:lnSpc>
              <a:buNone/>
              <a:defRPr sz="1100" b="0" i="0">
                <a:solidFill>
                  <a:srgbClr val="000000"/>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dirty="0"/>
              <a:t>Click to add text</a:t>
            </a:r>
            <a:endParaRPr lang="en-US" noProof="0" dirty="0"/>
          </a:p>
        </p:txBody>
      </p:sp>
      <p:sp>
        <p:nvSpPr>
          <p:cNvPr id="17" name="Text Placeholder 5">
            <a:extLst>
              <a:ext uri="{FF2B5EF4-FFF2-40B4-BE49-F238E27FC236}">
                <a16:creationId xmlns:a16="http://schemas.microsoft.com/office/drawing/2014/main" id="{53880414-B2C5-45FC-A5A0-792D36719AC0}"/>
              </a:ext>
            </a:extLst>
          </p:cNvPr>
          <p:cNvSpPr>
            <a:spLocks noGrp="1"/>
          </p:cNvSpPr>
          <p:nvPr>
            <p:ph type="body" sz="quarter" idx="30" hasCustomPrompt="1"/>
          </p:nvPr>
        </p:nvSpPr>
        <p:spPr>
          <a:xfrm>
            <a:off x="3619721" y="518465"/>
            <a:ext cx="2867252" cy="349311"/>
          </a:xfrm>
        </p:spPr>
        <p:txBody>
          <a:bodyPr lIns="45720" rIns="45720">
            <a:noAutofit/>
          </a:bodyPr>
          <a:lstStyle>
            <a:lvl1pPr marL="0" indent="0">
              <a:buNone/>
              <a:defRPr sz="2400" b="0">
                <a:solidFill>
                  <a:schemeClr val="accent1"/>
                </a:solidFill>
                <a:latin typeface="+mj-lt"/>
              </a:defRPr>
            </a:lvl1pPr>
            <a:lvl2pPr marL="457200" indent="0">
              <a:buNone/>
              <a:defRPr sz="2000" b="1">
                <a:latin typeface="Avenir Next LT Pro" panose="020B0504020202020204" pitchFamily="34" charset="0"/>
              </a:defRPr>
            </a:lvl2pPr>
            <a:lvl3pPr marL="914400" indent="0">
              <a:buNone/>
              <a:defRPr sz="2000" b="1">
                <a:latin typeface="Avenir Next LT Pro" panose="020B0504020202020204" pitchFamily="34" charset="0"/>
              </a:defRPr>
            </a:lvl3pPr>
            <a:lvl4pPr marL="1371600" indent="0">
              <a:buNone/>
              <a:defRPr sz="2000" b="1">
                <a:latin typeface="Avenir Next LT Pro" panose="020B0504020202020204" pitchFamily="34" charset="0"/>
              </a:defRPr>
            </a:lvl4pPr>
            <a:lvl5pPr marL="1828800" indent="0">
              <a:buNone/>
              <a:defRPr sz="2000" b="1">
                <a:latin typeface="Avenir Next LT Pro" panose="020B0504020202020204" pitchFamily="34" charset="0"/>
              </a:defRPr>
            </a:lvl5pPr>
          </a:lstStyle>
          <a:p>
            <a:pPr lvl="0"/>
            <a:r>
              <a:rPr lang="en-US" dirty="0"/>
              <a:t>Click to add text</a:t>
            </a:r>
          </a:p>
        </p:txBody>
      </p:sp>
      <p:sp>
        <p:nvSpPr>
          <p:cNvPr id="15" name="Text Placeholder 16">
            <a:extLst>
              <a:ext uri="{FF2B5EF4-FFF2-40B4-BE49-F238E27FC236}">
                <a16:creationId xmlns:a16="http://schemas.microsoft.com/office/drawing/2014/main" id="{A41950BF-AF1B-4414-974B-FF3D155A096C}"/>
              </a:ext>
            </a:extLst>
          </p:cNvPr>
          <p:cNvSpPr>
            <a:spLocks noGrp="1"/>
          </p:cNvSpPr>
          <p:nvPr>
            <p:ph type="body" sz="quarter" idx="29" hasCustomPrompt="1"/>
          </p:nvPr>
        </p:nvSpPr>
        <p:spPr>
          <a:xfrm>
            <a:off x="3627834" y="992144"/>
            <a:ext cx="2876348" cy="2752369"/>
          </a:xfrm>
        </p:spPr>
        <p:txBody>
          <a:bodyPr lIns="45720" rIns="45720">
            <a:normAutofit/>
          </a:bodyPr>
          <a:lstStyle>
            <a:lvl1pPr marL="0" indent="0">
              <a:lnSpc>
                <a:spcPct val="150000"/>
              </a:lnSpc>
              <a:buNone/>
              <a:defRPr sz="1100" b="0" i="0">
                <a:solidFill>
                  <a:srgbClr val="000000"/>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dirty="0"/>
              <a:t>Click to add text</a:t>
            </a:r>
            <a:endParaRPr lang="en-US" noProof="0" dirty="0"/>
          </a:p>
        </p:txBody>
      </p:sp>
      <p:sp>
        <p:nvSpPr>
          <p:cNvPr id="29" name="Picture Placeholder 3">
            <a:extLst>
              <a:ext uri="{FF2B5EF4-FFF2-40B4-BE49-F238E27FC236}">
                <a16:creationId xmlns:a16="http://schemas.microsoft.com/office/drawing/2014/main" id="{8ED93851-8D31-45AB-A726-D5C3546F3936}"/>
              </a:ext>
            </a:extLst>
          </p:cNvPr>
          <p:cNvSpPr>
            <a:spLocks noGrp="1"/>
          </p:cNvSpPr>
          <p:nvPr>
            <p:ph type="pic" sz="quarter" idx="33" hasCustomPrompt="1"/>
          </p:nvPr>
        </p:nvSpPr>
        <p:spPr>
          <a:xfrm>
            <a:off x="3359785" y="3898901"/>
            <a:ext cx="3345816" cy="3886199"/>
          </a:xfrm>
        </p:spPr>
        <p:txBody>
          <a:bodyPr>
            <a:normAutofit/>
          </a:bodyPr>
          <a:lstStyle>
            <a:lvl1pPr marL="0" indent="0" algn="ctr">
              <a:buNone/>
              <a:defRPr sz="1800"/>
            </a:lvl1pPr>
          </a:lstStyle>
          <a:p>
            <a:r>
              <a:rPr lang="en-US" dirty="0"/>
              <a:t>Click to add picture</a:t>
            </a:r>
          </a:p>
        </p:txBody>
      </p:sp>
      <p:sp>
        <p:nvSpPr>
          <p:cNvPr id="3" name="Picture Placeholder 2">
            <a:extLst>
              <a:ext uri="{FF2B5EF4-FFF2-40B4-BE49-F238E27FC236}">
                <a16:creationId xmlns:a16="http://schemas.microsoft.com/office/drawing/2014/main" id="{7AF50594-58FC-4CC6-96FC-190BB9A067FA}"/>
              </a:ext>
            </a:extLst>
          </p:cNvPr>
          <p:cNvSpPr>
            <a:spLocks noGrp="1"/>
          </p:cNvSpPr>
          <p:nvPr>
            <p:ph type="pic" sz="quarter" idx="31" hasCustomPrompt="1"/>
          </p:nvPr>
        </p:nvSpPr>
        <p:spPr>
          <a:xfrm>
            <a:off x="6715759" y="-1"/>
            <a:ext cx="3341105" cy="3886199"/>
          </a:xfrm>
        </p:spPr>
        <p:txBody>
          <a:bodyPr>
            <a:normAutofit/>
          </a:bodyPr>
          <a:lstStyle>
            <a:lvl1pPr marL="0" indent="0" algn="ctr">
              <a:buNone/>
              <a:defRPr sz="1800"/>
            </a:lvl1pPr>
          </a:lstStyle>
          <a:p>
            <a:r>
              <a:rPr lang="en-US" dirty="0"/>
              <a:t>Click to add picture</a:t>
            </a:r>
          </a:p>
        </p:txBody>
      </p:sp>
      <p:sp>
        <p:nvSpPr>
          <p:cNvPr id="27" name="Text Placeholder 5">
            <a:extLst>
              <a:ext uri="{FF2B5EF4-FFF2-40B4-BE49-F238E27FC236}">
                <a16:creationId xmlns:a16="http://schemas.microsoft.com/office/drawing/2014/main" id="{C9472BAF-2E41-4B81-B680-FB2A7AABF316}"/>
              </a:ext>
            </a:extLst>
          </p:cNvPr>
          <p:cNvSpPr>
            <a:spLocks noGrp="1"/>
          </p:cNvSpPr>
          <p:nvPr>
            <p:ph type="body" sz="quarter" idx="28" hasCustomPrompt="1"/>
          </p:nvPr>
        </p:nvSpPr>
        <p:spPr>
          <a:xfrm>
            <a:off x="6921262" y="4545170"/>
            <a:ext cx="2884461" cy="349311"/>
          </a:xfrm>
        </p:spPr>
        <p:txBody>
          <a:bodyPr lIns="45720" rIns="45720">
            <a:noAutofit/>
          </a:bodyPr>
          <a:lstStyle>
            <a:lvl1pPr marL="0" indent="0">
              <a:buNone/>
              <a:defRPr sz="2400" b="0">
                <a:solidFill>
                  <a:schemeClr val="bg1"/>
                </a:solidFill>
                <a:latin typeface="+mj-lt"/>
              </a:defRPr>
            </a:lvl1pPr>
            <a:lvl2pPr marL="457200" indent="0">
              <a:buNone/>
              <a:defRPr sz="2000" b="1">
                <a:latin typeface="Avenir Next LT Pro" panose="020B0504020202020204" pitchFamily="34" charset="0"/>
              </a:defRPr>
            </a:lvl2pPr>
            <a:lvl3pPr marL="914400" indent="0">
              <a:buNone/>
              <a:defRPr sz="2000" b="1">
                <a:latin typeface="Avenir Next LT Pro" panose="020B0504020202020204" pitchFamily="34" charset="0"/>
              </a:defRPr>
            </a:lvl3pPr>
            <a:lvl4pPr marL="1371600" indent="0">
              <a:buNone/>
              <a:defRPr sz="2000" b="1">
                <a:latin typeface="Avenir Next LT Pro" panose="020B0504020202020204" pitchFamily="34" charset="0"/>
              </a:defRPr>
            </a:lvl4pPr>
            <a:lvl5pPr marL="1828800" indent="0">
              <a:buNone/>
              <a:defRPr sz="2000" b="1">
                <a:latin typeface="Avenir Next LT Pro" panose="020B0504020202020204" pitchFamily="34" charset="0"/>
              </a:defRPr>
            </a:lvl5pPr>
          </a:lstStyle>
          <a:p>
            <a:pPr lvl="0"/>
            <a:r>
              <a:rPr lang="en-US" dirty="0"/>
              <a:t>Click to add text</a:t>
            </a:r>
          </a:p>
        </p:txBody>
      </p:sp>
      <p:sp>
        <p:nvSpPr>
          <p:cNvPr id="26" name="Text Placeholder 16">
            <a:extLst>
              <a:ext uri="{FF2B5EF4-FFF2-40B4-BE49-F238E27FC236}">
                <a16:creationId xmlns:a16="http://schemas.microsoft.com/office/drawing/2014/main" id="{6AE19FFF-9A53-44FA-9587-6A53CD56CFB4}"/>
              </a:ext>
            </a:extLst>
          </p:cNvPr>
          <p:cNvSpPr>
            <a:spLocks noGrp="1"/>
          </p:cNvSpPr>
          <p:nvPr>
            <p:ph type="body" sz="quarter" idx="27" hasCustomPrompt="1"/>
          </p:nvPr>
        </p:nvSpPr>
        <p:spPr>
          <a:xfrm>
            <a:off x="6921262" y="5094987"/>
            <a:ext cx="2893612" cy="2448813"/>
          </a:xfrm>
        </p:spPr>
        <p:txBody>
          <a:bodyPr lIns="45720" rIns="45720">
            <a:normAutofit/>
          </a:bodyPr>
          <a:lstStyle>
            <a:lvl1pPr marL="0" indent="0">
              <a:lnSpc>
                <a:spcPct val="150000"/>
              </a:lnSpc>
              <a:buNone/>
              <a:defRPr sz="1100" b="0">
                <a:solidFill>
                  <a:schemeClr val="bg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dirty="0"/>
              <a:t>Click to add text</a:t>
            </a:r>
            <a:endParaRPr lang="en-US" noProof="0" dirty="0"/>
          </a:p>
        </p:txBody>
      </p:sp>
      <p:cxnSp>
        <p:nvCxnSpPr>
          <p:cNvPr id="7" name="Straight Connector 6">
            <a:extLst>
              <a:ext uri="{FF2B5EF4-FFF2-40B4-BE49-F238E27FC236}">
                <a16:creationId xmlns:a16="http://schemas.microsoft.com/office/drawing/2014/main" id="{F0327553-3280-4A36-BE81-D7D188CF7C45}"/>
              </a:ext>
              <a:ext uri="{C183D7F6-B498-43B3-948B-1728B52AA6E4}">
                <adec:decorative xmlns:adec="http://schemas.microsoft.com/office/drawing/2017/decorative" val="1"/>
              </a:ext>
            </a:extLst>
          </p:cNvPr>
          <p:cNvCxnSpPr>
            <a:cxnSpLocks/>
          </p:cNvCxnSpPr>
          <p:nvPr userDrawn="1"/>
        </p:nvCxnSpPr>
        <p:spPr>
          <a:xfrm>
            <a:off x="3619721" y="364077"/>
            <a:ext cx="103106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BE30A8-DA5C-4AD7-879F-19D0C015D19F}"/>
              </a:ext>
              <a:ext uri="{C183D7F6-B498-43B3-948B-1728B52AA6E4}">
                <adec:decorative xmlns:adec="http://schemas.microsoft.com/office/drawing/2017/decorative" val="1"/>
              </a:ext>
            </a:extLst>
          </p:cNvPr>
          <p:cNvCxnSpPr>
            <a:cxnSpLocks/>
          </p:cNvCxnSpPr>
          <p:nvPr userDrawn="1"/>
        </p:nvCxnSpPr>
        <p:spPr>
          <a:xfrm>
            <a:off x="274149" y="4248786"/>
            <a:ext cx="109033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C7D497F-F255-4310-A2D3-8EE9619CE469}"/>
              </a:ext>
              <a:ext uri="{C183D7F6-B498-43B3-948B-1728B52AA6E4}">
                <adec:decorative xmlns:adec="http://schemas.microsoft.com/office/drawing/2017/decorative" val="1"/>
              </a:ext>
            </a:extLst>
          </p:cNvPr>
          <p:cNvCxnSpPr>
            <a:cxnSpLocks/>
          </p:cNvCxnSpPr>
          <p:nvPr userDrawn="1"/>
        </p:nvCxnSpPr>
        <p:spPr>
          <a:xfrm>
            <a:off x="6921262" y="4287975"/>
            <a:ext cx="103106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82908"/>
      </p:ext>
    </p:extLst>
  </p:cSld>
  <p:clrMapOvr>
    <a:masterClrMapping/>
  </p:clrMapOvr>
  <p:extLst>
    <p:ext uri="{DCECCB84-F9BA-43D5-87BE-67443E8EF086}">
      <p15:sldGuideLst xmlns:p15="http://schemas.microsoft.com/office/powerpoint/2012/main">
        <p15:guide id="1" orient="horz" pos="20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Opt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86C14CC-787C-4786-9614-AAC76605A52B}"/>
              </a:ext>
            </a:extLst>
          </p:cNvPr>
          <p:cNvSpPr>
            <a:spLocks noGrp="1"/>
          </p:cNvSpPr>
          <p:nvPr>
            <p:ph type="pic" sz="quarter" idx="22" hasCustomPrompt="1"/>
          </p:nvPr>
        </p:nvSpPr>
        <p:spPr>
          <a:xfrm>
            <a:off x="3352800" y="0"/>
            <a:ext cx="6705600" cy="7772400"/>
          </a:xfrm>
        </p:spPr>
        <p:txBody>
          <a:bodyPr>
            <a:normAutofit/>
          </a:bodyPr>
          <a:lstStyle>
            <a:lvl1pPr marL="0" indent="0" algn="ctr">
              <a:buNone/>
              <a:defRPr sz="2000"/>
            </a:lvl1pPr>
          </a:lstStyle>
          <a:p>
            <a:r>
              <a:rPr lang="en-US" dirty="0"/>
              <a:t>Click to add picture</a:t>
            </a:r>
          </a:p>
        </p:txBody>
      </p:sp>
      <p:sp>
        <p:nvSpPr>
          <p:cNvPr id="4" name="Text Placeholder 29">
            <a:extLst>
              <a:ext uri="{FF2B5EF4-FFF2-40B4-BE49-F238E27FC236}">
                <a16:creationId xmlns:a16="http://schemas.microsoft.com/office/drawing/2014/main" id="{D11FCD62-5581-6C96-7FBB-065C543F4035}"/>
              </a:ext>
              <a:ext uri="{C183D7F6-B498-43B3-948B-1728B52AA6E4}">
                <adec:decorative xmlns:adec="http://schemas.microsoft.com/office/drawing/2017/decorative" val="1"/>
              </a:ext>
            </a:extLst>
          </p:cNvPr>
          <p:cNvSpPr>
            <a:spLocks noGrp="1"/>
          </p:cNvSpPr>
          <p:nvPr>
            <p:ph type="body" sz="quarter" idx="31"/>
          </p:nvPr>
        </p:nvSpPr>
        <p:spPr>
          <a:xfrm>
            <a:off x="3344469" y="1089499"/>
            <a:ext cx="6740920" cy="6697190"/>
          </a:xfrm>
          <a:prstGeom prst="triangle">
            <a:avLst>
              <a:gd name="adj" fmla="val 100000"/>
            </a:avLst>
          </a:prstGeom>
          <a:solidFill>
            <a:schemeClr val="accent1">
              <a:alpha val="60000"/>
            </a:schemeClr>
          </a:solidFill>
          <a:ln w="6350">
            <a:solidFill>
              <a:schemeClr val="accent1">
                <a:alpha val="50000"/>
              </a:schemeClr>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DADA9E61-30FE-B393-5054-29920E663B2B}"/>
              </a:ext>
              <a:ext uri="{C183D7F6-B498-43B3-948B-1728B52AA6E4}">
                <adec:decorative xmlns:adec="http://schemas.microsoft.com/office/drawing/2017/decorative" val="1"/>
              </a:ext>
            </a:extLst>
          </p:cNvPr>
          <p:cNvSpPr>
            <a:spLocks noGrp="1"/>
          </p:cNvSpPr>
          <p:nvPr>
            <p:ph type="body" sz="quarter" idx="32" hasCustomPrompt="1"/>
          </p:nvPr>
        </p:nvSpPr>
        <p:spPr>
          <a:xfrm>
            <a:off x="3359965" y="3093794"/>
            <a:ext cx="4686299" cy="4678605"/>
          </a:xfrm>
          <a:prstGeom prst="rtTriangle">
            <a:avLst/>
          </a:prstGeom>
          <a:solidFill>
            <a:schemeClr val="accent1">
              <a:alpha val="60000"/>
            </a:schemeClr>
          </a:solidFill>
          <a:ln w="6350">
            <a:solidFill>
              <a:schemeClr val="accent1">
                <a:alpha val="50000"/>
              </a:schemeClr>
            </a:solidFill>
          </a:ln>
        </p:spPr>
        <p:txBody>
          <a:bodyPr wrap="square" lIns="0" tIns="0" rIns="0" bIns="0">
            <a:noAutofit/>
          </a:bodyPr>
          <a:lstStyle>
            <a:lvl1pPr marL="0" indent="0" algn="l">
              <a:spcBef>
                <a:spcPts val="0"/>
              </a:spcBef>
              <a:buNone/>
              <a:defRPr sz="2400" b="0">
                <a:noFill/>
                <a:latin typeface="+mj-lt"/>
              </a:defRPr>
            </a:lvl1pPr>
            <a:lvl2pPr marL="457200" indent="0">
              <a:buNone/>
              <a:defRPr sz="2000" b="1">
                <a:latin typeface="Avenir Next LT Pro" panose="020B0504020202020204" pitchFamily="34" charset="0"/>
              </a:defRPr>
            </a:lvl2pPr>
            <a:lvl3pPr marL="914400" indent="0">
              <a:buNone/>
              <a:defRPr sz="2000" b="1">
                <a:latin typeface="Avenir Next LT Pro" panose="020B0504020202020204" pitchFamily="34" charset="0"/>
              </a:defRPr>
            </a:lvl3pPr>
            <a:lvl4pPr marL="1371600" indent="0">
              <a:buNone/>
              <a:defRPr sz="2000" b="1">
                <a:latin typeface="Avenir Next LT Pro" panose="020B0504020202020204" pitchFamily="34" charset="0"/>
              </a:defRPr>
            </a:lvl4pPr>
            <a:lvl5pPr marL="1828800" indent="0">
              <a:buNone/>
              <a:defRPr sz="2000" b="1">
                <a:latin typeface="Avenir Next LT Pro" panose="020B0504020202020204" pitchFamily="34" charset="0"/>
              </a:defRPr>
            </a:lvl5pPr>
          </a:lstStyle>
          <a:p>
            <a:pPr lvl="0"/>
            <a:r>
              <a:rPr lang="en-US" dirty="0"/>
              <a:t>Add text here</a:t>
            </a:r>
          </a:p>
        </p:txBody>
      </p:sp>
      <p:sp>
        <p:nvSpPr>
          <p:cNvPr id="3" name="Right Triangle 9">
            <a:extLst>
              <a:ext uri="{FF2B5EF4-FFF2-40B4-BE49-F238E27FC236}">
                <a16:creationId xmlns:a16="http://schemas.microsoft.com/office/drawing/2014/main" id="{193DFD4C-65D5-4455-89AC-3D3A3D1916E4}"/>
              </a:ext>
              <a:ext uri="{C183D7F6-B498-43B3-948B-1728B52AA6E4}">
                <adec:decorative xmlns:adec="http://schemas.microsoft.com/office/drawing/2017/decorative" val="1"/>
              </a:ext>
            </a:extLst>
          </p:cNvPr>
          <p:cNvSpPr/>
          <p:nvPr userDrawn="1"/>
        </p:nvSpPr>
        <p:spPr>
          <a:xfrm rot="16200000" flipH="1">
            <a:off x="106255" y="-114882"/>
            <a:ext cx="3137482" cy="3355610"/>
          </a:xfrm>
          <a:custGeom>
            <a:avLst/>
            <a:gdLst>
              <a:gd name="connsiteX0" fmla="*/ 0 w 5616109"/>
              <a:gd name="connsiteY0" fmla="*/ 10058400 h 10058400"/>
              <a:gd name="connsiteX1" fmla="*/ 0 w 5616109"/>
              <a:gd name="connsiteY1" fmla="*/ 0 h 10058400"/>
              <a:gd name="connsiteX2" fmla="*/ 5616109 w 5616109"/>
              <a:gd name="connsiteY2" fmla="*/ 10058400 h 10058400"/>
              <a:gd name="connsiteX3" fmla="*/ 0 w 5616109"/>
              <a:gd name="connsiteY3" fmla="*/ 10058400 h 10058400"/>
              <a:gd name="connsiteX0" fmla="*/ 0 w 7754628"/>
              <a:gd name="connsiteY0" fmla="*/ 10058400 h 10058400"/>
              <a:gd name="connsiteX1" fmla="*/ 0 w 7754628"/>
              <a:gd name="connsiteY1" fmla="*/ 0 h 10058400"/>
              <a:gd name="connsiteX2" fmla="*/ 7754628 w 7754628"/>
              <a:gd name="connsiteY2" fmla="*/ 10014158 h 10058400"/>
              <a:gd name="connsiteX3" fmla="*/ 0 w 7754628"/>
              <a:gd name="connsiteY3" fmla="*/ 10058400 h 10058400"/>
              <a:gd name="connsiteX0" fmla="*/ 0 w 7831393"/>
              <a:gd name="connsiteY0" fmla="*/ 10058400 h 10058400"/>
              <a:gd name="connsiteX1" fmla="*/ 0 w 7831393"/>
              <a:gd name="connsiteY1" fmla="*/ 0 h 10058400"/>
              <a:gd name="connsiteX2" fmla="*/ 7831393 w 7831393"/>
              <a:gd name="connsiteY2" fmla="*/ 10043651 h 10058400"/>
              <a:gd name="connsiteX3" fmla="*/ 0 w 7831393"/>
              <a:gd name="connsiteY3" fmla="*/ 10058400 h 10058400"/>
            </a:gdLst>
            <a:ahLst/>
            <a:cxnLst>
              <a:cxn ang="0">
                <a:pos x="connsiteX0" y="connsiteY0"/>
              </a:cxn>
              <a:cxn ang="0">
                <a:pos x="connsiteX1" y="connsiteY1"/>
              </a:cxn>
              <a:cxn ang="0">
                <a:pos x="connsiteX2" y="connsiteY2"/>
              </a:cxn>
              <a:cxn ang="0">
                <a:pos x="connsiteX3" y="connsiteY3"/>
              </a:cxn>
            </a:cxnLst>
            <a:rect l="l" t="t" r="r" b="b"/>
            <a:pathLst>
              <a:path w="7831393" h="10058400">
                <a:moveTo>
                  <a:pt x="0" y="10058400"/>
                </a:moveTo>
                <a:lnTo>
                  <a:pt x="0" y="0"/>
                </a:lnTo>
                <a:lnTo>
                  <a:pt x="7831393" y="10043651"/>
                </a:lnTo>
                <a:lnTo>
                  <a:pt x="0" y="1005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1596A"/>
              </a:solidFill>
            </a:endParaRPr>
          </a:p>
        </p:txBody>
      </p:sp>
      <p:sp>
        <p:nvSpPr>
          <p:cNvPr id="17" name="Text Placeholder 16">
            <a:extLst>
              <a:ext uri="{FF2B5EF4-FFF2-40B4-BE49-F238E27FC236}">
                <a16:creationId xmlns:a16="http://schemas.microsoft.com/office/drawing/2014/main" id="{124FEDCA-73BD-8FF6-5214-EBF9431C5DD7}"/>
              </a:ext>
              <a:ext uri="{C183D7F6-B498-43B3-948B-1728B52AA6E4}">
                <adec:decorative xmlns:adec="http://schemas.microsoft.com/office/drawing/2017/decorative" val="1"/>
              </a:ext>
            </a:extLst>
          </p:cNvPr>
          <p:cNvSpPr>
            <a:spLocks noGrp="1"/>
          </p:cNvSpPr>
          <p:nvPr>
            <p:ph type="body" sz="quarter" idx="33"/>
          </p:nvPr>
        </p:nvSpPr>
        <p:spPr>
          <a:xfrm>
            <a:off x="4679004" y="2451370"/>
            <a:ext cx="5414321" cy="5363893"/>
          </a:xfrm>
          <a:prstGeom prst="triangle">
            <a:avLst>
              <a:gd name="adj" fmla="val 100000"/>
            </a:avLst>
          </a:prstGeom>
          <a:solidFill>
            <a:schemeClr val="accent1">
              <a:alpha val="60000"/>
            </a:schemeClr>
          </a:solidFill>
          <a:ln w="6350">
            <a:solidFill>
              <a:schemeClr val="accent1">
                <a:alpha val="60000"/>
              </a:schemeClr>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DF01E5D2-6D16-41B9-8D95-C3831084A574}"/>
              </a:ext>
            </a:extLst>
          </p:cNvPr>
          <p:cNvSpPr>
            <a:spLocks noGrp="1"/>
          </p:cNvSpPr>
          <p:nvPr userDrawn="1">
            <p:ph type="ctrTitle" hasCustomPrompt="1"/>
          </p:nvPr>
        </p:nvSpPr>
        <p:spPr>
          <a:xfrm>
            <a:off x="6934200" y="4923341"/>
            <a:ext cx="2869300" cy="1162793"/>
          </a:xfrm>
        </p:spPr>
        <p:txBody>
          <a:bodyPr vert="horz" anchor="t">
            <a:noAutofit/>
          </a:bodyPr>
          <a:lstStyle>
            <a:lvl1pPr algn="l">
              <a:lnSpc>
                <a:spcPts val="4000"/>
              </a:lnSpc>
              <a:defRPr sz="4800" b="1">
                <a:solidFill>
                  <a:schemeClr val="bg1"/>
                </a:solidFill>
                <a:latin typeface="+mj-lt"/>
              </a:defRPr>
            </a:lvl1pPr>
          </a:lstStyle>
          <a:p>
            <a:r>
              <a:rPr lang="en-US" noProof="0" dirty="0"/>
              <a:t>Click to add title</a:t>
            </a:r>
          </a:p>
        </p:txBody>
      </p:sp>
      <p:sp>
        <p:nvSpPr>
          <p:cNvPr id="18" name="Subtitle 2">
            <a:extLst>
              <a:ext uri="{FF2B5EF4-FFF2-40B4-BE49-F238E27FC236}">
                <a16:creationId xmlns:a16="http://schemas.microsoft.com/office/drawing/2014/main" id="{C1E1772A-8C1A-43F8-A297-A2A1C4961A78}"/>
              </a:ext>
            </a:extLst>
          </p:cNvPr>
          <p:cNvSpPr>
            <a:spLocks noGrp="1"/>
          </p:cNvSpPr>
          <p:nvPr userDrawn="1">
            <p:ph type="subTitle" idx="1" hasCustomPrompt="1"/>
          </p:nvPr>
        </p:nvSpPr>
        <p:spPr>
          <a:xfrm>
            <a:off x="6934200" y="6100423"/>
            <a:ext cx="2869300" cy="453005"/>
          </a:xfrm>
        </p:spPr>
        <p:txBody>
          <a:bodyPr vert="horz">
            <a:normAutofit/>
          </a:bodyPr>
          <a:lstStyle>
            <a:lvl1pPr marL="0" indent="0" algn="l">
              <a:lnSpc>
                <a:spcPct val="100000"/>
              </a:lnSpc>
              <a:buNone/>
              <a:defRPr sz="1600" cap="all" spc="0" baseline="0">
                <a:solidFill>
                  <a:schemeClr val="bg1"/>
                </a:solidFill>
                <a:latin typeface="+mn-lt"/>
                <a:cs typeface="Arial" panose="020B0604020202020204" pitchFamily="34" charset="0"/>
              </a:defRPr>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noProof="0" dirty="0"/>
              <a:t>CLICK TO add text</a:t>
            </a:r>
          </a:p>
        </p:txBody>
      </p:sp>
      <p:sp>
        <p:nvSpPr>
          <p:cNvPr id="9" name="Text Placeholder 5">
            <a:extLst>
              <a:ext uri="{FF2B5EF4-FFF2-40B4-BE49-F238E27FC236}">
                <a16:creationId xmlns:a16="http://schemas.microsoft.com/office/drawing/2014/main" id="{CD8BD1F9-7D12-46BE-9F06-7E6902ECE846}"/>
              </a:ext>
            </a:extLst>
          </p:cNvPr>
          <p:cNvSpPr>
            <a:spLocks noGrp="1"/>
          </p:cNvSpPr>
          <p:nvPr>
            <p:ph type="body" sz="quarter" idx="30" hasCustomPrompt="1"/>
          </p:nvPr>
        </p:nvSpPr>
        <p:spPr>
          <a:xfrm>
            <a:off x="247852" y="3619516"/>
            <a:ext cx="2867252" cy="349311"/>
          </a:xfrm>
        </p:spPr>
        <p:txBody>
          <a:bodyPr lIns="45720" rIns="45720">
            <a:noAutofit/>
          </a:bodyPr>
          <a:lstStyle>
            <a:lvl1pPr marL="0" indent="0">
              <a:buNone/>
              <a:defRPr sz="2400" b="0">
                <a:solidFill>
                  <a:schemeClr val="accent1"/>
                </a:solidFill>
                <a:latin typeface="+mj-lt"/>
              </a:defRPr>
            </a:lvl1pPr>
            <a:lvl2pPr marL="457200" indent="0">
              <a:buNone/>
              <a:defRPr sz="2000" b="1">
                <a:latin typeface="Avenir Next LT Pro" panose="020B0504020202020204" pitchFamily="34" charset="0"/>
              </a:defRPr>
            </a:lvl2pPr>
            <a:lvl3pPr marL="914400" indent="0">
              <a:buNone/>
              <a:defRPr sz="2000" b="1">
                <a:latin typeface="Avenir Next LT Pro" panose="020B0504020202020204" pitchFamily="34" charset="0"/>
              </a:defRPr>
            </a:lvl3pPr>
            <a:lvl4pPr marL="1371600" indent="0">
              <a:buNone/>
              <a:defRPr sz="2000" b="1">
                <a:latin typeface="Avenir Next LT Pro" panose="020B0504020202020204" pitchFamily="34" charset="0"/>
              </a:defRPr>
            </a:lvl4pPr>
            <a:lvl5pPr marL="1828800" indent="0">
              <a:buNone/>
              <a:defRPr sz="2000" b="1">
                <a:latin typeface="Avenir Next LT Pro" panose="020B0504020202020204" pitchFamily="34" charset="0"/>
              </a:defRPr>
            </a:lvl5pPr>
          </a:lstStyle>
          <a:p>
            <a:pPr lvl="0"/>
            <a:r>
              <a:rPr lang="en-US" dirty="0"/>
              <a:t>Add Title Here</a:t>
            </a:r>
          </a:p>
        </p:txBody>
      </p:sp>
      <p:sp>
        <p:nvSpPr>
          <p:cNvPr id="7" name="Text Placeholder 16">
            <a:extLst>
              <a:ext uri="{FF2B5EF4-FFF2-40B4-BE49-F238E27FC236}">
                <a16:creationId xmlns:a16="http://schemas.microsoft.com/office/drawing/2014/main" id="{A2CB320B-EC23-4B6B-B0CA-050791F88464}"/>
              </a:ext>
              <a:ext uri="{C183D7F6-B498-43B3-948B-1728B52AA6E4}">
                <adec:decorative xmlns:adec="http://schemas.microsoft.com/office/drawing/2017/decorative" val="0"/>
              </a:ext>
            </a:extLst>
          </p:cNvPr>
          <p:cNvSpPr>
            <a:spLocks noGrp="1"/>
          </p:cNvSpPr>
          <p:nvPr>
            <p:ph type="body" sz="quarter" idx="29" hasCustomPrompt="1"/>
          </p:nvPr>
        </p:nvSpPr>
        <p:spPr>
          <a:xfrm>
            <a:off x="247852" y="4130144"/>
            <a:ext cx="2876348" cy="2823526"/>
          </a:xfrm>
        </p:spPr>
        <p:txBody>
          <a:bodyPr lIns="45720" rIns="45720">
            <a:normAutofit/>
          </a:bodyPr>
          <a:lstStyle>
            <a:lvl1pPr marL="0" indent="0">
              <a:lnSpc>
                <a:spcPts val="1800"/>
              </a:lnSpc>
              <a:buNone/>
              <a:defRPr sz="1000" b="0" i="0">
                <a:solidFill>
                  <a:schemeClr val="accent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noProof="0" dirty="0"/>
              <a:t>Click to edit text</a:t>
            </a:r>
          </a:p>
        </p:txBody>
      </p:sp>
      <p:sp>
        <p:nvSpPr>
          <p:cNvPr id="13" name="Text Placeholder 5">
            <a:extLst>
              <a:ext uri="{FF2B5EF4-FFF2-40B4-BE49-F238E27FC236}">
                <a16:creationId xmlns:a16="http://schemas.microsoft.com/office/drawing/2014/main" id="{A6A98018-D54B-4BC7-B622-323B1B01C850}"/>
              </a:ext>
            </a:extLst>
          </p:cNvPr>
          <p:cNvSpPr>
            <a:spLocks noGrp="1"/>
          </p:cNvSpPr>
          <p:nvPr>
            <p:ph type="body" sz="quarter" idx="26"/>
          </p:nvPr>
        </p:nvSpPr>
        <p:spPr>
          <a:xfrm>
            <a:off x="3579839" y="5184167"/>
            <a:ext cx="2884461" cy="349311"/>
          </a:xfrm>
        </p:spPr>
        <p:txBody>
          <a:bodyPr lIns="0" rIns="0">
            <a:noAutofit/>
          </a:bodyPr>
          <a:lstStyle>
            <a:lvl1pPr marL="0" indent="0">
              <a:buNone/>
              <a:defRPr sz="2400">
                <a:solidFill>
                  <a:schemeClr val="bg1"/>
                </a:solidFill>
                <a:latin typeface="+mj-lt"/>
              </a:defRPr>
            </a:lvl1pPr>
          </a:lstStyle>
          <a:p>
            <a:r>
              <a:rPr lang="en-US" dirty="0">
                <a:solidFill>
                  <a:schemeClr val="bg1"/>
                </a:solidFill>
              </a:rPr>
              <a:t>Contact</a:t>
            </a:r>
          </a:p>
        </p:txBody>
      </p:sp>
      <p:sp>
        <p:nvSpPr>
          <p:cNvPr id="10" name="Text Placeholder 1">
            <a:extLst>
              <a:ext uri="{FF2B5EF4-FFF2-40B4-BE49-F238E27FC236}">
                <a16:creationId xmlns:a16="http://schemas.microsoft.com/office/drawing/2014/main" id="{1FADB6EC-7A6E-4BD5-9897-49419E297413}"/>
              </a:ext>
            </a:extLst>
          </p:cNvPr>
          <p:cNvSpPr>
            <a:spLocks noGrp="1"/>
          </p:cNvSpPr>
          <p:nvPr>
            <p:ph type="body" sz="quarter" idx="12"/>
          </p:nvPr>
        </p:nvSpPr>
        <p:spPr>
          <a:xfrm>
            <a:off x="3579839" y="5830988"/>
            <a:ext cx="2893612" cy="1849006"/>
          </a:xfrm>
        </p:spPr>
        <p:txBody>
          <a:bodyPr lIns="0" rIns="0">
            <a:normAutofit/>
          </a:bodyPr>
          <a:lstStyle>
            <a:lvl1pPr marL="0" indent="0">
              <a:buNone/>
              <a:defRPr sz="1000">
                <a:solidFill>
                  <a:schemeClr val="bg1"/>
                </a:solidFill>
              </a:defRPr>
            </a:lvl1pPr>
          </a:lstStyle>
          <a:p>
            <a:pPr>
              <a:lnSpc>
                <a:spcPct val="100000"/>
              </a:lnSpc>
            </a:pPr>
            <a:r>
              <a:rPr lang="en-US" dirty="0">
                <a:solidFill>
                  <a:schemeClr val="bg1"/>
                </a:solidFill>
              </a:rPr>
              <a:t>567 Main St </a:t>
            </a:r>
          </a:p>
          <a:p>
            <a:pPr>
              <a:lnSpc>
                <a:spcPct val="100000"/>
              </a:lnSpc>
            </a:pPr>
            <a:r>
              <a:rPr lang="en-US" dirty="0">
                <a:solidFill>
                  <a:schemeClr val="bg1"/>
                </a:solidFill>
              </a:rPr>
              <a:t>Buffalo, NY 98052</a:t>
            </a:r>
          </a:p>
          <a:p>
            <a:pPr>
              <a:lnSpc>
                <a:spcPct val="100000"/>
              </a:lnSpc>
            </a:pPr>
            <a:r>
              <a:rPr lang="en-US" dirty="0">
                <a:solidFill>
                  <a:schemeClr val="bg1"/>
                </a:solidFill>
              </a:rPr>
              <a:t>555-0100</a:t>
            </a:r>
          </a:p>
          <a:p>
            <a:pPr>
              <a:lnSpc>
                <a:spcPct val="100000"/>
              </a:lnSpc>
            </a:pPr>
            <a:r>
              <a:rPr lang="en-US" dirty="0">
                <a:solidFill>
                  <a:schemeClr val="bg1"/>
                </a:solidFill>
              </a:rPr>
              <a:t>john@vanarsdel.com</a:t>
            </a:r>
          </a:p>
          <a:p>
            <a:pPr>
              <a:lnSpc>
                <a:spcPct val="100000"/>
              </a:lnSpc>
            </a:pPr>
            <a:r>
              <a:rPr lang="en-US" dirty="0">
                <a:solidFill>
                  <a:schemeClr val="bg1"/>
                </a:solidFill>
              </a:rPr>
              <a:t>vanarsdel.com</a:t>
            </a:r>
          </a:p>
          <a:p>
            <a:pPr>
              <a:lnSpc>
                <a:spcPct val="100000"/>
              </a:lnSpc>
            </a:pPr>
            <a:endParaRPr lang="en-US" dirty="0">
              <a:solidFill>
                <a:schemeClr val="bg1"/>
              </a:solidFill>
            </a:endParaRPr>
          </a:p>
        </p:txBody>
      </p:sp>
      <p:cxnSp>
        <p:nvCxnSpPr>
          <p:cNvPr id="14" name="Straight Connector 13">
            <a:extLst>
              <a:ext uri="{FF2B5EF4-FFF2-40B4-BE49-F238E27FC236}">
                <a16:creationId xmlns:a16="http://schemas.microsoft.com/office/drawing/2014/main" id="{E0E2A90F-D887-DEDF-CC35-53E3B50532B7}"/>
              </a:ext>
              <a:ext uri="{C183D7F6-B498-43B3-948B-1728B52AA6E4}">
                <adec:decorative xmlns:adec="http://schemas.microsoft.com/office/drawing/2017/decorative" val="1"/>
              </a:ext>
            </a:extLst>
          </p:cNvPr>
          <p:cNvCxnSpPr>
            <a:cxnSpLocks/>
          </p:cNvCxnSpPr>
          <p:nvPr userDrawn="1"/>
        </p:nvCxnSpPr>
        <p:spPr>
          <a:xfrm>
            <a:off x="228600" y="3314598"/>
            <a:ext cx="130275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B1AE806-FD72-34B1-910E-4F71AAD97A31}"/>
              </a:ext>
              <a:ext uri="{C183D7F6-B498-43B3-948B-1728B52AA6E4}">
                <adec:decorative xmlns:adec="http://schemas.microsoft.com/office/drawing/2017/decorative" val="1"/>
              </a:ext>
            </a:extLst>
          </p:cNvPr>
          <p:cNvCxnSpPr>
            <a:cxnSpLocks/>
          </p:cNvCxnSpPr>
          <p:nvPr userDrawn="1"/>
        </p:nvCxnSpPr>
        <p:spPr>
          <a:xfrm>
            <a:off x="3579839" y="4923341"/>
            <a:ext cx="10033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39400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side Op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9F3B28-DA6D-41A6-B09A-64CD3E1AEE3C}"/>
              </a:ext>
              <a:ext uri="{C183D7F6-B498-43B3-948B-1728B52AA6E4}">
                <adec:decorative xmlns:adec="http://schemas.microsoft.com/office/drawing/2017/decorative" val="1"/>
              </a:ext>
            </a:extLst>
          </p:cNvPr>
          <p:cNvSpPr/>
          <p:nvPr userDrawn="1"/>
        </p:nvSpPr>
        <p:spPr>
          <a:xfrm>
            <a:off x="0" y="3708408"/>
            <a:ext cx="3352800" cy="4063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5CEC93BF-C6A4-4E99-99BF-433F20567CEB}"/>
              </a:ext>
              <a:ext uri="{C183D7F6-B498-43B3-948B-1728B52AA6E4}">
                <adec:decorative xmlns:adec="http://schemas.microsoft.com/office/drawing/2017/decorative" val="1"/>
              </a:ext>
            </a:extLst>
          </p:cNvPr>
          <p:cNvCxnSpPr>
            <a:cxnSpLocks/>
          </p:cNvCxnSpPr>
          <p:nvPr userDrawn="1"/>
        </p:nvCxnSpPr>
        <p:spPr>
          <a:xfrm>
            <a:off x="3598200" y="359086"/>
            <a:ext cx="103106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54BE154-1A57-41C8-98F7-B306B0633269}"/>
              </a:ext>
              <a:ext uri="{C183D7F6-B498-43B3-948B-1728B52AA6E4}">
                <adec:decorative xmlns:adec="http://schemas.microsoft.com/office/drawing/2017/decorative" val="1"/>
              </a:ext>
            </a:extLst>
          </p:cNvPr>
          <p:cNvCxnSpPr>
            <a:cxnSpLocks/>
          </p:cNvCxnSpPr>
          <p:nvPr userDrawn="1"/>
        </p:nvCxnSpPr>
        <p:spPr>
          <a:xfrm>
            <a:off x="236713" y="4063993"/>
            <a:ext cx="103106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itle 30">
            <a:extLst>
              <a:ext uri="{FF2B5EF4-FFF2-40B4-BE49-F238E27FC236}">
                <a16:creationId xmlns:a16="http://schemas.microsoft.com/office/drawing/2014/main" id="{819C5DD9-21EA-47BA-9470-5EBDD6EC4F27}"/>
              </a:ext>
            </a:extLst>
          </p:cNvPr>
          <p:cNvSpPr>
            <a:spLocks noGrp="1"/>
          </p:cNvSpPr>
          <p:nvPr>
            <p:ph type="title" hasCustomPrompt="1"/>
          </p:nvPr>
        </p:nvSpPr>
        <p:spPr>
          <a:xfrm>
            <a:off x="228600" y="4547723"/>
            <a:ext cx="2883217" cy="360033"/>
          </a:xfrm>
        </p:spPr>
        <p:txBody>
          <a:bodyPr vert="horz" lIns="45720" tIns="45720" rIns="45720" bIns="45720" rtlCol="0">
            <a:noAutofit/>
          </a:bodyPr>
          <a:lstStyle>
            <a:lvl1pPr>
              <a:defRPr lang="en-US" sz="2400" b="0">
                <a:solidFill>
                  <a:schemeClr val="bg1"/>
                </a:solidFill>
                <a:latin typeface="+mj-lt"/>
                <a:ea typeface="+mn-ea"/>
                <a:cs typeface="+mn-cs"/>
              </a:defRPr>
            </a:lvl1pPr>
          </a:lstStyle>
          <a:p>
            <a:pPr marL="0" lvl="0" indent="0">
              <a:spcBef>
                <a:spcPts val="1000"/>
              </a:spcBef>
              <a:buFont typeface="Arial" panose="020B0604020202020204" pitchFamily="34" charset="0"/>
            </a:pPr>
            <a:r>
              <a:rPr lang="en-US" dirty="0"/>
              <a:t>Click to add title</a:t>
            </a:r>
          </a:p>
        </p:txBody>
      </p:sp>
      <p:sp>
        <p:nvSpPr>
          <p:cNvPr id="3" name="Picture Placeholder 2">
            <a:extLst>
              <a:ext uri="{FF2B5EF4-FFF2-40B4-BE49-F238E27FC236}">
                <a16:creationId xmlns:a16="http://schemas.microsoft.com/office/drawing/2014/main" id="{A48C268B-62A3-4F20-932E-CA482ACE40CA}"/>
              </a:ext>
            </a:extLst>
          </p:cNvPr>
          <p:cNvSpPr>
            <a:spLocks noGrp="1"/>
          </p:cNvSpPr>
          <p:nvPr>
            <p:ph type="pic" sz="quarter" idx="39" hasCustomPrompt="1"/>
          </p:nvPr>
        </p:nvSpPr>
        <p:spPr>
          <a:xfrm>
            <a:off x="0" y="0"/>
            <a:ext cx="3352800" cy="3708405"/>
          </a:xfrm>
        </p:spPr>
        <p:txBody>
          <a:bodyPr>
            <a:normAutofit/>
          </a:bodyPr>
          <a:lstStyle>
            <a:lvl1pPr marL="0" indent="0" algn="ctr">
              <a:buNone/>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6" name="Text Placeholder 16">
            <a:extLst>
              <a:ext uri="{FF2B5EF4-FFF2-40B4-BE49-F238E27FC236}">
                <a16:creationId xmlns:a16="http://schemas.microsoft.com/office/drawing/2014/main" id="{EFD9D2A7-6536-447C-B7A6-7AB8AA8025C8}"/>
              </a:ext>
            </a:extLst>
          </p:cNvPr>
          <p:cNvSpPr>
            <a:spLocks noGrp="1"/>
          </p:cNvSpPr>
          <p:nvPr>
            <p:ph type="body" sz="quarter" idx="12" hasCustomPrompt="1"/>
          </p:nvPr>
        </p:nvSpPr>
        <p:spPr>
          <a:xfrm>
            <a:off x="220860" y="4969055"/>
            <a:ext cx="2893612" cy="2302365"/>
          </a:xfrm>
        </p:spPr>
        <p:txBody>
          <a:bodyPr lIns="45720" rIns="45720">
            <a:normAutofit/>
          </a:bodyPr>
          <a:lstStyle>
            <a:lvl1pPr marL="0" indent="0">
              <a:lnSpc>
                <a:spcPts val="1800"/>
              </a:lnSpc>
              <a:buNone/>
              <a:defRPr sz="1100" b="0" i="0">
                <a:solidFill>
                  <a:schemeClr val="bg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dirty="0"/>
              <a:t>Click to add text</a:t>
            </a:r>
            <a:endParaRPr lang="en-US" noProof="0" dirty="0"/>
          </a:p>
        </p:txBody>
      </p:sp>
      <p:sp>
        <p:nvSpPr>
          <p:cNvPr id="17" name="Text Placeholder 5">
            <a:extLst>
              <a:ext uri="{FF2B5EF4-FFF2-40B4-BE49-F238E27FC236}">
                <a16:creationId xmlns:a16="http://schemas.microsoft.com/office/drawing/2014/main" id="{53880414-B2C5-45FC-A5A0-792D36719AC0}"/>
              </a:ext>
            </a:extLst>
          </p:cNvPr>
          <p:cNvSpPr>
            <a:spLocks noGrp="1"/>
          </p:cNvSpPr>
          <p:nvPr>
            <p:ph type="body" sz="quarter" idx="30" hasCustomPrompt="1"/>
          </p:nvPr>
        </p:nvSpPr>
        <p:spPr>
          <a:xfrm>
            <a:off x="3578744" y="657845"/>
            <a:ext cx="2884461" cy="349311"/>
          </a:xfrm>
        </p:spPr>
        <p:txBody>
          <a:bodyPr lIns="45720" rIns="45720">
            <a:noAutofit/>
          </a:bodyPr>
          <a:lstStyle>
            <a:lvl1pPr marL="0" indent="0">
              <a:buNone/>
              <a:defRPr sz="2400" b="0" spc="-150">
                <a:solidFill>
                  <a:schemeClr val="accent1"/>
                </a:solidFill>
                <a:latin typeface="+mj-lt"/>
              </a:defRPr>
            </a:lvl1pPr>
            <a:lvl2pPr marL="457200" indent="0">
              <a:buNone/>
              <a:defRPr sz="2000" b="1">
                <a:latin typeface="Avenir Next LT Pro" panose="020B0504020202020204" pitchFamily="34" charset="0"/>
              </a:defRPr>
            </a:lvl2pPr>
            <a:lvl3pPr marL="914400" indent="0">
              <a:buNone/>
              <a:defRPr sz="2000" b="1">
                <a:latin typeface="Avenir Next LT Pro" panose="020B0504020202020204" pitchFamily="34" charset="0"/>
              </a:defRPr>
            </a:lvl3pPr>
            <a:lvl4pPr marL="1371600" indent="0">
              <a:buNone/>
              <a:defRPr sz="2000" b="1">
                <a:latin typeface="Avenir Next LT Pro" panose="020B0504020202020204" pitchFamily="34" charset="0"/>
              </a:defRPr>
            </a:lvl4pPr>
            <a:lvl5pPr marL="1828800" indent="0">
              <a:buNone/>
              <a:defRPr sz="2000" b="1">
                <a:latin typeface="Avenir Next LT Pro" panose="020B0504020202020204" pitchFamily="34" charset="0"/>
              </a:defRPr>
            </a:lvl5pPr>
          </a:lstStyle>
          <a:p>
            <a:pPr lvl="0"/>
            <a:r>
              <a:rPr lang="en-US" dirty="0"/>
              <a:t>Click to add text</a:t>
            </a:r>
          </a:p>
        </p:txBody>
      </p:sp>
      <p:sp>
        <p:nvSpPr>
          <p:cNvPr id="15" name="Text Placeholder 16">
            <a:extLst>
              <a:ext uri="{FF2B5EF4-FFF2-40B4-BE49-F238E27FC236}">
                <a16:creationId xmlns:a16="http://schemas.microsoft.com/office/drawing/2014/main" id="{A41950BF-AF1B-4414-974B-FF3D155A096C}"/>
              </a:ext>
            </a:extLst>
          </p:cNvPr>
          <p:cNvSpPr>
            <a:spLocks noGrp="1"/>
          </p:cNvSpPr>
          <p:nvPr>
            <p:ph type="body" sz="quarter" idx="29" hasCustomPrompt="1"/>
          </p:nvPr>
        </p:nvSpPr>
        <p:spPr>
          <a:xfrm>
            <a:off x="3569016" y="1149017"/>
            <a:ext cx="2893612" cy="2526151"/>
          </a:xfrm>
        </p:spPr>
        <p:txBody>
          <a:bodyPr lIns="45720" rIns="45720">
            <a:normAutofit/>
          </a:bodyPr>
          <a:lstStyle>
            <a:lvl1pPr marL="0" indent="0">
              <a:lnSpc>
                <a:spcPts val="1800"/>
              </a:lnSpc>
              <a:buNone/>
              <a:defRPr sz="1100" b="0" i="0">
                <a:solidFill>
                  <a:schemeClr val="accent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dirty="0"/>
              <a:t>Click to add text</a:t>
            </a:r>
            <a:endParaRPr lang="en-US" noProof="0" dirty="0"/>
          </a:p>
        </p:txBody>
      </p:sp>
      <p:sp>
        <p:nvSpPr>
          <p:cNvPr id="19" name="Text Placeholder 16">
            <a:extLst>
              <a:ext uri="{FF2B5EF4-FFF2-40B4-BE49-F238E27FC236}">
                <a16:creationId xmlns:a16="http://schemas.microsoft.com/office/drawing/2014/main" id="{20BD9585-8304-4806-9CA5-ED4FC5E42E0F}"/>
              </a:ext>
            </a:extLst>
          </p:cNvPr>
          <p:cNvSpPr>
            <a:spLocks noGrp="1"/>
          </p:cNvSpPr>
          <p:nvPr>
            <p:ph type="body" sz="quarter" idx="33" hasCustomPrompt="1"/>
          </p:nvPr>
        </p:nvSpPr>
        <p:spPr>
          <a:xfrm>
            <a:off x="6905983" y="1149017"/>
            <a:ext cx="2893612" cy="2526151"/>
          </a:xfrm>
        </p:spPr>
        <p:txBody>
          <a:bodyPr lIns="45720" rIns="45720">
            <a:normAutofit/>
          </a:bodyPr>
          <a:lstStyle>
            <a:lvl1pPr marL="171450" indent="-171450">
              <a:lnSpc>
                <a:spcPts val="1800"/>
              </a:lnSpc>
              <a:buFont typeface="Arial" panose="020B0604020202020204" pitchFamily="34" charset="0"/>
              <a:buChar char="•"/>
              <a:defRPr sz="1100" b="0" i="0">
                <a:solidFill>
                  <a:schemeClr val="accent1"/>
                </a:solidFill>
                <a:latin typeface="+mn-lt"/>
                <a:cs typeface="Arial" panose="020B0604020202020204" pitchFamily="34" charset="0"/>
              </a:defRPr>
            </a:lvl1pPr>
            <a:lvl2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2pPr>
            <a:lvl3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3pPr>
            <a:lvl4pPr>
              <a:lnSpc>
                <a:spcPts val="1800"/>
              </a:lnSpc>
              <a:defRPr sz="1200">
                <a:solidFill>
                  <a:schemeClr val="tx1">
                    <a:lumMod val="75000"/>
                    <a:lumOff val="25000"/>
                  </a:schemeClr>
                </a:solidFill>
                <a:latin typeface="Avenir Next LT Pro" panose="020B0504020202020204" pitchFamily="34" charset="77"/>
                <a:cs typeface="Arial" panose="020B0604020202020204" pitchFamily="34" charset="0"/>
              </a:defRPr>
            </a:lvl4pPr>
            <a:lvl5pPr>
              <a:lnSpc>
                <a:spcPct val="150000"/>
              </a:lnSpc>
              <a:spcBef>
                <a:spcPts val="0"/>
              </a:spcBef>
              <a:defRPr sz="1200">
                <a:solidFill>
                  <a:schemeClr val="tx1">
                    <a:lumMod val="75000"/>
                    <a:lumOff val="25000"/>
                  </a:schemeClr>
                </a:solidFill>
                <a:latin typeface="Avenir Next LT Pro" panose="020B0504020202020204" pitchFamily="34" charset="77"/>
                <a:cs typeface="Arial" panose="020B0604020202020204" pitchFamily="34" charset="0"/>
              </a:defRPr>
            </a:lvl5pPr>
          </a:lstStyle>
          <a:p>
            <a:pPr lvl="0"/>
            <a:r>
              <a:rPr lang="en-US" dirty="0"/>
              <a:t>Click to add text</a:t>
            </a:r>
            <a:endParaRPr lang="en-US" noProof="0" dirty="0"/>
          </a:p>
        </p:txBody>
      </p:sp>
      <p:sp>
        <p:nvSpPr>
          <p:cNvPr id="4" name="Picture Placeholder 3">
            <a:extLst>
              <a:ext uri="{FF2B5EF4-FFF2-40B4-BE49-F238E27FC236}">
                <a16:creationId xmlns:a16="http://schemas.microsoft.com/office/drawing/2014/main" id="{8BA9B7EA-307F-4603-8797-88D7DDB5ACF8}"/>
              </a:ext>
            </a:extLst>
          </p:cNvPr>
          <p:cNvSpPr>
            <a:spLocks noGrp="1"/>
          </p:cNvSpPr>
          <p:nvPr>
            <p:ph type="pic" sz="quarter" idx="32" hasCustomPrompt="1"/>
          </p:nvPr>
        </p:nvSpPr>
        <p:spPr>
          <a:xfrm>
            <a:off x="3351185" y="3708415"/>
            <a:ext cx="6707215" cy="4063981"/>
          </a:xfrm>
        </p:spPr>
        <p:txBody>
          <a:bodyPr>
            <a:normAutofit/>
          </a:bodyPr>
          <a:lstStyle>
            <a:lvl1pPr marL="0" indent="0" algn="ctr">
              <a:buNone/>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picture</a:t>
            </a:r>
          </a:p>
          <a:p>
            <a:endParaRPr lang="en-US" dirty="0"/>
          </a:p>
        </p:txBody>
      </p:sp>
    </p:spTree>
    <p:extLst>
      <p:ext uri="{BB962C8B-B14F-4D97-AF65-F5344CB8AC3E}">
        <p14:creationId xmlns:p14="http://schemas.microsoft.com/office/powerpoint/2010/main" val="497257642"/>
      </p:ext>
    </p:extLst>
  </p:cSld>
  <p:clrMapOvr>
    <a:masterClrMapping/>
  </p:clrMapOvr>
  <p:extLst>
    <p:ext uri="{DCECCB84-F9BA-43D5-87BE-67443E8EF086}">
      <p15:sldGuideLst xmlns:p15="http://schemas.microsoft.com/office/powerpoint/2012/main">
        <p15:guide id="1" orient="horz" pos="20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8615E1-5D6D-48CF-AD07-8B84FA4FCCB4}"/>
              </a:ext>
            </a:extLst>
          </p:cNvPr>
          <p:cNvSpPr>
            <a:spLocks noGrp="1"/>
          </p:cNvSpPr>
          <p:nvPr>
            <p:ph type="title"/>
          </p:nvPr>
        </p:nvSpPr>
        <p:spPr>
          <a:xfrm>
            <a:off x="228600" y="228600"/>
            <a:ext cx="9601199" cy="15017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257D790-2770-4A00-BC9B-FA42651B62EE}"/>
              </a:ext>
            </a:extLst>
          </p:cNvPr>
          <p:cNvSpPr>
            <a:spLocks noGrp="1"/>
          </p:cNvSpPr>
          <p:nvPr>
            <p:ph type="body" idx="1"/>
          </p:nvPr>
        </p:nvSpPr>
        <p:spPr>
          <a:xfrm>
            <a:off x="228599" y="2363788"/>
            <a:ext cx="9601199" cy="51800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6549459"/>
      </p:ext>
    </p:extLst>
  </p:cSld>
  <p:clrMap bg1="lt1" tx1="dk1" bg2="lt2" tx2="dk2" accent1="accent1" accent2="accent2" accent3="accent3" accent4="accent4" accent5="accent5" accent6="accent6" hlink="hlink" folHlink="folHlink"/>
  <p:sldLayoutIdLst>
    <p:sldLayoutId id="2147483702" r:id="rId1"/>
    <p:sldLayoutId id="2147483705" r:id="rId2"/>
    <p:sldLayoutId id="2147483707" r:id="rId3"/>
    <p:sldLayoutId id="2147483706" r:id="rId4"/>
  </p:sldLayoutIdLst>
  <p:txStyles>
    <p:titleStyle>
      <a:lvl1pPr algn="l" defTabSz="914400" rtl="0" eaLnBrk="1" latinLnBrk="0" hangingPunct="1">
        <a:lnSpc>
          <a:spcPct val="90000"/>
        </a:lnSpc>
        <a:spcBef>
          <a:spcPct val="0"/>
        </a:spcBef>
        <a:buNone/>
        <a:defRPr sz="4400" kern="1200">
          <a:solidFill>
            <a:schemeClr val="tx1"/>
          </a:solidFill>
          <a:latin typeface="Georgia" panose="02040306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112">
          <p15:clr>
            <a:srgbClr val="F26B43"/>
          </p15:clr>
        </p15:guide>
        <p15:guide id="3" pos="4224">
          <p15:clr>
            <a:srgbClr val="F26B43"/>
          </p15:clr>
        </p15:guide>
        <p15:guide id="4" pos="144">
          <p15:clr>
            <a:srgbClr val="5ACBF0"/>
          </p15:clr>
        </p15:guide>
        <p15:guide id="6" pos="6192">
          <p15:clr>
            <a:srgbClr val="5ACBF0"/>
          </p15:clr>
        </p15:guide>
        <p15:guide id="8" orient="horz" pos="144">
          <p15:clr>
            <a:srgbClr val="5ACBF0"/>
          </p15:clr>
        </p15:guide>
        <p15:guide id="9" orient="horz" pos="4752">
          <p15:clr>
            <a:srgbClr val="5ACBF0"/>
          </p15:clr>
        </p15:guide>
        <p15:guide id="10" pos="1968">
          <p15:clr>
            <a:srgbClr val="5ACBF0"/>
          </p15:clr>
        </p15:guide>
        <p15:guide id="11" pos="2256">
          <p15:clr>
            <a:srgbClr val="5ACBF0"/>
          </p15:clr>
        </p15:guide>
        <p15:guide id="12" pos="4080">
          <p15:clr>
            <a:srgbClr val="5ACBF0"/>
          </p15:clr>
        </p15:guide>
        <p15:guide id="13" pos="4368">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Placeholder 35" descr="Outside a statehouse">
            <a:extLst>
              <a:ext uri="{FF2B5EF4-FFF2-40B4-BE49-F238E27FC236}">
                <a16:creationId xmlns:a16="http://schemas.microsoft.com/office/drawing/2014/main" id="{F8EB5B82-ADA4-4364-9358-F40C078F657D}"/>
              </a:ext>
            </a:extLst>
          </p:cNvPr>
          <p:cNvPicPr>
            <a:picLocks noGrp="1" noChangeAspect="1"/>
          </p:cNvPicPr>
          <p:nvPr>
            <p:ph type="pic" sz="quarter" idx="22"/>
          </p:nvPr>
        </p:nvPicPr>
        <p:blipFill rotWithShape="1">
          <a:blip r:embed="rId3"/>
          <a:srcRect l="21242" r="21242"/>
          <a:stretch/>
        </p:blipFill>
        <p:spPr>
          <a:xfrm>
            <a:off x="3352800" y="0"/>
            <a:ext cx="6705600" cy="7772400"/>
          </a:xfrm>
        </p:spPr>
      </p:pic>
      <p:sp>
        <p:nvSpPr>
          <p:cNvPr id="11" name="Text Placeholder 10">
            <a:extLst>
              <a:ext uri="{FF2B5EF4-FFF2-40B4-BE49-F238E27FC236}">
                <a16:creationId xmlns:a16="http://schemas.microsoft.com/office/drawing/2014/main" id="{89B0D64E-0B0A-CD7D-B804-F1E6E283DB67}"/>
              </a:ext>
            </a:extLst>
          </p:cNvPr>
          <p:cNvSpPr>
            <a:spLocks noGrp="1"/>
          </p:cNvSpPr>
          <p:nvPr>
            <p:ph type="body" sz="quarter" idx="29"/>
          </p:nvPr>
        </p:nvSpPr>
        <p:spPr/>
        <p:txBody>
          <a:bodyPr/>
          <a:lstStyle/>
          <a:p>
            <a:endParaRPr lang="en-US" dirty="0"/>
          </a:p>
        </p:txBody>
      </p:sp>
      <p:sp>
        <p:nvSpPr>
          <p:cNvPr id="10" name="Text Placeholder 9">
            <a:extLst>
              <a:ext uri="{FF2B5EF4-FFF2-40B4-BE49-F238E27FC236}">
                <a16:creationId xmlns:a16="http://schemas.microsoft.com/office/drawing/2014/main" id="{20D08C9E-377A-5F1B-3712-06C8E09D375F}"/>
              </a:ext>
            </a:extLst>
          </p:cNvPr>
          <p:cNvSpPr>
            <a:spLocks noGrp="1"/>
          </p:cNvSpPr>
          <p:nvPr>
            <p:ph type="body" sz="quarter" idx="26"/>
          </p:nvPr>
        </p:nvSpPr>
        <p:spPr/>
        <p:txBody>
          <a:bodyPr/>
          <a:lstStyle/>
          <a:p>
            <a:endParaRPr lang="en-US"/>
          </a:p>
        </p:txBody>
      </p:sp>
      <p:sp>
        <p:nvSpPr>
          <p:cNvPr id="12" name="Text Placeholder 11">
            <a:extLst>
              <a:ext uri="{FF2B5EF4-FFF2-40B4-BE49-F238E27FC236}">
                <a16:creationId xmlns:a16="http://schemas.microsoft.com/office/drawing/2014/main" id="{FD398898-1FFE-DC0D-3A0F-5BDDC635C236}"/>
              </a:ext>
            </a:extLst>
          </p:cNvPr>
          <p:cNvSpPr>
            <a:spLocks noGrp="1"/>
          </p:cNvSpPr>
          <p:nvPr>
            <p:ph type="body" sz="quarter" idx="30"/>
          </p:nvPr>
        </p:nvSpPr>
        <p:spPr/>
        <p:txBody>
          <a:bodyPr/>
          <a:lstStyle/>
          <a:p>
            <a:endParaRPr lang="en-US"/>
          </a:p>
        </p:txBody>
      </p:sp>
      <p:sp>
        <p:nvSpPr>
          <p:cNvPr id="7" name="Title 6">
            <a:extLst>
              <a:ext uri="{FF2B5EF4-FFF2-40B4-BE49-F238E27FC236}">
                <a16:creationId xmlns:a16="http://schemas.microsoft.com/office/drawing/2014/main" id="{7E8B0BF5-DED9-48AD-B791-79451DBD8FC1}"/>
              </a:ext>
            </a:extLst>
          </p:cNvPr>
          <p:cNvSpPr>
            <a:spLocks noGrp="1"/>
          </p:cNvSpPr>
          <p:nvPr>
            <p:ph type="title"/>
          </p:nvPr>
        </p:nvSpPr>
        <p:spPr>
          <a:xfrm>
            <a:off x="6943928" y="5249802"/>
            <a:ext cx="3114471" cy="1219094"/>
          </a:xfrm>
        </p:spPr>
        <p:txBody>
          <a:bodyPr>
            <a:normAutofit/>
          </a:bodyPr>
          <a:lstStyle/>
          <a:p>
            <a:r>
              <a:rPr lang="en-US" dirty="0"/>
              <a:t>Contoso &amp;</a:t>
            </a:r>
            <a:br>
              <a:rPr lang="en-US" dirty="0"/>
            </a:br>
            <a:r>
              <a:rPr lang="en-US" dirty="0"/>
              <a:t>Contoso</a:t>
            </a:r>
          </a:p>
        </p:txBody>
      </p:sp>
      <p:sp>
        <p:nvSpPr>
          <p:cNvPr id="33" name="Text Placeholder 32">
            <a:extLst>
              <a:ext uri="{FF2B5EF4-FFF2-40B4-BE49-F238E27FC236}">
                <a16:creationId xmlns:a16="http://schemas.microsoft.com/office/drawing/2014/main" id="{78931FD2-49CD-4299-8D87-F5EB3694210E}"/>
              </a:ext>
            </a:extLst>
          </p:cNvPr>
          <p:cNvSpPr>
            <a:spLocks noGrp="1"/>
          </p:cNvSpPr>
          <p:nvPr>
            <p:ph type="body" sz="quarter" idx="21"/>
          </p:nvPr>
        </p:nvSpPr>
        <p:spPr>
          <a:xfrm>
            <a:off x="228601" y="2639924"/>
            <a:ext cx="2884460" cy="2491611"/>
          </a:xfrm>
        </p:spPr>
        <p:txBody>
          <a:bodyPr>
            <a:normAutofit/>
          </a:bodyPr>
          <a:lstStyle/>
          <a:p>
            <a:r>
              <a:rPr lang="en-US" dirty="0"/>
              <a:t> We are committed to protecting your rights and fighting for justice</a:t>
            </a:r>
            <a:r>
              <a:rPr lang="en-US"/>
              <a:t>.  </a:t>
            </a:r>
            <a:endParaRPr lang="en-US" dirty="0"/>
          </a:p>
        </p:txBody>
      </p:sp>
      <p:sp>
        <p:nvSpPr>
          <p:cNvPr id="38" name="Text Placeholder 37">
            <a:extLst>
              <a:ext uri="{FF2B5EF4-FFF2-40B4-BE49-F238E27FC236}">
                <a16:creationId xmlns:a16="http://schemas.microsoft.com/office/drawing/2014/main" id="{5AF4B2C8-3574-3180-8867-80D012C54EDF}"/>
              </a:ext>
            </a:extLst>
          </p:cNvPr>
          <p:cNvSpPr>
            <a:spLocks noGrp="1"/>
          </p:cNvSpPr>
          <p:nvPr>
            <p:ph type="body" sz="quarter" idx="28"/>
          </p:nvPr>
        </p:nvSpPr>
        <p:spPr>
          <a:xfrm>
            <a:off x="3543300" y="5249802"/>
            <a:ext cx="1816100" cy="555686"/>
          </a:xfrm>
        </p:spPr>
        <p:txBody>
          <a:bodyPr/>
          <a:lstStyle/>
          <a:p>
            <a:r>
              <a:rPr lang="en-US" dirty="0"/>
              <a:t>Contact</a:t>
            </a:r>
          </a:p>
        </p:txBody>
      </p:sp>
      <p:sp>
        <p:nvSpPr>
          <p:cNvPr id="186" name="Text Placeholder 185">
            <a:extLst>
              <a:ext uri="{FF2B5EF4-FFF2-40B4-BE49-F238E27FC236}">
                <a16:creationId xmlns:a16="http://schemas.microsoft.com/office/drawing/2014/main" id="{865D82C0-BDFC-45FA-8246-E55B1ABD22B5}"/>
              </a:ext>
            </a:extLst>
          </p:cNvPr>
          <p:cNvSpPr>
            <a:spLocks noGrp="1"/>
          </p:cNvSpPr>
          <p:nvPr>
            <p:ph type="body" sz="quarter" idx="12"/>
          </p:nvPr>
        </p:nvSpPr>
        <p:spPr>
          <a:xfrm>
            <a:off x="3543201" y="5820436"/>
            <a:ext cx="1816100" cy="1731523"/>
          </a:xfrm>
        </p:spPr>
        <p:txBody>
          <a:bodyPr/>
          <a:lstStyle/>
          <a:p>
            <a:r>
              <a:rPr lang="en-US" dirty="0"/>
              <a:t>4567 Main St </a:t>
            </a:r>
          </a:p>
          <a:p>
            <a:r>
              <a:rPr lang="en-US" dirty="0"/>
              <a:t>Buffalo, NY 98052</a:t>
            </a:r>
          </a:p>
          <a:p>
            <a:r>
              <a:rPr lang="en-US" dirty="0"/>
              <a:t>555-0100</a:t>
            </a:r>
          </a:p>
          <a:p>
            <a:r>
              <a:rPr lang="en-US" dirty="0"/>
              <a:t>info@contoso.com</a:t>
            </a:r>
          </a:p>
          <a:p>
            <a:r>
              <a:rPr lang="en-US" dirty="0"/>
              <a:t>www.contoso.com</a:t>
            </a:r>
          </a:p>
          <a:p>
            <a:endParaRPr lang="en-US" dirty="0"/>
          </a:p>
        </p:txBody>
      </p:sp>
      <p:pic>
        <p:nvPicPr>
          <p:cNvPr id="104" name="Picture Placeholder 103" descr="Logo">
            <a:extLst>
              <a:ext uri="{FF2B5EF4-FFF2-40B4-BE49-F238E27FC236}">
                <a16:creationId xmlns:a16="http://schemas.microsoft.com/office/drawing/2014/main" id="{AC6C36E3-6B1E-1D3D-78CB-67B900B0113E}"/>
              </a:ext>
            </a:extLst>
          </p:cNvPr>
          <p:cNvPicPr>
            <a:picLocks noGrp="1" noChangeAspect="1"/>
          </p:cNvPicPr>
          <p:nvPr>
            <p:ph type="pic" sz="quarter" idx="20"/>
          </p:nvPr>
        </p:nvPicPr>
        <p:blipFill>
          <a:blip>
            <a:extLst>
              <a:ext uri="{96DAC541-7B7A-43D3-8B79-37D633B846F1}">
                <asvg:svgBlip xmlns:asvg="http://schemas.microsoft.com/office/drawing/2016/SVG/main" r:embed="rId4"/>
              </a:ext>
            </a:extLst>
          </a:blip>
          <a:srcRect/>
          <a:stretch/>
        </p:blipFill>
        <p:spPr>
          <a:xfrm>
            <a:off x="6953656" y="4514315"/>
            <a:ext cx="685800" cy="685800"/>
          </a:xfrm>
        </p:spPr>
      </p:pic>
      <p:sp>
        <p:nvSpPr>
          <p:cNvPr id="68" name="Text Placeholder 67">
            <a:extLst>
              <a:ext uri="{FF2B5EF4-FFF2-40B4-BE49-F238E27FC236}">
                <a16:creationId xmlns:a16="http://schemas.microsoft.com/office/drawing/2014/main" id="{4E7B1EA8-E388-CCB0-3E3F-FAFCA9AFD4BD}"/>
              </a:ext>
            </a:extLst>
          </p:cNvPr>
          <p:cNvSpPr>
            <a:spLocks noGrp="1"/>
          </p:cNvSpPr>
          <p:nvPr>
            <p:ph type="body" sz="quarter" idx="27"/>
          </p:nvPr>
        </p:nvSpPr>
        <p:spPr>
          <a:xfrm>
            <a:off x="6937624" y="6513913"/>
            <a:ext cx="3125640" cy="1219095"/>
          </a:xfrm>
        </p:spPr>
        <p:txBody>
          <a:bodyPr/>
          <a:lstStyle/>
          <a:p>
            <a:r>
              <a:rPr lang="en-US" dirty="0"/>
              <a:t>PARTNERS AT LAW</a:t>
            </a:r>
          </a:p>
        </p:txBody>
      </p:sp>
      <p:cxnSp>
        <p:nvCxnSpPr>
          <p:cNvPr id="17" name="Straight Connector 16">
            <a:extLst>
              <a:ext uri="{FF2B5EF4-FFF2-40B4-BE49-F238E27FC236}">
                <a16:creationId xmlns:a16="http://schemas.microsoft.com/office/drawing/2014/main" id="{445C8A3C-B58D-40B0-B2C1-19E1871716DF}"/>
              </a:ext>
              <a:ext uri="{C183D7F6-B498-43B3-948B-1728B52AA6E4}">
                <adec:decorative xmlns:adec="http://schemas.microsoft.com/office/drawing/2017/decorative" val="1"/>
              </a:ext>
            </a:extLst>
          </p:cNvPr>
          <p:cNvCxnSpPr>
            <a:cxnSpLocks/>
          </p:cNvCxnSpPr>
          <p:nvPr/>
        </p:nvCxnSpPr>
        <p:spPr>
          <a:xfrm>
            <a:off x="932113" y="2539798"/>
            <a:ext cx="14774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642D79-BFBC-43F9-A2EF-C6FC41422F13}"/>
              </a:ext>
              <a:ext uri="{C183D7F6-B498-43B3-948B-1728B52AA6E4}">
                <adec:decorative xmlns:adec="http://schemas.microsoft.com/office/drawing/2017/decorative" val="1"/>
              </a:ext>
            </a:extLst>
          </p:cNvPr>
          <p:cNvCxnSpPr>
            <a:cxnSpLocks/>
          </p:cNvCxnSpPr>
          <p:nvPr/>
        </p:nvCxnSpPr>
        <p:spPr>
          <a:xfrm>
            <a:off x="932113" y="5220618"/>
            <a:ext cx="14774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B48A58-26CD-48F4-A0B0-DE7D3C692D18}"/>
              </a:ext>
              <a:ext uri="{C183D7F6-B498-43B3-948B-1728B52AA6E4}">
                <adec:decorative xmlns:adec="http://schemas.microsoft.com/office/drawing/2017/decorative" val="1"/>
              </a:ext>
            </a:extLst>
          </p:cNvPr>
          <p:cNvCxnSpPr>
            <a:cxnSpLocks/>
          </p:cNvCxnSpPr>
          <p:nvPr/>
        </p:nvCxnSpPr>
        <p:spPr>
          <a:xfrm>
            <a:off x="3579839" y="4966797"/>
            <a:ext cx="10033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78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77B34018-82E7-4E6D-AB42-047F24B30292}"/>
              </a:ext>
            </a:extLst>
          </p:cNvPr>
          <p:cNvSpPr>
            <a:spLocks noGrp="1"/>
          </p:cNvSpPr>
          <p:nvPr>
            <p:ph type="title"/>
          </p:nvPr>
        </p:nvSpPr>
        <p:spPr>
          <a:xfrm>
            <a:off x="228600" y="4547723"/>
            <a:ext cx="2883217" cy="360033"/>
          </a:xfrm>
        </p:spPr>
        <p:txBody>
          <a:bodyPr/>
          <a:lstStyle/>
          <a:p>
            <a:r>
              <a:rPr lang="en-US" dirty="0"/>
              <a:t>Our team</a:t>
            </a:r>
          </a:p>
        </p:txBody>
      </p:sp>
      <p:pic>
        <p:nvPicPr>
          <p:cNvPr id="38" name="Picture Placeholder 4" descr="People discussing at a table">
            <a:extLst>
              <a:ext uri="{FF2B5EF4-FFF2-40B4-BE49-F238E27FC236}">
                <a16:creationId xmlns:a16="http://schemas.microsoft.com/office/drawing/2014/main" id="{8789A9B7-AE91-432E-A93F-3E14DBB794D6}"/>
              </a:ext>
            </a:extLst>
          </p:cNvPr>
          <p:cNvPicPr>
            <a:picLocks noGrp="1" noChangeAspect="1"/>
          </p:cNvPicPr>
          <p:nvPr>
            <p:ph type="pic" sz="quarter" idx="32"/>
          </p:nvPr>
        </p:nvPicPr>
        <p:blipFill rotWithShape="1">
          <a:blip r:embed="rId3"/>
          <a:srcRect l="21215" r="21215"/>
          <a:stretch/>
        </p:blipFill>
        <p:spPr>
          <a:xfrm>
            <a:off x="0" y="1"/>
            <a:ext cx="3355975" cy="3886200"/>
          </a:xfrm>
        </p:spPr>
      </p:pic>
      <p:sp>
        <p:nvSpPr>
          <p:cNvPr id="2" name="Text Placeholder 1">
            <a:extLst>
              <a:ext uri="{FF2B5EF4-FFF2-40B4-BE49-F238E27FC236}">
                <a16:creationId xmlns:a16="http://schemas.microsoft.com/office/drawing/2014/main" id="{8EF705D2-DE5C-4FC7-A51D-506967214A50}"/>
              </a:ext>
            </a:extLst>
          </p:cNvPr>
          <p:cNvSpPr>
            <a:spLocks noGrp="1"/>
          </p:cNvSpPr>
          <p:nvPr>
            <p:ph type="body" sz="quarter" idx="12"/>
          </p:nvPr>
        </p:nvSpPr>
        <p:spPr>
          <a:xfrm>
            <a:off x="228600" y="5094987"/>
            <a:ext cx="2893612" cy="2448813"/>
          </a:xfrm>
        </p:spPr>
        <p:txBody>
          <a:bodyPr/>
          <a:lstStyle/>
          <a:p>
            <a:r>
              <a:rPr lang="en-US" dirty="0"/>
              <a:t>At Contoso and Contoso, we take pride in our exceptional team of legal professionals who provide top-notch representation and personalized solutions to our clients.</a:t>
            </a:r>
          </a:p>
          <a:p>
            <a:endParaRPr lang="en-US" dirty="0"/>
          </a:p>
          <a:p>
            <a:endParaRPr lang="en-US" dirty="0"/>
          </a:p>
        </p:txBody>
      </p:sp>
      <p:sp>
        <p:nvSpPr>
          <p:cNvPr id="7" name="Text Placeholder 6">
            <a:extLst>
              <a:ext uri="{FF2B5EF4-FFF2-40B4-BE49-F238E27FC236}">
                <a16:creationId xmlns:a16="http://schemas.microsoft.com/office/drawing/2014/main" id="{7296058C-FA8E-47E3-A62B-AB583AB07753}"/>
              </a:ext>
            </a:extLst>
          </p:cNvPr>
          <p:cNvSpPr>
            <a:spLocks noGrp="1"/>
          </p:cNvSpPr>
          <p:nvPr>
            <p:ph type="body" sz="quarter" idx="30"/>
          </p:nvPr>
        </p:nvSpPr>
        <p:spPr>
          <a:xfrm>
            <a:off x="3619721" y="518465"/>
            <a:ext cx="2867252" cy="349311"/>
          </a:xfrm>
        </p:spPr>
        <p:txBody>
          <a:bodyPr/>
          <a:lstStyle/>
          <a:p>
            <a:r>
              <a:rPr lang="en-US" dirty="0"/>
              <a:t>Our services</a:t>
            </a:r>
          </a:p>
        </p:txBody>
      </p:sp>
      <p:sp>
        <p:nvSpPr>
          <p:cNvPr id="6" name="Text Placeholder 5">
            <a:extLst>
              <a:ext uri="{FF2B5EF4-FFF2-40B4-BE49-F238E27FC236}">
                <a16:creationId xmlns:a16="http://schemas.microsoft.com/office/drawing/2014/main" id="{3EFE5B84-E6D3-40F1-A67A-3D14F0449D2C}"/>
              </a:ext>
            </a:extLst>
          </p:cNvPr>
          <p:cNvSpPr>
            <a:spLocks noGrp="1"/>
          </p:cNvSpPr>
          <p:nvPr>
            <p:ph type="body" sz="quarter" idx="29"/>
          </p:nvPr>
        </p:nvSpPr>
        <p:spPr>
          <a:xfrm>
            <a:off x="3627834" y="992144"/>
            <a:ext cx="2876348" cy="2752369"/>
          </a:xfrm>
        </p:spPr>
        <p:txBody>
          <a:bodyPr/>
          <a:lstStyle/>
          <a:p>
            <a:r>
              <a:rPr lang="en-US" dirty="0"/>
              <a:t>Contoso and Contoso offers a comprehensive range of legal services tailored to meet the unique needs of individuals and businesses. From corporate law to family law, real estate to intellectual property, our firm has the knowledge and resources to handle complex legal issues.</a:t>
            </a:r>
          </a:p>
        </p:txBody>
      </p:sp>
      <p:pic>
        <p:nvPicPr>
          <p:cNvPr id="18" name="Picture Placeholder 17" descr="Judges discussing over law books">
            <a:extLst>
              <a:ext uri="{FF2B5EF4-FFF2-40B4-BE49-F238E27FC236}">
                <a16:creationId xmlns:a16="http://schemas.microsoft.com/office/drawing/2014/main" id="{3DA44C33-DF43-49F0-B359-AA3B33076DBC}"/>
              </a:ext>
            </a:extLst>
          </p:cNvPr>
          <p:cNvPicPr>
            <a:picLocks noGrp="1" noChangeAspect="1"/>
          </p:cNvPicPr>
          <p:nvPr>
            <p:ph type="pic" sz="quarter" idx="33"/>
          </p:nvPr>
        </p:nvPicPr>
        <p:blipFill rotWithShape="1">
          <a:blip r:embed="rId4"/>
          <a:srcRect l="21296" r="21296"/>
          <a:stretch/>
        </p:blipFill>
        <p:spPr>
          <a:xfrm>
            <a:off x="3359785" y="3898901"/>
            <a:ext cx="3345816" cy="3886199"/>
          </a:xfrm>
        </p:spPr>
      </p:pic>
      <p:pic>
        <p:nvPicPr>
          <p:cNvPr id="16" name="Picture Placeholder 4" descr="Image of books on a shelf">
            <a:extLst>
              <a:ext uri="{FF2B5EF4-FFF2-40B4-BE49-F238E27FC236}">
                <a16:creationId xmlns:a16="http://schemas.microsoft.com/office/drawing/2014/main" id="{31B78E9B-1997-47FF-BC5A-BBD164CD9175}"/>
              </a:ext>
            </a:extLst>
          </p:cNvPr>
          <p:cNvPicPr>
            <a:picLocks noGrp="1" noChangeAspect="1"/>
          </p:cNvPicPr>
          <p:nvPr>
            <p:ph type="pic" sz="quarter" idx="31"/>
          </p:nvPr>
        </p:nvPicPr>
        <p:blipFill rotWithShape="1">
          <a:blip r:embed="rId5"/>
          <a:srcRect l="21337" r="21337"/>
          <a:stretch/>
        </p:blipFill>
        <p:spPr>
          <a:xfrm>
            <a:off x="6715759" y="-1"/>
            <a:ext cx="3341105" cy="3886199"/>
          </a:xfrm>
        </p:spPr>
      </p:pic>
      <p:sp>
        <p:nvSpPr>
          <p:cNvPr id="5" name="Text Placeholder 4">
            <a:extLst>
              <a:ext uri="{FF2B5EF4-FFF2-40B4-BE49-F238E27FC236}">
                <a16:creationId xmlns:a16="http://schemas.microsoft.com/office/drawing/2014/main" id="{5A09A70F-89F1-4476-93D1-EC1D4812348A}"/>
              </a:ext>
            </a:extLst>
          </p:cNvPr>
          <p:cNvSpPr>
            <a:spLocks noGrp="1"/>
          </p:cNvSpPr>
          <p:nvPr>
            <p:ph type="body" sz="quarter" idx="28"/>
          </p:nvPr>
        </p:nvSpPr>
        <p:spPr>
          <a:xfrm>
            <a:off x="6921262" y="4545170"/>
            <a:ext cx="2884461" cy="349311"/>
          </a:xfrm>
        </p:spPr>
        <p:txBody>
          <a:bodyPr/>
          <a:lstStyle/>
          <a:p>
            <a:r>
              <a:rPr lang="en-US" dirty="0"/>
              <a:t>We can help</a:t>
            </a:r>
          </a:p>
          <a:p>
            <a:endParaRPr lang="en-US" dirty="0"/>
          </a:p>
        </p:txBody>
      </p:sp>
      <p:sp>
        <p:nvSpPr>
          <p:cNvPr id="4" name="Text Placeholder 3">
            <a:extLst>
              <a:ext uri="{FF2B5EF4-FFF2-40B4-BE49-F238E27FC236}">
                <a16:creationId xmlns:a16="http://schemas.microsoft.com/office/drawing/2014/main" id="{2F7BA35F-C5DC-47E8-A635-0692FC52E7DA}"/>
              </a:ext>
            </a:extLst>
          </p:cNvPr>
          <p:cNvSpPr>
            <a:spLocks noGrp="1"/>
          </p:cNvSpPr>
          <p:nvPr>
            <p:ph type="body" sz="quarter" idx="27"/>
          </p:nvPr>
        </p:nvSpPr>
        <p:spPr>
          <a:xfrm>
            <a:off x="6921262" y="5094987"/>
            <a:ext cx="2893612" cy="2448813"/>
          </a:xfrm>
        </p:spPr>
        <p:txBody>
          <a:bodyPr>
            <a:normAutofit/>
          </a:bodyPr>
          <a:lstStyle/>
          <a:p>
            <a:r>
              <a:rPr lang="en-US" dirty="0"/>
              <a:t>Navigating the legal landscape can be overwhelming, but you don't have to face it alone. We are here to help you through every step of your legal journey. Our team of attorneys will listen to your concerns, provide clear explanations of your options, and guide you towards the most favorable resolution.</a:t>
            </a:r>
          </a:p>
          <a:p>
            <a:endParaRPr lang="en-US" dirty="0"/>
          </a:p>
          <a:p>
            <a:endParaRPr lang="en-US" dirty="0"/>
          </a:p>
        </p:txBody>
      </p:sp>
    </p:spTree>
    <p:extLst>
      <p:ext uri="{BB962C8B-B14F-4D97-AF65-F5344CB8AC3E}">
        <p14:creationId xmlns:p14="http://schemas.microsoft.com/office/powerpoint/2010/main" val="3620633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Outside a statehouse">
            <a:extLst>
              <a:ext uri="{FF2B5EF4-FFF2-40B4-BE49-F238E27FC236}">
                <a16:creationId xmlns:a16="http://schemas.microsoft.com/office/drawing/2014/main" id="{A2A684BA-1412-4CF1-828C-421C2689A63A}"/>
              </a:ext>
            </a:extLst>
          </p:cNvPr>
          <p:cNvPicPr>
            <a:picLocks noGrp="1" noChangeAspect="1"/>
          </p:cNvPicPr>
          <p:nvPr>
            <p:ph type="pic" sz="quarter" idx="22"/>
          </p:nvPr>
        </p:nvPicPr>
        <p:blipFill rotWithShape="1">
          <a:blip r:embed="rId3"/>
          <a:srcRect l="21242" r="21242"/>
          <a:stretch/>
        </p:blipFill>
        <p:spPr>
          <a:xfrm>
            <a:off x="3352800" y="0"/>
            <a:ext cx="6705600" cy="7772400"/>
          </a:xfrm>
        </p:spPr>
      </p:pic>
      <p:sp>
        <p:nvSpPr>
          <p:cNvPr id="12" name="Text Placeholder 11">
            <a:extLst>
              <a:ext uri="{FF2B5EF4-FFF2-40B4-BE49-F238E27FC236}">
                <a16:creationId xmlns:a16="http://schemas.microsoft.com/office/drawing/2014/main" id="{AB28070B-E124-CDA9-EF90-AA22228BD22A}"/>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E748EA34-F0C8-31E2-DF98-985726F98725}"/>
              </a:ext>
            </a:extLst>
          </p:cNvPr>
          <p:cNvSpPr>
            <a:spLocks noGrp="1"/>
          </p:cNvSpPr>
          <p:nvPr>
            <p:ph type="body" sz="quarter" idx="32"/>
          </p:nvPr>
        </p:nvSpPr>
        <p:spPr/>
        <p:txBody>
          <a:bodyPr/>
          <a:lstStyle/>
          <a:p>
            <a:endParaRPr lang="en-US"/>
          </a:p>
        </p:txBody>
      </p:sp>
      <p:sp>
        <p:nvSpPr>
          <p:cNvPr id="14" name="Text Placeholder 13">
            <a:extLst>
              <a:ext uri="{FF2B5EF4-FFF2-40B4-BE49-F238E27FC236}">
                <a16:creationId xmlns:a16="http://schemas.microsoft.com/office/drawing/2014/main" id="{7F8418A5-E9A7-B58E-09CA-7385BCB08F03}"/>
              </a:ext>
            </a:extLst>
          </p:cNvPr>
          <p:cNvSpPr>
            <a:spLocks noGrp="1"/>
          </p:cNvSpPr>
          <p:nvPr>
            <p:ph type="body" sz="quarter" idx="33"/>
          </p:nvPr>
        </p:nvSpPr>
        <p:spPr/>
        <p:txBody>
          <a:bodyPr/>
          <a:lstStyle/>
          <a:p>
            <a:endParaRPr lang="en-US"/>
          </a:p>
        </p:txBody>
      </p:sp>
      <p:sp>
        <p:nvSpPr>
          <p:cNvPr id="7" name="Title 6">
            <a:extLst>
              <a:ext uri="{FF2B5EF4-FFF2-40B4-BE49-F238E27FC236}">
                <a16:creationId xmlns:a16="http://schemas.microsoft.com/office/drawing/2014/main" id="{7E8B0BF5-DED9-48AD-B791-79451DBD8FC1}"/>
              </a:ext>
            </a:extLst>
          </p:cNvPr>
          <p:cNvSpPr>
            <a:spLocks noGrp="1"/>
          </p:cNvSpPr>
          <p:nvPr>
            <p:ph type="ctrTitle"/>
          </p:nvPr>
        </p:nvSpPr>
        <p:spPr>
          <a:xfrm>
            <a:off x="6934200" y="4923341"/>
            <a:ext cx="2869300" cy="1162793"/>
          </a:xfrm>
        </p:spPr>
        <p:txBody>
          <a:bodyPr/>
          <a:lstStyle/>
          <a:p>
            <a:r>
              <a:rPr lang="en-US" dirty="0"/>
              <a:t>Contoso &amp; </a:t>
            </a:r>
            <a:br>
              <a:rPr lang="en-US" dirty="0"/>
            </a:br>
            <a:r>
              <a:rPr lang="en-US" dirty="0"/>
              <a:t>Contoso </a:t>
            </a:r>
            <a:br>
              <a:rPr lang="en-US" dirty="0"/>
            </a:br>
            <a:endParaRPr lang="en-US" dirty="0"/>
          </a:p>
        </p:txBody>
      </p:sp>
      <p:sp>
        <p:nvSpPr>
          <p:cNvPr id="9" name="Subtitle 8">
            <a:extLst>
              <a:ext uri="{FF2B5EF4-FFF2-40B4-BE49-F238E27FC236}">
                <a16:creationId xmlns:a16="http://schemas.microsoft.com/office/drawing/2014/main" id="{029094A9-C588-4F46-BFE7-86B912DC1916}"/>
              </a:ext>
            </a:extLst>
          </p:cNvPr>
          <p:cNvSpPr>
            <a:spLocks noGrp="1"/>
          </p:cNvSpPr>
          <p:nvPr>
            <p:ph type="subTitle" idx="1"/>
          </p:nvPr>
        </p:nvSpPr>
        <p:spPr>
          <a:xfrm>
            <a:off x="6934200" y="6100423"/>
            <a:ext cx="2869300" cy="453005"/>
          </a:xfrm>
        </p:spPr>
        <p:txBody>
          <a:bodyPr/>
          <a:lstStyle/>
          <a:p>
            <a:r>
              <a:rPr lang="en-US" dirty="0"/>
              <a:t>PARTNERS AT LAW</a:t>
            </a:r>
          </a:p>
        </p:txBody>
      </p:sp>
      <p:sp>
        <p:nvSpPr>
          <p:cNvPr id="19" name="Text Placeholder 18">
            <a:extLst>
              <a:ext uri="{FF2B5EF4-FFF2-40B4-BE49-F238E27FC236}">
                <a16:creationId xmlns:a16="http://schemas.microsoft.com/office/drawing/2014/main" id="{F096D611-1AE1-46D2-9240-8DB130A2EF68}"/>
              </a:ext>
            </a:extLst>
          </p:cNvPr>
          <p:cNvSpPr>
            <a:spLocks noGrp="1"/>
          </p:cNvSpPr>
          <p:nvPr>
            <p:ph type="body" sz="quarter" idx="30"/>
          </p:nvPr>
        </p:nvSpPr>
        <p:spPr>
          <a:xfrm>
            <a:off x="247852" y="3619516"/>
            <a:ext cx="2867252" cy="349311"/>
          </a:xfrm>
        </p:spPr>
        <p:txBody>
          <a:bodyPr/>
          <a:lstStyle/>
          <a:p>
            <a:r>
              <a:rPr lang="en-US" dirty="0"/>
              <a:t>We can help</a:t>
            </a:r>
          </a:p>
        </p:txBody>
      </p:sp>
      <p:sp>
        <p:nvSpPr>
          <p:cNvPr id="8" name="Text Placeholder 7">
            <a:extLst>
              <a:ext uri="{FF2B5EF4-FFF2-40B4-BE49-F238E27FC236}">
                <a16:creationId xmlns:a16="http://schemas.microsoft.com/office/drawing/2014/main" id="{10D7B112-6424-4B8B-936A-673B8D0D7609}"/>
              </a:ext>
            </a:extLst>
          </p:cNvPr>
          <p:cNvSpPr>
            <a:spLocks noGrp="1"/>
          </p:cNvSpPr>
          <p:nvPr>
            <p:ph type="body" sz="quarter" idx="29"/>
          </p:nvPr>
        </p:nvSpPr>
        <p:spPr>
          <a:xfrm>
            <a:off x="247852" y="4130144"/>
            <a:ext cx="2876348" cy="2823526"/>
          </a:xfrm>
        </p:spPr>
        <p:txBody>
          <a:bodyPr>
            <a:normAutofit/>
          </a:bodyPr>
          <a:lstStyle/>
          <a:p>
            <a:r>
              <a:rPr lang="en-US" dirty="0"/>
              <a:t>Whether you require expert legal advice, contract drafting and negotiation, dispute resolution, or representation in court, our skilled attorneys will provide strategic guidance and dedicated advocacy to protect your interests and achieve the best possible outcomes.</a:t>
            </a:r>
          </a:p>
          <a:p>
            <a:r>
              <a:rPr lang="en-US" dirty="0"/>
              <a:t>With our unwavering commitment to excellence and client satisfaction, you can trust us to handle your legal matters with the utmost professionalism and care.</a:t>
            </a:r>
          </a:p>
        </p:txBody>
      </p:sp>
      <p:sp>
        <p:nvSpPr>
          <p:cNvPr id="113" name="Text Placeholder 112">
            <a:extLst>
              <a:ext uri="{FF2B5EF4-FFF2-40B4-BE49-F238E27FC236}">
                <a16:creationId xmlns:a16="http://schemas.microsoft.com/office/drawing/2014/main" id="{45296291-1B95-7A16-A06A-7F5E37D81DF6}"/>
              </a:ext>
            </a:extLst>
          </p:cNvPr>
          <p:cNvSpPr>
            <a:spLocks noGrp="1"/>
          </p:cNvSpPr>
          <p:nvPr>
            <p:ph type="body" sz="quarter" idx="26"/>
          </p:nvPr>
        </p:nvSpPr>
        <p:spPr>
          <a:xfrm>
            <a:off x="3579839" y="5184167"/>
            <a:ext cx="2884461" cy="349311"/>
          </a:xfrm>
        </p:spPr>
        <p:txBody>
          <a:bodyPr/>
          <a:lstStyle/>
          <a:p>
            <a:r>
              <a:rPr lang="en-US" dirty="0"/>
              <a:t>Contact</a:t>
            </a:r>
          </a:p>
        </p:txBody>
      </p:sp>
      <p:sp>
        <p:nvSpPr>
          <p:cNvPr id="112" name="Text Placeholder 111">
            <a:extLst>
              <a:ext uri="{FF2B5EF4-FFF2-40B4-BE49-F238E27FC236}">
                <a16:creationId xmlns:a16="http://schemas.microsoft.com/office/drawing/2014/main" id="{F28C0449-B331-E98E-8D9F-0E2B6112D7A9}"/>
              </a:ext>
            </a:extLst>
          </p:cNvPr>
          <p:cNvSpPr>
            <a:spLocks noGrp="1"/>
          </p:cNvSpPr>
          <p:nvPr>
            <p:ph type="body" sz="quarter" idx="12"/>
          </p:nvPr>
        </p:nvSpPr>
        <p:spPr>
          <a:xfrm>
            <a:off x="3579839" y="5830988"/>
            <a:ext cx="2893612" cy="1849006"/>
          </a:xfrm>
        </p:spPr>
        <p:txBody>
          <a:bodyPr/>
          <a:lstStyle/>
          <a:p>
            <a:r>
              <a:rPr lang="en-US" dirty="0"/>
              <a:t>4567 Main St </a:t>
            </a:r>
          </a:p>
          <a:p>
            <a:r>
              <a:rPr lang="en-US" dirty="0"/>
              <a:t>Buffalo, NY 98052</a:t>
            </a:r>
          </a:p>
          <a:p>
            <a:r>
              <a:rPr lang="en-US" dirty="0"/>
              <a:t>555-0100</a:t>
            </a:r>
          </a:p>
          <a:p>
            <a:r>
              <a:rPr lang="en-US" dirty="0"/>
              <a:t>info@contoso.com</a:t>
            </a:r>
          </a:p>
          <a:p>
            <a:r>
              <a:rPr lang="en-US" dirty="0"/>
              <a:t>www.contoso.com</a:t>
            </a:r>
          </a:p>
          <a:p>
            <a:endParaRPr lang="en-US" dirty="0"/>
          </a:p>
        </p:txBody>
      </p:sp>
    </p:spTree>
    <p:extLst>
      <p:ext uri="{BB962C8B-B14F-4D97-AF65-F5344CB8AC3E}">
        <p14:creationId xmlns:p14="http://schemas.microsoft.com/office/powerpoint/2010/main" val="3474610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295ADB-B3F3-43E6-9FEE-C1218C308914}"/>
              </a:ext>
            </a:extLst>
          </p:cNvPr>
          <p:cNvSpPr>
            <a:spLocks noGrp="1"/>
          </p:cNvSpPr>
          <p:nvPr>
            <p:ph type="title"/>
          </p:nvPr>
        </p:nvSpPr>
        <p:spPr>
          <a:xfrm>
            <a:off x="228600" y="4547723"/>
            <a:ext cx="2883217" cy="360033"/>
          </a:xfrm>
        </p:spPr>
        <p:txBody>
          <a:bodyPr vert="horz" lIns="0" tIns="45720" rIns="0" bIns="45720" rtlCol="0">
            <a:noAutofit/>
          </a:bodyPr>
          <a:lstStyle/>
          <a:p>
            <a:r>
              <a:rPr lang="en-US" dirty="0"/>
              <a:t>Our team  </a:t>
            </a:r>
          </a:p>
        </p:txBody>
      </p:sp>
      <p:pic>
        <p:nvPicPr>
          <p:cNvPr id="95" name="Picture Placeholder 94" descr="A row of books on a shelf">
            <a:extLst>
              <a:ext uri="{FF2B5EF4-FFF2-40B4-BE49-F238E27FC236}">
                <a16:creationId xmlns:a16="http://schemas.microsoft.com/office/drawing/2014/main" id="{FF935499-F8AA-A85C-184F-C08E5DB6A426}"/>
              </a:ext>
            </a:extLst>
          </p:cNvPr>
          <p:cNvPicPr>
            <a:picLocks noGrp="1" noChangeAspect="1"/>
          </p:cNvPicPr>
          <p:nvPr>
            <p:ph type="pic" sz="quarter" idx="39"/>
          </p:nvPr>
        </p:nvPicPr>
        <p:blipFill>
          <a:blip r:embed="rId3"/>
          <a:srcRect l="437" r="437"/>
          <a:stretch/>
        </p:blipFill>
        <p:spPr>
          <a:xfrm>
            <a:off x="0" y="0"/>
            <a:ext cx="3352800" cy="3708405"/>
          </a:xfrm>
        </p:spPr>
      </p:pic>
      <p:sp>
        <p:nvSpPr>
          <p:cNvPr id="9" name="Text Placeholder 8">
            <a:extLst>
              <a:ext uri="{FF2B5EF4-FFF2-40B4-BE49-F238E27FC236}">
                <a16:creationId xmlns:a16="http://schemas.microsoft.com/office/drawing/2014/main" id="{C1D210EE-DA17-45CF-8106-F9FB7E46C2EE}"/>
              </a:ext>
            </a:extLst>
          </p:cNvPr>
          <p:cNvSpPr>
            <a:spLocks noGrp="1"/>
          </p:cNvSpPr>
          <p:nvPr>
            <p:ph type="body" sz="quarter" idx="12"/>
          </p:nvPr>
        </p:nvSpPr>
        <p:spPr>
          <a:xfrm>
            <a:off x="220860" y="4969055"/>
            <a:ext cx="2893612" cy="2302365"/>
          </a:xfrm>
        </p:spPr>
        <p:txBody>
          <a:bodyPr lIns="0" rIns="0">
            <a:normAutofit/>
          </a:bodyPr>
          <a:lstStyle/>
          <a:p>
            <a:r>
              <a:rPr lang="en-US" dirty="0"/>
              <a:t>Our attorneys leverage their extensive knowledge and expertise to deliver innovative legal strategies while maintaining a strong focus on client satisfaction. With Contoso and Contoso, you can trust that your legal matters are in capable hands.</a:t>
            </a:r>
          </a:p>
        </p:txBody>
      </p:sp>
      <p:sp>
        <p:nvSpPr>
          <p:cNvPr id="12" name="Text Placeholder 11">
            <a:extLst>
              <a:ext uri="{FF2B5EF4-FFF2-40B4-BE49-F238E27FC236}">
                <a16:creationId xmlns:a16="http://schemas.microsoft.com/office/drawing/2014/main" id="{A21A50E0-81A3-4921-9D29-A1C33322EA12}"/>
              </a:ext>
            </a:extLst>
          </p:cNvPr>
          <p:cNvSpPr>
            <a:spLocks noGrp="1"/>
          </p:cNvSpPr>
          <p:nvPr>
            <p:ph type="body" sz="quarter" idx="30"/>
          </p:nvPr>
        </p:nvSpPr>
        <p:spPr>
          <a:xfrm>
            <a:off x="3578744" y="657845"/>
            <a:ext cx="2884461" cy="349311"/>
          </a:xfrm>
        </p:spPr>
        <p:txBody>
          <a:bodyPr lIns="0" rIns="0"/>
          <a:lstStyle/>
          <a:p>
            <a:r>
              <a:rPr lang="en-US" dirty="0"/>
              <a:t>Our areas of practice​</a:t>
            </a:r>
          </a:p>
        </p:txBody>
      </p:sp>
      <p:sp>
        <p:nvSpPr>
          <p:cNvPr id="11" name="Text Placeholder 10">
            <a:extLst>
              <a:ext uri="{FF2B5EF4-FFF2-40B4-BE49-F238E27FC236}">
                <a16:creationId xmlns:a16="http://schemas.microsoft.com/office/drawing/2014/main" id="{3EAE3BCF-7FE0-48FF-8838-4D51210C8D10}"/>
              </a:ext>
            </a:extLst>
          </p:cNvPr>
          <p:cNvSpPr>
            <a:spLocks noGrp="1"/>
          </p:cNvSpPr>
          <p:nvPr>
            <p:ph type="body" sz="quarter" idx="29"/>
          </p:nvPr>
        </p:nvSpPr>
        <p:spPr>
          <a:xfrm>
            <a:off x="3569016" y="1149017"/>
            <a:ext cx="2893612" cy="2526151"/>
          </a:xfrm>
        </p:spPr>
        <p:txBody>
          <a:bodyPr lIns="0" rIns="0">
            <a:normAutofit/>
          </a:bodyPr>
          <a:lstStyle/>
          <a:p>
            <a:r>
              <a:rPr lang="en-US" dirty="0"/>
              <a:t>Our experienced attorneys provide expert guidance and representation, ensuring that your business, family, and intellectual property interests are protected with utmost care and professionalism.</a:t>
            </a:r>
          </a:p>
          <a:p>
            <a:endParaRPr lang="en-US" dirty="0"/>
          </a:p>
          <a:p>
            <a:r>
              <a:rPr lang="en-US" dirty="0"/>
              <a:t>We offer comprehensive legal services in corporate law, family law, and intellectual property.</a:t>
            </a:r>
          </a:p>
        </p:txBody>
      </p:sp>
      <p:sp>
        <p:nvSpPr>
          <p:cNvPr id="14" name="Text Placeholder 13">
            <a:extLst>
              <a:ext uri="{FF2B5EF4-FFF2-40B4-BE49-F238E27FC236}">
                <a16:creationId xmlns:a16="http://schemas.microsoft.com/office/drawing/2014/main" id="{7DFFBA98-EE89-4335-A900-B9AC913586D4}"/>
              </a:ext>
            </a:extLst>
          </p:cNvPr>
          <p:cNvSpPr>
            <a:spLocks noGrp="1"/>
          </p:cNvSpPr>
          <p:nvPr>
            <p:ph type="body" sz="quarter" idx="33"/>
          </p:nvPr>
        </p:nvSpPr>
        <p:spPr>
          <a:xfrm>
            <a:off x="6905983" y="1149017"/>
            <a:ext cx="2893612" cy="2526151"/>
          </a:xfrm>
        </p:spPr>
        <p:txBody>
          <a:bodyPr lIns="0" rIns="0">
            <a:normAutofit/>
          </a:bodyPr>
          <a:lstStyle/>
          <a:p>
            <a:r>
              <a:rPr lang="en-US" dirty="0"/>
              <a:t>Comprehensive legal counsel to businesses of all sizes</a:t>
            </a:r>
          </a:p>
          <a:p>
            <a:r>
              <a:rPr lang="en-US" dirty="0"/>
              <a:t>Family-related legal issues, including divorce, child custody, adoption, prenuptial agreements, and domestic violence matters</a:t>
            </a:r>
          </a:p>
          <a:p>
            <a:r>
              <a:rPr lang="en-US" dirty="0"/>
              <a:t>Trademarks, copyrights, patents, licensing agreements, and trade secrets</a:t>
            </a:r>
          </a:p>
        </p:txBody>
      </p:sp>
      <p:pic>
        <p:nvPicPr>
          <p:cNvPr id="17" name="Picture Placeholder 16" descr="People standing around a table with papers and laptops">
            <a:extLst>
              <a:ext uri="{FF2B5EF4-FFF2-40B4-BE49-F238E27FC236}">
                <a16:creationId xmlns:a16="http://schemas.microsoft.com/office/drawing/2014/main" id="{FD0D413A-FD15-97A5-EB30-270D1D0AB68C}"/>
              </a:ext>
            </a:extLst>
          </p:cNvPr>
          <p:cNvPicPr>
            <a:picLocks noGrp="1" noChangeAspect="1"/>
          </p:cNvPicPr>
          <p:nvPr>
            <p:ph type="pic" sz="quarter" idx="32"/>
          </p:nvPr>
        </p:nvPicPr>
        <p:blipFill>
          <a:blip r:embed="rId4"/>
          <a:srcRect t="23" b="23"/>
          <a:stretch/>
        </p:blipFill>
        <p:spPr>
          <a:xfrm>
            <a:off x="3351185" y="3708415"/>
            <a:ext cx="6707215" cy="4063981"/>
          </a:xfrm>
        </p:spPr>
      </p:pic>
    </p:spTree>
    <p:extLst>
      <p:ext uri="{BB962C8B-B14F-4D97-AF65-F5344CB8AC3E}">
        <p14:creationId xmlns:p14="http://schemas.microsoft.com/office/powerpoint/2010/main" val="2354165623"/>
      </p:ext>
    </p:extLst>
  </p:cSld>
  <p:clrMapOvr>
    <a:masterClrMapping/>
  </p:clrMapOvr>
</p:sld>
</file>

<file path=ppt/theme/theme1.xml><?xml version="1.0" encoding="utf-8"?>
<a:theme xmlns:a="http://schemas.openxmlformats.org/drawingml/2006/main" name="Custom">
  <a:themeElements>
    <a:clrScheme name="Custom 8">
      <a:dk1>
        <a:srgbClr val="344E62"/>
      </a:dk1>
      <a:lt1>
        <a:srgbClr val="FFFFFF"/>
      </a:lt1>
      <a:dk2>
        <a:srgbClr val="000000"/>
      </a:dk2>
      <a:lt2>
        <a:srgbClr val="FFFFFF"/>
      </a:lt2>
      <a:accent1>
        <a:srgbClr val="344E62"/>
      </a:accent1>
      <a:accent2>
        <a:srgbClr val="D4D9DD"/>
      </a:accent2>
      <a:accent3>
        <a:srgbClr val="617483"/>
      </a:accent3>
      <a:accent4>
        <a:srgbClr val="FFFFFF"/>
      </a:accent4>
      <a:accent5>
        <a:srgbClr val="FFFFFF"/>
      </a:accent5>
      <a:accent6>
        <a:srgbClr val="FFFFFF"/>
      </a:accent6>
      <a:hlink>
        <a:srgbClr val="344E62"/>
      </a:hlink>
      <a:folHlink>
        <a:srgbClr val="617483"/>
      </a:folHlink>
    </a:clrScheme>
    <a:fontScheme name="Custom 18">
      <a:majorFont>
        <a:latin typeface="Bodoni MT"/>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4704734_Angled tri-fold brochure_win32_SL_V5" id="{47552A66-A41D-486A-91C7-94EF4C38281B}" vid="{A5864864-E950-4647-806C-0E9909694D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8D8E97-0998-4C70-B507-03739DBCFF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1D6B4DC-0390-4B86-946E-38F21F73183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C41E1F2-6C1E-4C53-8728-B479B7C691E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406</Words>
  <Application>Microsoft Office PowerPoint</Application>
  <PresentationFormat>Custom</PresentationFormat>
  <Paragraphs>39</Paragraphs>
  <Slides>4</Slides>
  <Notes>4</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Custom</vt:lpstr>
      <vt:lpstr>Contoso &amp; Contoso</vt:lpstr>
      <vt:lpstr>Our team</vt:lpstr>
      <vt:lpstr>Contoso &amp;  Contoso  </vt:lpstr>
      <vt:lpstr>Our team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2026-07-16T06:09:22Z</dcterms:created>
  <dcterms:modified xsi:type="dcterms:W3CDTF">2026-07-16T06:09:26Z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